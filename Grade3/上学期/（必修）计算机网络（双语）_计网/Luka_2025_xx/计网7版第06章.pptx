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jpeg" ContentType="image/jpeg"/>
  <Default Extension="JPG" ContentType="image/.jpg"/>
  <Default Extension="gif" ContentType="image/gif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>
  <p:sldMasterIdLst>
    <p:sldMasterId id="2147483648" r:id="rId1"/>
  </p:sldMasterIdLst>
  <p:notesMasterIdLst>
    <p:notesMasterId r:id="rId5"/>
  </p:notesMasterIdLst>
  <p:handoutMasterIdLst>
    <p:handoutMasterId r:id="rId84"/>
  </p:handoutMasterIdLst>
  <p:sldIdLst>
    <p:sldId id="778" r:id="rId3"/>
    <p:sldId id="780" r:id="rId4"/>
    <p:sldId id="781" r:id="rId6"/>
    <p:sldId id="782" r:id="rId7"/>
    <p:sldId id="783" r:id="rId8"/>
    <p:sldId id="784" r:id="rId9"/>
    <p:sldId id="785" r:id="rId10"/>
    <p:sldId id="786" r:id="rId11"/>
    <p:sldId id="787" r:id="rId12"/>
    <p:sldId id="788" r:id="rId13"/>
    <p:sldId id="789" r:id="rId14"/>
    <p:sldId id="790" r:id="rId15"/>
    <p:sldId id="791" r:id="rId16"/>
    <p:sldId id="792" r:id="rId17"/>
    <p:sldId id="793" r:id="rId18"/>
    <p:sldId id="794" r:id="rId19"/>
    <p:sldId id="795" r:id="rId20"/>
    <p:sldId id="796" r:id="rId21"/>
    <p:sldId id="797" r:id="rId22"/>
    <p:sldId id="798" r:id="rId23"/>
    <p:sldId id="799" r:id="rId24"/>
    <p:sldId id="800" r:id="rId25"/>
    <p:sldId id="801" r:id="rId26"/>
    <p:sldId id="802" r:id="rId27"/>
    <p:sldId id="803" r:id="rId28"/>
    <p:sldId id="804" r:id="rId29"/>
    <p:sldId id="805" r:id="rId30"/>
    <p:sldId id="806" r:id="rId31"/>
    <p:sldId id="807" r:id="rId32"/>
    <p:sldId id="808" r:id="rId33"/>
    <p:sldId id="809" r:id="rId34"/>
    <p:sldId id="810" r:id="rId35"/>
    <p:sldId id="811" r:id="rId36"/>
    <p:sldId id="812" r:id="rId37"/>
    <p:sldId id="813" r:id="rId38"/>
    <p:sldId id="814" r:id="rId39"/>
    <p:sldId id="815" r:id="rId40"/>
    <p:sldId id="816" r:id="rId41"/>
    <p:sldId id="817" r:id="rId42"/>
    <p:sldId id="818" r:id="rId43"/>
    <p:sldId id="819" r:id="rId44"/>
    <p:sldId id="820" r:id="rId45"/>
    <p:sldId id="821" r:id="rId46"/>
    <p:sldId id="822" r:id="rId47"/>
    <p:sldId id="823" r:id="rId48"/>
    <p:sldId id="824" r:id="rId49"/>
    <p:sldId id="825" r:id="rId50"/>
    <p:sldId id="826" r:id="rId51"/>
    <p:sldId id="827" r:id="rId52"/>
    <p:sldId id="828" r:id="rId53"/>
    <p:sldId id="829" r:id="rId54"/>
    <p:sldId id="830" r:id="rId55"/>
    <p:sldId id="831" r:id="rId56"/>
    <p:sldId id="832" r:id="rId57"/>
    <p:sldId id="833" r:id="rId58"/>
    <p:sldId id="834" r:id="rId59"/>
    <p:sldId id="835" r:id="rId60"/>
    <p:sldId id="836" r:id="rId61"/>
    <p:sldId id="837" r:id="rId62"/>
    <p:sldId id="838" r:id="rId63"/>
    <p:sldId id="839" r:id="rId64"/>
    <p:sldId id="840" r:id="rId65"/>
    <p:sldId id="841" r:id="rId66"/>
    <p:sldId id="842" r:id="rId67"/>
    <p:sldId id="843" r:id="rId68"/>
    <p:sldId id="844" r:id="rId69"/>
    <p:sldId id="845" r:id="rId70"/>
    <p:sldId id="846" r:id="rId71"/>
    <p:sldId id="847" r:id="rId72"/>
    <p:sldId id="864" r:id="rId73"/>
    <p:sldId id="865" r:id="rId74"/>
    <p:sldId id="866" r:id="rId75"/>
    <p:sldId id="867" r:id="rId76"/>
    <p:sldId id="868" r:id="rId77"/>
    <p:sldId id="869" r:id="rId78"/>
    <p:sldId id="870" r:id="rId79"/>
    <p:sldId id="871" r:id="rId80"/>
    <p:sldId id="872" r:id="rId81"/>
    <p:sldId id="873" r:id="rId82"/>
    <p:sldId id="874" r:id="rId83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90204" pitchFamily="34" charset="0"/>
        <a:ea typeface="MS PGothic" charset="0"/>
        <a:cs typeface="MS PGothic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90204" pitchFamily="34" charset="0"/>
        <a:ea typeface="MS PGothic" charset="0"/>
        <a:cs typeface="MS PGothic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90204" pitchFamily="34" charset="0"/>
        <a:ea typeface="MS PGothic" charset="0"/>
        <a:cs typeface="MS PGothic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90204" pitchFamily="34" charset="0"/>
        <a:ea typeface="MS PGothic" charset="0"/>
        <a:cs typeface="MS PGothic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90204" pitchFamily="34" charset="0"/>
        <a:ea typeface="MS PGothic" charset="0"/>
        <a:cs typeface="MS PGothic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panose="020B0604020202090204" pitchFamily="34" charset="0"/>
        <a:ea typeface="MS PGothic" charset="0"/>
        <a:cs typeface="MS PGothic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panose="020B0604020202090204" pitchFamily="34" charset="0"/>
        <a:ea typeface="MS PGothic" charset="0"/>
        <a:cs typeface="MS PGothic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panose="020B0604020202090204" pitchFamily="34" charset="0"/>
        <a:ea typeface="MS PGothic" charset="0"/>
        <a:cs typeface="MS PGothic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panose="020B0604020202090204" pitchFamily="34" charset="0"/>
        <a:ea typeface="MS PGothic" charset="0"/>
        <a:cs typeface="MS PGothic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DDDDDD"/>
    <a:srgbClr val="FFCCFF"/>
    <a:srgbClr val="000099"/>
    <a:srgbClr val="FF0000"/>
    <a:srgbClr val="008000"/>
    <a:srgbClr val="66CCFF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-79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432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7" Type="http://schemas.openxmlformats.org/officeDocument/2006/relationships/tableStyles" Target="tableStyles.xml"/><Relationship Id="rId86" Type="http://schemas.openxmlformats.org/officeDocument/2006/relationships/viewProps" Target="viewProps.xml"/><Relationship Id="rId85" Type="http://schemas.openxmlformats.org/officeDocument/2006/relationships/presProps" Target="presProps.xml"/><Relationship Id="rId84" Type="http://schemas.openxmlformats.org/officeDocument/2006/relationships/handoutMaster" Target="handoutMasters/handoutMaster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5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661" tIns="48331" rIns="96661" bIns="48331" numCol="1" anchor="t" anchorCtr="0" compatLnSpc="1"/>
          <a:lstStyle>
            <a:lvl1pPr defTabSz="967105">
              <a:defRPr sz="1300">
                <a:latin typeface="Times New Roman" panose="0202050305040509030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225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661" tIns="48331" rIns="96661" bIns="48331" numCol="1" anchor="t" anchorCtr="0" compatLnSpc="1"/>
          <a:lstStyle>
            <a:lvl1pPr algn="r" defTabSz="967105">
              <a:defRPr sz="1300">
                <a:latin typeface="Times New Roman" panose="0202050305040509030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225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661" tIns="48331" rIns="96661" bIns="48331" numCol="1" anchor="b" anchorCtr="0" compatLnSpc="1"/>
          <a:lstStyle>
            <a:lvl1pPr defTabSz="967105">
              <a:defRPr sz="1300">
                <a:latin typeface="Times New Roman" panose="0202050305040509030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225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661" tIns="48331" rIns="96661" bIns="48331" numCol="1" anchor="b" anchorCtr="0" compatLnSpc="1"/>
          <a:lstStyle>
            <a:lvl1pPr algn="r" defTabSz="967105">
              <a:defRPr sz="1300">
                <a:latin typeface="Times New Roman" panose="02020503050405090304" charset="0"/>
              </a:defRPr>
            </a:lvl1pPr>
          </a:lstStyle>
          <a:p>
            <a:pPr>
              <a:defRPr/>
            </a:pPr>
            <a:fld id="{91292653-6D28-1A4E-9097-8CD0CA4FA95B}" type="slidenum">
              <a:rPr lang="en-US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661" tIns="48331" rIns="96661" bIns="48331" numCol="1" anchor="t" anchorCtr="0" compatLnSpc="1"/>
          <a:lstStyle>
            <a:lvl1pPr defTabSz="967105">
              <a:defRPr sz="1300">
                <a:latin typeface="Times New Roman" panose="0202050305040509030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661" tIns="48331" rIns="96661" bIns="48331" numCol="1" anchor="t" anchorCtr="0" compatLnSpc="1"/>
          <a:lstStyle>
            <a:lvl1pPr algn="r" defTabSz="967105">
              <a:defRPr sz="1300">
                <a:latin typeface="Times New Roman" panose="0202050305040509030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99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661" tIns="48331" rIns="96661" bIns="48331" numCol="1" anchor="t" anchorCtr="0" compatLnSpc="1"/>
          <a:lstStyle/>
          <a:p>
            <a:pPr lvl="0"/>
            <a:r>
              <a:rPr lang="en-US" noProof="0" smtClean="0"/>
              <a:t>Click to edit Master text styles</a:t>
            </a:r>
            <a:endParaRPr lang="en-US" noProof="0" smtClean="0"/>
          </a:p>
          <a:p>
            <a:pPr lvl="1"/>
            <a:r>
              <a:rPr lang="en-US" noProof="0" smtClean="0"/>
              <a:t>Second level</a:t>
            </a:r>
            <a:endParaRPr lang="en-US" noProof="0" smtClean="0"/>
          </a:p>
          <a:p>
            <a:pPr lvl="2"/>
            <a:r>
              <a:rPr lang="en-US" noProof="0" smtClean="0"/>
              <a:t>Third level</a:t>
            </a:r>
            <a:endParaRPr lang="en-US" noProof="0" smtClean="0"/>
          </a:p>
          <a:p>
            <a:pPr lvl="3"/>
            <a:r>
              <a:rPr lang="en-US" noProof="0" smtClean="0"/>
              <a:t>Fourth level</a:t>
            </a:r>
            <a:endParaRPr lang="en-US" noProof="0" smtClean="0"/>
          </a:p>
          <a:p>
            <a:pPr lvl="4"/>
            <a:r>
              <a:rPr lang="en-US" noProof="0" smtClean="0"/>
              <a:t>Fifth level</a:t>
            </a:r>
            <a:endParaRPr lang="en-US" noProof="0" smtClean="0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661" tIns="48331" rIns="96661" bIns="48331" numCol="1" anchor="b" anchorCtr="0" compatLnSpc="1"/>
          <a:lstStyle>
            <a:lvl1pPr defTabSz="967105">
              <a:defRPr sz="1300">
                <a:latin typeface="Times New Roman" panose="0202050305040509030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661" tIns="48331" rIns="96661" bIns="48331" numCol="1" anchor="b" anchorCtr="0" compatLnSpc="1"/>
          <a:lstStyle>
            <a:lvl1pPr algn="r" defTabSz="967105">
              <a:defRPr sz="1300">
                <a:latin typeface="Times New Roman" panose="02020503050405090304" charset="0"/>
              </a:defRPr>
            </a:lvl1pPr>
          </a:lstStyle>
          <a:p>
            <a:pPr>
              <a:defRPr/>
            </a:pPr>
            <a:fld id="{ACCD5E27-021E-054B-84DE-C100B224ED65}" type="slidenum">
              <a:rPr lang="en-US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503050405090304" charset="0"/>
        <a:ea typeface="MS PGothic" charset="0"/>
        <a:cs typeface="MS PGothic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503050405090304" charset="0"/>
        <a:ea typeface="MS PGothic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503050405090304" charset="0"/>
        <a:ea typeface="MS PGothic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503050405090304" charset="0"/>
        <a:ea typeface="MS PGothic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503050405090304" charset="0"/>
        <a:ea typeface="MS PGothic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9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fld id="{BBF9E464-6231-2A46-B6B9-94540F70FC6D}" type="slidenum">
              <a:rPr lang="en-US" i="0" smtClean="0">
                <a:latin typeface="Times New Roman" panose="02020503050405090304" charset="0"/>
              </a:rPr>
            </a:fld>
            <a:endParaRPr lang="en-US" i="0" dirty="0" smtClean="0">
              <a:latin typeface="Times New Roman" panose="02020503050405090304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dirty="0">
              <a:latin typeface="Times New Roman" panose="02020503050405090304" charset="0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fld id="{D7F61FD0-FAF2-4545-8D3A-10FB997685FF}" type="slidenum">
              <a:rPr lang="en-US" i="0" smtClean="0">
                <a:latin typeface="Times New Roman" panose="02020503050405090304" charset="0"/>
              </a:rPr>
            </a:fld>
            <a:endParaRPr lang="en-US" i="0" dirty="0" smtClean="0">
              <a:latin typeface="Times New Roman" panose="02020503050405090304" charset="0"/>
            </a:endParaRPr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dirty="0">
              <a:latin typeface="Times New Roman" panose="02020503050405090304" charset="0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fld id="{5F620C57-5F31-6443-8544-E81A27D767F3}" type="slidenum">
              <a:rPr lang="en-US" i="0" smtClean="0">
                <a:latin typeface="Times New Roman" panose="02020503050405090304" charset="0"/>
              </a:rPr>
            </a:fld>
            <a:endParaRPr lang="en-US" i="0" dirty="0" smtClean="0">
              <a:latin typeface="Times New Roman" panose="02020503050405090304" charset="0"/>
            </a:endParaRPr>
          </a:p>
        </p:txBody>
      </p:sp>
      <p:sp>
        <p:nvSpPr>
          <p:cNvPr id="100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dirty="0">
              <a:latin typeface="Times New Roman" panose="02020503050405090304" charset="0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fld id="{D8AA7049-8658-2C4B-A161-18F367F0585E}" type="slidenum">
              <a:rPr lang="en-US" i="0" smtClean="0">
                <a:latin typeface="Times New Roman" panose="02020503050405090304" charset="0"/>
              </a:rPr>
            </a:fld>
            <a:endParaRPr lang="en-US" i="0" dirty="0" smtClean="0">
              <a:latin typeface="Times New Roman" panose="02020503050405090304" charset="0"/>
            </a:endParaRPr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dirty="0">
              <a:latin typeface="Times New Roman" panose="02020503050405090304" charset="0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fld id="{FDB44EAB-FE29-FA45-963B-6DA8F6A2E717}" type="slidenum">
              <a:rPr lang="en-US" i="0" smtClean="0">
                <a:latin typeface="Times New Roman" panose="02020503050405090304" charset="0"/>
              </a:rPr>
            </a:fld>
            <a:endParaRPr lang="en-US" i="0" dirty="0" smtClean="0">
              <a:latin typeface="Times New Roman" panose="02020503050405090304" charset="0"/>
            </a:endParaRPr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dirty="0">
              <a:latin typeface="Times New Roman" panose="02020503050405090304" charset="0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fld id="{CAB2606F-C1DD-AB42-91E2-4D2AE510B66F}" type="slidenum">
              <a:rPr lang="en-US" i="0" smtClean="0">
                <a:latin typeface="Times New Roman" panose="02020503050405090304" charset="0"/>
              </a:rPr>
            </a:fld>
            <a:endParaRPr lang="en-US" i="0" dirty="0" smtClean="0">
              <a:latin typeface="Times New Roman" panose="02020503050405090304" charset="0"/>
            </a:endParaRPr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dirty="0">
              <a:latin typeface="Times New Roman" panose="02020503050405090304" charset="0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fld id="{3EFBD828-11F8-6948-B056-D1F77BF7AC02}" type="slidenum">
              <a:rPr lang="en-US" i="0" smtClean="0">
                <a:latin typeface="Times New Roman" panose="02020503050405090304" charset="0"/>
              </a:rPr>
            </a:fld>
            <a:endParaRPr lang="en-US" i="0" dirty="0" smtClean="0">
              <a:latin typeface="Times New Roman" panose="02020503050405090304" charset="0"/>
            </a:endParaRPr>
          </a:p>
        </p:txBody>
      </p:sp>
      <p:sp>
        <p:nvSpPr>
          <p:cNvPr id="104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dirty="0">
              <a:latin typeface="Times New Roman" panose="02020503050405090304" charset="0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fld id="{A40C7D90-CF53-894C-BF5D-C9831E50B051}" type="slidenum">
              <a:rPr lang="en-US" i="0" smtClean="0">
                <a:latin typeface="Times New Roman" panose="02020503050405090304" charset="0"/>
              </a:rPr>
            </a:fld>
            <a:endParaRPr lang="en-US" i="0" dirty="0" smtClean="0">
              <a:latin typeface="Times New Roman" panose="02020503050405090304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dirty="0">
              <a:latin typeface="Times New Roman" panose="02020503050405090304" charset="0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fld id="{1589B448-324E-F547-9651-770BB6BE014E}" type="slidenum">
              <a:rPr lang="en-US" i="0" smtClean="0">
                <a:latin typeface="Times New Roman" panose="02020503050405090304" charset="0"/>
              </a:rPr>
            </a:fld>
            <a:endParaRPr lang="en-US" i="0" dirty="0" smtClean="0">
              <a:latin typeface="Times New Roman" panose="02020503050405090304" charset="0"/>
            </a:endParaRPr>
          </a:p>
        </p:txBody>
      </p:sp>
      <p:sp>
        <p:nvSpPr>
          <p:cNvPr id="106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650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dirty="0">
              <a:latin typeface="Times New Roman" panose="02020503050405090304" charset="0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fld id="{0C69BEC7-9E5C-604D-9916-AF2A74B9F274}" type="slidenum">
              <a:rPr lang="en-US" i="0" smtClean="0">
                <a:latin typeface="Times New Roman" panose="02020503050405090304" charset="0"/>
              </a:rPr>
            </a:fld>
            <a:endParaRPr lang="en-US" i="0" dirty="0" smtClean="0">
              <a:latin typeface="Times New Roman" panose="02020503050405090304" charset="0"/>
            </a:endParaRPr>
          </a:p>
        </p:txBody>
      </p:sp>
      <p:sp>
        <p:nvSpPr>
          <p:cNvPr id="1075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752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dirty="0">
              <a:latin typeface="Times New Roman" panose="02020503050405090304" charset="0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fld id="{B48CD503-2045-024B-8E01-05BD3C804D49}" type="slidenum">
              <a:rPr lang="en-US" i="0" smtClean="0">
                <a:latin typeface="Times New Roman" panose="02020503050405090304" charset="0"/>
              </a:rPr>
            </a:fld>
            <a:endParaRPr lang="en-US" i="0" dirty="0" smtClean="0">
              <a:latin typeface="Times New Roman" panose="02020503050405090304" charset="0"/>
            </a:endParaRPr>
          </a:p>
        </p:txBody>
      </p:sp>
      <p:sp>
        <p:nvSpPr>
          <p:cNvPr id="108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854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dirty="0">
              <a:latin typeface="Times New Roman" panose="02020503050405090304" charset="0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fld id="{190A2FE3-3F71-0D4D-913A-D62E4D4158B9}" type="slidenum">
              <a:rPr lang="en-US" i="0" smtClean="0">
                <a:latin typeface="Times New Roman" panose="02020503050405090304" charset="0"/>
              </a:rPr>
            </a:fld>
            <a:endParaRPr lang="en-US" i="0" dirty="0" smtClean="0">
              <a:latin typeface="Times New Roman" panose="02020503050405090304" charset="0"/>
            </a:endParaRPr>
          </a:p>
        </p:txBody>
      </p:sp>
      <p:sp>
        <p:nvSpPr>
          <p:cNvPr id="109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957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dirty="0">
              <a:latin typeface="Times New Roman" panose="02020503050405090304" charset="0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fld id="{7BE824D3-1A6E-5741-A1BB-55D02918ED2B}" type="slidenum">
              <a:rPr lang="en-US" i="0" smtClean="0">
                <a:latin typeface="Times New Roman" panose="02020503050405090304" charset="0"/>
              </a:rPr>
            </a:fld>
            <a:endParaRPr lang="en-US" i="0" dirty="0" smtClean="0">
              <a:latin typeface="Times New Roman" panose="02020503050405090304" charset="0"/>
            </a:endParaRPr>
          </a:p>
        </p:txBody>
      </p:sp>
      <p:sp>
        <p:nvSpPr>
          <p:cNvPr id="110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059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dirty="0">
              <a:latin typeface="Times New Roman" panose="02020503050405090304" charset="0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fld id="{E5461FAE-6E72-474B-9891-F4008A428872}" type="slidenum">
              <a:rPr lang="en-US" i="0" smtClean="0">
                <a:latin typeface="Times New Roman" panose="02020503050405090304" charset="0"/>
              </a:rPr>
            </a:fld>
            <a:endParaRPr lang="en-US" i="0" dirty="0" smtClean="0">
              <a:latin typeface="Times New Roman" panose="02020503050405090304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dirty="0">
              <a:latin typeface="Times New Roman" panose="02020503050405090304" charset="0"/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fld id="{BB049FB4-3255-2941-964B-63DD24C4C301}" type="slidenum">
              <a:rPr lang="en-US" i="0" smtClean="0">
                <a:latin typeface="Times New Roman" panose="02020503050405090304" charset="0"/>
              </a:rPr>
            </a:fld>
            <a:endParaRPr lang="en-US" i="0" dirty="0" smtClean="0">
              <a:latin typeface="Times New Roman" panose="02020503050405090304" charset="0"/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dirty="0">
              <a:latin typeface="Times New Roman" panose="02020503050405090304" charset="0"/>
              <a:cs typeface="+mn-c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fld id="{0CEB1B82-11B0-7E4D-8D78-B8E843132015}" type="slidenum">
              <a:rPr lang="en-US" i="0" smtClean="0">
                <a:latin typeface="Times New Roman" panose="02020503050405090304" charset="0"/>
              </a:rPr>
            </a:fld>
            <a:endParaRPr lang="en-US" i="0" dirty="0" smtClean="0">
              <a:latin typeface="Times New Roman" panose="02020503050405090304" charset="0"/>
            </a:endParaRPr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dirty="0">
              <a:latin typeface="Times New Roman" panose="02020503050405090304" charset="0"/>
              <a:cs typeface="+mn-c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fld id="{BB5F772E-C619-AA41-87FA-66524F210512}" type="slidenum">
              <a:rPr lang="en-US" i="0" smtClean="0">
                <a:latin typeface="Times New Roman" panose="02020503050405090304" charset="0"/>
              </a:rPr>
            </a:fld>
            <a:endParaRPr lang="en-US" i="0" dirty="0" smtClean="0">
              <a:latin typeface="Times New Roman" panose="02020503050405090304" charset="0"/>
            </a:endParaRPr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dirty="0">
              <a:latin typeface="Times New Roman" panose="02020503050405090304" charset="0"/>
              <a:cs typeface="+mn-cs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fld id="{21DFFBCA-CF51-8C4C-90C0-C10013314852}" type="slidenum">
              <a:rPr lang="en-US" i="0" smtClean="0">
                <a:latin typeface="Times New Roman" panose="02020503050405090304" charset="0"/>
              </a:rPr>
            </a:fld>
            <a:endParaRPr lang="en-US" i="0" dirty="0" smtClean="0">
              <a:latin typeface="Times New Roman" panose="02020503050405090304" charset="0"/>
            </a:endParaRPr>
          </a:p>
        </p:txBody>
      </p:sp>
      <p:sp>
        <p:nvSpPr>
          <p:cNvPr id="1157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571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dirty="0">
              <a:latin typeface="Times New Roman" panose="02020503050405090304" charset="0"/>
              <a:cs typeface="+mn-cs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fld id="{D9EA52E9-146D-8E49-BEC5-237E611F9B44}" type="slidenum">
              <a:rPr lang="en-US" i="0" smtClean="0">
                <a:latin typeface="Times New Roman" panose="02020503050405090304" charset="0"/>
              </a:rPr>
            </a:fld>
            <a:endParaRPr lang="en-US" i="0" dirty="0" smtClean="0">
              <a:latin typeface="Times New Roman" panose="02020503050405090304" charset="0"/>
            </a:endParaRPr>
          </a:p>
        </p:txBody>
      </p:sp>
      <p:sp>
        <p:nvSpPr>
          <p:cNvPr id="116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674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dirty="0">
              <a:latin typeface="Times New Roman" panose="02020503050405090304" charset="0"/>
              <a:cs typeface="+mn-cs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fld id="{9B7099E6-1531-3943-8BFA-88B507B11539}" type="slidenum">
              <a:rPr lang="en-US" i="0" smtClean="0">
                <a:latin typeface="Times New Roman" panose="02020503050405090304" charset="0"/>
              </a:rPr>
            </a:fld>
            <a:endParaRPr lang="en-US" i="0" dirty="0" smtClean="0">
              <a:latin typeface="Times New Roman" panose="02020503050405090304" charset="0"/>
            </a:endParaRPr>
          </a:p>
        </p:txBody>
      </p:sp>
      <p:sp>
        <p:nvSpPr>
          <p:cNvPr id="1177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776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dirty="0">
              <a:latin typeface="Times New Roman" panose="02020503050405090304" charset="0"/>
              <a:cs typeface="+mn-cs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fld id="{6A9C1EC7-E903-DF46-A0F2-890A589B5677}" type="slidenum">
              <a:rPr lang="en-US" i="0" smtClean="0">
                <a:latin typeface="Times New Roman" panose="02020503050405090304" charset="0"/>
              </a:rPr>
            </a:fld>
            <a:endParaRPr lang="en-US" i="0" dirty="0" smtClean="0">
              <a:latin typeface="Times New Roman" panose="02020503050405090304" charset="0"/>
            </a:endParaRPr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dirty="0">
              <a:latin typeface="Times New Roman" panose="02020503050405090304" charset="0"/>
              <a:cs typeface="+mn-cs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fld id="{169983E0-9854-FD4B-8953-2A3C8DAEAEAB}" type="slidenum">
              <a:rPr lang="en-US" i="0" smtClean="0">
                <a:latin typeface="Times New Roman" panose="02020503050405090304" charset="0"/>
              </a:rPr>
            </a:fld>
            <a:endParaRPr lang="en-US" i="0" dirty="0" smtClean="0">
              <a:latin typeface="Times New Roman" panose="02020503050405090304" charset="0"/>
            </a:endParaRPr>
          </a:p>
        </p:txBody>
      </p:sp>
      <p:sp>
        <p:nvSpPr>
          <p:cNvPr id="1198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981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dirty="0">
              <a:latin typeface="Times New Roman" panose="02020503050405090304" charset="0"/>
              <a:cs typeface="+mn-cs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fld id="{F3A56F32-873F-4741-82C3-DC84FF9C65B1}" type="slidenum">
              <a:rPr lang="en-US" i="0" smtClean="0">
                <a:latin typeface="Times New Roman" panose="02020503050405090304" charset="0"/>
              </a:rPr>
            </a:fld>
            <a:endParaRPr lang="en-US" i="0" dirty="0" smtClean="0">
              <a:latin typeface="Times New Roman" panose="02020503050405090304" charset="0"/>
            </a:endParaRPr>
          </a:p>
        </p:txBody>
      </p:sp>
      <p:sp>
        <p:nvSpPr>
          <p:cNvPr id="1208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083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dirty="0">
              <a:latin typeface="Times New Roman" panose="02020503050405090304" charset="0"/>
              <a:cs typeface="+mn-cs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fld id="{AF274F58-47D7-D746-8362-E5F0BB518567}" type="slidenum">
              <a:rPr lang="en-US" i="0" smtClean="0">
                <a:latin typeface="Times New Roman" panose="02020503050405090304" charset="0"/>
              </a:rPr>
            </a:fld>
            <a:endParaRPr lang="en-US" i="0" dirty="0" smtClean="0">
              <a:latin typeface="Times New Roman" panose="02020503050405090304" charset="0"/>
            </a:endParaRPr>
          </a:p>
        </p:txBody>
      </p:sp>
      <p:sp>
        <p:nvSpPr>
          <p:cNvPr id="1218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186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dirty="0">
              <a:latin typeface="Times New Roman" panose="02020503050405090304" charset="0"/>
              <a:cs typeface="+mn-cs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fld id="{361AA2AC-99CC-3A4A-B8E8-FAB41F82BBCA}" type="slidenum">
              <a:rPr lang="en-US" i="0" smtClean="0">
                <a:latin typeface="Times New Roman" panose="02020503050405090304" charset="0"/>
              </a:rPr>
            </a:fld>
            <a:endParaRPr lang="en-US" i="0" dirty="0" smtClean="0">
              <a:latin typeface="Times New Roman" panose="02020503050405090304" charset="0"/>
            </a:endParaRPr>
          </a:p>
        </p:txBody>
      </p:sp>
      <p:sp>
        <p:nvSpPr>
          <p:cNvPr id="1228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288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dirty="0">
              <a:latin typeface="Times New Roman" panose="02020503050405090304" charset="0"/>
              <a:cs typeface="+mn-cs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fld id="{FEE8A598-DF58-E64E-87FA-BBB91CA30A18}" type="slidenum">
              <a:rPr lang="en-US" i="0" smtClean="0">
                <a:latin typeface="Times New Roman" panose="02020503050405090304" charset="0"/>
              </a:rPr>
            </a:fld>
            <a:endParaRPr lang="en-US" i="0" dirty="0" smtClean="0">
              <a:latin typeface="Times New Roman" panose="02020503050405090304" charset="0"/>
            </a:endParaRPr>
          </a:p>
        </p:txBody>
      </p:sp>
      <p:sp>
        <p:nvSpPr>
          <p:cNvPr id="1239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390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dirty="0">
              <a:latin typeface="Times New Roman" panose="02020503050405090304" charset="0"/>
              <a:cs typeface="+mn-cs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fld id="{F7F188CC-4460-E043-B180-95C5ACF8D312}" type="slidenum">
              <a:rPr lang="en-US" i="0" smtClean="0">
                <a:latin typeface="Times New Roman" panose="02020503050405090304" charset="0"/>
              </a:rPr>
            </a:fld>
            <a:endParaRPr lang="en-US" i="0" dirty="0" smtClean="0">
              <a:latin typeface="Times New Roman" panose="02020503050405090304" charset="0"/>
            </a:endParaRPr>
          </a:p>
        </p:txBody>
      </p:sp>
      <p:sp>
        <p:nvSpPr>
          <p:cNvPr id="1249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493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dirty="0">
              <a:latin typeface="Times New Roman" panose="02020503050405090304" charset="0"/>
              <a:cs typeface="+mn-cs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fld id="{5195A4D9-D9A3-9D42-8C21-61B5EC1E1BB0}" type="slidenum">
              <a:rPr lang="en-US" i="0" smtClean="0">
                <a:latin typeface="Times New Roman" panose="02020503050405090304" charset="0"/>
              </a:rPr>
            </a:fld>
            <a:endParaRPr lang="en-US" i="0" dirty="0" smtClean="0">
              <a:latin typeface="Times New Roman" panose="02020503050405090304" charset="0"/>
            </a:endParaRPr>
          </a:p>
        </p:txBody>
      </p:sp>
      <p:sp>
        <p:nvSpPr>
          <p:cNvPr id="1259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595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dirty="0">
              <a:latin typeface="Times New Roman" panose="02020503050405090304" charset="0"/>
              <a:cs typeface="+mn-cs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fld id="{899DADF4-4B2E-B644-9BDA-D41F6D2BAA32}" type="slidenum">
              <a:rPr lang="en-US" i="0" smtClean="0">
                <a:latin typeface="Times New Roman" panose="02020503050405090304" charset="0"/>
              </a:rPr>
            </a:fld>
            <a:endParaRPr lang="en-US" i="0" dirty="0" smtClean="0">
              <a:latin typeface="Times New Roman" panose="02020503050405090304" charset="0"/>
            </a:endParaRPr>
          </a:p>
        </p:txBody>
      </p:sp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dirty="0">
              <a:latin typeface="Times New Roman" panose="02020503050405090304" charset="0"/>
              <a:cs typeface="+mn-cs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fld id="{2D67B076-01A6-BF41-ABA5-655018180054}" type="slidenum">
              <a:rPr lang="en-US" i="0" smtClean="0">
                <a:latin typeface="Times New Roman" panose="02020503050405090304" charset="0"/>
              </a:rPr>
            </a:fld>
            <a:endParaRPr lang="en-US" i="0" dirty="0" smtClean="0">
              <a:latin typeface="Times New Roman" panose="02020503050405090304" charset="0"/>
            </a:endParaRPr>
          </a:p>
        </p:txBody>
      </p:sp>
      <p:sp>
        <p:nvSpPr>
          <p:cNvPr id="1280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800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dirty="0">
              <a:latin typeface="Times New Roman" panose="02020503050405090304" charset="0"/>
              <a:cs typeface="+mn-cs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fld id="{61839DD2-90A2-2247-9684-E72B53E0F17D}" type="slidenum">
              <a:rPr lang="en-US" i="0" smtClean="0">
                <a:latin typeface="Times New Roman" panose="02020503050405090304" charset="0"/>
              </a:rPr>
            </a:fld>
            <a:endParaRPr lang="en-US" i="0" dirty="0" smtClean="0">
              <a:latin typeface="Times New Roman" panose="02020503050405090304" charset="0"/>
            </a:endParaRPr>
          </a:p>
        </p:txBody>
      </p:sp>
      <p:sp>
        <p:nvSpPr>
          <p:cNvPr id="151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155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dirty="0">
              <a:latin typeface="Times New Roman" panose="02020503050405090304" charset="0"/>
              <a:cs typeface="+mn-cs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fld id="{DA88163C-4FEA-FC48-BFDA-B7EEC0814B16}" type="slidenum">
              <a:rPr lang="en-US" i="0" smtClean="0">
                <a:latin typeface="Times New Roman" panose="02020503050405090304" charset="0"/>
              </a:rPr>
            </a:fld>
            <a:endParaRPr lang="en-US" i="0" dirty="0" smtClean="0">
              <a:latin typeface="Times New Roman" panose="02020503050405090304" charset="0"/>
            </a:endParaRPr>
          </a:p>
        </p:txBody>
      </p:sp>
      <p:sp>
        <p:nvSpPr>
          <p:cNvPr id="152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258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dirty="0">
              <a:latin typeface="Times New Roman" panose="02020503050405090304" charset="0"/>
              <a:cs typeface="+mn-cs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fld id="{65DE8D7C-8E55-264E-BB09-7996957FAD63}" type="slidenum">
              <a:rPr lang="en-US" i="0" smtClean="0">
                <a:latin typeface="Times New Roman" panose="02020503050405090304" charset="0"/>
              </a:rPr>
            </a:fld>
            <a:endParaRPr lang="en-US" i="0" dirty="0" smtClean="0">
              <a:latin typeface="Times New Roman" panose="02020503050405090304" charset="0"/>
            </a:endParaRPr>
          </a:p>
        </p:txBody>
      </p:sp>
      <p:sp>
        <p:nvSpPr>
          <p:cNvPr id="1290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902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dirty="0">
              <a:latin typeface="Times New Roman" panose="02020503050405090304" charset="0"/>
              <a:cs typeface="+mn-cs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fld id="{5A0023F9-7F73-6F45-8A3B-F6442733AA12}" type="slidenum">
              <a:rPr lang="en-US" i="0" smtClean="0">
                <a:latin typeface="Times New Roman" panose="02020503050405090304" charset="0"/>
              </a:rPr>
            </a:fld>
            <a:endParaRPr lang="en-US" i="0" dirty="0" smtClean="0">
              <a:latin typeface="Times New Roman" panose="02020503050405090304" charset="0"/>
            </a:endParaRPr>
          </a:p>
        </p:txBody>
      </p:sp>
      <p:sp>
        <p:nvSpPr>
          <p:cNvPr id="1300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005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dirty="0">
              <a:latin typeface="Times New Roman" panose="02020503050405090304" charset="0"/>
              <a:cs typeface="+mn-cs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fld id="{05E476F6-027F-C548-B0EB-110C5BD65377}" type="slidenum">
              <a:rPr lang="en-US" i="0" smtClean="0">
                <a:latin typeface="Times New Roman" panose="02020503050405090304" charset="0"/>
              </a:rPr>
            </a:fld>
            <a:endParaRPr lang="en-US" i="0" dirty="0" smtClean="0">
              <a:latin typeface="Times New Roman" panose="02020503050405090304" charset="0"/>
            </a:endParaRPr>
          </a:p>
        </p:txBody>
      </p:sp>
      <p:sp>
        <p:nvSpPr>
          <p:cNvPr id="1310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107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dirty="0">
              <a:latin typeface="Times New Roman" panose="02020503050405090304" charset="0"/>
              <a:cs typeface="+mn-cs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fld id="{70DB9EFD-2C56-304B-9FF9-80BAF6A94A18}" type="slidenum">
              <a:rPr lang="en-US" i="0" smtClean="0">
                <a:latin typeface="Times New Roman" panose="02020503050405090304" charset="0"/>
              </a:rPr>
            </a:fld>
            <a:endParaRPr lang="en-US" i="0" dirty="0" smtClean="0">
              <a:latin typeface="Times New Roman" panose="02020503050405090304" charset="0"/>
            </a:endParaRPr>
          </a:p>
        </p:txBody>
      </p:sp>
      <p:sp>
        <p:nvSpPr>
          <p:cNvPr id="132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210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dirty="0">
              <a:latin typeface="Times New Roman" panose="02020503050405090304" charset="0"/>
              <a:cs typeface="+mn-cs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fld id="{F5D8AFE1-5C1D-B844-AF97-3AD4EA9342E3}" type="slidenum">
              <a:rPr lang="en-US" i="0" smtClean="0">
                <a:latin typeface="Times New Roman" panose="02020503050405090304" charset="0"/>
              </a:rPr>
            </a:fld>
            <a:endParaRPr lang="en-US" i="0" dirty="0" smtClean="0">
              <a:latin typeface="Times New Roman" panose="02020503050405090304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dirty="0">
              <a:latin typeface="Times New Roman" panose="02020503050405090304" charset="0"/>
              <a:cs typeface="+mn-cs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fld id="{8DC36F2B-1838-7D43-A1F0-2700684F567E}" type="slidenum">
              <a:rPr lang="en-US" i="0" smtClean="0">
                <a:latin typeface="Times New Roman" panose="02020503050405090304" charset="0"/>
              </a:rPr>
            </a:fld>
            <a:endParaRPr lang="en-US" i="0" dirty="0" smtClean="0">
              <a:latin typeface="Times New Roman" panose="02020503050405090304" charset="0"/>
            </a:endParaRPr>
          </a:p>
        </p:txBody>
      </p:sp>
      <p:sp>
        <p:nvSpPr>
          <p:cNvPr id="134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414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dirty="0">
              <a:latin typeface="Times New Roman" panose="02020503050405090304" charset="0"/>
              <a:cs typeface="+mn-cs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fld id="{993F18A6-DDE2-554F-A5B0-9BC3DAAE2CDF}" type="slidenum">
              <a:rPr lang="en-US" i="0" smtClean="0">
                <a:latin typeface="Times New Roman" panose="02020503050405090304" charset="0"/>
              </a:rPr>
            </a:fld>
            <a:endParaRPr lang="en-US" i="0" dirty="0" smtClean="0">
              <a:latin typeface="Times New Roman" panose="02020503050405090304" charset="0"/>
            </a:endParaRPr>
          </a:p>
        </p:txBody>
      </p:sp>
      <p:sp>
        <p:nvSpPr>
          <p:cNvPr id="135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517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dirty="0">
              <a:latin typeface="Times New Roman" panose="02020503050405090304" charset="0"/>
              <a:cs typeface="+mn-cs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fld id="{410934A6-469E-5846-AA37-F91A0F6B127C}" type="slidenum">
              <a:rPr lang="en-US" i="0" smtClean="0">
                <a:latin typeface="Times New Roman" panose="02020503050405090304" charset="0"/>
              </a:rPr>
            </a:fld>
            <a:endParaRPr lang="en-US" i="0" dirty="0" smtClean="0">
              <a:latin typeface="Times New Roman" panose="02020503050405090304" charset="0"/>
            </a:endParaRPr>
          </a:p>
        </p:txBody>
      </p:sp>
      <p:sp>
        <p:nvSpPr>
          <p:cNvPr id="136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619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dirty="0">
              <a:latin typeface="Times New Roman" panose="02020503050405090304" charset="0"/>
              <a:cs typeface="+mn-cs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fld id="{BCCFCE89-56C3-414D-BFB3-B0D9ACE8FC6D}" type="slidenum">
              <a:rPr lang="en-US" i="0" smtClean="0">
                <a:latin typeface="Times New Roman" panose="02020503050405090304" charset="0"/>
              </a:rPr>
            </a:fld>
            <a:endParaRPr lang="en-US" i="0" dirty="0" smtClean="0">
              <a:latin typeface="Times New Roman" panose="02020503050405090304" charset="0"/>
            </a:endParaRPr>
          </a:p>
        </p:txBody>
      </p:sp>
      <p:sp>
        <p:nvSpPr>
          <p:cNvPr id="137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722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dirty="0">
              <a:latin typeface="Times New Roman" panose="02020503050405090304" charset="0"/>
              <a:cs typeface="+mn-cs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fld id="{FFBDDC76-7329-B84A-8E56-FF1317E0AB5F}" type="slidenum">
              <a:rPr lang="en-US" i="0" smtClean="0">
                <a:latin typeface="Times New Roman" panose="02020503050405090304" charset="0"/>
              </a:rPr>
            </a:fld>
            <a:endParaRPr lang="en-US" i="0" dirty="0" smtClean="0">
              <a:latin typeface="Times New Roman" panose="02020503050405090304" charset="0"/>
            </a:endParaRPr>
          </a:p>
        </p:txBody>
      </p:sp>
      <p:sp>
        <p:nvSpPr>
          <p:cNvPr id="138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824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dirty="0">
              <a:latin typeface="Times New Roman" panose="02020503050405090304" charset="0"/>
              <a:cs typeface="+mn-cs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fld id="{887D3B6C-C169-0741-98AD-F565A816F2E9}" type="slidenum">
              <a:rPr lang="en-US" i="0" smtClean="0">
                <a:latin typeface="Times New Roman" panose="02020503050405090304" charset="0"/>
              </a:rPr>
            </a:fld>
            <a:endParaRPr lang="en-US" i="0" dirty="0" smtClean="0">
              <a:latin typeface="Times New Roman" panose="02020503050405090304" charset="0"/>
            </a:endParaRPr>
          </a:p>
        </p:txBody>
      </p:sp>
      <p:sp>
        <p:nvSpPr>
          <p:cNvPr id="139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926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dirty="0">
              <a:latin typeface="Times New Roman" panose="02020503050405090304" charset="0"/>
              <a:cs typeface="+mn-cs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fld id="{C6C6E3BF-3995-EA4B-8E4D-B37DD4BAD334}" type="slidenum">
              <a:rPr lang="en-US" i="0" smtClean="0">
                <a:latin typeface="Times New Roman" panose="02020503050405090304" charset="0"/>
              </a:rPr>
            </a:fld>
            <a:endParaRPr lang="en-US" i="0" dirty="0" smtClean="0">
              <a:latin typeface="Times New Roman" panose="02020503050405090304" charset="0"/>
            </a:endParaRPr>
          </a:p>
        </p:txBody>
      </p:sp>
      <p:sp>
        <p:nvSpPr>
          <p:cNvPr id="140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029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dirty="0">
              <a:latin typeface="Times New Roman" panose="02020503050405090304" charset="0"/>
              <a:cs typeface="+mn-cs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fld id="{B0CA0556-2E55-7E49-9536-F0455F7DC450}" type="slidenum">
              <a:rPr lang="en-US" i="0" smtClean="0">
                <a:latin typeface="Times New Roman" panose="02020503050405090304" charset="0"/>
              </a:rPr>
            </a:fld>
            <a:endParaRPr lang="en-US" i="0" dirty="0" smtClean="0">
              <a:latin typeface="Times New Roman" panose="02020503050405090304" charset="0"/>
            </a:endParaRPr>
          </a:p>
        </p:txBody>
      </p:sp>
      <p:sp>
        <p:nvSpPr>
          <p:cNvPr id="141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131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dirty="0">
              <a:latin typeface="Times New Roman" panose="02020503050405090304" charset="0"/>
              <a:cs typeface="+mn-cs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fld id="{FEB62942-464A-BE4C-976A-09A7C59A25EA}" type="slidenum">
              <a:rPr lang="en-US" i="0" smtClean="0">
                <a:latin typeface="Times New Roman" panose="02020503050405090304" charset="0"/>
              </a:rPr>
            </a:fld>
            <a:endParaRPr lang="en-US" i="0" dirty="0" smtClean="0">
              <a:latin typeface="Times New Roman" panose="02020503050405090304" charset="0"/>
            </a:endParaRPr>
          </a:p>
        </p:txBody>
      </p:sp>
      <p:sp>
        <p:nvSpPr>
          <p:cNvPr id="142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234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dirty="0">
              <a:latin typeface="Times New Roman" panose="02020503050405090304" charset="0"/>
              <a:cs typeface="+mn-cs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fld id="{499BDC0E-1826-674A-906D-54708681E955}" type="slidenum">
              <a:rPr lang="en-US" i="0" smtClean="0">
                <a:latin typeface="Times New Roman" panose="02020503050405090304" charset="0"/>
              </a:rPr>
            </a:fld>
            <a:endParaRPr lang="en-US" i="0" dirty="0" smtClean="0">
              <a:latin typeface="Times New Roman" panose="02020503050405090304" charset="0"/>
            </a:endParaRPr>
          </a:p>
        </p:txBody>
      </p:sp>
      <p:sp>
        <p:nvSpPr>
          <p:cNvPr id="143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336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dirty="0">
              <a:latin typeface="Times New Roman" panose="02020503050405090304" charset="0"/>
              <a:cs typeface="+mn-cs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fld id="{63CD8A2B-4DCF-D14C-840D-0D433CEF9CD4}" type="slidenum">
              <a:rPr lang="en-US" i="0" smtClean="0">
                <a:latin typeface="Times New Roman" panose="02020503050405090304" charset="0"/>
              </a:rPr>
            </a:fld>
            <a:endParaRPr lang="en-US" i="0" dirty="0" smtClean="0">
              <a:latin typeface="Times New Roman" panose="02020503050405090304" charset="0"/>
            </a:endParaRPr>
          </a:p>
        </p:txBody>
      </p:sp>
      <p:sp>
        <p:nvSpPr>
          <p:cNvPr id="144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438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dirty="0">
              <a:latin typeface="Times New Roman" panose="02020503050405090304" charset="0"/>
              <a:cs typeface="+mn-cs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fld id="{A6368E5B-3379-0245-93F9-05C5621CBCC5}" type="slidenum">
              <a:rPr lang="en-US" i="0" smtClean="0">
                <a:latin typeface="Times New Roman" panose="02020503050405090304" charset="0"/>
              </a:rPr>
            </a:fld>
            <a:endParaRPr lang="en-US" i="0" dirty="0" smtClean="0">
              <a:latin typeface="Times New Roman" panose="02020503050405090304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dirty="0">
              <a:latin typeface="Times New Roman" panose="02020503050405090304" charset="0"/>
              <a:cs typeface="+mn-cs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fld id="{84BF121E-9906-AC41-BFFB-85364A968541}" type="slidenum">
              <a:rPr lang="en-US" i="0" smtClean="0">
                <a:latin typeface="Times New Roman" panose="02020503050405090304" charset="0"/>
              </a:rPr>
            </a:fld>
            <a:endParaRPr lang="en-US" i="0" dirty="0" smtClean="0">
              <a:latin typeface="Times New Roman" panose="02020503050405090304" charset="0"/>
            </a:endParaRPr>
          </a:p>
        </p:txBody>
      </p:sp>
      <p:sp>
        <p:nvSpPr>
          <p:cNvPr id="146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643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dirty="0">
              <a:latin typeface="Times New Roman" panose="02020503050405090304" charset="0"/>
              <a:cs typeface="+mn-cs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fld id="{CC4DF883-D50D-014F-AA3F-58F969D03B5E}" type="slidenum">
              <a:rPr lang="en-US" i="0" smtClean="0">
                <a:latin typeface="Times New Roman" panose="02020503050405090304" charset="0"/>
              </a:rPr>
            </a:fld>
            <a:endParaRPr lang="en-US" i="0" dirty="0" smtClean="0">
              <a:latin typeface="Times New Roman" panose="02020503050405090304" charset="0"/>
            </a:endParaRPr>
          </a:p>
        </p:txBody>
      </p:sp>
      <p:sp>
        <p:nvSpPr>
          <p:cNvPr id="147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746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dirty="0">
              <a:latin typeface="Times New Roman" panose="02020503050405090304" charset="0"/>
              <a:cs typeface="+mn-cs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fld id="{2ED44080-A1C1-6D48-9090-593E79365BAF}" type="slidenum">
              <a:rPr lang="en-US" i="0" smtClean="0">
                <a:latin typeface="Times New Roman" panose="02020503050405090304" charset="0"/>
              </a:rPr>
            </a:fld>
            <a:endParaRPr lang="en-US" i="0" dirty="0" smtClean="0">
              <a:latin typeface="Times New Roman" panose="02020503050405090304" charset="0"/>
            </a:endParaRPr>
          </a:p>
        </p:txBody>
      </p:sp>
      <p:sp>
        <p:nvSpPr>
          <p:cNvPr id="148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848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dirty="0">
              <a:latin typeface="Times New Roman" panose="02020503050405090304" charset="0"/>
              <a:cs typeface="+mn-cs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fld id="{CEFE8A98-A037-0E46-97CD-719E6DC48C9A}" type="slidenum">
              <a:rPr lang="en-US" i="0" smtClean="0">
                <a:latin typeface="Times New Roman" panose="02020503050405090304" charset="0"/>
              </a:rPr>
            </a:fld>
            <a:endParaRPr lang="en-US" i="0" dirty="0" smtClean="0">
              <a:latin typeface="Times New Roman" panose="02020503050405090304" charset="0"/>
            </a:endParaRPr>
          </a:p>
        </p:txBody>
      </p:sp>
      <p:sp>
        <p:nvSpPr>
          <p:cNvPr id="149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950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dirty="0">
              <a:latin typeface="Times New Roman" panose="02020503050405090304" charset="0"/>
              <a:cs typeface="+mn-cs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fld id="{C643D48F-8711-C346-AC55-69781208CC1B}" type="slidenum">
              <a:rPr lang="en-US" i="0" smtClean="0">
                <a:latin typeface="Times New Roman" panose="02020503050405090304" charset="0"/>
              </a:rPr>
            </a:fld>
            <a:endParaRPr lang="en-US" i="0" dirty="0" smtClean="0">
              <a:latin typeface="Times New Roman" panose="02020503050405090304" charset="0"/>
            </a:endParaRPr>
          </a:p>
        </p:txBody>
      </p:sp>
      <p:sp>
        <p:nvSpPr>
          <p:cNvPr id="150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053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dirty="0">
              <a:latin typeface="Times New Roman" panose="02020503050405090304" charset="0"/>
              <a:cs typeface="+mn-cs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fld id="{B795F41B-3CEF-8149-ABBA-878664839912}" type="slidenum">
              <a:rPr lang="en-US" i="0" smtClean="0">
                <a:latin typeface="Times New Roman" panose="02020503050405090304" charset="0"/>
              </a:rPr>
            </a:fld>
            <a:endParaRPr lang="en-US" i="0" dirty="0" smtClean="0">
              <a:latin typeface="Times New Roman" panose="02020503050405090304" charset="0"/>
            </a:endParaRPr>
          </a:p>
        </p:txBody>
      </p:sp>
      <p:sp>
        <p:nvSpPr>
          <p:cNvPr id="153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360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dirty="0">
              <a:latin typeface="Times New Roman" panose="02020503050405090304" charset="0"/>
              <a:cs typeface="+mn-cs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fld id="{66954268-D528-7442-800B-9664DDD7601B}" type="slidenum">
              <a:rPr lang="en-US" i="0" smtClean="0">
                <a:latin typeface="Times New Roman" panose="02020503050405090304" charset="0"/>
              </a:rPr>
            </a:fld>
            <a:endParaRPr lang="en-US" i="0" dirty="0" smtClean="0">
              <a:latin typeface="Times New Roman" panose="02020503050405090304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dirty="0">
              <a:latin typeface="Times New Roman" panose="02020503050405090304" charset="0"/>
              <a:cs typeface="+mn-cs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fld id="{F4433DD6-D70A-8E47-B310-554B6E789C8D}" type="slidenum">
              <a:rPr lang="en-US" i="0" smtClean="0">
                <a:latin typeface="Times New Roman" panose="02020503050405090304" charset="0"/>
              </a:rPr>
            </a:fld>
            <a:endParaRPr lang="en-US" i="0" dirty="0" smtClean="0">
              <a:latin typeface="Times New Roman" panose="02020503050405090304" charset="0"/>
            </a:endParaRPr>
          </a:p>
        </p:txBody>
      </p:sp>
      <p:sp>
        <p:nvSpPr>
          <p:cNvPr id="155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565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dirty="0">
              <a:latin typeface="Times New Roman" panose="02020503050405090304" charset="0"/>
              <a:cs typeface="+mn-cs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fld id="{233626DD-24C9-E94F-AE99-A71BBB1A5D74}" type="slidenum">
              <a:rPr lang="en-US" i="0" smtClean="0">
                <a:latin typeface="Times New Roman" panose="02020503050405090304" charset="0"/>
              </a:rPr>
            </a:fld>
            <a:endParaRPr lang="en-US" i="0" dirty="0" smtClean="0">
              <a:latin typeface="Times New Roman" panose="02020503050405090304" charset="0"/>
            </a:endParaRPr>
          </a:p>
        </p:txBody>
      </p:sp>
      <p:sp>
        <p:nvSpPr>
          <p:cNvPr id="156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667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dirty="0">
              <a:latin typeface="Times New Roman" panose="02020503050405090304" charset="0"/>
              <a:cs typeface="+mn-cs"/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fld id="{8CC6F2D1-A888-7345-8BF4-5577B25D9EB8}" type="slidenum">
              <a:rPr lang="en-US" i="0" smtClean="0">
                <a:latin typeface="Times New Roman" panose="02020503050405090304" charset="0"/>
              </a:rPr>
            </a:fld>
            <a:endParaRPr lang="en-US" i="0" dirty="0" smtClean="0">
              <a:latin typeface="Times New Roman" panose="02020503050405090304" charset="0"/>
            </a:endParaRPr>
          </a:p>
        </p:txBody>
      </p:sp>
      <p:sp>
        <p:nvSpPr>
          <p:cNvPr id="157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770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dirty="0">
              <a:latin typeface="Times New Roman" panose="02020503050405090304" charset="0"/>
              <a:cs typeface="+mn-cs"/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defTabSz="9652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 defTabSz="9652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 defTabSz="9652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 defTabSz="9652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 defTabSz="9652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fld id="{5899F814-C6BF-1141-85EA-782526095993}" type="slidenum">
              <a:rPr lang="en-US" i="0" smtClean="0">
                <a:solidFill>
                  <a:srgbClr val="000000"/>
                </a:solidFill>
                <a:latin typeface="Times New Roman" panose="02020503050405090304" charset="0"/>
              </a:rPr>
            </a:fld>
            <a:endParaRPr lang="en-US" i="0" dirty="0" smtClean="0">
              <a:solidFill>
                <a:srgbClr val="000000"/>
              </a:solidFill>
              <a:latin typeface="Times New Roman" panose="02020503050405090304" charset="0"/>
            </a:endParaRPr>
          </a:p>
        </p:txBody>
      </p:sp>
      <p:sp>
        <p:nvSpPr>
          <p:cNvPr id="159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974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dirty="0">
              <a:latin typeface="Times New Roman" panose="02020503050405090304" charset="0"/>
              <a:cs typeface="+mn-cs"/>
            </a:endParaRP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defTabSz="9652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 defTabSz="9652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 defTabSz="9652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 defTabSz="9652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 defTabSz="9652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fld id="{46E67162-D420-CA40-8110-1AA35398323B}" type="slidenum">
              <a:rPr lang="en-US" i="0" smtClean="0">
                <a:solidFill>
                  <a:srgbClr val="000000"/>
                </a:solidFill>
                <a:latin typeface="Times New Roman" panose="02020503050405090304" charset="0"/>
              </a:rPr>
            </a:fld>
            <a:endParaRPr lang="en-US" i="0" dirty="0" smtClean="0">
              <a:solidFill>
                <a:srgbClr val="000000"/>
              </a:solidFill>
              <a:latin typeface="Times New Roman" panose="02020503050405090304" charset="0"/>
            </a:endParaRPr>
          </a:p>
        </p:txBody>
      </p:sp>
      <p:sp>
        <p:nvSpPr>
          <p:cNvPr id="160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077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dirty="0">
              <a:latin typeface="Times New Roman" panose="02020503050405090304" charset="0"/>
              <a:cs typeface="+mn-cs"/>
            </a:endParaRP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defTabSz="9652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 defTabSz="9652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 defTabSz="9652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 defTabSz="9652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 defTabSz="9652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fld id="{04905453-E051-BC4D-8DD5-BD2AF7AD00B3}" type="slidenum">
              <a:rPr lang="en-US" i="0" smtClean="0">
                <a:solidFill>
                  <a:srgbClr val="000000"/>
                </a:solidFill>
                <a:latin typeface="Times New Roman" panose="02020503050405090304" charset="0"/>
              </a:rPr>
            </a:fld>
            <a:endParaRPr lang="en-US" i="0" dirty="0" smtClean="0">
              <a:solidFill>
                <a:srgbClr val="000000"/>
              </a:solidFill>
              <a:latin typeface="Times New Roman" panose="02020503050405090304" charset="0"/>
            </a:endParaRPr>
          </a:p>
        </p:txBody>
      </p:sp>
      <p:sp>
        <p:nvSpPr>
          <p:cNvPr id="161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179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dirty="0">
              <a:latin typeface="Times New Roman" panose="02020503050405090304" charset="0"/>
              <a:cs typeface="+mn-cs"/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defTabSz="9652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 defTabSz="9652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 defTabSz="9652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 defTabSz="9652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 defTabSz="9652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fld id="{561E5BF8-A926-074D-815E-F2F393FDB438}" type="slidenum">
              <a:rPr lang="en-US" i="0" smtClean="0">
                <a:solidFill>
                  <a:srgbClr val="000000"/>
                </a:solidFill>
                <a:latin typeface="Times New Roman" panose="02020503050405090304" charset="0"/>
              </a:rPr>
            </a:fld>
            <a:endParaRPr lang="en-US" i="0" dirty="0" smtClean="0">
              <a:solidFill>
                <a:srgbClr val="000000"/>
              </a:solidFill>
              <a:latin typeface="Times New Roman" panose="02020503050405090304" charset="0"/>
            </a:endParaRPr>
          </a:p>
        </p:txBody>
      </p:sp>
      <p:sp>
        <p:nvSpPr>
          <p:cNvPr id="162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282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dirty="0">
              <a:latin typeface="Times New Roman" panose="02020503050405090304" charset="0"/>
              <a:cs typeface="+mn-cs"/>
            </a:endParaRP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defTabSz="9652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 defTabSz="9652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 defTabSz="9652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 defTabSz="9652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 defTabSz="9652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fld id="{C65E8E46-FAA0-DA4A-9B36-C2794ABD15BF}" type="slidenum">
              <a:rPr lang="en-US" i="0" smtClean="0">
                <a:solidFill>
                  <a:srgbClr val="000000"/>
                </a:solidFill>
                <a:latin typeface="Times New Roman" panose="02020503050405090304" charset="0"/>
              </a:rPr>
            </a:fld>
            <a:endParaRPr lang="en-US" i="0" dirty="0" smtClean="0">
              <a:solidFill>
                <a:srgbClr val="000000"/>
              </a:solidFill>
              <a:latin typeface="Times New Roman" panose="02020503050405090304" charset="0"/>
            </a:endParaRPr>
          </a:p>
        </p:txBody>
      </p:sp>
      <p:sp>
        <p:nvSpPr>
          <p:cNvPr id="163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384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dirty="0">
              <a:latin typeface="Times New Roman" panose="02020503050405090304" charset="0"/>
              <a:cs typeface="+mn-cs"/>
            </a:endParaRP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defTabSz="9652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 defTabSz="9652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 defTabSz="9652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 defTabSz="9652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 defTabSz="9652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fld id="{A7CA331A-DC94-1B42-A2A9-C17C57FED148}" type="slidenum">
              <a:rPr lang="en-US" i="0" smtClean="0">
                <a:solidFill>
                  <a:srgbClr val="000000"/>
                </a:solidFill>
                <a:latin typeface="Times New Roman" panose="02020503050405090304" charset="0"/>
              </a:rPr>
            </a:fld>
            <a:endParaRPr lang="en-US" i="0" dirty="0" smtClean="0">
              <a:solidFill>
                <a:srgbClr val="000000"/>
              </a:solidFill>
              <a:latin typeface="Times New Roman" panose="02020503050405090304" charset="0"/>
            </a:endParaRPr>
          </a:p>
        </p:txBody>
      </p:sp>
      <p:sp>
        <p:nvSpPr>
          <p:cNvPr id="164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486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dirty="0">
              <a:latin typeface="Times New Roman" panose="02020503050405090304" charset="0"/>
              <a:cs typeface="+mn-cs"/>
            </a:endParaRP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defTabSz="9652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 defTabSz="9652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 defTabSz="9652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 defTabSz="9652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 defTabSz="9652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fld id="{CA0263EC-9FC8-3E46-A8F2-77E357E79E36}" type="slidenum">
              <a:rPr lang="en-US" i="0" smtClean="0">
                <a:solidFill>
                  <a:srgbClr val="000000"/>
                </a:solidFill>
                <a:latin typeface="Times New Roman" panose="02020503050405090304" charset="0"/>
              </a:rPr>
            </a:fld>
            <a:endParaRPr lang="en-US" i="0" dirty="0" smtClean="0">
              <a:solidFill>
                <a:srgbClr val="000000"/>
              </a:solidFill>
              <a:latin typeface="Times New Roman" panose="02020503050405090304" charset="0"/>
            </a:endParaRPr>
          </a:p>
        </p:txBody>
      </p:sp>
      <p:sp>
        <p:nvSpPr>
          <p:cNvPr id="165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589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dirty="0">
              <a:latin typeface="Times New Roman" panose="02020503050405090304" charset="0"/>
              <a:cs typeface="+mn-cs"/>
            </a:endParaRP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fld id="{EE4C2F5E-D93F-F644-8D11-49C71E81086F}" type="slidenum">
              <a:rPr lang="en-US" i="0" smtClean="0">
                <a:latin typeface="Times New Roman" panose="02020503050405090304" charset="0"/>
              </a:rPr>
            </a:fld>
            <a:endParaRPr lang="en-US" i="0" dirty="0" smtClean="0">
              <a:latin typeface="Times New Roman" panose="02020503050405090304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dirty="0">
              <a:latin typeface="Times New Roman" panose="02020503050405090304" charset="0"/>
              <a:cs typeface="+mn-cs"/>
            </a:endParaRP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fld id="{7DB61159-EE09-2745-B91D-BC465D8E6509}" type="slidenum">
              <a:rPr lang="en-US" i="0" smtClean="0">
                <a:solidFill>
                  <a:srgbClr val="000000"/>
                </a:solidFill>
                <a:latin typeface="Times New Roman" panose="02020503050405090304" charset="0"/>
              </a:rPr>
            </a:fld>
            <a:endParaRPr lang="en-US" i="0" dirty="0" smtClean="0">
              <a:solidFill>
                <a:srgbClr val="000000"/>
              </a:solidFill>
              <a:latin typeface="Times New Roman" panose="02020503050405090304" charset="0"/>
            </a:endParaRPr>
          </a:p>
        </p:txBody>
      </p:sp>
      <p:sp>
        <p:nvSpPr>
          <p:cNvPr id="175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7510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dirty="0">
              <a:latin typeface="Times New Roman" panose="02020503050405090304" charset="0"/>
              <a:cs typeface="+mn-cs"/>
            </a:endParaRP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 defTabSz="967105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fld id="{3BCB891A-1F10-6C4C-8EDC-2A2224A69238}" type="slidenum">
              <a:rPr lang="en-US" i="0" smtClean="0">
                <a:solidFill>
                  <a:srgbClr val="000000"/>
                </a:solidFill>
                <a:latin typeface="Times New Roman" panose="02020503050405090304" charset="0"/>
              </a:rPr>
            </a:fld>
            <a:endParaRPr lang="en-US" i="0" dirty="0" smtClean="0">
              <a:solidFill>
                <a:srgbClr val="000000"/>
              </a:solidFill>
              <a:latin typeface="Times New Roman" panose="02020503050405090304" charset="0"/>
            </a:endParaRPr>
          </a:p>
        </p:txBody>
      </p:sp>
      <p:sp>
        <p:nvSpPr>
          <p:cNvPr id="176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7613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dirty="0">
              <a:latin typeface="Times New Roman" panose="02020503050405090304" charset="0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5532438" y="6467475"/>
            <a:ext cx="2895600" cy="28733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Network Layer</a:t>
            </a:r>
            <a:endParaRPr lang="en-US" dirty="0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324850" y="6462713"/>
            <a:ext cx="676275" cy="2762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4-</a:t>
            </a:r>
            <a:fld id="{7EFC9773-7379-5049-A6C9-0C8EEEC5C544}" type="slidenum">
              <a:rPr lang="en-US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5572125" y="6486525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Data Link Layer</a:t>
            </a:r>
            <a:endParaRPr lang="en-US" dirty="0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181975" y="6486525"/>
            <a:ext cx="676275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5-</a:t>
            </a:r>
            <a:fld id="{9AB7E571-4613-BD47-B8AF-E4769FE4BBE2}" type="slidenum">
              <a:rPr lang="en-US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5572125" y="6486525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Data Link Layer</a:t>
            </a: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181975" y="6486525"/>
            <a:ext cx="676275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5-</a:t>
            </a:r>
            <a:fld id="{D0626857-DD43-9D46-91D4-DEBFBA1258D1}" type="slidenum">
              <a:rPr lang="en-US"/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5572125" y="6486525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Data Link Layer</a:t>
            </a:r>
            <a:endParaRPr lang="en-US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181975" y="6486525"/>
            <a:ext cx="676275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5-</a:t>
            </a:r>
            <a:fld id="{B3616EB6-F471-2047-976B-63D7811A01EC}" type="slidenum">
              <a:rPr lang="en-US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600200"/>
            <a:ext cx="7772400" cy="4648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Times New Roman" panose="0202050305040509030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+mj-lt"/>
          <a:ea typeface="MS PGothic" charset="0"/>
          <a:cs typeface="MS PGothic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MS PGothic" charset="0"/>
          <a:cs typeface="MS PGothic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MS PGothic" charset="0"/>
          <a:cs typeface="MS PGothic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MS PGothic" charset="0"/>
          <a:cs typeface="MS PGothic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MS PGothic" charset="0"/>
          <a:cs typeface="MS PGothic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</a:defRPr>
      </a:lvl9pPr>
    </p:titleStyle>
    <p:bodyStyle>
      <a:lvl1pPr marL="342900" indent="-342900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9"/>
        </a:buClr>
        <a:buSzPct val="100000"/>
        <a:buFont typeface="Wingdings" panose="05000000000000000000" pitchFamily="2" charset="2"/>
        <a:buChar char="§"/>
        <a:defRPr sz="2800">
          <a:solidFill>
            <a:schemeClr val="tx1"/>
          </a:solidFill>
          <a:latin typeface="+mn-lt"/>
          <a:ea typeface="MS PGothic" charset="0"/>
          <a:cs typeface="MS PGothic" charset="0"/>
        </a:defRPr>
      </a:lvl1pPr>
      <a:lvl2pPr marL="742950" indent="-285750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9"/>
        </a:buClr>
        <a:buFont typeface="Arial" panose="020B0604020202090204"/>
        <a:buChar char="•"/>
        <a:defRPr sz="2400">
          <a:solidFill>
            <a:schemeClr val="tx1"/>
          </a:solidFill>
          <a:latin typeface="+mn-lt"/>
          <a:ea typeface="MS PGothic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Comic Sans MS" panose="030F0902030302020204" pitchFamily="66" charset="0"/>
          <a:ea typeface="MS PGothic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imes New Roman" panose="02020503050405090304" charset="0"/>
          <a:ea typeface="MS PGothic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anose="02020503050405090304" charset="0"/>
          <a:ea typeface="MS PGothic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anose="02020503050405090304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anose="02020503050405090304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anose="02020503050405090304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anose="0202050305040509030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image" Target="../media/image10.png"/><Relationship Id="rId7" Type="http://schemas.openxmlformats.org/officeDocument/2006/relationships/image" Target="../media/image9.png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4" Type="http://schemas.openxmlformats.org/officeDocument/2006/relationships/notesSlide" Target="../notesSlides/notesSlide2.xml"/><Relationship Id="rId23" Type="http://schemas.openxmlformats.org/officeDocument/2006/relationships/slideLayout" Target="../slideLayouts/slideLayout2.xml"/><Relationship Id="rId22" Type="http://schemas.openxmlformats.org/officeDocument/2006/relationships/image" Target="../media/image24.png"/><Relationship Id="rId21" Type="http://schemas.openxmlformats.org/officeDocument/2006/relationships/image" Target="../media/image23.png"/><Relationship Id="rId20" Type="http://schemas.openxmlformats.org/officeDocument/2006/relationships/image" Target="../media/image22.png"/><Relationship Id="rId2" Type="http://schemas.openxmlformats.org/officeDocument/2006/relationships/image" Target="../media/image4.png"/><Relationship Id="rId19" Type="http://schemas.openxmlformats.org/officeDocument/2006/relationships/image" Target="../media/image21.png"/><Relationship Id="rId18" Type="http://schemas.openxmlformats.org/officeDocument/2006/relationships/image" Target="../media/image20.png"/><Relationship Id="rId17" Type="http://schemas.openxmlformats.org/officeDocument/2006/relationships/image" Target="../media/image19.png"/><Relationship Id="rId16" Type="http://schemas.openxmlformats.org/officeDocument/2006/relationships/image" Target="../media/image18.png"/><Relationship Id="rId15" Type="http://schemas.openxmlformats.org/officeDocument/2006/relationships/image" Target="../media/image17.png"/><Relationship Id="rId14" Type="http://schemas.openxmlformats.org/officeDocument/2006/relationships/image" Target="../media/image16.png"/><Relationship Id="rId13" Type="http://schemas.openxmlformats.org/officeDocument/2006/relationships/image" Target="../media/image15.png"/><Relationship Id="rId12" Type="http://schemas.openxmlformats.org/officeDocument/2006/relationships/image" Target="../media/image14.png"/><Relationship Id="rId11" Type="http://schemas.openxmlformats.org/officeDocument/2006/relationships/image" Target="../media/image13.png"/><Relationship Id="rId10" Type="http://schemas.openxmlformats.org/officeDocument/2006/relationships/image" Target="../media/image12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7.png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3.png"/><Relationship Id="rId1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31.png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32.png"/><Relationship Id="rId1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5.xml"/><Relationship Id="rId8" Type="http://schemas.openxmlformats.org/officeDocument/2006/relationships/slideLayout" Target="../slideLayouts/slideLayout3.xml"/><Relationship Id="rId7" Type="http://schemas.openxmlformats.org/officeDocument/2006/relationships/image" Target="../media/image10.png"/><Relationship Id="rId6" Type="http://schemas.openxmlformats.org/officeDocument/2006/relationships/image" Target="../media/image19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Relationship Id="rId3" Type="http://schemas.openxmlformats.org/officeDocument/2006/relationships/image" Target="../media/image34.jpeg"/><Relationship Id="rId2" Type="http://schemas.openxmlformats.org/officeDocument/2006/relationships/image" Target="../media/image33.GIF"/><Relationship Id="rId1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37.png"/><Relationship Id="rId1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8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5.png"/><Relationship Id="rId2" Type="http://schemas.openxmlformats.org/officeDocument/2006/relationships/image" Target="../media/image3.png"/><Relationship Id="rId1" Type="http://schemas.openxmlformats.org/officeDocument/2006/relationships/image" Target="../media/image3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0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35.png"/><Relationship Id="rId2" Type="http://schemas.openxmlformats.org/officeDocument/2006/relationships/image" Target="../media/image3.png"/><Relationship Id="rId1" Type="http://schemas.openxmlformats.org/officeDocument/2006/relationships/image" Target="../media/image3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2.xml"/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3.png"/><Relationship Id="rId2" Type="http://schemas.openxmlformats.org/officeDocument/2006/relationships/image" Target="../media/image40.wmf"/><Relationship Id="rId1" Type="http://schemas.openxmlformats.org/officeDocument/2006/relationships/oleObject" Target="../embeddings/oleObject1.bin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4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3.png"/><Relationship Id="rId1" Type="http://schemas.openxmlformats.org/officeDocument/2006/relationships/image" Target="../media/image27.png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5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3.png"/><Relationship Id="rId1" Type="http://schemas.openxmlformats.org/officeDocument/2006/relationships/image" Target="../media/image27.png"/></Relationships>
</file>

<file path=ppt/slides/_rels/slide3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44.emf"/><Relationship Id="rId5" Type="http://schemas.openxmlformats.org/officeDocument/2006/relationships/image" Target="../media/image43.png"/><Relationship Id="rId4" Type="http://schemas.openxmlformats.org/officeDocument/2006/relationships/image" Target="../media/image42.png"/><Relationship Id="rId3" Type="http://schemas.openxmlformats.org/officeDocument/2006/relationships/image" Target="../media/image27.png"/><Relationship Id="rId2" Type="http://schemas.openxmlformats.org/officeDocument/2006/relationships/image" Target="../media/image41.png"/><Relationship Id="rId1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43.png"/><Relationship Id="rId3" Type="http://schemas.openxmlformats.org/officeDocument/2006/relationships/image" Target="../media/image42.png"/><Relationship Id="rId2" Type="http://schemas.openxmlformats.org/officeDocument/2006/relationships/image" Target="../media/image44.emf"/><Relationship Id="rId1" Type="http://schemas.openxmlformats.org/officeDocument/2006/relationships/image" Target="../media/image45.e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png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9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3.png"/><Relationship Id="rId1" Type="http://schemas.openxmlformats.org/officeDocument/2006/relationships/image" Target="../media/image27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png"/></Relationships>
</file>

<file path=ppt/slides/_rels/slide4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1.x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47.png"/><Relationship Id="rId3" Type="http://schemas.openxmlformats.org/officeDocument/2006/relationships/image" Target="../media/image27.png"/><Relationship Id="rId2" Type="http://schemas.openxmlformats.org/officeDocument/2006/relationships/image" Target="../media/image46.png"/><Relationship Id="rId1" Type="http://schemas.openxmlformats.org/officeDocument/2006/relationships/image" Target="../media/image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3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3.png"/><Relationship Id="rId2" Type="http://schemas.openxmlformats.org/officeDocument/2006/relationships/image" Target="../media/image27.png"/><Relationship Id="rId1" Type="http://schemas.openxmlformats.org/officeDocument/2006/relationships/image" Target="../media/image46.png"/></Relationships>
</file>

<file path=ppt/slides/_rels/slide4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4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3.png"/><Relationship Id="rId2" Type="http://schemas.openxmlformats.org/officeDocument/2006/relationships/image" Target="../media/image27.png"/><Relationship Id="rId1" Type="http://schemas.openxmlformats.org/officeDocument/2006/relationships/image" Target="../media/image46.png"/></Relationships>
</file>

<file path=ppt/slides/_rels/slide4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5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3.png"/><Relationship Id="rId2" Type="http://schemas.openxmlformats.org/officeDocument/2006/relationships/image" Target="../media/image27.png"/><Relationship Id="rId1" Type="http://schemas.openxmlformats.org/officeDocument/2006/relationships/image" Target="../media/image46.png"/></Relationships>
</file>

<file path=ppt/slides/_rels/slide4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6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3.png"/><Relationship Id="rId2" Type="http://schemas.openxmlformats.org/officeDocument/2006/relationships/image" Target="../media/image27.png"/><Relationship Id="rId1" Type="http://schemas.openxmlformats.org/officeDocument/2006/relationships/image" Target="../media/image46.png"/></Relationships>
</file>

<file path=ppt/slides/_rels/slide5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7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3.png"/><Relationship Id="rId2" Type="http://schemas.openxmlformats.org/officeDocument/2006/relationships/image" Target="../media/image27.png"/><Relationship Id="rId1" Type="http://schemas.openxmlformats.org/officeDocument/2006/relationships/image" Target="../media/image46.png"/></Relationships>
</file>

<file path=ppt/slides/_rels/slide5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8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3.png"/><Relationship Id="rId2" Type="http://schemas.openxmlformats.org/officeDocument/2006/relationships/image" Target="../media/image27.png"/><Relationship Id="rId1" Type="http://schemas.openxmlformats.org/officeDocument/2006/relationships/image" Target="../media/image46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0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49.png"/><Relationship Id="rId1" Type="http://schemas.openxmlformats.org/officeDocument/2006/relationships/image" Target="../media/image48.png"/></Relationships>
</file>

<file path=ppt/slides/_rels/slide5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1.x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50.png"/><Relationship Id="rId3" Type="http://schemas.openxmlformats.org/officeDocument/2006/relationships/image" Target="../media/image27.png"/><Relationship Id="rId2" Type="http://schemas.openxmlformats.org/officeDocument/2006/relationships/image" Target="../media/image46.png"/><Relationship Id="rId1" Type="http://schemas.openxmlformats.org/officeDocument/2006/relationships/image" Target="../media/image3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3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4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5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7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png"/></Relationships>
</file>

<file path=ppt/slides/_rels/slide6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8.x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3.png"/><Relationship Id="rId3" Type="http://schemas.openxmlformats.org/officeDocument/2006/relationships/image" Target="../media/image50.png"/><Relationship Id="rId2" Type="http://schemas.openxmlformats.org/officeDocument/2006/relationships/image" Target="../media/image46.png"/><Relationship Id="rId1" Type="http://schemas.openxmlformats.org/officeDocument/2006/relationships/image" Target="../media/image27.png"/></Relationships>
</file>

<file path=ppt/slides/_rels/slide6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9.x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3.png"/><Relationship Id="rId3" Type="http://schemas.openxmlformats.org/officeDocument/2006/relationships/image" Target="../media/image50.png"/><Relationship Id="rId2" Type="http://schemas.openxmlformats.org/officeDocument/2006/relationships/image" Target="../media/image46.png"/><Relationship Id="rId1" Type="http://schemas.openxmlformats.org/officeDocument/2006/relationships/image" Target="../media/image27.png"/></Relationships>
</file>

<file path=ppt/slides/_rels/slide6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0.x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3.png"/><Relationship Id="rId3" Type="http://schemas.openxmlformats.org/officeDocument/2006/relationships/image" Target="../media/image50.png"/><Relationship Id="rId2" Type="http://schemas.openxmlformats.org/officeDocument/2006/relationships/image" Target="../media/image46.png"/><Relationship Id="rId1" Type="http://schemas.openxmlformats.org/officeDocument/2006/relationships/image" Target="../media/image27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png"/></Relationships>
</file>

<file path=ppt/slides/_rels/slide6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2.x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3.png"/><Relationship Id="rId3" Type="http://schemas.openxmlformats.org/officeDocument/2006/relationships/image" Target="../media/image50.png"/><Relationship Id="rId2" Type="http://schemas.openxmlformats.org/officeDocument/2006/relationships/image" Target="../media/image46.png"/><Relationship Id="rId1" Type="http://schemas.openxmlformats.org/officeDocument/2006/relationships/image" Target="../media/image27.png"/></Relationships>
</file>

<file path=ppt/slides/_rels/slide6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3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3.png"/><Relationship Id="rId2" Type="http://schemas.openxmlformats.org/officeDocument/2006/relationships/image" Target="../media/image50.png"/><Relationship Id="rId1" Type="http://schemas.openxmlformats.org/officeDocument/2006/relationships/image" Target="../media/image51.png"/></Relationships>
</file>

<file path=ppt/slides/_rels/slide6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4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3.png"/><Relationship Id="rId2" Type="http://schemas.openxmlformats.org/officeDocument/2006/relationships/image" Target="../media/image50.png"/><Relationship Id="rId1" Type="http://schemas.openxmlformats.org/officeDocument/2006/relationships/image" Target="../media/image51.png"/></Relationships>
</file>

<file path=ppt/slides/_rels/slide6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5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3.png"/><Relationship Id="rId2" Type="http://schemas.openxmlformats.org/officeDocument/2006/relationships/image" Target="../media/image50.png"/><Relationship Id="rId1" Type="http://schemas.openxmlformats.org/officeDocument/2006/relationships/image" Target="../media/image51.png"/></Relationships>
</file>

<file path=ppt/slides/_rels/slide6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6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3.png"/><Relationship Id="rId2" Type="http://schemas.openxmlformats.org/officeDocument/2006/relationships/image" Target="../media/image50.png"/><Relationship Id="rId1" Type="http://schemas.openxmlformats.org/officeDocument/2006/relationships/image" Target="../media/image46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png"/></Relationships>
</file>

<file path=ppt/slides/_rels/slide7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3.xml"/><Relationship Id="rId6" Type="http://schemas.openxmlformats.org/officeDocument/2006/relationships/image" Target="../media/image3.png"/><Relationship Id="rId5" Type="http://schemas.openxmlformats.org/officeDocument/2006/relationships/image" Target="../media/image50.png"/><Relationship Id="rId4" Type="http://schemas.openxmlformats.org/officeDocument/2006/relationships/image" Target="../media/image55.png"/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image" Target="../media/image52.png"/></Relationships>
</file>

<file path=ppt/slides/_rels/slide7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3.png"/><Relationship Id="rId3" Type="http://schemas.openxmlformats.org/officeDocument/2006/relationships/image" Target="../media/image50.png"/><Relationship Id="rId2" Type="http://schemas.openxmlformats.org/officeDocument/2006/relationships/image" Target="../media/image55.png"/><Relationship Id="rId1" Type="http://schemas.openxmlformats.org/officeDocument/2006/relationships/image" Target="../media/image54.png"/></Relationships>
</file>

<file path=ppt/slides/_rels/slide7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3.png"/><Relationship Id="rId3" Type="http://schemas.openxmlformats.org/officeDocument/2006/relationships/image" Target="../media/image50.png"/><Relationship Id="rId2" Type="http://schemas.openxmlformats.org/officeDocument/2006/relationships/image" Target="../media/image55.png"/><Relationship Id="rId1" Type="http://schemas.openxmlformats.org/officeDocument/2006/relationships/image" Target="../media/image54.png"/></Relationships>
</file>

<file path=ppt/slides/_rels/slide7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3.png"/><Relationship Id="rId3" Type="http://schemas.openxmlformats.org/officeDocument/2006/relationships/image" Target="../media/image50.png"/><Relationship Id="rId2" Type="http://schemas.openxmlformats.org/officeDocument/2006/relationships/image" Target="../media/image55.png"/><Relationship Id="rId1" Type="http://schemas.openxmlformats.org/officeDocument/2006/relationships/image" Target="../media/image54.png"/></Relationships>
</file>

<file path=ppt/slides/_rels/slide7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3.png"/><Relationship Id="rId3" Type="http://schemas.openxmlformats.org/officeDocument/2006/relationships/image" Target="../media/image50.png"/><Relationship Id="rId2" Type="http://schemas.openxmlformats.org/officeDocument/2006/relationships/image" Target="../media/image55.png"/><Relationship Id="rId1" Type="http://schemas.openxmlformats.org/officeDocument/2006/relationships/image" Target="../media/image54.png"/></Relationships>
</file>

<file path=ppt/slides/_rels/slide7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3.png"/><Relationship Id="rId3" Type="http://schemas.openxmlformats.org/officeDocument/2006/relationships/image" Target="../media/image50.png"/><Relationship Id="rId2" Type="http://schemas.openxmlformats.org/officeDocument/2006/relationships/image" Target="../media/image55.png"/><Relationship Id="rId1" Type="http://schemas.openxmlformats.org/officeDocument/2006/relationships/image" Target="../media/image54.png"/></Relationships>
</file>

<file path=ppt/slides/_rels/slide7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52.png"/><Relationship Id="rId3" Type="http://schemas.openxmlformats.org/officeDocument/2006/relationships/image" Target="../media/image50.png"/><Relationship Id="rId2" Type="http://schemas.openxmlformats.org/officeDocument/2006/relationships/image" Target="../media/image55.png"/><Relationship Id="rId1" Type="http://schemas.openxmlformats.org/officeDocument/2006/relationships/image" Target="../media/image54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4"/>
          <p:cNvSpPr>
            <a:spLocks noChangeArrowheads="1"/>
          </p:cNvSpPr>
          <p:nvPr/>
        </p:nvSpPr>
        <p:spPr bwMode="auto">
          <a:xfrm>
            <a:off x="5608638" y="3489325"/>
            <a:ext cx="3260725" cy="2860675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eaLnBrk="1" hangingPunct="1">
              <a:lnSpc>
                <a:spcPts val="3065"/>
              </a:lnSpc>
            </a:pPr>
            <a:r>
              <a:rPr lang="en-US" sz="2800" i="1" dirty="0">
                <a:solidFill>
                  <a:srgbClr val="008000"/>
                </a:solidFill>
                <a:cs typeface="Arial" panose="020B0604020202090204" pitchFamily="34" charset="0"/>
              </a:rPr>
              <a:t>Computer Networking: A Top Down </a:t>
            </a:r>
            <a:r>
              <a:rPr lang="en-US" sz="2800" i="1" dirty="0" smtClean="0">
                <a:solidFill>
                  <a:srgbClr val="008000"/>
                </a:solidFill>
                <a:cs typeface="Arial" panose="020B0604020202090204" pitchFamily="34" charset="0"/>
              </a:rPr>
              <a:t>Approach </a:t>
            </a:r>
            <a:br>
              <a:rPr lang="en-US" sz="2800" dirty="0">
                <a:solidFill>
                  <a:srgbClr val="008000"/>
                </a:solidFill>
                <a:cs typeface="Arial" panose="020B0604020202090204" pitchFamily="34" charset="0"/>
              </a:rPr>
            </a:br>
            <a:endParaRPr lang="en-US" sz="2000" dirty="0">
              <a:solidFill>
                <a:srgbClr val="008000"/>
              </a:solidFill>
              <a:cs typeface="Arial" panose="020B0604020202090204" pitchFamily="34" charset="0"/>
            </a:endParaRPr>
          </a:p>
        </p:txBody>
      </p:sp>
      <p:sp>
        <p:nvSpPr>
          <p:cNvPr id="40962" name="Text Box 6"/>
          <p:cNvSpPr txBox="1">
            <a:spLocks noChangeArrowheads="1"/>
          </p:cNvSpPr>
          <p:nvPr/>
        </p:nvSpPr>
        <p:spPr bwMode="auto">
          <a:xfrm>
            <a:off x="369888" y="3241675"/>
            <a:ext cx="5378450" cy="14811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r>
              <a:rPr lang="en-US" sz="1800" dirty="0"/>
              <a:t>A note on the use of these Powerpoint slides:</a:t>
            </a:r>
            <a:endParaRPr lang="en-US" sz="1800" dirty="0"/>
          </a:p>
          <a:p>
            <a:r>
              <a:rPr lang="en-US" sz="1200" dirty="0"/>
              <a:t>We</a:t>
            </a:r>
            <a:r>
              <a:rPr lang="ja-JP" altLang="en-US" sz="1200" dirty="0"/>
              <a:t>’</a:t>
            </a:r>
            <a:r>
              <a:rPr lang="en-US" altLang="ja-JP" sz="1200" dirty="0"/>
              <a:t>re making these slides freely available to all (faculty, students, readers). They’re in PowerPoint form so you see the animations; and can add, modify, and delete slides  (including this one) and slide content to suit your needs. They obviously represent a </a:t>
            </a:r>
            <a:r>
              <a:rPr lang="en-US" altLang="ja-JP" sz="1200" i="1" dirty="0"/>
              <a:t>lot</a:t>
            </a:r>
            <a:r>
              <a:rPr lang="en-US" altLang="ja-JP" sz="1200" dirty="0"/>
              <a:t> of work on our part. In return for use, we only ask the following:</a:t>
            </a:r>
            <a:endParaRPr lang="en-US" altLang="ja-JP" sz="1200" dirty="0"/>
          </a:p>
          <a:p>
            <a:pPr>
              <a:lnSpc>
                <a:spcPct val="85000"/>
              </a:lnSpc>
            </a:pPr>
            <a:endParaRPr lang="en-US" sz="1400" dirty="0"/>
          </a:p>
        </p:txBody>
      </p:sp>
      <p:sp>
        <p:nvSpPr>
          <p:cNvPr id="29702" name="Text Box 7"/>
          <p:cNvSpPr txBox="1">
            <a:spLocks noChangeArrowheads="1"/>
          </p:cNvSpPr>
          <p:nvPr/>
        </p:nvSpPr>
        <p:spPr bwMode="auto">
          <a:xfrm>
            <a:off x="390525" y="4370388"/>
            <a:ext cx="5378450" cy="20986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173355" indent="-173355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pPr>
              <a:defRPr/>
            </a:pPr>
            <a:endParaRPr lang="en-US" sz="1400" dirty="0" smtClean="0">
              <a:latin typeface="Gill Sans MT" pitchFamily="34" charset="0"/>
            </a:endParaRPr>
          </a:p>
          <a:p>
            <a:pPr marL="231775" indent="-177800"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1200" dirty="0" smtClean="0"/>
              <a:t>If you use these slides (e.g., in a class) that you mention their source (after all, we</a:t>
            </a:r>
            <a:r>
              <a:rPr lang="ja-JP" altLang="en-US" sz="1200" dirty="0" smtClean="0"/>
              <a:t>’</a:t>
            </a:r>
            <a:r>
              <a:rPr lang="en-US" altLang="ja-JP" sz="1200" dirty="0" smtClean="0"/>
              <a:t>d like people to use our book!)</a:t>
            </a:r>
            <a:endParaRPr lang="en-US" altLang="ja-JP" sz="1200" dirty="0" smtClean="0"/>
          </a:p>
          <a:p>
            <a:pPr marL="231775" indent="-177800"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1200" dirty="0" smtClean="0"/>
              <a:t>If you post any slides on a www site, that you note that they are adapted from (or perhaps identical to) our slides, and note our copyright of this material.</a:t>
            </a:r>
            <a:endParaRPr lang="en-US" sz="1200" dirty="0" smtClean="0"/>
          </a:p>
          <a:p>
            <a:pPr>
              <a:buClr>
                <a:schemeClr val="accent2"/>
              </a:buClr>
              <a:buFont typeface="Wingdings" panose="05000000000000000000" charset="0"/>
              <a:buChar char="q"/>
              <a:defRPr/>
            </a:pPr>
            <a:endParaRPr lang="en-US" sz="1200" dirty="0" smtClean="0"/>
          </a:p>
          <a:p>
            <a:pPr>
              <a:lnSpc>
                <a:spcPct val="85000"/>
              </a:lnSpc>
              <a:buClr>
                <a:schemeClr val="accent2"/>
              </a:buClr>
              <a:buFont typeface="Wingdings" panose="05000000000000000000" charset="0"/>
              <a:buNone/>
              <a:defRPr/>
            </a:pPr>
            <a:r>
              <a:rPr lang="en-US" sz="1200" dirty="0" smtClean="0"/>
              <a:t>Thanks and enjoy!  JFK/KWR</a:t>
            </a:r>
            <a:endParaRPr lang="en-US" sz="1200" dirty="0" smtClean="0"/>
          </a:p>
          <a:p>
            <a:pPr>
              <a:lnSpc>
                <a:spcPct val="85000"/>
              </a:lnSpc>
              <a:defRPr/>
            </a:pPr>
            <a:endParaRPr lang="en-US" sz="1200" dirty="0" smtClean="0"/>
          </a:p>
          <a:p>
            <a:pPr>
              <a:defRPr/>
            </a:pPr>
            <a:r>
              <a:rPr lang="en-US" sz="1200" dirty="0" smtClean="0"/>
              <a:t>     All material copyright 1996-2016</a:t>
            </a:r>
            <a:endParaRPr lang="en-US" sz="1200" dirty="0" smtClean="0"/>
          </a:p>
          <a:p>
            <a:pPr>
              <a:defRPr/>
            </a:pPr>
            <a:r>
              <a:rPr lang="en-US" sz="1200" dirty="0" smtClean="0"/>
              <a:t>     J.F Kurose and K.W. Ross, All Rights Reserved</a:t>
            </a:r>
            <a:endParaRPr lang="en-US" sz="1200" dirty="0" smtClean="0"/>
          </a:p>
        </p:txBody>
      </p:sp>
      <p:pic>
        <p:nvPicPr>
          <p:cNvPr id="40964" name="Picture 8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963" y="6146800"/>
            <a:ext cx="187325" cy="187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65" name="Picture 1" descr="kurose7e_cover_small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0238" y="325438"/>
            <a:ext cx="3087687" cy="3819525"/>
          </a:xfrm>
          <a:prstGeom prst="rect">
            <a:avLst/>
          </a:prstGeom>
          <a:noFill/>
          <a:ln>
            <a:noFill/>
          </a:ln>
        </p:spPr>
      </p:pic>
      <p:sp>
        <p:nvSpPr>
          <p:cNvPr id="40966" name="Rectangle 4"/>
          <p:cNvSpPr>
            <a:spLocks noChangeArrowheads="1"/>
          </p:cNvSpPr>
          <p:nvPr/>
        </p:nvSpPr>
        <p:spPr bwMode="auto">
          <a:xfrm>
            <a:off x="5634038" y="4510088"/>
            <a:ext cx="3260725" cy="2860675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eaLnBrk="1" hangingPunct="1"/>
            <a:r>
              <a:rPr lang="en-US" dirty="0">
                <a:solidFill>
                  <a:srgbClr val="008000"/>
                </a:solidFill>
                <a:cs typeface="Arial" panose="020B0604020202090204" pitchFamily="34" charset="0"/>
              </a:rPr>
              <a:t>7</a:t>
            </a:r>
            <a:r>
              <a:rPr lang="en-US" baseline="30000" dirty="0">
                <a:solidFill>
                  <a:srgbClr val="008000"/>
                </a:solidFill>
                <a:cs typeface="Arial" panose="020B0604020202090204" pitchFamily="34" charset="0"/>
              </a:rPr>
              <a:t>th</a:t>
            </a:r>
            <a:r>
              <a:rPr lang="en-US" dirty="0">
                <a:solidFill>
                  <a:srgbClr val="008000"/>
                </a:solidFill>
                <a:cs typeface="Arial" panose="020B0604020202090204" pitchFamily="34" charset="0"/>
              </a:rPr>
              <a:t> edition </a:t>
            </a:r>
            <a:br>
              <a:rPr lang="en-US" dirty="0">
                <a:solidFill>
                  <a:srgbClr val="008000"/>
                </a:solidFill>
                <a:cs typeface="Arial" panose="020B0604020202090204" pitchFamily="34" charset="0"/>
              </a:rPr>
            </a:br>
            <a:r>
              <a:rPr lang="en-US" dirty="0">
                <a:solidFill>
                  <a:srgbClr val="008000"/>
                </a:solidFill>
                <a:cs typeface="Arial" panose="020B0604020202090204" pitchFamily="34" charset="0"/>
              </a:rPr>
              <a:t>Jim Kurose, Keith Ross</a:t>
            </a:r>
            <a:br>
              <a:rPr lang="en-US" dirty="0">
                <a:solidFill>
                  <a:srgbClr val="008000"/>
                </a:solidFill>
                <a:cs typeface="Arial" panose="020B0604020202090204" pitchFamily="34" charset="0"/>
              </a:rPr>
            </a:br>
            <a:r>
              <a:rPr lang="en-US" sz="1400" dirty="0">
                <a:solidFill>
                  <a:srgbClr val="008000"/>
                </a:solidFill>
                <a:cs typeface="Arial" panose="020B0604020202090204" pitchFamily="34" charset="0"/>
              </a:rPr>
              <a:t>Pearson/Addison Wesley</a:t>
            </a:r>
            <a:br>
              <a:rPr lang="en-US" sz="1400" dirty="0">
                <a:solidFill>
                  <a:srgbClr val="008000"/>
                </a:solidFill>
                <a:cs typeface="Arial" panose="020B0604020202090204" pitchFamily="34" charset="0"/>
              </a:rPr>
            </a:br>
            <a:r>
              <a:rPr lang="en-US" sz="1400" dirty="0">
                <a:solidFill>
                  <a:srgbClr val="008000"/>
                </a:solidFill>
                <a:cs typeface="Arial" panose="020B0604020202090204" pitchFamily="34" charset="0"/>
              </a:rPr>
              <a:t>April 2016</a:t>
            </a:r>
            <a:endParaRPr lang="en-US" sz="1400" dirty="0">
              <a:solidFill>
                <a:srgbClr val="008000"/>
              </a:solidFill>
              <a:cs typeface="Arial" panose="020B0604020202090204" pitchFamily="34" charset="0"/>
            </a:endParaRPr>
          </a:p>
        </p:txBody>
      </p:sp>
      <p:sp>
        <p:nvSpPr>
          <p:cNvPr id="40967" name="Rectangle 3"/>
          <p:cNvSpPr>
            <a:spLocks noChangeArrowheads="1"/>
          </p:cNvSpPr>
          <p:nvPr/>
        </p:nvSpPr>
        <p:spPr bwMode="auto">
          <a:xfrm>
            <a:off x="371475" y="715963"/>
            <a:ext cx="4487863" cy="1724025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eaLnBrk="1" hangingPunct="1">
              <a:lnSpc>
                <a:spcPct val="85000"/>
              </a:lnSpc>
            </a:pPr>
            <a:r>
              <a:rPr lang="en-US" sz="4400" dirty="0">
                <a:solidFill>
                  <a:srgbClr val="000099"/>
                </a:solidFill>
                <a:latin typeface="Gill Sans MT" pitchFamily="34" charset="0"/>
                <a:cs typeface="Arial" panose="020B0604020202090204" pitchFamily="34" charset="0"/>
              </a:rPr>
              <a:t>Chapter </a:t>
            </a:r>
            <a:r>
              <a:rPr lang="en-US" sz="4400" dirty="0" smtClean="0">
                <a:solidFill>
                  <a:srgbClr val="000099"/>
                </a:solidFill>
                <a:latin typeface="Gill Sans MT" pitchFamily="34" charset="0"/>
                <a:cs typeface="Arial" panose="020B0604020202090204" pitchFamily="34" charset="0"/>
              </a:rPr>
              <a:t>6</a:t>
            </a:r>
            <a:br>
              <a:rPr lang="en-US" sz="4800" dirty="0">
                <a:solidFill>
                  <a:srgbClr val="000099"/>
                </a:solidFill>
                <a:latin typeface="Gill Sans MT" pitchFamily="34" charset="0"/>
                <a:cs typeface="Arial" panose="020B0604020202090204" pitchFamily="34" charset="0"/>
              </a:rPr>
            </a:br>
            <a:r>
              <a:rPr lang="en-US" sz="4400" dirty="0" smtClean="0">
                <a:solidFill>
                  <a:srgbClr val="000099"/>
                </a:solidFill>
                <a:latin typeface="Gill Sans MT" pitchFamily="34" charset="0"/>
                <a:cs typeface="Arial" panose="020B0604020202090204" pitchFamily="34" charset="0"/>
              </a:rPr>
              <a:t>The Link Layer </a:t>
            </a:r>
            <a:endParaRPr lang="en-US" sz="4400" dirty="0" smtClean="0">
              <a:solidFill>
                <a:srgbClr val="000099"/>
              </a:solidFill>
              <a:latin typeface="Gill Sans MT" pitchFamily="34" charset="0"/>
              <a:cs typeface="Arial" panose="020B0604020202090204" pitchFamily="34" charset="0"/>
            </a:endParaRPr>
          </a:p>
          <a:p>
            <a:pPr eaLnBrk="1" hangingPunct="1">
              <a:lnSpc>
                <a:spcPct val="85000"/>
              </a:lnSpc>
            </a:pPr>
            <a:r>
              <a:rPr lang="en-US" sz="4400" dirty="0" smtClean="0">
                <a:solidFill>
                  <a:srgbClr val="000099"/>
                </a:solidFill>
                <a:latin typeface="Gill Sans MT" pitchFamily="34" charset="0"/>
                <a:cs typeface="Arial" panose="020B0604020202090204" pitchFamily="34" charset="0"/>
              </a:rPr>
              <a:t>and LANs</a:t>
            </a:r>
            <a:endParaRPr lang="en-US" sz="4400" dirty="0">
              <a:solidFill>
                <a:srgbClr val="000099"/>
              </a:solidFill>
              <a:latin typeface="Gill Sans MT" pitchFamily="34" charset="0"/>
              <a:cs typeface="Arial" panose="020B0604020202090204" pitchFamily="34" charset="0"/>
            </a:endParaRPr>
          </a:p>
        </p:txBody>
      </p:sp>
      <p:pic>
        <p:nvPicPr>
          <p:cNvPr id="40968" name="Picture 9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438" y="2389188"/>
            <a:ext cx="3890962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r>
              <a:rPr lang="en-US" sz="1200" dirty="0">
                <a:latin typeface="Tahoma" panose="020B0604030504040204" charset="0"/>
              </a:rPr>
              <a:t>6</a:t>
            </a:r>
            <a:r>
              <a:rPr lang="en-US" sz="1200" dirty="0" smtClean="0">
                <a:latin typeface="Tahoma" panose="020B0604030504040204" charset="0"/>
              </a:rPr>
              <a:t>-</a:t>
            </a:r>
            <a:fld id="{8E8C6E93-DF5B-BC4B-80F9-500DED1EEDCC}" type="slidenum">
              <a:rPr lang="en-US" sz="1200">
                <a:latin typeface="Tahoma" panose="020B0604030504040204" charset="0"/>
              </a:rPr>
            </a:fld>
            <a:endParaRPr lang="en-US" sz="1200" dirty="0">
              <a:latin typeface="Tahoma" panose="020B0604030504040204" charset="0"/>
            </a:endParaRPr>
          </a:p>
        </p:txBody>
      </p:sp>
      <p:sp>
        <p:nvSpPr>
          <p:cNvPr id="1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pPr algn="r"/>
            <a:r>
              <a:rPr lang="en-US" sz="1200" dirty="0" smtClean="0">
                <a:solidFill>
                  <a:srgbClr val="000000"/>
                </a:solidFill>
                <a:latin typeface="Tahoma" panose="020B0604030504040204" charset="0"/>
                <a:cs typeface="Arial" panose="020B0604020202090204" pitchFamily="34" charset="0"/>
              </a:rPr>
              <a:t>Link Layer and LANs</a:t>
            </a:r>
            <a:endParaRPr lang="en-US" sz="1200" dirty="0">
              <a:solidFill>
                <a:srgbClr val="000000"/>
              </a:solidFill>
              <a:latin typeface="Tahoma" panose="020B060403050404020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5" name="Picture 5" descr="underline_base"/>
          <p:cNvPicPr>
            <a:picLocks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025" y="1028700"/>
            <a:ext cx="5942013" cy="173038"/>
          </a:xfrm>
          <a:prstGeom prst="rect">
            <a:avLst/>
          </a:prstGeom>
          <a:noFill/>
          <a:ln>
            <a:noFill/>
          </a:ln>
        </p:spPr>
      </p:pic>
      <p:sp>
        <p:nvSpPr>
          <p:cNvPr id="30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Gill Sans MT" pitchFamily="34" charset="0"/>
                <a:cs typeface="+mj-cs"/>
              </a:rPr>
              <a:t>Link layer, </a:t>
            </a:r>
            <a:r>
              <a:rPr lang="en-US" sz="4000" dirty="0">
                <a:latin typeface="Gill Sans MT" pitchFamily="34" charset="0"/>
                <a:cs typeface="+mj-cs"/>
              </a:rPr>
              <a:t>LAN</a:t>
            </a:r>
            <a:r>
              <a:rPr lang="en-US" dirty="0">
                <a:latin typeface="Gill Sans MT" pitchFamily="34" charset="0"/>
                <a:cs typeface="+mj-cs"/>
              </a:rPr>
              <a:t>s: outline</a:t>
            </a:r>
            <a:endParaRPr lang="en-US" dirty="0">
              <a:latin typeface="Gill Sans MT" pitchFamily="34" charset="0"/>
              <a:cs typeface="+mj-cs"/>
            </a:endParaRPr>
          </a:p>
        </p:txBody>
      </p:sp>
      <p:sp>
        <p:nvSpPr>
          <p:cNvPr id="307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600200"/>
            <a:ext cx="3922713" cy="4648200"/>
          </a:xfrm>
        </p:spPr>
        <p:txBody>
          <a:bodyPr/>
          <a:lstStyle/>
          <a:p>
            <a:pPr marL="457200" indent="-457200">
              <a:buFont typeface="Wingdings" panose="05000000000000000000" charset="0"/>
              <a:buNone/>
              <a:defRPr/>
            </a:pPr>
            <a:r>
              <a:rPr lang="en-US" dirty="0" smtClean="0">
                <a:solidFill>
                  <a:srgbClr val="CC0000"/>
                </a:solidFill>
                <a:latin typeface="Gill Sans MT" pitchFamily="34" charset="0"/>
                <a:cs typeface="+mn-cs"/>
              </a:rPr>
              <a:t>6.1 </a:t>
            </a:r>
            <a:r>
              <a:rPr lang="en-US" dirty="0">
                <a:solidFill>
                  <a:srgbClr val="CC0000"/>
                </a:solidFill>
                <a:latin typeface="Gill Sans MT" pitchFamily="34" charset="0"/>
                <a:cs typeface="+mn-cs"/>
              </a:rPr>
              <a:t>introduction, services</a:t>
            </a:r>
            <a:endParaRPr lang="en-US" dirty="0">
              <a:solidFill>
                <a:srgbClr val="CC0000"/>
              </a:solidFill>
              <a:latin typeface="Gill Sans MT" pitchFamily="34" charset="0"/>
              <a:cs typeface="+mn-cs"/>
            </a:endParaRPr>
          </a:p>
          <a:p>
            <a:pPr marL="457200" indent="-457200">
              <a:buFont typeface="Wingdings" panose="05000000000000000000" charset="0"/>
              <a:buNone/>
              <a:defRPr/>
            </a:pPr>
            <a:r>
              <a:rPr lang="en-US" dirty="0" smtClean="0">
                <a:solidFill>
                  <a:srgbClr val="000099"/>
                </a:solidFill>
                <a:latin typeface="Gill Sans MT" pitchFamily="34" charset="0"/>
                <a:cs typeface="+mn-cs"/>
              </a:rPr>
              <a:t>6.2</a:t>
            </a:r>
            <a:r>
              <a:rPr lang="en-US" dirty="0" smtClean="0">
                <a:latin typeface="Gill Sans MT" pitchFamily="34" charset="0"/>
                <a:cs typeface="+mn-cs"/>
              </a:rPr>
              <a:t> </a:t>
            </a:r>
            <a:r>
              <a:rPr lang="en-US" dirty="0">
                <a:latin typeface="Gill Sans MT" pitchFamily="34" charset="0"/>
                <a:cs typeface="+mn-cs"/>
              </a:rPr>
              <a:t>error detection, correction </a:t>
            </a:r>
            <a:endParaRPr lang="en-US" dirty="0">
              <a:latin typeface="Gill Sans MT" pitchFamily="34" charset="0"/>
              <a:cs typeface="+mn-cs"/>
            </a:endParaRPr>
          </a:p>
          <a:p>
            <a:pPr marL="457200" indent="-457200">
              <a:buFont typeface="Wingdings" panose="05000000000000000000" charset="0"/>
              <a:buNone/>
              <a:defRPr/>
            </a:pPr>
            <a:r>
              <a:rPr lang="en-US" dirty="0" smtClean="0">
                <a:solidFill>
                  <a:srgbClr val="000099"/>
                </a:solidFill>
                <a:latin typeface="Gill Sans MT" pitchFamily="34" charset="0"/>
                <a:cs typeface="+mn-cs"/>
              </a:rPr>
              <a:t>6.3</a:t>
            </a:r>
            <a:r>
              <a:rPr lang="en-US" dirty="0" smtClean="0">
                <a:latin typeface="Gill Sans MT" pitchFamily="34" charset="0"/>
                <a:cs typeface="+mn-cs"/>
              </a:rPr>
              <a:t> </a:t>
            </a:r>
            <a:r>
              <a:rPr lang="en-US" dirty="0">
                <a:latin typeface="Gill Sans MT" pitchFamily="34" charset="0"/>
                <a:cs typeface="+mn-cs"/>
              </a:rPr>
              <a:t>multiple access protocols</a:t>
            </a:r>
            <a:endParaRPr lang="en-US" dirty="0">
              <a:latin typeface="Gill Sans MT" pitchFamily="34" charset="0"/>
              <a:cs typeface="+mn-cs"/>
            </a:endParaRPr>
          </a:p>
          <a:p>
            <a:pPr marL="457200" indent="-457200">
              <a:buFont typeface="Wingdings" panose="05000000000000000000" charset="0"/>
              <a:buNone/>
              <a:defRPr/>
            </a:pPr>
            <a:r>
              <a:rPr lang="en-US" dirty="0" smtClean="0">
                <a:solidFill>
                  <a:srgbClr val="000099"/>
                </a:solidFill>
                <a:latin typeface="Gill Sans MT" pitchFamily="34" charset="0"/>
                <a:cs typeface="+mn-cs"/>
              </a:rPr>
              <a:t>6.4</a:t>
            </a:r>
            <a:r>
              <a:rPr lang="en-US" dirty="0" smtClean="0">
                <a:latin typeface="Gill Sans MT" pitchFamily="34" charset="0"/>
                <a:cs typeface="+mn-cs"/>
              </a:rPr>
              <a:t> LANs</a:t>
            </a:r>
            <a:endParaRPr lang="en-US" dirty="0">
              <a:latin typeface="Gill Sans MT" pitchFamily="34" charset="0"/>
              <a:cs typeface="+mn-cs"/>
            </a:endParaRPr>
          </a:p>
          <a:p>
            <a:pPr lvl="1">
              <a:defRPr/>
            </a:pPr>
            <a:r>
              <a:rPr lang="en-US" dirty="0" smtClean="0">
                <a:latin typeface="Gill Sans MT" pitchFamily="34" charset="0"/>
              </a:rPr>
              <a:t>addressing, ARP</a:t>
            </a:r>
            <a:endParaRPr lang="en-US" dirty="0" smtClean="0">
              <a:latin typeface="Gill Sans MT" pitchFamily="34" charset="0"/>
            </a:endParaRPr>
          </a:p>
          <a:p>
            <a:pPr lvl="1">
              <a:defRPr/>
            </a:pPr>
            <a:r>
              <a:rPr lang="en-US" dirty="0" smtClean="0">
                <a:latin typeface="Gill Sans MT" pitchFamily="34" charset="0"/>
              </a:rPr>
              <a:t>Ethernet</a:t>
            </a:r>
            <a:endParaRPr lang="en-US" dirty="0" smtClean="0">
              <a:latin typeface="Gill Sans MT" pitchFamily="34" charset="0"/>
            </a:endParaRPr>
          </a:p>
          <a:p>
            <a:pPr lvl="1">
              <a:defRPr/>
            </a:pPr>
            <a:r>
              <a:rPr lang="en-US" dirty="0">
                <a:latin typeface="Gill Sans MT" pitchFamily="34" charset="0"/>
              </a:rPr>
              <a:t>s</a:t>
            </a:r>
            <a:r>
              <a:rPr lang="en-US" dirty="0" smtClean="0">
                <a:latin typeface="Gill Sans MT" pitchFamily="34" charset="0"/>
              </a:rPr>
              <a:t>witches</a:t>
            </a:r>
            <a:endParaRPr lang="en-US" dirty="0" smtClean="0">
              <a:latin typeface="Gill Sans MT" pitchFamily="34" charset="0"/>
            </a:endParaRPr>
          </a:p>
          <a:p>
            <a:pPr marL="457200" lvl="1" indent="0">
              <a:buNone/>
              <a:defRPr/>
            </a:pPr>
            <a:endParaRPr lang="en-US" dirty="0">
              <a:latin typeface="Gill Sans MT" pitchFamily="34" charset="0"/>
            </a:endParaRPr>
          </a:p>
        </p:txBody>
      </p:sp>
      <p:sp>
        <p:nvSpPr>
          <p:cNvPr id="3079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495800" y="1600200"/>
            <a:ext cx="4054475" cy="4648200"/>
          </a:xfrm>
        </p:spPr>
        <p:txBody>
          <a:bodyPr/>
          <a:lstStyle/>
          <a:p>
            <a:pPr marL="457200" indent="-457200">
              <a:buFont typeface="Wingdings" panose="05000000000000000000" charset="0"/>
              <a:buNone/>
              <a:defRPr/>
            </a:pPr>
            <a:r>
              <a:rPr lang="en-US" dirty="0" smtClean="0">
                <a:solidFill>
                  <a:srgbClr val="000099"/>
                </a:solidFill>
                <a:latin typeface="Gill Sans MT" pitchFamily="34" charset="0"/>
                <a:cs typeface="+mn-cs"/>
              </a:rPr>
              <a:t>6.7</a:t>
            </a:r>
            <a:r>
              <a:rPr lang="en-US" dirty="0" smtClean="0">
                <a:latin typeface="Gill Sans MT" pitchFamily="34" charset="0"/>
                <a:cs typeface="+mn-cs"/>
              </a:rPr>
              <a:t> </a:t>
            </a:r>
            <a:r>
              <a:rPr lang="en-US" dirty="0">
                <a:latin typeface="Gill Sans MT" pitchFamily="34" charset="0"/>
                <a:cs typeface="+mn-cs"/>
              </a:rPr>
              <a:t>a day in the life of a web request</a:t>
            </a:r>
            <a:endParaRPr lang="en-US" dirty="0">
              <a:latin typeface="Gill Sans MT" pitchFamily="34" charset="0"/>
              <a:cs typeface="+mn-cs"/>
            </a:endParaRPr>
          </a:p>
          <a:p>
            <a:pPr marL="457200" indent="-457200">
              <a:buFont typeface="Wingdings" panose="05000000000000000000" charset="0"/>
              <a:buNone/>
              <a:defRPr/>
            </a:pPr>
            <a:endParaRPr lang="en-US" sz="2600" dirty="0">
              <a:latin typeface="Gill Sans MT" pitchFamily="34" charset="0"/>
              <a:cs typeface="+mn-cs"/>
            </a:endParaRP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r>
              <a:rPr lang="en-US" sz="1200" dirty="0">
                <a:latin typeface="Tahoma" panose="020B0604030504040204" charset="0"/>
              </a:rPr>
              <a:t>6</a:t>
            </a:r>
            <a:r>
              <a:rPr lang="en-US" sz="1200" dirty="0" smtClean="0">
                <a:latin typeface="Tahoma" panose="020B0604030504040204" charset="0"/>
              </a:rPr>
              <a:t>-</a:t>
            </a:r>
            <a:fld id="{8E8C6E93-DF5B-BC4B-80F9-500DED1EEDCC}" type="slidenum">
              <a:rPr lang="en-US" sz="1200">
                <a:latin typeface="Tahoma" panose="020B0604030504040204" charset="0"/>
              </a:rPr>
            </a:fld>
            <a:endParaRPr lang="en-US" sz="1200" dirty="0">
              <a:latin typeface="Tahoma" panose="020B0604030504040204" charset="0"/>
            </a:endParaRPr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pPr algn="r"/>
            <a:r>
              <a:rPr lang="en-US" sz="1200" dirty="0" smtClean="0">
                <a:solidFill>
                  <a:srgbClr val="000000"/>
                </a:solidFill>
                <a:latin typeface="Tahoma" panose="020B0604030504040204" charset="0"/>
                <a:cs typeface="Arial" panose="020B0604020202090204" pitchFamily="34" charset="0"/>
              </a:rPr>
              <a:t>Link Layer and LANs</a:t>
            </a:r>
            <a:endParaRPr lang="en-US" sz="1200" dirty="0">
              <a:solidFill>
                <a:srgbClr val="000000"/>
              </a:solidFill>
              <a:latin typeface="Tahoma" panose="020B060403050404020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3" name="Picture 665" descr="underline_base"/>
          <p:cNvPicPr>
            <a:picLocks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775" y="868363"/>
            <a:ext cx="5484813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4101" name="Rectangle 2"/>
          <p:cNvSpPr>
            <a:spLocks noGrp="1" noChangeArrowheads="1"/>
          </p:cNvSpPr>
          <p:nvPr>
            <p:ph type="title"/>
          </p:nvPr>
        </p:nvSpPr>
        <p:spPr>
          <a:xfrm>
            <a:off x="449263" y="200025"/>
            <a:ext cx="6308725" cy="8763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pitchFamily="34" charset="0"/>
                <a:cs typeface="+mj-cs"/>
              </a:rPr>
              <a:t>Link layer: introduction</a:t>
            </a:r>
            <a:endParaRPr lang="en-US" dirty="0">
              <a:latin typeface="Gill Sans MT" pitchFamily="34" charset="0"/>
              <a:cs typeface="+mj-cs"/>
            </a:endParaRPr>
          </a:p>
        </p:txBody>
      </p:sp>
      <p:sp>
        <p:nvSpPr>
          <p:cNvPr id="4102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22275" y="1330325"/>
            <a:ext cx="4267200" cy="3802063"/>
          </a:xfrm>
        </p:spPr>
        <p:txBody>
          <a:bodyPr/>
          <a:lstStyle/>
          <a:p>
            <a:pPr>
              <a:buFont typeface="Wingdings" panose="05000000000000000000" charset="0"/>
              <a:buNone/>
              <a:defRPr/>
            </a:pPr>
            <a:r>
              <a:rPr lang="en-US" i="1" dirty="0">
                <a:solidFill>
                  <a:srgbClr val="CC0000"/>
                </a:solidFill>
                <a:latin typeface="Gill Sans MT" pitchFamily="34" charset="0"/>
                <a:cs typeface="+mn-cs"/>
              </a:rPr>
              <a:t>terminology:</a:t>
            </a:r>
            <a:endParaRPr lang="en-US" i="1" dirty="0">
              <a:solidFill>
                <a:srgbClr val="CC0000"/>
              </a:solidFill>
              <a:latin typeface="Gill Sans MT" pitchFamily="34" charset="0"/>
              <a:cs typeface="+mn-cs"/>
            </a:endParaRPr>
          </a:p>
          <a:p>
            <a:pPr>
              <a:defRPr/>
            </a:pPr>
            <a:r>
              <a:rPr lang="en-US" sz="2400" dirty="0">
                <a:latin typeface="Gill Sans MT" pitchFamily="34" charset="0"/>
                <a:cs typeface="+mn-cs"/>
              </a:rPr>
              <a:t>hosts and routers: </a:t>
            </a:r>
            <a:r>
              <a:rPr lang="en-US" sz="2400" dirty="0">
                <a:solidFill>
                  <a:srgbClr val="CC0000"/>
                </a:solidFill>
                <a:latin typeface="Gill Sans MT" pitchFamily="34" charset="0"/>
                <a:cs typeface="+mn-cs"/>
              </a:rPr>
              <a:t>nodes</a:t>
            </a:r>
            <a:endParaRPr lang="en-US" sz="2400" dirty="0">
              <a:solidFill>
                <a:srgbClr val="CC0000"/>
              </a:solidFill>
              <a:latin typeface="Gill Sans MT" pitchFamily="34" charset="0"/>
              <a:cs typeface="+mn-cs"/>
            </a:endParaRPr>
          </a:p>
          <a:p>
            <a:pPr>
              <a:defRPr/>
            </a:pPr>
            <a:r>
              <a:rPr lang="en-US" sz="2400" dirty="0">
                <a:latin typeface="Gill Sans MT" pitchFamily="34" charset="0"/>
                <a:cs typeface="+mn-cs"/>
              </a:rPr>
              <a:t>communication channels that connect adjacent nodes along communication path: </a:t>
            </a:r>
            <a:r>
              <a:rPr lang="en-US" sz="2400" dirty="0">
                <a:solidFill>
                  <a:srgbClr val="CC0000"/>
                </a:solidFill>
                <a:latin typeface="Gill Sans MT" pitchFamily="34" charset="0"/>
                <a:cs typeface="+mn-cs"/>
              </a:rPr>
              <a:t>links</a:t>
            </a:r>
            <a:endParaRPr lang="en-US" sz="2400" dirty="0">
              <a:solidFill>
                <a:srgbClr val="CC0000"/>
              </a:solidFill>
              <a:latin typeface="Gill Sans MT" pitchFamily="34" charset="0"/>
              <a:cs typeface="+mn-cs"/>
            </a:endParaRPr>
          </a:p>
          <a:p>
            <a:pPr lvl="1">
              <a:defRPr/>
            </a:pPr>
            <a:r>
              <a:rPr lang="en-US" dirty="0">
                <a:latin typeface="Gill Sans MT" pitchFamily="34" charset="0"/>
              </a:rPr>
              <a:t>wired links</a:t>
            </a:r>
            <a:endParaRPr lang="en-US" dirty="0">
              <a:latin typeface="Gill Sans MT" pitchFamily="34" charset="0"/>
            </a:endParaRPr>
          </a:p>
          <a:p>
            <a:pPr lvl="1">
              <a:defRPr/>
            </a:pPr>
            <a:r>
              <a:rPr lang="en-US" dirty="0">
                <a:latin typeface="Gill Sans MT" pitchFamily="34" charset="0"/>
              </a:rPr>
              <a:t>wireless links</a:t>
            </a:r>
            <a:endParaRPr lang="en-US" dirty="0">
              <a:latin typeface="Gill Sans MT" pitchFamily="34" charset="0"/>
            </a:endParaRPr>
          </a:p>
          <a:p>
            <a:pPr lvl="1">
              <a:defRPr/>
            </a:pPr>
            <a:r>
              <a:rPr lang="en-US" dirty="0">
                <a:latin typeface="Gill Sans MT" pitchFamily="34" charset="0"/>
              </a:rPr>
              <a:t>LANs</a:t>
            </a:r>
            <a:endParaRPr lang="en-US" b="1" dirty="0">
              <a:solidFill>
                <a:srgbClr val="FF0000"/>
              </a:solidFill>
              <a:latin typeface="Gill Sans MT" pitchFamily="34" charset="0"/>
            </a:endParaRPr>
          </a:p>
          <a:p>
            <a:pPr>
              <a:defRPr/>
            </a:pPr>
            <a:r>
              <a:rPr lang="en-US" sz="2400" dirty="0">
                <a:latin typeface="Gill Sans MT" pitchFamily="34" charset="0"/>
                <a:cs typeface="+mn-cs"/>
              </a:rPr>
              <a:t>layer-2 packet: </a:t>
            </a:r>
            <a:r>
              <a:rPr lang="en-US" sz="2400" dirty="0">
                <a:solidFill>
                  <a:srgbClr val="CC0000"/>
                </a:solidFill>
                <a:latin typeface="Gill Sans MT" pitchFamily="34" charset="0"/>
                <a:cs typeface="+mn-cs"/>
              </a:rPr>
              <a:t>frame,</a:t>
            </a:r>
            <a:r>
              <a:rPr lang="en-US" sz="2400" b="1" dirty="0">
                <a:solidFill>
                  <a:srgbClr val="FF0000"/>
                </a:solidFill>
                <a:latin typeface="Gill Sans MT" pitchFamily="34" charset="0"/>
                <a:cs typeface="+mn-cs"/>
              </a:rPr>
              <a:t> </a:t>
            </a:r>
            <a:r>
              <a:rPr lang="en-US" sz="2400" dirty="0">
                <a:latin typeface="Gill Sans MT" pitchFamily="34" charset="0"/>
                <a:cs typeface="+mn-cs"/>
              </a:rPr>
              <a:t>encapsulates datagram</a:t>
            </a:r>
            <a:endParaRPr lang="en-US" sz="2400" dirty="0">
              <a:latin typeface="Gill Sans MT" pitchFamily="34" charset="0"/>
              <a:cs typeface="+mn-cs"/>
            </a:endParaRPr>
          </a:p>
          <a:p>
            <a:pPr>
              <a:buFont typeface="Wingdings" panose="05000000000000000000" charset="0"/>
              <a:buNone/>
              <a:defRPr/>
            </a:pPr>
            <a:endParaRPr lang="en-US" sz="2400" dirty="0">
              <a:latin typeface="Gill Sans MT" pitchFamily="34" charset="0"/>
              <a:cs typeface="+mn-cs"/>
            </a:endParaRPr>
          </a:p>
          <a:p>
            <a:pPr>
              <a:defRPr/>
            </a:pPr>
            <a:endParaRPr lang="en-US" sz="2400" dirty="0">
              <a:latin typeface="Gill Sans MT" pitchFamily="34" charset="0"/>
              <a:cs typeface="+mn-cs"/>
            </a:endParaRPr>
          </a:p>
        </p:txBody>
      </p:sp>
      <p:sp>
        <p:nvSpPr>
          <p:cNvPr id="4103" name="Text Box 467"/>
          <p:cNvSpPr txBox="1">
            <a:spLocks noChangeArrowheads="1"/>
          </p:cNvSpPr>
          <p:nvPr/>
        </p:nvSpPr>
        <p:spPr bwMode="auto">
          <a:xfrm>
            <a:off x="396875" y="5299075"/>
            <a:ext cx="4881563" cy="1044575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</a:ln>
          <a:effectLst/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lnSpc>
                <a:spcPct val="85000"/>
              </a:lnSpc>
              <a:defRPr/>
            </a:pPr>
            <a:r>
              <a:rPr lang="en-US" sz="2400" dirty="0" smtClean="0">
                <a:solidFill>
                  <a:srgbClr val="CC0000"/>
                </a:solidFill>
                <a:latin typeface="Gill Sans MT" pitchFamily="34" charset="0"/>
                <a:cs typeface="+mn-cs"/>
              </a:rPr>
              <a:t>data-link layer</a:t>
            </a:r>
            <a:r>
              <a:rPr lang="en-US" sz="2400" i="0" dirty="0" smtClean="0">
                <a:latin typeface="Gill Sans MT" pitchFamily="34" charset="0"/>
                <a:cs typeface="+mn-cs"/>
              </a:rPr>
              <a:t> has responsibility of </a:t>
            </a:r>
            <a:endParaRPr lang="en-US" sz="2400" i="0" dirty="0" smtClean="0">
              <a:latin typeface="Gill Sans MT" pitchFamily="34" charset="0"/>
              <a:cs typeface="+mn-cs"/>
            </a:endParaRPr>
          </a:p>
          <a:p>
            <a:pPr>
              <a:lnSpc>
                <a:spcPct val="85000"/>
              </a:lnSpc>
              <a:defRPr/>
            </a:pPr>
            <a:r>
              <a:rPr lang="en-US" sz="2400" i="0" dirty="0" smtClean="0">
                <a:latin typeface="Gill Sans MT" pitchFamily="34" charset="0"/>
                <a:cs typeface="+mn-cs"/>
              </a:rPr>
              <a:t>transferring datagram from one node </a:t>
            </a:r>
            <a:endParaRPr lang="en-US" sz="2400" i="0" dirty="0" smtClean="0">
              <a:latin typeface="Gill Sans MT" pitchFamily="34" charset="0"/>
              <a:cs typeface="+mn-cs"/>
            </a:endParaRPr>
          </a:p>
          <a:p>
            <a:pPr>
              <a:lnSpc>
                <a:spcPct val="85000"/>
              </a:lnSpc>
              <a:defRPr/>
            </a:pPr>
            <a:r>
              <a:rPr lang="en-US" sz="2400" i="0" dirty="0" smtClean="0">
                <a:latin typeface="Gill Sans MT" pitchFamily="34" charset="0"/>
                <a:cs typeface="+mn-cs"/>
              </a:rPr>
              <a:t>to </a:t>
            </a:r>
            <a:r>
              <a:rPr lang="en-US" sz="2400" dirty="0" smtClean="0">
                <a:solidFill>
                  <a:srgbClr val="CC0000"/>
                </a:solidFill>
                <a:latin typeface="Gill Sans MT" pitchFamily="34" charset="0"/>
                <a:cs typeface="+mn-cs"/>
              </a:rPr>
              <a:t>physically adjacent</a:t>
            </a:r>
            <a:r>
              <a:rPr lang="en-US" sz="2400" i="0" dirty="0" smtClean="0">
                <a:latin typeface="Gill Sans MT" pitchFamily="34" charset="0"/>
                <a:cs typeface="+mn-cs"/>
              </a:rPr>
              <a:t> node over a link</a:t>
            </a:r>
            <a:endParaRPr lang="en-US" i="0" dirty="0" smtClean="0">
              <a:latin typeface="Gill Sans MT" pitchFamily="34" charset="0"/>
              <a:cs typeface="+mn-cs"/>
            </a:endParaRPr>
          </a:p>
        </p:txBody>
      </p:sp>
      <p:sp>
        <p:nvSpPr>
          <p:cNvPr id="45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r>
              <a:rPr lang="en-US" sz="1200" dirty="0">
                <a:latin typeface="Tahoma" panose="020B0604030504040204" charset="0"/>
              </a:rPr>
              <a:t>6</a:t>
            </a:r>
            <a:r>
              <a:rPr lang="en-US" sz="1200" dirty="0" smtClean="0">
                <a:latin typeface="Tahoma" panose="020B0604030504040204" charset="0"/>
              </a:rPr>
              <a:t>-</a:t>
            </a:r>
            <a:fld id="{8E8C6E93-DF5B-BC4B-80F9-500DED1EEDCC}" type="slidenum">
              <a:rPr lang="en-US" sz="1200">
                <a:latin typeface="Tahoma" panose="020B0604030504040204" charset="0"/>
              </a:rPr>
            </a:fld>
            <a:endParaRPr lang="en-US" sz="1200" dirty="0">
              <a:latin typeface="Tahoma" panose="020B0604030504040204" charset="0"/>
            </a:endParaRPr>
          </a:p>
        </p:txBody>
      </p:sp>
      <p:sp>
        <p:nvSpPr>
          <p:cNvPr id="455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pPr algn="r"/>
            <a:r>
              <a:rPr lang="en-US" sz="1200" dirty="0" smtClean="0">
                <a:solidFill>
                  <a:srgbClr val="000000"/>
                </a:solidFill>
                <a:latin typeface="Tahoma" panose="020B0604030504040204" charset="0"/>
                <a:cs typeface="Arial" panose="020B0604020202090204" pitchFamily="34" charset="0"/>
              </a:rPr>
              <a:t>Link Layer and LANs</a:t>
            </a:r>
            <a:endParaRPr lang="en-US" sz="1200" dirty="0">
              <a:solidFill>
                <a:srgbClr val="000000"/>
              </a:solidFill>
              <a:latin typeface="Tahoma" panose="020B0604030504040204" charset="0"/>
              <a:cs typeface="Arial" panose="020B0604020202090204" pitchFamily="34" charset="0"/>
            </a:endParaRPr>
          </a:p>
        </p:txBody>
      </p:sp>
      <p:sp>
        <p:nvSpPr>
          <p:cNvPr id="537" name="Freeform 415"/>
          <p:cNvSpPr/>
          <p:nvPr/>
        </p:nvSpPr>
        <p:spPr bwMode="auto">
          <a:xfrm>
            <a:off x="7004050" y="3527425"/>
            <a:ext cx="1314450" cy="674688"/>
          </a:xfrm>
          <a:custGeom>
            <a:avLst/>
            <a:gdLst>
              <a:gd name="T0" fmla="*/ 2147483647 w 828"/>
              <a:gd name="T1" fmla="*/ 2147483647 h 425"/>
              <a:gd name="T2" fmla="*/ 2147483647 w 828"/>
              <a:gd name="T3" fmla="*/ 2147483647 h 425"/>
              <a:gd name="T4" fmla="*/ 2147483647 w 828"/>
              <a:gd name="T5" fmla="*/ 2147483647 h 425"/>
              <a:gd name="T6" fmla="*/ 2147483647 w 828"/>
              <a:gd name="T7" fmla="*/ 2147483647 h 425"/>
              <a:gd name="T8" fmla="*/ 2147483647 w 828"/>
              <a:gd name="T9" fmla="*/ 2147483647 h 425"/>
              <a:gd name="T10" fmla="*/ 2147483647 w 828"/>
              <a:gd name="T11" fmla="*/ 2147483647 h 425"/>
              <a:gd name="T12" fmla="*/ 2147483647 w 828"/>
              <a:gd name="T13" fmla="*/ 2147483647 h 425"/>
              <a:gd name="T14" fmla="*/ 2147483647 w 828"/>
              <a:gd name="T15" fmla="*/ 2147483647 h 425"/>
              <a:gd name="T16" fmla="*/ 2147483647 w 828"/>
              <a:gd name="T17" fmla="*/ 2147483647 h 425"/>
              <a:gd name="T18" fmla="*/ 2147483647 w 828"/>
              <a:gd name="T19" fmla="*/ 2147483647 h 425"/>
              <a:gd name="T20" fmla="*/ 2147483647 w 828"/>
              <a:gd name="T21" fmla="*/ 2147483647 h 425"/>
              <a:gd name="T22" fmla="*/ 2147483647 w 828"/>
              <a:gd name="T23" fmla="*/ 2147483647 h 42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828"/>
              <a:gd name="T37" fmla="*/ 0 h 425"/>
              <a:gd name="T38" fmla="*/ 828 w 828"/>
              <a:gd name="T39" fmla="*/ 425 h 425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828" h="425">
                <a:moveTo>
                  <a:pt x="382" y="30"/>
                </a:moveTo>
                <a:cubicBezTo>
                  <a:pt x="350" y="29"/>
                  <a:pt x="413" y="30"/>
                  <a:pt x="370" y="30"/>
                </a:cubicBezTo>
                <a:cubicBezTo>
                  <a:pt x="327" y="30"/>
                  <a:pt x="187" y="16"/>
                  <a:pt x="126" y="32"/>
                </a:cubicBezTo>
                <a:cubicBezTo>
                  <a:pt x="65" y="48"/>
                  <a:pt x="12" y="86"/>
                  <a:pt x="6" y="126"/>
                </a:cubicBezTo>
                <a:cubicBezTo>
                  <a:pt x="0" y="166"/>
                  <a:pt x="44" y="231"/>
                  <a:pt x="92" y="274"/>
                </a:cubicBezTo>
                <a:cubicBezTo>
                  <a:pt x="140" y="317"/>
                  <a:pt x="217" y="360"/>
                  <a:pt x="292" y="384"/>
                </a:cubicBezTo>
                <a:cubicBezTo>
                  <a:pt x="367" y="408"/>
                  <a:pt x="472" y="425"/>
                  <a:pt x="540" y="416"/>
                </a:cubicBezTo>
                <a:cubicBezTo>
                  <a:pt x="608" y="407"/>
                  <a:pt x="659" y="371"/>
                  <a:pt x="698" y="330"/>
                </a:cubicBezTo>
                <a:cubicBezTo>
                  <a:pt x="737" y="289"/>
                  <a:pt x="760" y="221"/>
                  <a:pt x="776" y="170"/>
                </a:cubicBezTo>
                <a:cubicBezTo>
                  <a:pt x="792" y="119"/>
                  <a:pt x="828" y="44"/>
                  <a:pt x="792" y="22"/>
                </a:cubicBezTo>
                <a:cubicBezTo>
                  <a:pt x="756" y="0"/>
                  <a:pt x="630" y="37"/>
                  <a:pt x="560" y="38"/>
                </a:cubicBezTo>
                <a:cubicBezTo>
                  <a:pt x="490" y="39"/>
                  <a:pt x="414" y="31"/>
                  <a:pt x="382" y="30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38" name="Freeform 416"/>
          <p:cNvSpPr/>
          <p:nvPr/>
        </p:nvSpPr>
        <p:spPr bwMode="auto">
          <a:xfrm>
            <a:off x="7023100" y="2017139"/>
            <a:ext cx="1730375" cy="1125538"/>
          </a:xfrm>
          <a:custGeom>
            <a:avLst/>
            <a:gdLst>
              <a:gd name="T0" fmla="*/ 2147483647 w 765"/>
              <a:gd name="T1" fmla="*/ 2147483647 h 459"/>
              <a:gd name="T2" fmla="*/ 2147483647 w 765"/>
              <a:gd name="T3" fmla="*/ 2147483647 h 459"/>
              <a:gd name="T4" fmla="*/ 2147483647 w 765"/>
              <a:gd name="T5" fmla="*/ 2147483647 h 459"/>
              <a:gd name="T6" fmla="*/ 2147483647 w 765"/>
              <a:gd name="T7" fmla="*/ 2147483647 h 459"/>
              <a:gd name="T8" fmla="*/ 2147483647 w 765"/>
              <a:gd name="T9" fmla="*/ 2147483647 h 459"/>
              <a:gd name="T10" fmla="*/ 2147483647 w 765"/>
              <a:gd name="T11" fmla="*/ 2147483647 h 459"/>
              <a:gd name="T12" fmla="*/ 2147483647 w 765"/>
              <a:gd name="T13" fmla="*/ 2147483647 h 459"/>
              <a:gd name="T14" fmla="*/ 2147483647 w 765"/>
              <a:gd name="T15" fmla="*/ 2147483647 h 459"/>
              <a:gd name="T16" fmla="*/ 2147483647 w 765"/>
              <a:gd name="T17" fmla="*/ 2147483647 h 459"/>
              <a:gd name="T18" fmla="*/ 2147483647 w 765"/>
              <a:gd name="T19" fmla="*/ 2147483647 h 459"/>
              <a:gd name="T20" fmla="*/ 2147483647 w 765"/>
              <a:gd name="T21" fmla="*/ 2147483647 h 459"/>
              <a:gd name="T22" fmla="*/ 2147483647 w 765"/>
              <a:gd name="T23" fmla="*/ 2147483647 h 459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765"/>
              <a:gd name="T37" fmla="*/ 0 h 459"/>
              <a:gd name="T38" fmla="*/ 765 w 765"/>
              <a:gd name="T39" fmla="*/ 459 h 459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765" h="459">
                <a:moveTo>
                  <a:pt x="424" y="10"/>
                </a:moveTo>
                <a:cubicBezTo>
                  <a:pt x="362" y="16"/>
                  <a:pt x="343" y="55"/>
                  <a:pt x="288" y="70"/>
                </a:cubicBezTo>
                <a:cubicBezTo>
                  <a:pt x="233" y="85"/>
                  <a:pt x="142" y="56"/>
                  <a:pt x="96" y="100"/>
                </a:cubicBezTo>
                <a:cubicBezTo>
                  <a:pt x="50" y="144"/>
                  <a:pt x="0" y="279"/>
                  <a:pt x="14" y="336"/>
                </a:cubicBezTo>
                <a:cubicBezTo>
                  <a:pt x="28" y="393"/>
                  <a:pt x="125" y="429"/>
                  <a:pt x="180" y="444"/>
                </a:cubicBezTo>
                <a:cubicBezTo>
                  <a:pt x="235" y="459"/>
                  <a:pt x="279" y="426"/>
                  <a:pt x="346" y="426"/>
                </a:cubicBezTo>
                <a:cubicBezTo>
                  <a:pt x="413" y="426"/>
                  <a:pt x="525" y="443"/>
                  <a:pt x="584" y="444"/>
                </a:cubicBezTo>
                <a:cubicBezTo>
                  <a:pt x="643" y="445"/>
                  <a:pt x="670" y="446"/>
                  <a:pt x="698" y="434"/>
                </a:cubicBezTo>
                <a:cubicBezTo>
                  <a:pt x="726" y="422"/>
                  <a:pt x="743" y="418"/>
                  <a:pt x="752" y="372"/>
                </a:cubicBezTo>
                <a:cubicBezTo>
                  <a:pt x="761" y="326"/>
                  <a:pt x="765" y="214"/>
                  <a:pt x="750" y="158"/>
                </a:cubicBezTo>
                <a:cubicBezTo>
                  <a:pt x="735" y="102"/>
                  <a:pt x="716" y="58"/>
                  <a:pt x="662" y="34"/>
                </a:cubicBezTo>
                <a:cubicBezTo>
                  <a:pt x="608" y="10"/>
                  <a:pt x="505" y="0"/>
                  <a:pt x="424" y="10"/>
                </a:cubicBezTo>
                <a:close/>
              </a:path>
            </a:pathLst>
          </a:custGeom>
          <a:gradFill rotWithShape="1">
            <a:gsLst>
              <a:gs pos="0">
                <a:srgbClr val="00CCFF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39" name="Freeform 417"/>
          <p:cNvSpPr/>
          <p:nvPr/>
        </p:nvSpPr>
        <p:spPr bwMode="auto">
          <a:xfrm>
            <a:off x="5202238" y="1709738"/>
            <a:ext cx="1736725" cy="1071563"/>
          </a:xfrm>
          <a:custGeom>
            <a:avLst/>
            <a:gdLst>
              <a:gd name="T0" fmla="*/ 2147483647 w 1036"/>
              <a:gd name="T1" fmla="*/ 2147483647 h 675"/>
              <a:gd name="T2" fmla="*/ 2147483647 w 1036"/>
              <a:gd name="T3" fmla="*/ 2147483647 h 675"/>
              <a:gd name="T4" fmla="*/ 2147483647 w 1036"/>
              <a:gd name="T5" fmla="*/ 2147483647 h 675"/>
              <a:gd name="T6" fmla="*/ 2147483647 w 1036"/>
              <a:gd name="T7" fmla="*/ 2147483647 h 675"/>
              <a:gd name="T8" fmla="*/ 2147483647 w 1036"/>
              <a:gd name="T9" fmla="*/ 2147483647 h 675"/>
              <a:gd name="T10" fmla="*/ 2147483647 w 1036"/>
              <a:gd name="T11" fmla="*/ 2147483647 h 675"/>
              <a:gd name="T12" fmla="*/ 2147483647 w 1036"/>
              <a:gd name="T13" fmla="*/ 2147483647 h 675"/>
              <a:gd name="T14" fmla="*/ 2147483647 w 1036"/>
              <a:gd name="T15" fmla="*/ 2147483647 h 675"/>
              <a:gd name="T16" fmla="*/ 2147483647 w 1036"/>
              <a:gd name="T17" fmla="*/ 2147483647 h 675"/>
              <a:gd name="T18" fmla="*/ 2147483647 w 1036"/>
              <a:gd name="T19" fmla="*/ 2147483647 h 675"/>
              <a:gd name="T20" fmla="*/ 2147483647 w 1036"/>
              <a:gd name="T21" fmla="*/ 2147483647 h 675"/>
              <a:gd name="T22" fmla="*/ 2147483647 w 1036"/>
              <a:gd name="T23" fmla="*/ 2147483647 h 675"/>
              <a:gd name="T24" fmla="*/ 2147483647 w 1036"/>
              <a:gd name="T25" fmla="*/ 2147483647 h 675"/>
              <a:gd name="T26" fmla="*/ 2147483647 w 1036"/>
              <a:gd name="T27" fmla="*/ 2147483647 h 675"/>
              <a:gd name="T28" fmla="*/ 2147483647 w 1036"/>
              <a:gd name="T29" fmla="*/ 2147483647 h 675"/>
              <a:gd name="T30" fmla="*/ 2147483647 w 1036"/>
              <a:gd name="T31" fmla="*/ 2147483647 h 675"/>
              <a:gd name="T32" fmla="*/ 2147483647 w 1036"/>
              <a:gd name="T33" fmla="*/ 2147483647 h 675"/>
              <a:gd name="T34" fmla="*/ 2147483647 w 1036"/>
              <a:gd name="T35" fmla="*/ 2147483647 h 675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w 1036"/>
              <a:gd name="T55" fmla="*/ 0 h 675"/>
              <a:gd name="T56" fmla="*/ 1036 w 1036"/>
              <a:gd name="T57" fmla="*/ 675 h 675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T54" t="T55" r="T56" b="T57"/>
            <a:pathLst>
              <a:path w="1036" h="675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540" name="Group 418"/>
          <p:cNvGrpSpPr/>
          <p:nvPr/>
        </p:nvGrpSpPr>
        <p:grpSpPr bwMode="auto">
          <a:xfrm>
            <a:off x="5278438" y="2974975"/>
            <a:ext cx="1458912" cy="933450"/>
            <a:chOff x="2889" y="1631"/>
            <a:chExt cx="980" cy="743"/>
          </a:xfrm>
        </p:grpSpPr>
        <p:sp>
          <p:nvSpPr>
            <p:cNvPr id="889" name="Rectangle 419"/>
            <p:cNvSpPr>
              <a:spLocks noChangeArrowheads="1"/>
            </p:cNvSpPr>
            <p:nvPr/>
          </p:nvSpPr>
          <p:spPr bwMode="auto">
            <a:xfrm>
              <a:off x="3046" y="1841"/>
              <a:ext cx="663" cy="533"/>
            </a:xfrm>
            <a:prstGeom prst="rect">
              <a:avLst/>
            </a:prstGeom>
            <a:solidFill>
              <a:srgbClr val="00CCFF"/>
            </a:solidFill>
            <a:ln>
              <a:noFill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890" name="AutoShape 420"/>
            <p:cNvSpPr>
              <a:spLocks noChangeArrowheads="1"/>
            </p:cNvSpPr>
            <p:nvPr/>
          </p:nvSpPr>
          <p:spPr bwMode="auto">
            <a:xfrm>
              <a:off x="2889" y="1631"/>
              <a:ext cx="980" cy="253"/>
            </a:xfrm>
            <a:prstGeom prst="triangle">
              <a:avLst>
                <a:gd name="adj" fmla="val 50000"/>
              </a:avLst>
            </a:prstGeom>
            <a:solidFill>
              <a:srgbClr val="00CCFF"/>
            </a:solidFill>
            <a:ln>
              <a:noFill/>
            </a:ln>
          </p:spPr>
          <p:txBody>
            <a:bodyPr wrap="none" anchor="ctr"/>
            <a:lstStyle/>
            <a:p>
              <a:pPr algn="ctr"/>
              <a:endParaRPr lang="en-US" dirty="0">
                <a:solidFill>
                  <a:srgbClr val="00CCFF"/>
                </a:solidFill>
              </a:endParaRPr>
            </a:p>
          </p:txBody>
        </p:sp>
      </p:grpSp>
      <p:sp>
        <p:nvSpPr>
          <p:cNvPr id="541" name="Line 421"/>
          <p:cNvSpPr>
            <a:spLocks noChangeShapeType="1"/>
          </p:cNvSpPr>
          <p:nvPr/>
        </p:nvSpPr>
        <p:spPr bwMode="auto">
          <a:xfrm>
            <a:off x="7396163" y="3813175"/>
            <a:ext cx="163512" cy="12065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</a:ln>
        </p:spPr>
        <p:txBody>
          <a:bodyPr/>
          <a:lstStyle/>
          <a:p>
            <a:endParaRPr lang="en-US" dirty="0"/>
          </a:p>
        </p:txBody>
      </p:sp>
      <p:sp>
        <p:nvSpPr>
          <p:cNvPr id="542" name="Line 422"/>
          <p:cNvSpPr>
            <a:spLocks noChangeShapeType="1"/>
          </p:cNvSpPr>
          <p:nvPr/>
        </p:nvSpPr>
        <p:spPr bwMode="auto">
          <a:xfrm>
            <a:off x="7493000" y="3733800"/>
            <a:ext cx="279400" cy="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</a:ln>
        </p:spPr>
        <p:txBody>
          <a:bodyPr/>
          <a:lstStyle/>
          <a:p>
            <a:endParaRPr lang="en-US" dirty="0"/>
          </a:p>
        </p:txBody>
      </p:sp>
      <p:sp>
        <p:nvSpPr>
          <p:cNvPr id="543" name="Line 423"/>
          <p:cNvSpPr>
            <a:spLocks noChangeShapeType="1"/>
          </p:cNvSpPr>
          <p:nvPr/>
        </p:nvSpPr>
        <p:spPr bwMode="auto">
          <a:xfrm flipV="1">
            <a:off x="7729538" y="3819525"/>
            <a:ext cx="134937" cy="104775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</a:ln>
        </p:spPr>
        <p:txBody>
          <a:bodyPr/>
          <a:lstStyle/>
          <a:p>
            <a:endParaRPr lang="en-US" dirty="0"/>
          </a:p>
        </p:txBody>
      </p:sp>
      <p:sp>
        <p:nvSpPr>
          <p:cNvPr id="544" name="Line 424"/>
          <p:cNvSpPr>
            <a:spLocks noChangeShapeType="1"/>
          </p:cNvSpPr>
          <p:nvPr/>
        </p:nvSpPr>
        <p:spPr bwMode="auto">
          <a:xfrm>
            <a:off x="6427788" y="3740150"/>
            <a:ext cx="679450" cy="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</a:ln>
        </p:spPr>
        <p:txBody>
          <a:bodyPr/>
          <a:lstStyle/>
          <a:p>
            <a:endParaRPr lang="en-US" dirty="0"/>
          </a:p>
        </p:txBody>
      </p:sp>
      <p:sp>
        <p:nvSpPr>
          <p:cNvPr id="545" name="Line 425"/>
          <p:cNvSpPr>
            <a:spLocks noChangeShapeType="1"/>
          </p:cNvSpPr>
          <p:nvPr/>
        </p:nvSpPr>
        <p:spPr bwMode="auto">
          <a:xfrm>
            <a:off x="6723063" y="2587625"/>
            <a:ext cx="509587" cy="3175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</a:ln>
        </p:spPr>
        <p:txBody>
          <a:bodyPr/>
          <a:lstStyle/>
          <a:p>
            <a:endParaRPr lang="en-US" dirty="0"/>
          </a:p>
        </p:txBody>
      </p:sp>
      <p:sp>
        <p:nvSpPr>
          <p:cNvPr id="546" name="Freeform 427"/>
          <p:cNvSpPr/>
          <p:nvPr/>
        </p:nvSpPr>
        <p:spPr bwMode="auto">
          <a:xfrm>
            <a:off x="5497513" y="4378325"/>
            <a:ext cx="3079750" cy="1665288"/>
          </a:xfrm>
          <a:custGeom>
            <a:avLst/>
            <a:gdLst>
              <a:gd name="T0" fmla="*/ 2147483647 w 1940"/>
              <a:gd name="T1" fmla="*/ 2147483647 h 1049"/>
              <a:gd name="T2" fmla="*/ 2147483647 w 1940"/>
              <a:gd name="T3" fmla="*/ 2147483647 h 1049"/>
              <a:gd name="T4" fmla="*/ 2147483647 w 1940"/>
              <a:gd name="T5" fmla="*/ 2147483647 h 1049"/>
              <a:gd name="T6" fmla="*/ 2147483647 w 1940"/>
              <a:gd name="T7" fmla="*/ 2147483647 h 1049"/>
              <a:gd name="T8" fmla="*/ 2147483647 w 1940"/>
              <a:gd name="T9" fmla="*/ 2147483647 h 1049"/>
              <a:gd name="T10" fmla="*/ 2147483647 w 1940"/>
              <a:gd name="T11" fmla="*/ 2147483647 h 1049"/>
              <a:gd name="T12" fmla="*/ 2147483647 w 1940"/>
              <a:gd name="T13" fmla="*/ 2147483647 h 1049"/>
              <a:gd name="T14" fmla="*/ 2147483647 w 1940"/>
              <a:gd name="T15" fmla="*/ 2147483647 h 1049"/>
              <a:gd name="T16" fmla="*/ 2147483647 w 1940"/>
              <a:gd name="T17" fmla="*/ 2147483647 h 1049"/>
              <a:gd name="T18" fmla="*/ 2147483647 w 1940"/>
              <a:gd name="T19" fmla="*/ 2147483647 h 1049"/>
              <a:gd name="T20" fmla="*/ 2147483647 w 1940"/>
              <a:gd name="T21" fmla="*/ 2147483647 h 1049"/>
              <a:gd name="T22" fmla="*/ 2147483647 w 1940"/>
              <a:gd name="T23" fmla="*/ 2147483647 h 1049"/>
              <a:gd name="T24" fmla="*/ 2147483647 w 1940"/>
              <a:gd name="T25" fmla="*/ 2147483647 h 1049"/>
              <a:gd name="T26" fmla="*/ 2147483647 w 1940"/>
              <a:gd name="T27" fmla="*/ 2147483647 h 1049"/>
              <a:gd name="T28" fmla="*/ 2147483647 w 1940"/>
              <a:gd name="T29" fmla="*/ 2147483647 h 1049"/>
              <a:gd name="T30" fmla="*/ 2147483647 w 1940"/>
              <a:gd name="T31" fmla="*/ 2147483647 h 1049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940"/>
              <a:gd name="T49" fmla="*/ 0 h 1049"/>
              <a:gd name="T50" fmla="*/ 1940 w 1940"/>
              <a:gd name="T51" fmla="*/ 1049 h 1049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940" h="1049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47" name="Line 428"/>
          <p:cNvSpPr>
            <a:spLocks noChangeShapeType="1"/>
          </p:cNvSpPr>
          <p:nvPr/>
        </p:nvSpPr>
        <p:spPr bwMode="auto">
          <a:xfrm rot="16200000">
            <a:off x="7845425" y="5159376"/>
            <a:ext cx="523875" cy="13970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548" name="Line 429"/>
          <p:cNvSpPr>
            <a:spLocks noChangeShapeType="1"/>
          </p:cNvSpPr>
          <p:nvPr/>
        </p:nvSpPr>
        <p:spPr bwMode="auto">
          <a:xfrm rot="5400000" flipV="1">
            <a:off x="7991475" y="5440363"/>
            <a:ext cx="3175" cy="8572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549" name="Line 430"/>
          <p:cNvSpPr>
            <a:spLocks noChangeShapeType="1"/>
          </p:cNvSpPr>
          <p:nvPr/>
        </p:nvSpPr>
        <p:spPr bwMode="auto">
          <a:xfrm rot="16200000" flipH="1">
            <a:off x="8207749" y="5085976"/>
            <a:ext cx="8249" cy="183622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550" name="Line 431"/>
          <p:cNvSpPr>
            <a:spLocks noChangeShapeType="1"/>
          </p:cNvSpPr>
          <p:nvPr/>
        </p:nvSpPr>
        <p:spPr bwMode="auto">
          <a:xfrm>
            <a:off x="7358063" y="4697413"/>
            <a:ext cx="390525" cy="18415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</a:ln>
        </p:spPr>
        <p:txBody>
          <a:bodyPr/>
          <a:lstStyle/>
          <a:p>
            <a:endParaRPr lang="en-US" dirty="0"/>
          </a:p>
        </p:txBody>
      </p:sp>
      <p:sp>
        <p:nvSpPr>
          <p:cNvPr id="551" name="Line 432"/>
          <p:cNvSpPr>
            <a:spLocks noChangeShapeType="1"/>
          </p:cNvSpPr>
          <p:nvPr/>
        </p:nvSpPr>
        <p:spPr bwMode="auto">
          <a:xfrm flipV="1">
            <a:off x="6737350" y="4684713"/>
            <a:ext cx="322263" cy="198437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</a:ln>
        </p:spPr>
        <p:txBody>
          <a:bodyPr/>
          <a:lstStyle/>
          <a:p>
            <a:endParaRPr lang="en-US" dirty="0"/>
          </a:p>
        </p:txBody>
      </p:sp>
      <p:sp>
        <p:nvSpPr>
          <p:cNvPr id="552" name="Line 433"/>
          <p:cNvSpPr>
            <a:spLocks noChangeShapeType="1"/>
          </p:cNvSpPr>
          <p:nvPr/>
        </p:nvSpPr>
        <p:spPr bwMode="auto">
          <a:xfrm flipV="1">
            <a:off x="6780213" y="4976813"/>
            <a:ext cx="971550" cy="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</a:ln>
        </p:spPr>
        <p:txBody>
          <a:bodyPr/>
          <a:lstStyle/>
          <a:p>
            <a:endParaRPr lang="en-US" dirty="0"/>
          </a:p>
        </p:txBody>
      </p:sp>
      <p:sp>
        <p:nvSpPr>
          <p:cNvPr id="553" name="Line 435"/>
          <p:cNvSpPr>
            <a:spLocks noChangeShapeType="1"/>
          </p:cNvSpPr>
          <p:nvPr/>
        </p:nvSpPr>
        <p:spPr bwMode="auto">
          <a:xfrm>
            <a:off x="6100763" y="4773613"/>
            <a:ext cx="263525" cy="85725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</a:ln>
        </p:spPr>
        <p:txBody>
          <a:bodyPr/>
          <a:lstStyle/>
          <a:p>
            <a:endParaRPr lang="en-US" dirty="0"/>
          </a:p>
        </p:txBody>
      </p:sp>
      <p:sp>
        <p:nvSpPr>
          <p:cNvPr id="554" name="Line 436"/>
          <p:cNvSpPr>
            <a:spLocks noChangeShapeType="1"/>
          </p:cNvSpPr>
          <p:nvPr/>
        </p:nvSpPr>
        <p:spPr bwMode="auto">
          <a:xfrm flipV="1">
            <a:off x="5841999" y="4952398"/>
            <a:ext cx="548981" cy="157765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</a:ln>
        </p:spPr>
        <p:txBody>
          <a:bodyPr/>
          <a:lstStyle/>
          <a:p>
            <a:endParaRPr lang="en-US" dirty="0"/>
          </a:p>
        </p:txBody>
      </p:sp>
      <p:sp>
        <p:nvSpPr>
          <p:cNvPr id="555" name="Line 439"/>
          <p:cNvSpPr>
            <a:spLocks noChangeShapeType="1"/>
          </p:cNvSpPr>
          <p:nvPr/>
        </p:nvSpPr>
        <p:spPr bwMode="auto">
          <a:xfrm flipH="1">
            <a:off x="6278768" y="5070474"/>
            <a:ext cx="131556" cy="244045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</a:ln>
        </p:spPr>
        <p:txBody>
          <a:bodyPr/>
          <a:lstStyle/>
          <a:p>
            <a:endParaRPr lang="en-US" dirty="0"/>
          </a:p>
        </p:txBody>
      </p:sp>
      <p:sp>
        <p:nvSpPr>
          <p:cNvPr id="556" name="Line 440"/>
          <p:cNvSpPr>
            <a:spLocks noChangeShapeType="1"/>
          </p:cNvSpPr>
          <p:nvPr/>
        </p:nvSpPr>
        <p:spPr bwMode="auto">
          <a:xfrm flipH="1" flipV="1">
            <a:off x="6595002" y="5008500"/>
            <a:ext cx="67735" cy="261999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</a:ln>
        </p:spPr>
        <p:txBody>
          <a:bodyPr/>
          <a:lstStyle/>
          <a:p>
            <a:endParaRPr lang="en-US" dirty="0"/>
          </a:p>
        </p:txBody>
      </p:sp>
      <p:sp>
        <p:nvSpPr>
          <p:cNvPr id="557" name="Line 441"/>
          <p:cNvSpPr>
            <a:spLocks noChangeShapeType="1"/>
          </p:cNvSpPr>
          <p:nvPr/>
        </p:nvSpPr>
        <p:spPr bwMode="auto">
          <a:xfrm>
            <a:off x="6691914" y="5003401"/>
            <a:ext cx="555024" cy="319487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</a:ln>
        </p:spPr>
        <p:txBody>
          <a:bodyPr/>
          <a:lstStyle/>
          <a:p>
            <a:endParaRPr lang="en-US" dirty="0"/>
          </a:p>
        </p:txBody>
      </p:sp>
      <p:sp>
        <p:nvSpPr>
          <p:cNvPr id="558" name="Line 443"/>
          <p:cNvSpPr>
            <a:spLocks noChangeShapeType="1"/>
          </p:cNvSpPr>
          <p:nvPr/>
        </p:nvSpPr>
        <p:spPr bwMode="auto">
          <a:xfrm>
            <a:off x="6281738" y="3522663"/>
            <a:ext cx="0" cy="131762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</a:ln>
        </p:spPr>
        <p:txBody>
          <a:bodyPr/>
          <a:lstStyle/>
          <a:p>
            <a:endParaRPr lang="en-US" dirty="0"/>
          </a:p>
        </p:txBody>
      </p:sp>
      <p:sp>
        <p:nvSpPr>
          <p:cNvPr id="559" name="Line 444"/>
          <p:cNvSpPr>
            <a:spLocks noChangeShapeType="1"/>
          </p:cNvSpPr>
          <p:nvPr/>
        </p:nvSpPr>
        <p:spPr bwMode="auto">
          <a:xfrm flipV="1">
            <a:off x="7577138" y="2492375"/>
            <a:ext cx="123825" cy="87313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</a:ln>
        </p:spPr>
        <p:txBody>
          <a:bodyPr/>
          <a:lstStyle/>
          <a:p>
            <a:endParaRPr lang="en-US" dirty="0"/>
          </a:p>
        </p:txBody>
      </p:sp>
      <p:sp>
        <p:nvSpPr>
          <p:cNvPr id="560" name="Line 445"/>
          <p:cNvSpPr>
            <a:spLocks noChangeShapeType="1"/>
          </p:cNvSpPr>
          <p:nvPr/>
        </p:nvSpPr>
        <p:spPr bwMode="auto">
          <a:xfrm>
            <a:off x="7405688" y="2675613"/>
            <a:ext cx="0" cy="8255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</a:ln>
        </p:spPr>
        <p:txBody>
          <a:bodyPr/>
          <a:lstStyle/>
          <a:p>
            <a:endParaRPr lang="en-US" dirty="0"/>
          </a:p>
        </p:txBody>
      </p:sp>
      <p:sp>
        <p:nvSpPr>
          <p:cNvPr id="561" name="Line 446"/>
          <p:cNvSpPr>
            <a:spLocks noChangeShapeType="1"/>
          </p:cNvSpPr>
          <p:nvPr/>
        </p:nvSpPr>
        <p:spPr bwMode="auto">
          <a:xfrm flipV="1">
            <a:off x="7577138" y="2562225"/>
            <a:ext cx="263525" cy="288925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</a:ln>
        </p:spPr>
        <p:txBody>
          <a:bodyPr/>
          <a:lstStyle/>
          <a:p>
            <a:endParaRPr lang="en-US" dirty="0"/>
          </a:p>
        </p:txBody>
      </p:sp>
      <p:sp>
        <p:nvSpPr>
          <p:cNvPr id="562" name="Line 447"/>
          <p:cNvSpPr>
            <a:spLocks noChangeShapeType="1"/>
          </p:cNvSpPr>
          <p:nvPr/>
        </p:nvSpPr>
        <p:spPr bwMode="auto">
          <a:xfrm>
            <a:off x="7942263" y="2560638"/>
            <a:ext cx="0" cy="19685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</a:ln>
        </p:spPr>
        <p:txBody>
          <a:bodyPr/>
          <a:lstStyle/>
          <a:p>
            <a:endParaRPr lang="en-US" dirty="0"/>
          </a:p>
        </p:txBody>
      </p:sp>
      <p:sp>
        <p:nvSpPr>
          <p:cNvPr id="563" name="Line 448"/>
          <p:cNvSpPr>
            <a:spLocks noChangeShapeType="1"/>
          </p:cNvSpPr>
          <p:nvPr/>
        </p:nvSpPr>
        <p:spPr bwMode="auto">
          <a:xfrm>
            <a:off x="7596188" y="2867025"/>
            <a:ext cx="188912" cy="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</a:ln>
        </p:spPr>
        <p:txBody>
          <a:bodyPr/>
          <a:lstStyle/>
          <a:p>
            <a:endParaRPr lang="en-US" dirty="0"/>
          </a:p>
        </p:txBody>
      </p:sp>
      <p:sp>
        <p:nvSpPr>
          <p:cNvPr id="564" name="Line 449"/>
          <p:cNvSpPr>
            <a:spLocks noChangeShapeType="1"/>
          </p:cNvSpPr>
          <p:nvPr/>
        </p:nvSpPr>
        <p:spPr bwMode="auto">
          <a:xfrm flipV="1">
            <a:off x="5891213" y="3733800"/>
            <a:ext cx="168275" cy="3175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</a:ln>
        </p:spPr>
        <p:txBody>
          <a:bodyPr/>
          <a:lstStyle/>
          <a:p>
            <a:endParaRPr lang="en-US" dirty="0"/>
          </a:p>
        </p:txBody>
      </p:sp>
      <p:sp>
        <p:nvSpPr>
          <p:cNvPr id="565" name="Line 450"/>
          <p:cNvSpPr>
            <a:spLocks noChangeShapeType="1"/>
          </p:cNvSpPr>
          <p:nvPr/>
        </p:nvSpPr>
        <p:spPr bwMode="auto">
          <a:xfrm>
            <a:off x="8150225" y="2857500"/>
            <a:ext cx="177800" cy="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</a:ln>
        </p:spPr>
        <p:txBody>
          <a:bodyPr/>
          <a:lstStyle/>
          <a:p>
            <a:endParaRPr lang="en-US" dirty="0"/>
          </a:p>
        </p:txBody>
      </p:sp>
      <p:sp>
        <p:nvSpPr>
          <p:cNvPr id="566" name="Line 451"/>
          <p:cNvSpPr>
            <a:spLocks noChangeShapeType="1"/>
          </p:cNvSpPr>
          <p:nvPr/>
        </p:nvSpPr>
        <p:spPr bwMode="auto">
          <a:xfrm flipH="1">
            <a:off x="7296150" y="2933700"/>
            <a:ext cx="98425" cy="70485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</a:ln>
        </p:spPr>
        <p:txBody>
          <a:bodyPr/>
          <a:lstStyle/>
          <a:p>
            <a:endParaRPr lang="en-US" dirty="0"/>
          </a:p>
        </p:txBody>
      </p:sp>
      <p:sp>
        <p:nvSpPr>
          <p:cNvPr id="567" name="Line 452"/>
          <p:cNvSpPr>
            <a:spLocks noChangeShapeType="1"/>
          </p:cNvSpPr>
          <p:nvPr/>
        </p:nvSpPr>
        <p:spPr bwMode="auto">
          <a:xfrm flipH="1">
            <a:off x="7888288" y="2933700"/>
            <a:ext cx="111125" cy="727075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</a:ln>
        </p:spPr>
        <p:txBody>
          <a:bodyPr/>
          <a:lstStyle/>
          <a:p>
            <a:endParaRPr lang="en-US" dirty="0"/>
          </a:p>
        </p:txBody>
      </p:sp>
      <p:sp>
        <p:nvSpPr>
          <p:cNvPr id="568" name="Line 541"/>
          <p:cNvSpPr>
            <a:spLocks noChangeShapeType="1"/>
          </p:cNvSpPr>
          <p:nvPr/>
        </p:nvSpPr>
        <p:spPr bwMode="auto">
          <a:xfrm flipV="1">
            <a:off x="7272338" y="4075113"/>
            <a:ext cx="227012" cy="436562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569" name="Group 590"/>
          <p:cNvGrpSpPr/>
          <p:nvPr/>
        </p:nvGrpSpPr>
        <p:grpSpPr bwMode="auto">
          <a:xfrm flipH="1">
            <a:off x="5775325" y="4533900"/>
            <a:ext cx="414337" cy="373063"/>
            <a:chOff x="2839" y="3501"/>
            <a:chExt cx="755" cy="803"/>
          </a:xfrm>
        </p:grpSpPr>
        <p:pic>
          <p:nvPicPr>
            <p:cNvPr id="887" name="Picture 591" descr="desktop_computer_stylized_medium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88" name="Freeform 592"/>
            <p:cNvSpPr/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570" name="Group 593"/>
          <p:cNvGrpSpPr/>
          <p:nvPr/>
        </p:nvGrpSpPr>
        <p:grpSpPr bwMode="auto">
          <a:xfrm flipH="1">
            <a:off x="5457825" y="4954588"/>
            <a:ext cx="482600" cy="406400"/>
            <a:chOff x="2839" y="3501"/>
            <a:chExt cx="755" cy="803"/>
          </a:xfrm>
        </p:grpSpPr>
        <p:pic>
          <p:nvPicPr>
            <p:cNvPr id="885" name="Picture 594" descr="desktop_computer_stylized_medium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86" name="Freeform 595"/>
            <p:cNvSpPr/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571" name="Group 596"/>
          <p:cNvGrpSpPr/>
          <p:nvPr/>
        </p:nvGrpSpPr>
        <p:grpSpPr bwMode="auto">
          <a:xfrm flipH="1">
            <a:off x="5935663" y="5256213"/>
            <a:ext cx="427037" cy="349250"/>
            <a:chOff x="2839" y="3501"/>
            <a:chExt cx="755" cy="803"/>
          </a:xfrm>
        </p:grpSpPr>
        <p:pic>
          <p:nvPicPr>
            <p:cNvPr id="883" name="Picture 597" descr="desktop_computer_stylized_medium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84" name="Freeform 598"/>
            <p:cNvSpPr/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572" name="Group 599"/>
          <p:cNvGrpSpPr/>
          <p:nvPr/>
        </p:nvGrpSpPr>
        <p:grpSpPr bwMode="auto">
          <a:xfrm>
            <a:off x="6550025" y="5238750"/>
            <a:ext cx="427037" cy="350838"/>
            <a:chOff x="2839" y="3501"/>
            <a:chExt cx="755" cy="803"/>
          </a:xfrm>
        </p:grpSpPr>
        <p:pic>
          <p:nvPicPr>
            <p:cNvPr id="881" name="Picture 600" descr="desktop_computer_stylized_medium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82" name="Freeform 601"/>
            <p:cNvSpPr/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 wrap="none"/>
            <a:lstStyle/>
            <a:p>
              <a:endParaRPr lang="en-US" dirty="0"/>
            </a:p>
          </p:txBody>
        </p:sp>
      </p:grpSp>
      <p:pic>
        <p:nvPicPr>
          <p:cNvPr id="573" name="Picture 603" descr="car_icon_small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2715" y="1803458"/>
            <a:ext cx="849312" cy="1682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74" name="Group 652"/>
          <p:cNvGrpSpPr/>
          <p:nvPr/>
        </p:nvGrpSpPr>
        <p:grpSpPr bwMode="auto">
          <a:xfrm>
            <a:off x="5613400" y="1546225"/>
            <a:ext cx="415925" cy="385763"/>
            <a:chOff x="2751" y="1851"/>
            <a:chExt cx="462" cy="478"/>
          </a:xfrm>
        </p:grpSpPr>
        <p:pic>
          <p:nvPicPr>
            <p:cNvPr id="879" name="Picture 653" descr="iphone_stylized_small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80" name="Picture 654" descr="antenna_radiation_stylized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79" name="Line 693"/>
          <p:cNvSpPr>
            <a:spLocks noChangeShapeType="1"/>
          </p:cNvSpPr>
          <p:nvPr/>
        </p:nvSpPr>
        <p:spPr bwMode="auto">
          <a:xfrm>
            <a:off x="8345488" y="2855912"/>
            <a:ext cx="305034" cy="259"/>
          </a:xfrm>
          <a:prstGeom prst="line">
            <a:avLst/>
          </a:prstGeom>
          <a:noFill/>
          <a:ln w="25400">
            <a:solidFill>
              <a:srgbClr val="CC0000"/>
            </a:solidFill>
            <a:prstDash val="sysDash"/>
            <a:round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588" name="Group 776"/>
          <p:cNvGrpSpPr/>
          <p:nvPr/>
        </p:nvGrpSpPr>
        <p:grpSpPr bwMode="auto">
          <a:xfrm>
            <a:off x="5611813" y="3500438"/>
            <a:ext cx="506412" cy="352425"/>
            <a:chOff x="2967" y="478"/>
            <a:chExt cx="788" cy="625"/>
          </a:xfrm>
        </p:grpSpPr>
        <p:pic>
          <p:nvPicPr>
            <p:cNvPr id="781" name="Picture 777" descr="access_point_stylized_small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82" name="Picture 778" descr="antenna_radiation_stylized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89" name="Group 779"/>
          <p:cNvGrpSpPr/>
          <p:nvPr/>
        </p:nvGrpSpPr>
        <p:grpSpPr bwMode="auto">
          <a:xfrm>
            <a:off x="7132638" y="5003800"/>
            <a:ext cx="563562" cy="420688"/>
            <a:chOff x="2967" y="478"/>
            <a:chExt cx="788" cy="625"/>
          </a:xfrm>
        </p:grpSpPr>
        <p:pic>
          <p:nvPicPr>
            <p:cNvPr id="779" name="Picture 780" descr="access_point_stylized_small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80" name="Picture 781" descr="antenna_radiation_stylized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90" name="Group 523"/>
          <p:cNvGrpSpPr/>
          <p:nvPr/>
        </p:nvGrpSpPr>
        <p:grpSpPr bwMode="auto">
          <a:xfrm>
            <a:off x="5890114" y="1844675"/>
            <a:ext cx="457200" cy="733152"/>
            <a:chOff x="6061075" y="1844675"/>
            <a:chExt cx="457200" cy="733152"/>
          </a:xfrm>
        </p:grpSpPr>
        <p:sp>
          <p:nvSpPr>
            <p:cNvPr id="759" name="Line 426"/>
            <p:cNvSpPr>
              <a:spLocks noChangeShapeType="1"/>
            </p:cNvSpPr>
            <p:nvPr/>
          </p:nvSpPr>
          <p:spPr bwMode="auto">
            <a:xfrm>
              <a:off x="6289675" y="2403475"/>
              <a:ext cx="227964" cy="174352"/>
            </a:xfrm>
            <a:prstGeom prst="line">
              <a:avLst/>
            </a:prstGeom>
            <a:noFill/>
            <a:ln w="25400">
              <a:solidFill>
                <a:srgbClr val="CC0000"/>
              </a:solidFill>
              <a:round/>
            </a:ln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760" name="Group 782"/>
            <p:cNvGrpSpPr/>
            <p:nvPr/>
          </p:nvGrpSpPr>
          <p:grpSpPr bwMode="auto">
            <a:xfrm>
              <a:off x="6061075" y="1844675"/>
              <a:ext cx="457200" cy="631825"/>
              <a:chOff x="742" y="2409"/>
              <a:chExt cx="576" cy="881"/>
            </a:xfrm>
          </p:grpSpPr>
          <p:grpSp>
            <p:nvGrpSpPr>
              <p:cNvPr id="761" name="Group 783"/>
              <p:cNvGrpSpPr/>
              <p:nvPr/>
            </p:nvGrpSpPr>
            <p:grpSpPr bwMode="auto">
              <a:xfrm>
                <a:off x="832" y="2643"/>
                <a:ext cx="376" cy="647"/>
                <a:chOff x="3130" y="3288"/>
                <a:chExt cx="410" cy="742"/>
              </a:xfrm>
            </p:grpSpPr>
            <p:sp>
              <p:nvSpPr>
                <p:cNvPr id="764" name="Line 270"/>
                <p:cNvSpPr>
                  <a:spLocks noChangeShapeType="1"/>
                </p:cNvSpPr>
                <p:nvPr/>
              </p:nvSpPr>
              <p:spPr bwMode="auto">
                <a:xfrm flipH="1">
                  <a:off x="3130" y="3288"/>
                  <a:ext cx="205" cy="6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65" name="Line 271"/>
                <p:cNvSpPr>
                  <a:spLocks noChangeShapeType="1"/>
                </p:cNvSpPr>
                <p:nvPr/>
              </p:nvSpPr>
              <p:spPr bwMode="auto">
                <a:xfrm>
                  <a:off x="3335" y="3288"/>
                  <a:ext cx="205" cy="66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66" name="Line 272"/>
                <p:cNvSpPr>
                  <a:spLocks noChangeShapeType="1"/>
                </p:cNvSpPr>
                <p:nvPr/>
              </p:nvSpPr>
              <p:spPr bwMode="auto">
                <a:xfrm>
                  <a:off x="3130" y="3957"/>
                  <a:ext cx="205" cy="7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67" name="Line 273"/>
                <p:cNvSpPr>
                  <a:spLocks noChangeShapeType="1"/>
                </p:cNvSpPr>
                <p:nvPr/>
              </p:nvSpPr>
              <p:spPr bwMode="auto">
                <a:xfrm flipH="1">
                  <a:off x="3335" y="3957"/>
                  <a:ext cx="205" cy="7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68" name="Line 274"/>
                <p:cNvSpPr>
                  <a:spLocks noChangeShapeType="1"/>
                </p:cNvSpPr>
                <p:nvPr/>
              </p:nvSpPr>
              <p:spPr bwMode="auto">
                <a:xfrm>
                  <a:off x="3335" y="3303"/>
                  <a:ext cx="0" cy="72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69" name="Line 275"/>
                <p:cNvSpPr>
                  <a:spLocks noChangeShapeType="1"/>
                </p:cNvSpPr>
                <p:nvPr/>
              </p:nvSpPr>
              <p:spPr bwMode="auto">
                <a:xfrm flipV="1">
                  <a:off x="3130" y="3888"/>
                  <a:ext cx="205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70" name="Line 276"/>
                <p:cNvSpPr>
                  <a:spLocks noChangeShapeType="1"/>
                </p:cNvSpPr>
                <p:nvPr/>
              </p:nvSpPr>
              <p:spPr bwMode="auto">
                <a:xfrm flipH="1" flipV="1">
                  <a:off x="3335" y="3888"/>
                  <a:ext cx="205" cy="6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71" name="Line 277"/>
                <p:cNvSpPr>
                  <a:spLocks noChangeShapeType="1"/>
                </p:cNvSpPr>
                <p:nvPr/>
              </p:nvSpPr>
              <p:spPr bwMode="auto">
                <a:xfrm>
                  <a:off x="3217" y="3668"/>
                  <a:ext cx="118" cy="5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72" name="Line 278"/>
                <p:cNvSpPr>
                  <a:spLocks noChangeShapeType="1"/>
                </p:cNvSpPr>
                <p:nvPr/>
              </p:nvSpPr>
              <p:spPr bwMode="auto">
                <a:xfrm flipV="1">
                  <a:off x="3335" y="3668"/>
                  <a:ext cx="124" cy="5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73" name="Line 279"/>
                <p:cNvSpPr>
                  <a:spLocks noChangeShapeType="1"/>
                </p:cNvSpPr>
                <p:nvPr/>
              </p:nvSpPr>
              <p:spPr bwMode="auto">
                <a:xfrm>
                  <a:off x="3178" y="3766"/>
                  <a:ext cx="152" cy="7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74" name="Line 280"/>
                <p:cNvSpPr>
                  <a:spLocks noChangeShapeType="1"/>
                </p:cNvSpPr>
                <p:nvPr/>
              </p:nvSpPr>
              <p:spPr bwMode="auto">
                <a:xfrm flipV="1">
                  <a:off x="3335" y="3781"/>
                  <a:ext cx="153" cy="6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75" name="Line 281"/>
                <p:cNvSpPr>
                  <a:spLocks noChangeShapeType="1"/>
                </p:cNvSpPr>
                <p:nvPr/>
              </p:nvSpPr>
              <p:spPr bwMode="auto">
                <a:xfrm flipV="1">
                  <a:off x="3335" y="3567"/>
                  <a:ext cx="78" cy="2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76" name="Line 282"/>
                <p:cNvSpPr>
                  <a:spLocks noChangeShapeType="1"/>
                </p:cNvSpPr>
                <p:nvPr/>
              </p:nvSpPr>
              <p:spPr bwMode="auto">
                <a:xfrm flipV="1">
                  <a:off x="3335" y="3428"/>
                  <a:ext cx="49" cy="21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77" name="Line 283"/>
                <p:cNvSpPr>
                  <a:spLocks noChangeShapeType="1"/>
                </p:cNvSpPr>
                <p:nvPr/>
              </p:nvSpPr>
              <p:spPr bwMode="auto">
                <a:xfrm>
                  <a:off x="3247" y="3558"/>
                  <a:ext cx="95" cy="3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sp>
              <p:nvSpPr>
                <p:cNvPr id="778" name="Line 284"/>
                <p:cNvSpPr>
                  <a:spLocks noChangeShapeType="1"/>
                </p:cNvSpPr>
                <p:nvPr/>
              </p:nvSpPr>
              <p:spPr bwMode="auto">
                <a:xfrm>
                  <a:off x="3289" y="3422"/>
                  <a:ext cx="55" cy="3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  <p:pic>
            <p:nvPicPr>
              <p:cNvPr id="762" name="Picture 799" descr="cell_tower_radiation copy"/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2" y="2409"/>
                <a:ext cx="576" cy="46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63" name="Oval 800"/>
              <p:cNvSpPr>
                <a:spLocks noChangeArrowheads="1"/>
              </p:cNvSpPr>
              <p:nvPr/>
            </p:nvSpPr>
            <p:spPr bwMode="auto">
              <a:xfrm>
                <a:off x="986" y="2597"/>
                <a:ext cx="66" cy="69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</p:grpSp>
      <p:grpSp>
        <p:nvGrpSpPr>
          <p:cNvPr id="591" name="Group 950"/>
          <p:cNvGrpSpPr/>
          <p:nvPr/>
        </p:nvGrpSpPr>
        <p:grpSpPr bwMode="auto">
          <a:xfrm>
            <a:off x="8240713" y="5002213"/>
            <a:ext cx="227012" cy="481013"/>
            <a:chOff x="4140" y="429"/>
            <a:chExt cx="1425" cy="2396"/>
          </a:xfrm>
        </p:grpSpPr>
        <p:sp>
          <p:nvSpPr>
            <p:cNvPr id="727" name="Freeform 951"/>
            <p:cNvSpPr/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4 w 354"/>
                <a:gd name="T1" fmla="*/ 0 h 2742"/>
                <a:gd name="T2" fmla="*/ 19 w 354"/>
                <a:gd name="T3" fmla="*/ 32 h 2742"/>
                <a:gd name="T4" fmla="*/ 19 w 354"/>
                <a:gd name="T5" fmla="*/ 246 h 2742"/>
                <a:gd name="T6" fmla="*/ 0 w 354"/>
                <a:gd name="T7" fmla="*/ 258 h 2742"/>
                <a:gd name="T8" fmla="*/ 4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" name="Rectangle 952"/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729" name="Freeform 953"/>
            <p:cNvSpPr/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1 w 211"/>
                <a:gd name="T3" fmla="*/ 21 h 2537"/>
                <a:gd name="T4" fmla="*/ 2 w 211"/>
                <a:gd name="T5" fmla="*/ 23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30" name="Freeform 954"/>
            <p:cNvSpPr/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8 w 328"/>
                <a:gd name="T3" fmla="*/ 13 h 226"/>
                <a:gd name="T4" fmla="*/ 18 w 328"/>
                <a:gd name="T5" fmla="*/ 23 h 226"/>
                <a:gd name="T6" fmla="*/ 0 w 328"/>
                <a:gd name="T7" fmla="*/ 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31" name="Rectangle 955"/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en-US" dirty="0"/>
            </a:p>
          </p:txBody>
        </p:sp>
        <p:grpSp>
          <p:nvGrpSpPr>
            <p:cNvPr id="732" name="Group 956"/>
            <p:cNvGrpSpPr/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757" name="AutoShape 957"/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758" name="AutoShape 958"/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733" name="Rectangle 959"/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en-US" dirty="0"/>
            </a:p>
          </p:txBody>
        </p:sp>
        <p:grpSp>
          <p:nvGrpSpPr>
            <p:cNvPr id="734" name="Group 960"/>
            <p:cNvGrpSpPr/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755" name="AutoShape 961"/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756" name="AutoShape 962"/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735" name="Rectangle 963"/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736" name="Rectangle 964"/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en-US" dirty="0"/>
            </a:p>
          </p:txBody>
        </p:sp>
        <p:grpSp>
          <p:nvGrpSpPr>
            <p:cNvPr id="737" name="Group 965"/>
            <p:cNvGrpSpPr/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753" name="AutoShape 966"/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754" name="AutoShape 967"/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738" name="Freeform 968"/>
            <p:cNvSpPr/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8 w 328"/>
                <a:gd name="T3" fmla="*/ 12 h 226"/>
                <a:gd name="T4" fmla="*/ 18 w 328"/>
                <a:gd name="T5" fmla="*/ 21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739" name="Group 969"/>
            <p:cNvGrpSpPr/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751" name="AutoShape 970"/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752" name="AutoShape 971"/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740" name="Rectangle 972"/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741" name="Freeform 973"/>
            <p:cNvSpPr/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7 w 296"/>
                <a:gd name="T3" fmla="*/ 12 h 256"/>
                <a:gd name="T4" fmla="*/ 17 w 296"/>
                <a:gd name="T5" fmla="*/ 23 h 256"/>
                <a:gd name="T6" fmla="*/ 0 w 296"/>
                <a:gd name="T7" fmla="*/ 8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42" name="Freeform 974"/>
            <p:cNvSpPr/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8 w 304"/>
                <a:gd name="T3" fmla="*/ 16 h 288"/>
                <a:gd name="T4" fmla="*/ 16 w 304"/>
                <a:gd name="T5" fmla="*/ 28 h 288"/>
                <a:gd name="T6" fmla="*/ 2 w 304"/>
                <a:gd name="T7" fmla="*/ 1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43" name="Oval 975"/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744" name="Freeform 976"/>
            <p:cNvSpPr/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1 h 240"/>
                <a:gd name="T2" fmla="*/ 2 w 306"/>
                <a:gd name="T3" fmla="*/ 23 h 240"/>
                <a:gd name="T4" fmla="*/ 18 w 306"/>
                <a:gd name="T5" fmla="*/ 11 h 240"/>
                <a:gd name="T6" fmla="*/ 17 w 306"/>
                <a:gd name="T7" fmla="*/ 0 h 240"/>
                <a:gd name="T8" fmla="*/ 0 w 306"/>
                <a:gd name="T9" fmla="*/ 11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45" name="AutoShape 977"/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746" name="AutoShape 978"/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747" name="Oval 979"/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748" name="Oval 980"/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none" anchor="ctr"/>
            <a:lstStyle/>
            <a:p>
              <a:pPr algn="ctr" eaLnBrk="1" hangingPunct="1"/>
              <a:endParaRPr lang="en-US" sz="1800" dirty="0">
                <a:solidFill>
                  <a:srgbClr val="FF0000"/>
                </a:solidFill>
              </a:endParaRPr>
            </a:p>
          </p:txBody>
        </p:sp>
        <p:sp>
          <p:nvSpPr>
            <p:cNvPr id="749" name="Oval 981"/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750" name="Rectangle 982"/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en-US" dirty="0"/>
            </a:p>
          </p:txBody>
        </p:sp>
      </p:grpSp>
      <p:grpSp>
        <p:nvGrpSpPr>
          <p:cNvPr id="592" name="Group 983"/>
          <p:cNvGrpSpPr/>
          <p:nvPr/>
        </p:nvGrpSpPr>
        <p:grpSpPr bwMode="auto">
          <a:xfrm>
            <a:off x="7924800" y="5303838"/>
            <a:ext cx="227012" cy="481013"/>
            <a:chOff x="4140" y="429"/>
            <a:chExt cx="1425" cy="2396"/>
          </a:xfrm>
        </p:grpSpPr>
        <p:sp>
          <p:nvSpPr>
            <p:cNvPr id="695" name="Freeform 984"/>
            <p:cNvSpPr/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4 w 354"/>
                <a:gd name="T1" fmla="*/ 0 h 2742"/>
                <a:gd name="T2" fmla="*/ 19 w 354"/>
                <a:gd name="T3" fmla="*/ 32 h 2742"/>
                <a:gd name="T4" fmla="*/ 19 w 354"/>
                <a:gd name="T5" fmla="*/ 246 h 2742"/>
                <a:gd name="T6" fmla="*/ 0 w 354"/>
                <a:gd name="T7" fmla="*/ 258 h 2742"/>
                <a:gd name="T8" fmla="*/ 4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6" name="Rectangle 985"/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697" name="Freeform 986"/>
            <p:cNvSpPr/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1 w 211"/>
                <a:gd name="T3" fmla="*/ 21 h 2537"/>
                <a:gd name="T4" fmla="*/ 2 w 211"/>
                <a:gd name="T5" fmla="*/ 23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8" name="Freeform 987"/>
            <p:cNvSpPr/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8 w 328"/>
                <a:gd name="T3" fmla="*/ 13 h 226"/>
                <a:gd name="T4" fmla="*/ 18 w 328"/>
                <a:gd name="T5" fmla="*/ 23 h 226"/>
                <a:gd name="T6" fmla="*/ 0 w 328"/>
                <a:gd name="T7" fmla="*/ 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9" name="Rectangle 988"/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en-US" dirty="0"/>
            </a:p>
          </p:txBody>
        </p:sp>
        <p:grpSp>
          <p:nvGrpSpPr>
            <p:cNvPr id="700" name="Group 989"/>
            <p:cNvGrpSpPr/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725" name="AutoShape 990"/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726" name="AutoShape 991"/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701" name="Rectangle 992"/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en-US" dirty="0"/>
            </a:p>
          </p:txBody>
        </p:sp>
        <p:grpSp>
          <p:nvGrpSpPr>
            <p:cNvPr id="702" name="Group 993"/>
            <p:cNvGrpSpPr/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723" name="AutoShape 994"/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724" name="AutoShape 995"/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703" name="Rectangle 996"/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704" name="Rectangle 997"/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en-US" dirty="0"/>
            </a:p>
          </p:txBody>
        </p:sp>
        <p:grpSp>
          <p:nvGrpSpPr>
            <p:cNvPr id="705" name="Group 998"/>
            <p:cNvGrpSpPr/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721" name="AutoShape 999"/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722" name="AutoShape 1000"/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706" name="Freeform 1001"/>
            <p:cNvSpPr/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8 w 328"/>
                <a:gd name="T3" fmla="*/ 12 h 226"/>
                <a:gd name="T4" fmla="*/ 18 w 328"/>
                <a:gd name="T5" fmla="*/ 21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707" name="Group 1002"/>
            <p:cNvGrpSpPr/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719" name="AutoShape 1003"/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720" name="AutoShape 1004"/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708" name="Rectangle 1005"/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709" name="Freeform 1006"/>
            <p:cNvSpPr/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7 w 296"/>
                <a:gd name="T3" fmla="*/ 12 h 256"/>
                <a:gd name="T4" fmla="*/ 17 w 296"/>
                <a:gd name="T5" fmla="*/ 23 h 256"/>
                <a:gd name="T6" fmla="*/ 0 w 296"/>
                <a:gd name="T7" fmla="*/ 8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10" name="Freeform 1007"/>
            <p:cNvSpPr/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8 w 304"/>
                <a:gd name="T3" fmla="*/ 16 h 288"/>
                <a:gd name="T4" fmla="*/ 16 w 304"/>
                <a:gd name="T5" fmla="*/ 28 h 288"/>
                <a:gd name="T6" fmla="*/ 2 w 304"/>
                <a:gd name="T7" fmla="*/ 1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11" name="Oval 1008"/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712" name="Freeform 1009"/>
            <p:cNvSpPr/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1 h 240"/>
                <a:gd name="T2" fmla="*/ 2 w 306"/>
                <a:gd name="T3" fmla="*/ 23 h 240"/>
                <a:gd name="T4" fmla="*/ 18 w 306"/>
                <a:gd name="T5" fmla="*/ 11 h 240"/>
                <a:gd name="T6" fmla="*/ 17 w 306"/>
                <a:gd name="T7" fmla="*/ 0 h 240"/>
                <a:gd name="T8" fmla="*/ 0 w 306"/>
                <a:gd name="T9" fmla="*/ 11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13" name="AutoShape 1010"/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714" name="AutoShape 1011"/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715" name="Oval 1012"/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716" name="Oval 1013"/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none" anchor="ctr"/>
            <a:lstStyle/>
            <a:p>
              <a:pPr algn="ctr" eaLnBrk="1" hangingPunct="1"/>
              <a:endParaRPr lang="en-US" sz="1800" dirty="0">
                <a:solidFill>
                  <a:srgbClr val="FF0000"/>
                </a:solidFill>
              </a:endParaRPr>
            </a:p>
          </p:txBody>
        </p:sp>
        <p:sp>
          <p:nvSpPr>
            <p:cNvPr id="717" name="Oval 1014"/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718" name="Rectangle 1015"/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en-US" dirty="0"/>
            </a:p>
          </p:txBody>
        </p:sp>
      </p:grpSp>
      <p:pic>
        <p:nvPicPr>
          <p:cNvPr id="593" name="Picture 1017" descr="antenna_stylized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2250" y="2043113"/>
            <a:ext cx="530702" cy="224394"/>
          </a:xfrm>
          <a:prstGeom prst="rect">
            <a:avLst/>
          </a:prstGeom>
          <a:noFill/>
          <a:ln>
            <a:noFill/>
          </a:ln>
        </p:spPr>
      </p:pic>
      <p:pic>
        <p:nvPicPr>
          <p:cNvPr id="594" name="Picture 1018" descr="laptop_keyboard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9064" flipH="1">
            <a:off x="5327957" y="2291590"/>
            <a:ext cx="437221" cy="159511"/>
          </a:xfrm>
          <a:prstGeom prst="rect">
            <a:avLst/>
          </a:prstGeom>
          <a:noFill/>
          <a:ln>
            <a:noFill/>
          </a:ln>
        </p:spPr>
      </p:pic>
      <p:sp>
        <p:nvSpPr>
          <p:cNvPr id="595" name="Freeform 1019"/>
          <p:cNvSpPr/>
          <p:nvPr/>
        </p:nvSpPr>
        <p:spPr bwMode="auto">
          <a:xfrm>
            <a:off x="5472854" y="2136804"/>
            <a:ext cx="351919" cy="208167"/>
          </a:xfrm>
          <a:custGeom>
            <a:avLst/>
            <a:gdLst>
              <a:gd name="T0" fmla="*/ 6573757 w 2982"/>
              <a:gd name="T1" fmla="*/ 0 h 2442"/>
              <a:gd name="T2" fmla="*/ 0 w 2982"/>
              <a:gd name="T3" fmla="*/ 2477886 h 2442"/>
              <a:gd name="T4" fmla="*/ 26294911 w 2982"/>
              <a:gd name="T5" fmla="*/ 3095568 h 2442"/>
              <a:gd name="T6" fmla="*/ 32868668 w 2982"/>
              <a:gd name="T7" fmla="*/ 617681 h 2442"/>
              <a:gd name="T8" fmla="*/ 6573757 w 2982"/>
              <a:gd name="T9" fmla="*/ 0 h 24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982"/>
              <a:gd name="T16" fmla="*/ 0 h 2442"/>
              <a:gd name="T17" fmla="*/ 2982 w 2982"/>
              <a:gd name="T18" fmla="*/ 2442 h 24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982" h="244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tx1"/>
          </a:solidFill>
          <a:ln w="9525">
            <a:solidFill>
              <a:schemeClr val="tx1"/>
            </a:solidFill>
            <a:round/>
          </a:ln>
        </p:spPr>
        <p:txBody>
          <a:bodyPr/>
          <a:lstStyle/>
          <a:p>
            <a:endParaRPr lang="en-US" dirty="0"/>
          </a:p>
        </p:txBody>
      </p:sp>
      <p:pic>
        <p:nvPicPr>
          <p:cNvPr id="596" name="Picture 1020" descr="screen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0187" y="2142158"/>
            <a:ext cx="319785" cy="189429"/>
          </a:xfrm>
          <a:prstGeom prst="rect">
            <a:avLst/>
          </a:prstGeom>
          <a:noFill/>
          <a:ln>
            <a:noFill/>
          </a:ln>
        </p:spPr>
      </p:pic>
      <p:sp>
        <p:nvSpPr>
          <p:cNvPr id="597" name="Freeform 1021"/>
          <p:cNvSpPr/>
          <p:nvPr/>
        </p:nvSpPr>
        <p:spPr bwMode="auto">
          <a:xfrm>
            <a:off x="5536928" y="2130663"/>
            <a:ext cx="298167" cy="38736"/>
          </a:xfrm>
          <a:custGeom>
            <a:avLst/>
            <a:gdLst>
              <a:gd name="T0" fmla="*/ 1641570 w 2528"/>
              <a:gd name="T1" fmla="*/ 0 h 455"/>
              <a:gd name="T2" fmla="*/ 27891942 w 2528"/>
              <a:gd name="T3" fmla="*/ 616030 h 455"/>
              <a:gd name="T4" fmla="*/ 26250491 w 2528"/>
              <a:gd name="T5" fmla="*/ 616030 h 455"/>
              <a:gd name="T6" fmla="*/ 0 w 2528"/>
              <a:gd name="T7" fmla="*/ 616030 h 455"/>
              <a:gd name="T8" fmla="*/ 1641570 w 2528"/>
              <a:gd name="T9" fmla="*/ 0 h 4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528"/>
              <a:gd name="T16" fmla="*/ 0 h 455"/>
              <a:gd name="T17" fmla="*/ 2528 w 2528"/>
              <a:gd name="T18" fmla="*/ 455 h 4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528" h="455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 rotWithShape="1">
            <a:gsLst>
              <a:gs pos="0">
                <a:srgbClr val="000099"/>
              </a:gs>
              <a:gs pos="100000">
                <a:srgbClr val="EAEAEA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98" name="Freeform 1022"/>
          <p:cNvSpPr/>
          <p:nvPr/>
        </p:nvSpPr>
        <p:spPr bwMode="auto">
          <a:xfrm>
            <a:off x="5469738" y="2130348"/>
            <a:ext cx="82770" cy="161243"/>
          </a:xfrm>
          <a:custGeom>
            <a:avLst/>
            <a:gdLst>
              <a:gd name="T0" fmla="*/ 6561704 w 702"/>
              <a:gd name="T1" fmla="*/ 0 h 1893"/>
              <a:gd name="T2" fmla="*/ 0 w 702"/>
              <a:gd name="T3" fmla="*/ 2474096 h 1893"/>
              <a:gd name="T4" fmla="*/ 1640426 w 702"/>
              <a:gd name="T5" fmla="*/ 2474096 h 1893"/>
              <a:gd name="T6" fmla="*/ 8202130 w 702"/>
              <a:gd name="T7" fmla="*/ 616693 h 1893"/>
              <a:gd name="T8" fmla="*/ 6561704 w 702"/>
              <a:gd name="T9" fmla="*/ 0 h 18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02"/>
              <a:gd name="T16" fmla="*/ 0 h 1893"/>
              <a:gd name="T17" fmla="*/ 702 w 702"/>
              <a:gd name="T18" fmla="*/ 1893 h 189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02" h="1893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99" name="Freeform 1023"/>
          <p:cNvSpPr/>
          <p:nvPr/>
        </p:nvSpPr>
        <p:spPr bwMode="auto">
          <a:xfrm>
            <a:off x="5743755" y="2159164"/>
            <a:ext cx="89197" cy="186122"/>
          </a:xfrm>
          <a:custGeom>
            <a:avLst/>
            <a:gdLst>
              <a:gd name="T0" fmla="*/ 8213085 w 756"/>
              <a:gd name="T1" fmla="*/ 0 h 2184"/>
              <a:gd name="T2" fmla="*/ 1642593 w 756"/>
              <a:gd name="T3" fmla="*/ 3093852 h 2184"/>
              <a:gd name="T4" fmla="*/ 0 w 756"/>
              <a:gd name="T5" fmla="*/ 3093852 h 2184"/>
              <a:gd name="T6" fmla="*/ 6570492 w 756"/>
              <a:gd name="T7" fmla="*/ 617339 h 2184"/>
              <a:gd name="T8" fmla="*/ 8213085 w 756"/>
              <a:gd name="T9" fmla="*/ 0 h 21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56"/>
              <a:gd name="T16" fmla="*/ 0 h 2184"/>
              <a:gd name="T17" fmla="*/ 756 w 756"/>
              <a:gd name="T18" fmla="*/ 2184 h 218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56" h="2184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 rotWithShape="1">
            <a:gsLst>
              <a:gs pos="0">
                <a:srgbClr val="DDDDDD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600" name="Freeform 1024"/>
          <p:cNvSpPr/>
          <p:nvPr/>
        </p:nvSpPr>
        <p:spPr bwMode="auto">
          <a:xfrm>
            <a:off x="5468764" y="2283402"/>
            <a:ext cx="327185" cy="62828"/>
          </a:xfrm>
          <a:custGeom>
            <a:avLst/>
            <a:gdLst>
              <a:gd name="T0" fmla="*/ 1642768 w 2773"/>
              <a:gd name="T1" fmla="*/ 0 h 738"/>
              <a:gd name="T2" fmla="*/ 0 w 2773"/>
              <a:gd name="T3" fmla="*/ 616021 h 738"/>
              <a:gd name="T4" fmla="*/ 26283822 w 2773"/>
              <a:gd name="T5" fmla="*/ 1232127 h 738"/>
              <a:gd name="T6" fmla="*/ 26283822 w 2773"/>
              <a:gd name="T7" fmla="*/ 616021 h 738"/>
              <a:gd name="T8" fmla="*/ 1642768 w 2773"/>
              <a:gd name="T9" fmla="*/ 0 h 73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773"/>
              <a:gd name="T16" fmla="*/ 0 h 738"/>
              <a:gd name="T17" fmla="*/ 2773 w 2773"/>
              <a:gd name="T18" fmla="*/ 738 h 73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773" h="738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 rotWithShape="1">
            <a:gsLst>
              <a:gs pos="0">
                <a:srgbClr val="0000CC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601" name="Freeform 1025"/>
          <p:cNvSpPr/>
          <p:nvPr/>
        </p:nvSpPr>
        <p:spPr bwMode="auto">
          <a:xfrm>
            <a:off x="5753688" y="2160738"/>
            <a:ext cx="83549" cy="186909"/>
          </a:xfrm>
          <a:custGeom>
            <a:avLst/>
            <a:gdLst>
              <a:gd name="T0" fmla="*/ 27077483 w 637"/>
              <a:gd name="T1" fmla="*/ 0 h 1659"/>
              <a:gd name="T2" fmla="*/ 27077483 w 637"/>
              <a:gd name="T3" fmla="*/ 0 h 1659"/>
              <a:gd name="T4" fmla="*/ 2253593 w 637"/>
              <a:gd name="T5" fmla="*/ 84370993 h 1659"/>
              <a:gd name="T6" fmla="*/ 0 w 637"/>
              <a:gd name="T7" fmla="*/ 81515082 h 1659"/>
              <a:gd name="T8" fmla="*/ 27077483 w 637"/>
              <a:gd name="T9" fmla="*/ 0 h 16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37"/>
              <a:gd name="T16" fmla="*/ 0 h 1659"/>
              <a:gd name="T17" fmla="*/ 637 w 637"/>
              <a:gd name="T18" fmla="*/ 1659 h 165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37" h="1659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602" name="Freeform 1026"/>
          <p:cNvSpPr/>
          <p:nvPr/>
        </p:nvSpPr>
        <p:spPr bwMode="auto">
          <a:xfrm>
            <a:off x="5469153" y="2291748"/>
            <a:ext cx="290961" cy="62041"/>
          </a:xfrm>
          <a:custGeom>
            <a:avLst/>
            <a:gdLst>
              <a:gd name="T0" fmla="*/ 0 w 2216"/>
              <a:gd name="T1" fmla="*/ 0 h 550"/>
              <a:gd name="T2" fmla="*/ 2258362 w 2216"/>
              <a:gd name="T3" fmla="*/ 2875657 h 550"/>
              <a:gd name="T4" fmla="*/ 95077021 w 2216"/>
              <a:gd name="T5" fmla="*/ 28705919 h 550"/>
              <a:gd name="T6" fmla="*/ 95077021 w 2216"/>
              <a:gd name="T7" fmla="*/ 24405125 h 550"/>
              <a:gd name="T8" fmla="*/ 0 w 2216"/>
              <a:gd name="T9" fmla="*/ 0 h 55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216"/>
              <a:gd name="T16" fmla="*/ 0 h 550"/>
              <a:gd name="T17" fmla="*/ 2216 w 2216"/>
              <a:gd name="T18" fmla="*/ 550 h 55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216" h="550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0">
                <a:srgbClr val="000099"/>
              </a:gs>
              <a:gs pos="100000">
                <a:srgbClr val="808080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603" name="Group 1027"/>
          <p:cNvGrpSpPr/>
          <p:nvPr/>
        </p:nvGrpSpPr>
        <p:grpSpPr bwMode="auto">
          <a:xfrm>
            <a:off x="5464285" y="2358040"/>
            <a:ext cx="98740" cy="36846"/>
            <a:chOff x="1740" y="2642"/>
            <a:chExt cx="752" cy="327"/>
          </a:xfrm>
        </p:grpSpPr>
        <p:sp>
          <p:nvSpPr>
            <p:cNvPr id="689" name="Freeform 1028"/>
            <p:cNvSpPr/>
            <p:nvPr/>
          </p:nvSpPr>
          <p:spPr bwMode="auto">
            <a:xfrm>
              <a:off x="1740" y="2642"/>
              <a:ext cx="752" cy="327"/>
            </a:xfrm>
            <a:custGeom>
              <a:avLst/>
              <a:gdLst>
                <a:gd name="T0" fmla="*/ 293 w 752"/>
                <a:gd name="T1" fmla="*/ 0 h 327"/>
                <a:gd name="T2" fmla="*/ 752 w 752"/>
                <a:gd name="T3" fmla="*/ 124 h 327"/>
                <a:gd name="T4" fmla="*/ 470 w 752"/>
                <a:gd name="T5" fmla="*/ 327 h 327"/>
                <a:gd name="T6" fmla="*/ 0 w 752"/>
                <a:gd name="T7" fmla="*/ 183 h 327"/>
                <a:gd name="T8" fmla="*/ 293 w 752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2"/>
                <a:gd name="T16" fmla="*/ 0 h 327"/>
                <a:gd name="T17" fmla="*/ 752 w 752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2" h="327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0" name="Freeform 1029"/>
            <p:cNvSpPr/>
            <p:nvPr/>
          </p:nvSpPr>
          <p:spPr bwMode="auto">
            <a:xfrm>
              <a:off x="1754" y="2649"/>
              <a:ext cx="726" cy="311"/>
            </a:xfrm>
            <a:custGeom>
              <a:avLst/>
              <a:gdLst>
                <a:gd name="T0" fmla="*/ 282 w 726"/>
                <a:gd name="T1" fmla="*/ 0 h 311"/>
                <a:gd name="T2" fmla="*/ 726 w 726"/>
                <a:gd name="T3" fmla="*/ 119 h 311"/>
                <a:gd name="T4" fmla="*/ 457 w 726"/>
                <a:gd name="T5" fmla="*/ 311 h 311"/>
                <a:gd name="T6" fmla="*/ 0 w 726"/>
                <a:gd name="T7" fmla="*/ 173 h 311"/>
                <a:gd name="T8" fmla="*/ 282 w 726"/>
                <a:gd name="T9" fmla="*/ 0 h 3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26"/>
                <a:gd name="T16" fmla="*/ 0 h 311"/>
                <a:gd name="T17" fmla="*/ 726 w 726"/>
                <a:gd name="T18" fmla="*/ 311 h 31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26" h="311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 rotWithShape="1"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1"/>
            </a:gradFill>
            <a:ln>
              <a:noFill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1" name="Freeform 1030"/>
            <p:cNvSpPr/>
            <p:nvPr/>
          </p:nvSpPr>
          <p:spPr bwMode="auto">
            <a:xfrm>
              <a:off x="1808" y="2770"/>
              <a:ext cx="258" cy="100"/>
            </a:xfrm>
            <a:custGeom>
              <a:avLst/>
              <a:gdLst>
                <a:gd name="T0" fmla="*/ 0 w 258"/>
                <a:gd name="T1" fmla="*/ 44 h 100"/>
                <a:gd name="T2" fmla="*/ 75 w 258"/>
                <a:gd name="T3" fmla="*/ 0 h 100"/>
                <a:gd name="T4" fmla="*/ 258 w 258"/>
                <a:gd name="T5" fmla="*/ 50 h 100"/>
                <a:gd name="T6" fmla="*/ 183 w 258"/>
                <a:gd name="T7" fmla="*/ 100 h 100"/>
                <a:gd name="T8" fmla="*/ 0 w 258"/>
                <a:gd name="T9" fmla="*/ 44 h 1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8"/>
                <a:gd name="T16" fmla="*/ 0 h 100"/>
                <a:gd name="T17" fmla="*/ 258 w 258"/>
                <a:gd name="T18" fmla="*/ 100 h 1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8" h="100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2" name="Freeform 1031"/>
            <p:cNvSpPr/>
            <p:nvPr/>
          </p:nvSpPr>
          <p:spPr bwMode="auto">
            <a:xfrm>
              <a:off x="1799" y="2816"/>
              <a:ext cx="194" cy="63"/>
            </a:xfrm>
            <a:custGeom>
              <a:avLst/>
              <a:gdLst>
                <a:gd name="T0" fmla="*/ 12 w 194"/>
                <a:gd name="T1" fmla="*/ 0 h 63"/>
                <a:gd name="T2" fmla="*/ 194 w 194"/>
                <a:gd name="T3" fmla="*/ 53 h 63"/>
                <a:gd name="T4" fmla="*/ 180 w 194"/>
                <a:gd name="T5" fmla="*/ 63 h 63"/>
                <a:gd name="T6" fmla="*/ 0 w 194"/>
                <a:gd name="T7" fmla="*/ 9 h 63"/>
                <a:gd name="T8" fmla="*/ 12 w 194"/>
                <a:gd name="T9" fmla="*/ 0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"/>
                <a:gd name="T16" fmla="*/ 0 h 63"/>
                <a:gd name="T17" fmla="*/ 194 w 19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" h="63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3" name="Freeform 1032"/>
            <p:cNvSpPr/>
            <p:nvPr/>
          </p:nvSpPr>
          <p:spPr bwMode="auto">
            <a:xfrm>
              <a:off x="2020" y="2834"/>
              <a:ext cx="258" cy="102"/>
            </a:xfrm>
            <a:custGeom>
              <a:avLst/>
              <a:gdLst>
                <a:gd name="T0" fmla="*/ 0 w 258"/>
                <a:gd name="T1" fmla="*/ 46 h 102"/>
                <a:gd name="T2" fmla="*/ 71 w 258"/>
                <a:gd name="T3" fmla="*/ 0 h 102"/>
                <a:gd name="T4" fmla="*/ 258 w 258"/>
                <a:gd name="T5" fmla="*/ 52 h 102"/>
                <a:gd name="T6" fmla="*/ 183 w 258"/>
                <a:gd name="T7" fmla="*/ 102 h 102"/>
                <a:gd name="T8" fmla="*/ 0 w 258"/>
                <a:gd name="T9" fmla="*/ 46 h 10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8"/>
                <a:gd name="T16" fmla="*/ 0 h 102"/>
                <a:gd name="T17" fmla="*/ 258 w 258"/>
                <a:gd name="T18" fmla="*/ 102 h 10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8" h="102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4" name="Freeform 1033"/>
            <p:cNvSpPr/>
            <p:nvPr/>
          </p:nvSpPr>
          <p:spPr bwMode="auto">
            <a:xfrm>
              <a:off x="2011" y="2882"/>
              <a:ext cx="194" cy="63"/>
            </a:xfrm>
            <a:custGeom>
              <a:avLst/>
              <a:gdLst>
                <a:gd name="T0" fmla="*/ 12 w 194"/>
                <a:gd name="T1" fmla="*/ 0 h 63"/>
                <a:gd name="T2" fmla="*/ 194 w 194"/>
                <a:gd name="T3" fmla="*/ 53 h 63"/>
                <a:gd name="T4" fmla="*/ 180 w 194"/>
                <a:gd name="T5" fmla="*/ 63 h 63"/>
                <a:gd name="T6" fmla="*/ 0 w 194"/>
                <a:gd name="T7" fmla="*/ 9 h 63"/>
                <a:gd name="T8" fmla="*/ 12 w 194"/>
                <a:gd name="T9" fmla="*/ 0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"/>
                <a:gd name="T16" fmla="*/ 0 h 63"/>
                <a:gd name="T17" fmla="*/ 194 w 19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" h="63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604" name="Freeform 1034"/>
          <p:cNvSpPr/>
          <p:nvPr/>
        </p:nvSpPr>
        <p:spPr bwMode="auto">
          <a:xfrm>
            <a:off x="5633330" y="2363551"/>
            <a:ext cx="119578" cy="80936"/>
          </a:xfrm>
          <a:custGeom>
            <a:avLst/>
            <a:gdLst>
              <a:gd name="T0" fmla="*/ 1765285 w 990"/>
              <a:gd name="T1" fmla="*/ 10672924 h 792"/>
              <a:gd name="T2" fmla="*/ 15858459 w 990"/>
              <a:gd name="T3" fmla="*/ 0 h 792"/>
              <a:gd name="T4" fmla="*/ 15858459 w 990"/>
              <a:gd name="T5" fmla="*/ 1065249 h 792"/>
              <a:gd name="T6" fmla="*/ 0 w 990"/>
              <a:gd name="T7" fmla="*/ 10672924 h 792"/>
              <a:gd name="T8" fmla="*/ 1765285 w 990"/>
              <a:gd name="T9" fmla="*/ 10672924 h 79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90"/>
              <a:gd name="T16" fmla="*/ 0 h 792"/>
              <a:gd name="T17" fmla="*/ 990 w 990"/>
              <a:gd name="T18" fmla="*/ 792 h 79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90" h="792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605" name="Freeform 1035"/>
          <p:cNvSpPr/>
          <p:nvPr/>
        </p:nvSpPr>
        <p:spPr bwMode="auto">
          <a:xfrm>
            <a:off x="5328152" y="2370007"/>
            <a:ext cx="305957" cy="73850"/>
          </a:xfrm>
          <a:custGeom>
            <a:avLst/>
            <a:gdLst>
              <a:gd name="T0" fmla="*/ 1766745 w 2532"/>
              <a:gd name="T1" fmla="*/ 0 h 723"/>
              <a:gd name="T2" fmla="*/ 1766745 w 2532"/>
              <a:gd name="T3" fmla="*/ 0 h 723"/>
              <a:gd name="T4" fmla="*/ 38810380 w 2532"/>
              <a:gd name="T5" fmla="*/ 9588243 h 723"/>
              <a:gd name="T6" fmla="*/ 38810380 w 2532"/>
              <a:gd name="T7" fmla="*/ 10652479 h 723"/>
              <a:gd name="T8" fmla="*/ 0 w 2532"/>
              <a:gd name="T9" fmla="*/ 1064237 h 723"/>
              <a:gd name="T10" fmla="*/ 1766745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606" name="Freeform 1036"/>
          <p:cNvSpPr/>
          <p:nvPr/>
        </p:nvSpPr>
        <p:spPr bwMode="auto">
          <a:xfrm>
            <a:off x="5328347" y="2356465"/>
            <a:ext cx="3311" cy="14959"/>
          </a:xfrm>
          <a:custGeom>
            <a:avLst/>
            <a:gdLst>
              <a:gd name="T0" fmla="*/ 2059569 w 26"/>
              <a:gd name="T1" fmla="*/ 1056289 h 147"/>
              <a:gd name="T2" fmla="*/ 2059569 w 26"/>
              <a:gd name="T3" fmla="*/ 2112475 h 147"/>
              <a:gd name="T4" fmla="*/ 0 w 26"/>
              <a:gd name="T5" fmla="*/ 2112475 h 147"/>
              <a:gd name="T6" fmla="*/ 2059569 w 26"/>
              <a:gd name="T7" fmla="*/ 0 h 147"/>
              <a:gd name="T8" fmla="*/ 2059569 w 26"/>
              <a:gd name="T9" fmla="*/ 1056289 h 14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6"/>
              <a:gd name="T16" fmla="*/ 0 h 147"/>
              <a:gd name="T17" fmla="*/ 26 w 26"/>
              <a:gd name="T18" fmla="*/ 147 h 14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6" h="147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607" name="Freeform 1037"/>
          <p:cNvSpPr/>
          <p:nvPr/>
        </p:nvSpPr>
        <p:spPr bwMode="auto">
          <a:xfrm>
            <a:off x="5328542" y="2295527"/>
            <a:ext cx="142170" cy="61883"/>
          </a:xfrm>
          <a:custGeom>
            <a:avLst/>
            <a:gdLst>
              <a:gd name="T0" fmla="*/ 17669579 w 1176"/>
              <a:gd name="T1" fmla="*/ 0 h 606"/>
              <a:gd name="T2" fmla="*/ 0 w 1176"/>
              <a:gd name="T3" fmla="*/ 8519635 h 606"/>
              <a:gd name="T4" fmla="*/ 1768421 w 1176"/>
              <a:gd name="T5" fmla="*/ 8519635 h 606"/>
              <a:gd name="T6" fmla="*/ 17669579 w 1176"/>
              <a:gd name="T7" fmla="*/ 1063652 h 606"/>
              <a:gd name="T8" fmla="*/ 17669579 w 1176"/>
              <a:gd name="T9" fmla="*/ 0 h 6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76"/>
              <a:gd name="T16" fmla="*/ 0 h 606"/>
              <a:gd name="T17" fmla="*/ 1176 w 1176"/>
              <a:gd name="T18" fmla="*/ 606 h 60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76" h="60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608" name="Freeform 1038"/>
          <p:cNvSpPr/>
          <p:nvPr/>
        </p:nvSpPr>
        <p:spPr bwMode="auto">
          <a:xfrm>
            <a:off x="5338085" y="2359615"/>
            <a:ext cx="290182" cy="71016"/>
          </a:xfrm>
          <a:custGeom>
            <a:avLst/>
            <a:gdLst>
              <a:gd name="T0" fmla="*/ 1510505 w 2532"/>
              <a:gd name="T1" fmla="*/ 0 h 723"/>
              <a:gd name="T2" fmla="*/ 1510505 w 2532"/>
              <a:gd name="T3" fmla="*/ 0 h 723"/>
              <a:gd name="T4" fmla="*/ 18059933 w 2532"/>
              <a:gd name="T5" fmla="*/ 5682655 h 723"/>
              <a:gd name="T6" fmla="*/ 18059933 w 2532"/>
              <a:gd name="T7" fmla="*/ 5682655 h 723"/>
              <a:gd name="T8" fmla="*/ 0 w 2532"/>
              <a:gd name="T9" fmla="*/ 945505 h 723"/>
              <a:gd name="T10" fmla="*/ 1510505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609" name="Freeform 1039"/>
          <p:cNvSpPr/>
          <p:nvPr/>
        </p:nvSpPr>
        <p:spPr bwMode="auto">
          <a:xfrm flipV="1">
            <a:off x="5627877" y="2354576"/>
            <a:ext cx="118410" cy="73535"/>
          </a:xfrm>
          <a:custGeom>
            <a:avLst/>
            <a:gdLst>
              <a:gd name="T0" fmla="*/ 0 w 2532"/>
              <a:gd name="T1" fmla="*/ 0 h 723"/>
              <a:gd name="T2" fmla="*/ 0 w 2532"/>
              <a:gd name="T3" fmla="*/ 0 h 723"/>
              <a:gd name="T4" fmla="*/ 0 w 2532"/>
              <a:gd name="T5" fmla="*/ 9465267 h 723"/>
              <a:gd name="T6" fmla="*/ 0 w 2532"/>
              <a:gd name="T7" fmla="*/ 9465267 h 723"/>
              <a:gd name="T8" fmla="*/ 0 w 2532"/>
              <a:gd name="T9" fmla="*/ 1055120 h 723"/>
              <a:gd name="T10" fmla="*/ 0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610" name="Group 1064"/>
          <p:cNvGrpSpPr/>
          <p:nvPr/>
        </p:nvGrpSpPr>
        <p:grpSpPr bwMode="auto">
          <a:xfrm>
            <a:off x="6872288" y="5486400"/>
            <a:ext cx="474662" cy="407988"/>
            <a:chOff x="877" y="1008"/>
            <a:chExt cx="2747" cy="2591"/>
          </a:xfrm>
        </p:grpSpPr>
        <p:pic>
          <p:nvPicPr>
            <p:cNvPr id="666" name="Picture 1065" descr="antenna_stylized"/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67" name="Picture 1066" descr="laptop_keyboard"/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8" name="Freeform 1067"/>
            <p:cNvSpPr/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4 w 2982"/>
                <a:gd name="T5" fmla="*/ 1 h 2442"/>
                <a:gd name="T6" fmla="*/ 4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 dirty="0"/>
            </a:p>
          </p:txBody>
        </p:sp>
        <p:pic>
          <p:nvPicPr>
            <p:cNvPr id="669" name="Picture 1068" descr="screen"/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70" name="Freeform 1069"/>
            <p:cNvSpPr/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4 w 2528"/>
                <a:gd name="T3" fmla="*/ 1 h 455"/>
                <a:gd name="T4" fmla="*/ 4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71" name="Freeform 1070"/>
            <p:cNvSpPr/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1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72" name="Freeform 1071"/>
            <p:cNvSpPr/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1 w 756"/>
                <a:gd name="T1" fmla="*/ 0 h 2184"/>
                <a:gd name="T2" fmla="*/ 1 w 756"/>
                <a:gd name="T3" fmla="*/ 1 h 2184"/>
                <a:gd name="T4" fmla="*/ 0 w 756"/>
                <a:gd name="T5" fmla="*/ 1 h 2184"/>
                <a:gd name="T6" fmla="*/ 1 w 756"/>
                <a:gd name="T7" fmla="*/ 1 h 2184"/>
                <a:gd name="T8" fmla="*/ 1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73" name="Freeform 1072"/>
            <p:cNvSpPr/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4 w 2773"/>
                <a:gd name="T5" fmla="*/ 1 h 738"/>
                <a:gd name="T6" fmla="*/ 4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74" name="Freeform 1073"/>
            <p:cNvSpPr/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3 w 637"/>
                <a:gd name="T1" fmla="*/ 0 h 1659"/>
                <a:gd name="T2" fmla="*/ 3 w 637"/>
                <a:gd name="T3" fmla="*/ 0 h 1659"/>
                <a:gd name="T4" fmla="*/ 1 w 637"/>
                <a:gd name="T5" fmla="*/ 21 h 1659"/>
                <a:gd name="T6" fmla="*/ 0 w 637"/>
                <a:gd name="T7" fmla="*/ 21 h 1659"/>
                <a:gd name="T8" fmla="*/ 3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75" name="Freeform 1074"/>
            <p:cNvSpPr/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13 w 2216"/>
                <a:gd name="T5" fmla="*/ 7 h 550"/>
                <a:gd name="T6" fmla="*/ 13 w 2216"/>
                <a:gd name="T7" fmla="*/ 6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676" name="Group 1075"/>
            <p:cNvGrpSpPr/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683" name="Freeform 1076"/>
              <p:cNvSpPr/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84" name="Freeform 1077"/>
              <p:cNvSpPr/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85" name="Freeform 1078"/>
              <p:cNvSpPr/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86" name="Freeform 1079"/>
              <p:cNvSpPr/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87" name="Freeform 1080"/>
              <p:cNvSpPr/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88" name="Freeform 1081"/>
              <p:cNvSpPr/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677" name="Freeform 1082"/>
            <p:cNvSpPr/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3 h 792"/>
                <a:gd name="T2" fmla="*/ 2 w 990"/>
                <a:gd name="T3" fmla="*/ 0 h 792"/>
                <a:gd name="T4" fmla="*/ 2 w 990"/>
                <a:gd name="T5" fmla="*/ 1 h 792"/>
                <a:gd name="T6" fmla="*/ 0 w 990"/>
                <a:gd name="T7" fmla="*/ 3 h 792"/>
                <a:gd name="T8" fmla="*/ 1 w 990"/>
                <a:gd name="T9" fmla="*/ 3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78" name="Freeform 1083"/>
            <p:cNvSpPr/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6 w 2532"/>
                <a:gd name="T5" fmla="*/ 3 h 723"/>
                <a:gd name="T6" fmla="*/ 6 w 2532"/>
                <a:gd name="T7" fmla="*/ 3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79" name="Freeform 1084"/>
            <p:cNvSpPr/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0" name="Freeform 1085"/>
            <p:cNvSpPr/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2 w 1176"/>
                <a:gd name="T1" fmla="*/ 0 h 606"/>
                <a:gd name="T2" fmla="*/ 0 w 1176"/>
                <a:gd name="T3" fmla="*/ 2 h 606"/>
                <a:gd name="T4" fmla="*/ 1 w 1176"/>
                <a:gd name="T5" fmla="*/ 2 h 606"/>
                <a:gd name="T6" fmla="*/ 2 w 1176"/>
                <a:gd name="T7" fmla="*/ 1 h 606"/>
                <a:gd name="T8" fmla="*/ 2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1" name="Freeform 1086"/>
            <p:cNvSpPr/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2 w 2532"/>
                <a:gd name="T5" fmla="*/ 1 h 723"/>
                <a:gd name="T6" fmla="*/ 2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2" name="Freeform 1087"/>
            <p:cNvSpPr/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3 h 723"/>
                <a:gd name="T6" fmla="*/ 0 w 2532"/>
                <a:gd name="T7" fmla="*/ 3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/>
            <a:lstStyle/>
            <a:p>
              <a:endParaRPr lang="en-US" dirty="0"/>
            </a:p>
          </p:txBody>
        </p:sp>
      </p:grpSp>
      <p:pic>
        <p:nvPicPr>
          <p:cNvPr id="611" name="Picture 1115" descr="antenna_stylized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7021" y="3105640"/>
            <a:ext cx="347997" cy="167557"/>
          </a:xfrm>
          <a:prstGeom prst="rect">
            <a:avLst/>
          </a:prstGeom>
          <a:noFill/>
          <a:ln>
            <a:noFill/>
          </a:ln>
        </p:spPr>
      </p:pic>
      <p:pic>
        <p:nvPicPr>
          <p:cNvPr id="612" name="Picture 1116" descr="laptop_keyboard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9064" flipH="1">
            <a:off x="5513878" y="3291709"/>
            <a:ext cx="286699" cy="119448"/>
          </a:xfrm>
          <a:prstGeom prst="rect">
            <a:avLst/>
          </a:prstGeom>
          <a:noFill/>
          <a:ln>
            <a:noFill/>
          </a:ln>
        </p:spPr>
      </p:pic>
      <p:sp>
        <p:nvSpPr>
          <p:cNvPr id="613" name="Freeform 1117"/>
          <p:cNvSpPr/>
          <p:nvPr/>
        </p:nvSpPr>
        <p:spPr bwMode="auto">
          <a:xfrm>
            <a:off x="5608891" y="3175799"/>
            <a:ext cx="230764" cy="155883"/>
          </a:xfrm>
          <a:custGeom>
            <a:avLst/>
            <a:gdLst>
              <a:gd name="T0" fmla="*/ 1856482 w 2982"/>
              <a:gd name="T1" fmla="*/ 0 h 2442"/>
              <a:gd name="T2" fmla="*/ 0 w 2982"/>
              <a:gd name="T3" fmla="*/ 1039092 h 2442"/>
              <a:gd name="T4" fmla="*/ 7413777 w 2982"/>
              <a:gd name="T5" fmla="*/ 1299855 h 2442"/>
              <a:gd name="T6" fmla="*/ 9270259 w 2982"/>
              <a:gd name="T7" fmla="*/ 260763 h 2442"/>
              <a:gd name="T8" fmla="*/ 1856482 w 2982"/>
              <a:gd name="T9" fmla="*/ 0 h 24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982"/>
              <a:gd name="T16" fmla="*/ 0 h 2442"/>
              <a:gd name="T17" fmla="*/ 2982 w 2982"/>
              <a:gd name="T18" fmla="*/ 2442 h 24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982" h="244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tx1"/>
          </a:solidFill>
          <a:ln w="9525">
            <a:solidFill>
              <a:schemeClr val="tx1"/>
            </a:solidFill>
            <a:round/>
          </a:ln>
        </p:spPr>
        <p:txBody>
          <a:bodyPr/>
          <a:lstStyle/>
          <a:p>
            <a:endParaRPr lang="en-US" dirty="0"/>
          </a:p>
        </p:txBody>
      </p:sp>
      <p:pic>
        <p:nvPicPr>
          <p:cNvPr id="614" name="Picture 1118" descr="screen"/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0257" y="3179808"/>
            <a:ext cx="209692" cy="141851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Freeform 1119"/>
          <p:cNvSpPr/>
          <p:nvPr/>
        </p:nvSpPr>
        <p:spPr bwMode="auto">
          <a:xfrm>
            <a:off x="5650906" y="3171201"/>
            <a:ext cx="195517" cy="29007"/>
          </a:xfrm>
          <a:custGeom>
            <a:avLst/>
            <a:gdLst>
              <a:gd name="T0" fmla="*/ 460563 w 2528"/>
              <a:gd name="T1" fmla="*/ 0 h 455"/>
              <a:gd name="T2" fmla="*/ 7865770 w 2528"/>
              <a:gd name="T3" fmla="*/ 260107 h 455"/>
              <a:gd name="T4" fmla="*/ 7399174 w 2528"/>
              <a:gd name="T5" fmla="*/ 260107 h 455"/>
              <a:gd name="T6" fmla="*/ 0 w 2528"/>
              <a:gd name="T7" fmla="*/ 260107 h 455"/>
              <a:gd name="T8" fmla="*/ 460563 w 2528"/>
              <a:gd name="T9" fmla="*/ 0 h 4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528"/>
              <a:gd name="T16" fmla="*/ 0 h 455"/>
              <a:gd name="T17" fmla="*/ 2528 w 2528"/>
              <a:gd name="T18" fmla="*/ 455 h 4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528" h="455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 rotWithShape="1">
            <a:gsLst>
              <a:gs pos="0">
                <a:srgbClr val="000099"/>
              </a:gs>
              <a:gs pos="100000">
                <a:srgbClr val="EAEAEA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616" name="Freeform 1120"/>
          <p:cNvSpPr/>
          <p:nvPr/>
        </p:nvSpPr>
        <p:spPr bwMode="auto">
          <a:xfrm>
            <a:off x="5606848" y="3170965"/>
            <a:ext cx="54275" cy="120745"/>
          </a:xfrm>
          <a:custGeom>
            <a:avLst/>
            <a:gdLst>
              <a:gd name="T0" fmla="*/ 1847051 w 702"/>
              <a:gd name="T1" fmla="*/ 0 h 1893"/>
              <a:gd name="T2" fmla="*/ 0 w 702"/>
              <a:gd name="T3" fmla="*/ 1037463 h 1893"/>
              <a:gd name="T4" fmla="*/ 460255 w 702"/>
              <a:gd name="T5" fmla="*/ 1037463 h 1893"/>
              <a:gd name="T6" fmla="*/ 2313337 w 702"/>
              <a:gd name="T7" fmla="*/ 260370 h 1893"/>
              <a:gd name="T8" fmla="*/ 1847051 w 702"/>
              <a:gd name="T9" fmla="*/ 0 h 18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02"/>
              <a:gd name="T16" fmla="*/ 0 h 1893"/>
              <a:gd name="T17" fmla="*/ 702 w 702"/>
              <a:gd name="T18" fmla="*/ 1893 h 189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02" h="1893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617" name="Freeform 1121"/>
          <p:cNvSpPr/>
          <p:nvPr/>
        </p:nvSpPr>
        <p:spPr bwMode="auto">
          <a:xfrm>
            <a:off x="5786529" y="3192543"/>
            <a:ext cx="58489" cy="139375"/>
          </a:xfrm>
          <a:custGeom>
            <a:avLst/>
            <a:gdLst>
              <a:gd name="T0" fmla="*/ 2316427 w 756"/>
              <a:gd name="T1" fmla="*/ 0 h 2184"/>
              <a:gd name="T2" fmla="*/ 460872 w 756"/>
              <a:gd name="T3" fmla="*/ 1299110 h 2184"/>
              <a:gd name="T4" fmla="*/ 0 w 756"/>
              <a:gd name="T5" fmla="*/ 1299110 h 2184"/>
              <a:gd name="T6" fmla="*/ 1849521 w 756"/>
              <a:gd name="T7" fmla="*/ 260626 h 2184"/>
              <a:gd name="T8" fmla="*/ 2316427 w 756"/>
              <a:gd name="T9" fmla="*/ 0 h 21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56"/>
              <a:gd name="T16" fmla="*/ 0 h 2184"/>
              <a:gd name="T17" fmla="*/ 756 w 756"/>
              <a:gd name="T18" fmla="*/ 2184 h 218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56" h="2184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 rotWithShape="1">
            <a:gsLst>
              <a:gs pos="0">
                <a:srgbClr val="DDDDDD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618" name="Freeform 1122"/>
          <p:cNvSpPr/>
          <p:nvPr/>
        </p:nvSpPr>
        <p:spPr bwMode="auto">
          <a:xfrm>
            <a:off x="5606209" y="3285578"/>
            <a:ext cx="214545" cy="47048"/>
          </a:xfrm>
          <a:custGeom>
            <a:avLst/>
            <a:gdLst>
              <a:gd name="T0" fmla="*/ 460889 w 2773"/>
              <a:gd name="T1" fmla="*/ 0 h 738"/>
              <a:gd name="T2" fmla="*/ 0 w 2773"/>
              <a:gd name="T3" fmla="*/ 260103 h 738"/>
              <a:gd name="T4" fmla="*/ 7410661 w 2773"/>
              <a:gd name="T5" fmla="*/ 520206 h 738"/>
              <a:gd name="T6" fmla="*/ 7410661 w 2773"/>
              <a:gd name="T7" fmla="*/ 260103 h 738"/>
              <a:gd name="T8" fmla="*/ 460889 w 2773"/>
              <a:gd name="T9" fmla="*/ 0 h 73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773"/>
              <a:gd name="T16" fmla="*/ 0 h 738"/>
              <a:gd name="T17" fmla="*/ 2773 w 2773"/>
              <a:gd name="T18" fmla="*/ 738 h 73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773" h="738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 rotWithShape="1">
            <a:gsLst>
              <a:gs pos="0">
                <a:srgbClr val="0000CC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619" name="Freeform 1123"/>
          <p:cNvSpPr/>
          <p:nvPr/>
        </p:nvSpPr>
        <p:spPr bwMode="auto">
          <a:xfrm>
            <a:off x="5793042" y="3193722"/>
            <a:ext cx="54786" cy="139965"/>
          </a:xfrm>
          <a:custGeom>
            <a:avLst/>
            <a:gdLst>
              <a:gd name="T0" fmla="*/ 7633745 w 637"/>
              <a:gd name="T1" fmla="*/ 0 h 1659"/>
              <a:gd name="T2" fmla="*/ 7633745 w 637"/>
              <a:gd name="T3" fmla="*/ 0 h 1659"/>
              <a:gd name="T4" fmla="*/ 636188 w 637"/>
              <a:gd name="T5" fmla="*/ 35432406 h 1659"/>
              <a:gd name="T6" fmla="*/ 0 w 637"/>
              <a:gd name="T7" fmla="*/ 34229500 h 1659"/>
              <a:gd name="T8" fmla="*/ 7633745 w 637"/>
              <a:gd name="T9" fmla="*/ 0 h 16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37"/>
              <a:gd name="T16" fmla="*/ 0 h 1659"/>
              <a:gd name="T17" fmla="*/ 637 w 637"/>
              <a:gd name="T18" fmla="*/ 1659 h 165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37" h="1659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620" name="Freeform 1124"/>
          <p:cNvSpPr/>
          <p:nvPr/>
        </p:nvSpPr>
        <p:spPr bwMode="auto">
          <a:xfrm>
            <a:off x="5606465" y="3291827"/>
            <a:ext cx="190792" cy="46458"/>
          </a:xfrm>
          <a:custGeom>
            <a:avLst/>
            <a:gdLst>
              <a:gd name="T0" fmla="*/ 0 w 2216"/>
              <a:gd name="T1" fmla="*/ 0 h 550"/>
              <a:gd name="T2" fmla="*/ 637466 w 2216"/>
              <a:gd name="T3" fmla="*/ 1205796 h 550"/>
              <a:gd name="T4" fmla="*/ 26804554 w 2216"/>
              <a:gd name="T5" fmla="*/ 12051036 h 550"/>
              <a:gd name="T6" fmla="*/ 26804554 w 2216"/>
              <a:gd name="T7" fmla="*/ 10245932 h 550"/>
              <a:gd name="T8" fmla="*/ 0 w 2216"/>
              <a:gd name="T9" fmla="*/ 0 h 55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216"/>
              <a:gd name="T16" fmla="*/ 0 h 550"/>
              <a:gd name="T17" fmla="*/ 2216 w 2216"/>
              <a:gd name="T18" fmla="*/ 550 h 55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216" h="550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0">
                <a:srgbClr val="000099"/>
              </a:gs>
              <a:gs pos="100000">
                <a:srgbClr val="808080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621" name="Group 1125"/>
          <p:cNvGrpSpPr/>
          <p:nvPr/>
        </p:nvGrpSpPr>
        <p:grpSpPr bwMode="auto">
          <a:xfrm>
            <a:off x="5603272" y="3341469"/>
            <a:ext cx="64747" cy="27592"/>
            <a:chOff x="1740" y="2642"/>
            <a:chExt cx="752" cy="327"/>
          </a:xfrm>
        </p:grpSpPr>
        <p:sp>
          <p:nvSpPr>
            <p:cNvPr id="660" name="Freeform 1126"/>
            <p:cNvSpPr/>
            <p:nvPr/>
          </p:nvSpPr>
          <p:spPr bwMode="auto">
            <a:xfrm>
              <a:off x="1740" y="2642"/>
              <a:ext cx="752" cy="327"/>
            </a:xfrm>
            <a:custGeom>
              <a:avLst/>
              <a:gdLst>
                <a:gd name="T0" fmla="*/ 293 w 752"/>
                <a:gd name="T1" fmla="*/ 0 h 327"/>
                <a:gd name="T2" fmla="*/ 752 w 752"/>
                <a:gd name="T3" fmla="*/ 124 h 327"/>
                <a:gd name="T4" fmla="*/ 470 w 752"/>
                <a:gd name="T5" fmla="*/ 327 h 327"/>
                <a:gd name="T6" fmla="*/ 0 w 752"/>
                <a:gd name="T7" fmla="*/ 183 h 327"/>
                <a:gd name="T8" fmla="*/ 293 w 752"/>
                <a:gd name="T9" fmla="*/ 0 h 3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2"/>
                <a:gd name="T16" fmla="*/ 0 h 327"/>
                <a:gd name="T17" fmla="*/ 752 w 752"/>
                <a:gd name="T18" fmla="*/ 327 h 3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2" h="327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61" name="Freeform 1127"/>
            <p:cNvSpPr/>
            <p:nvPr/>
          </p:nvSpPr>
          <p:spPr bwMode="auto">
            <a:xfrm>
              <a:off x="1754" y="2649"/>
              <a:ext cx="726" cy="311"/>
            </a:xfrm>
            <a:custGeom>
              <a:avLst/>
              <a:gdLst>
                <a:gd name="T0" fmla="*/ 282 w 726"/>
                <a:gd name="T1" fmla="*/ 0 h 311"/>
                <a:gd name="T2" fmla="*/ 726 w 726"/>
                <a:gd name="T3" fmla="*/ 119 h 311"/>
                <a:gd name="T4" fmla="*/ 457 w 726"/>
                <a:gd name="T5" fmla="*/ 311 h 311"/>
                <a:gd name="T6" fmla="*/ 0 w 726"/>
                <a:gd name="T7" fmla="*/ 173 h 311"/>
                <a:gd name="T8" fmla="*/ 282 w 726"/>
                <a:gd name="T9" fmla="*/ 0 h 3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26"/>
                <a:gd name="T16" fmla="*/ 0 h 311"/>
                <a:gd name="T17" fmla="*/ 726 w 726"/>
                <a:gd name="T18" fmla="*/ 311 h 31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26" h="311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 rotWithShape="1"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1"/>
            </a:gradFill>
            <a:ln>
              <a:noFill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62" name="Freeform 1128"/>
            <p:cNvSpPr/>
            <p:nvPr/>
          </p:nvSpPr>
          <p:spPr bwMode="auto">
            <a:xfrm>
              <a:off x="1808" y="2770"/>
              <a:ext cx="258" cy="100"/>
            </a:xfrm>
            <a:custGeom>
              <a:avLst/>
              <a:gdLst>
                <a:gd name="T0" fmla="*/ 0 w 258"/>
                <a:gd name="T1" fmla="*/ 44 h 100"/>
                <a:gd name="T2" fmla="*/ 75 w 258"/>
                <a:gd name="T3" fmla="*/ 0 h 100"/>
                <a:gd name="T4" fmla="*/ 258 w 258"/>
                <a:gd name="T5" fmla="*/ 50 h 100"/>
                <a:gd name="T6" fmla="*/ 183 w 258"/>
                <a:gd name="T7" fmla="*/ 100 h 100"/>
                <a:gd name="T8" fmla="*/ 0 w 258"/>
                <a:gd name="T9" fmla="*/ 44 h 1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8"/>
                <a:gd name="T16" fmla="*/ 0 h 100"/>
                <a:gd name="T17" fmla="*/ 258 w 258"/>
                <a:gd name="T18" fmla="*/ 100 h 1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8" h="100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63" name="Freeform 1129"/>
            <p:cNvSpPr/>
            <p:nvPr/>
          </p:nvSpPr>
          <p:spPr bwMode="auto">
            <a:xfrm>
              <a:off x="1799" y="2816"/>
              <a:ext cx="194" cy="63"/>
            </a:xfrm>
            <a:custGeom>
              <a:avLst/>
              <a:gdLst>
                <a:gd name="T0" fmla="*/ 12 w 194"/>
                <a:gd name="T1" fmla="*/ 0 h 63"/>
                <a:gd name="T2" fmla="*/ 194 w 194"/>
                <a:gd name="T3" fmla="*/ 53 h 63"/>
                <a:gd name="T4" fmla="*/ 180 w 194"/>
                <a:gd name="T5" fmla="*/ 63 h 63"/>
                <a:gd name="T6" fmla="*/ 0 w 194"/>
                <a:gd name="T7" fmla="*/ 9 h 63"/>
                <a:gd name="T8" fmla="*/ 12 w 194"/>
                <a:gd name="T9" fmla="*/ 0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"/>
                <a:gd name="T16" fmla="*/ 0 h 63"/>
                <a:gd name="T17" fmla="*/ 194 w 19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" h="63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64" name="Freeform 1130"/>
            <p:cNvSpPr/>
            <p:nvPr/>
          </p:nvSpPr>
          <p:spPr bwMode="auto">
            <a:xfrm>
              <a:off x="2020" y="2834"/>
              <a:ext cx="258" cy="102"/>
            </a:xfrm>
            <a:custGeom>
              <a:avLst/>
              <a:gdLst>
                <a:gd name="T0" fmla="*/ 0 w 258"/>
                <a:gd name="T1" fmla="*/ 46 h 102"/>
                <a:gd name="T2" fmla="*/ 71 w 258"/>
                <a:gd name="T3" fmla="*/ 0 h 102"/>
                <a:gd name="T4" fmla="*/ 258 w 258"/>
                <a:gd name="T5" fmla="*/ 52 h 102"/>
                <a:gd name="T6" fmla="*/ 183 w 258"/>
                <a:gd name="T7" fmla="*/ 102 h 102"/>
                <a:gd name="T8" fmla="*/ 0 w 258"/>
                <a:gd name="T9" fmla="*/ 46 h 10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8"/>
                <a:gd name="T16" fmla="*/ 0 h 102"/>
                <a:gd name="T17" fmla="*/ 258 w 258"/>
                <a:gd name="T18" fmla="*/ 102 h 10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8" h="102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65" name="Freeform 1131"/>
            <p:cNvSpPr/>
            <p:nvPr/>
          </p:nvSpPr>
          <p:spPr bwMode="auto">
            <a:xfrm>
              <a:off x="2011" y="2882"/>
              <a:ext cx="194" cy="63"/>
            </a:xfrm>
            <a:custGeom>
              <a:avLst/>
              <a:gdLst>
                <a:gd name="T0" fmla="*/ 12 w 194"/>
                <a:gd name="T1" fmla="*/ 0 h 63"/>
                <a:gd name="T2" fmla="*/ 194 w 194"/>
                <a:gd name="T3" fmla="*/ 53 h 63"/>
                <a:gd name="T4" fmla="*/ 180 w 194"/>
                <a:gd name="T5" fmla="*/ 63 h 63"/>
                <a:gd name="T6" fmla="*/ 0 w 194"/>
                <a:gd name="T7" fmla="*/ 9 h 63"/>
                <a:gd name="T8" fmla="*/ 12 w 194"/>
                <a:gd name="T9" fmla="*/ 0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"/>
                <a:gd name="T16" fmla="*/ 0 h 63"/>
                <a:gd name="T17" fmla="*/ 194 w 194"/>
                <a:gd name="T18" fmla="*/ 63 h 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" h="63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622" name="Freeform 1132"/>
          <p:cNvSpPr/>
          <p:nvPr/>
        </p:nvSpPr>
        <p:spPr bwMode="auto">
          <a:xfrm>
            <a:off x="5714120" y="3345596"/>
            <a:ext cx="78411" cy="60608"/>
          </a:xfrm>
          <a:custGeom>
            <a:avLst/>
            <a:gdLst>
              <a:gd name="T0" fmla="*/ 495573 w 990"/>
              <a:gd name="T1" fmla="*/ 4479941 h 792"/>
              <a:gd name="T2" fmla="*/ 4472754 w 990"/>
              <a:gd name="T3" fmla="*/ 0 h 792"/>
              <a:gd name="T4" fmla="*/ 4472754 w 990"/>
              <a:gd name="T5" fmla="*/ 450887 h 792"/>
              <a:gd name="T6" fmla="*/ 0 w 990"/>
              <a:gd name="T7" fmla="*/ 4479941 h 792"/>
              <a:gd name="T8" fmla="*/ 495573 w 990"/>
              <a:gd name="T9" fmla="*/ 4479941 h 79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90"/>
              <a:gd name="T16" fmla="*/ 0 h 792"/>
              <a:gd name="T17" fmla="*/ 990 w 990"/>
              <a:gd name="T18" fmla="*/ 792 h 79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90" h="792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623" name="Freeform 1133"/>
          <p:cNvSpPr/>
          <p:nvPr/>
        </p:nvSpPr>
        <p:spPr bwMode="auto">
          <a:xfrm>
            <a:off x="5514006" y="3350431"/>
            <a:ext cx="200625" cy="55302"/>
          </a:xfrm>
          <a:custGeom>
            <a:avLst/>
            <a:gdLst>
              <a:gd name="T0" fmla="*/ 496016 w 2532"/>
              <a:gd name="T1" fmla="*/ 0 h 723"/>
              <a:gd name="T2" fmla="*/ 496016 w 2532"/>
              <a:gd name="T3" fmla="*/ 0 h 723"/>
              <a:gd name="T4" fmla="*/ 10943095 w 2532"/>
              <a:gd name="T5" fmla="*/ 4025267 h 723"/>
              <a:gd name="T6" fmla="*/ 10943095 w 2532"/>
              <a:gd name="T7" fmla="*/ 4475790 h 723"/>
              <a:gd name="T8" fmla="*/ 0 w 2532"/>
              <a:gd name="T9" fmla="*/ 444634 h 723"/>
              <a:gd name="T10" fmla="*/ 496016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624" name="Freeform 1134"/>
          <p:cNvSpPr/>
          <p:nvPr/>
        </p:nvSpPr>
        <p:spPr bwMode="auto">
          <a:xfrm>
            <a:off x="5514134" y="3340290"/>
            <a:ext cx="2171" cy="11202"/>
          </a:xfrm>
          <a:custGeom>
            <a:avLst/>
            <a:gdLst>
              <a:gd name="T0" fmla="*/ 585669 w 26"/>
              <a:gd name="T1" fmla="*/ 441374 h 147"/>
              <a:gd name="T2" fmla="*/ 585669 w 26"/>
              <a:gd name="T3" fmla="*/ 882672 h 147"/>
              <a:gd name="T4" fmla="*/ 0 w 26"/>
              <a:gd name="T5" fmla="*/ 882672 h 147"/>
              <a:gd name="T6" fmla="*/ 585669 w 26"/>
              <a:gd name="T7" fmla="*/ 0 h 147"/>
              <a:gd name="T8" fmla="*/ 585669 w 26"/>
              <a:gd name="T9" fmla="*/ 441374 h 14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6"/>
              <a:gd name="T16" fmla="*/ 0 h 147"/>
              <a:gd name="T17" fmla="*/ 26 w 26"/>
              <a:gd name="T18" fmla="*/ 147 h 14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6" h="147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625" name="Freeform 1135"/>
          <p:cNvSpPr/>
          <p:nvPr/>
        </p:nvSpPr>
        <p:spPr bwMode="auto">
          <a:xfrm>
            <a:off x="5514261" y="3294657"/>
            <a:ext cx="93225" cy="46340"/>
          </a:xfrm>
          <a:custGeom>
            <a:avLst/>
            <a:gdLst>
              <a:gd name="T0" fmla="*/ 4983336 w 1176"/>
              <a:gd name="T1" fmla="*/ 0 h 606"/>
              <a:gd name="T2" fmla="*/ 0 w 1176"/>
              <a:gd name="T3" fmla="*/ 3578656 h 606"/>
              <a:gd name="T4" fmla="*/ 496487 w 1176"/>
              <a:gd name="T5" fmla="*/ 3578656 h 606"/>
              <a:gd name="T6" fmla="*/ 4983336 w 1176"/>
              <a:gd name="T7" fmla="*/ 444436 h 606"/>
              <a:gd name="T8" fmla="*/ 4983336 w 1176"/>
              <a:gd name="T9" fmla="*/ 0 h 6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76"/>
              <a:gd name="T16" fmla="*/ 0 h 606"/>
              <a:gd name="T17" fmla="*/ 1176 w 1176"/>
              <a:gd name="T18" fmla="*/ 606 h 60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76" h="60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626" name="Freeform 1136"/>
          <p:cNvSpPr/>
          <p:nvPr/>
        </p:nvSpPr>
        <p:spPr bwMode="auto">
          <a:xfrm>
            <a:off x="5520519" y="3342649"/>
            <a:ext cx="190281" cy="53180"/>
          </a:xfrm>
          <a:custGeom>
            <a:avLst/>
            <a:gdLst>
              <a:gd name="T0" fmla="*/ 423548 w 2532"/>
              <a:gd name="T1" fmla="*/ 0 h 723"/>
              <a:gd name="T2" fmla="*/ 423548 w 2532"/>
              <a:gd name="T3" fmla="*/ 0 h 723"/>
              <a:gd name="T4" fmla="*/ 5094150 w 2532"/>
              <a:gd name="T5" fmla="*/ 2385965 h 723"/>
              <a:gd name="T6" fmla="*/ 5094150 w 2532"/>
              <a:gd name="T7" fmla="*/ 2385965 h 723"/>
              <a:gd name="T8" fmla="*/ 0 w 2532"/>
              <a:gd name="T9" fmla="*/ 400358 h 723"/>
              <a:gd name="T10" fmla="*/ 423548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627" name="Freeform 1137"/>
          <p:cNvSpPr/>
          <p:nvPr/>
        </p:nvSpPr>
        <p:spPr bwMode="auto">
          <a:xfrm flipV="1">
            <a:off x="5710545" y="3338875"/>
            <a:ext cx="77645" cy="55066"/>
          </a:xfrm>
          <a:custGeom>
            <a:avLst/>
            <a:gdLst>
              <a:gd name="T0" fmla="*/ 0 w 2532"/>
              <a:gd name="T1" fmla="*/ 0 h 723"/>
              <a:gd name="T2" fmla="*/ 0 w 2532"/>
              <a:gd name="T3" fmla="*/ 0 h 723"/>
              <a:gd name="T4" fmla="*/ 0 w 2532"/>
              <a:gd name="T5" fmla="*/ 3973587 h 723"/>
              <a:gd name="T6" fmla="*/ 0 w 2532"/>
              <a:gd name="T7" fmla="*/ 3973587 h 723"/>
              <a:gd name="T8" fmla="*/ 0 w 2532"/>
              <a:gd name="T9" fmla="*/ 440833 h 723"/>
              <a:gd name="T10" fmla="*/ 0 w 2532"/>
              <a:gd name="T11" fmla="*/ 0 h 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32"/>
              <a:gd name="T19" fmla="*/ 0 h 723"/>
              <a:gd name="T20" fmla="*/ 2532 w 2532"/>
              <a:gd name="T21" fmla="*/ 723 h 7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32" h="723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628" name="Group 1139"/>
          <p:cNvGrpSpPr/>
          <p:nvPr/>
        </p:nvGrpSpPr>
        <p:grpSpPr bwMode="auto">
          <a:xfrm flipH="1">
            <a:off x="5995499" y="3253643"/>
            <a:ext cx="359261" cy="342045"/>
            <a:chOff x="2839" y="3501"/>
            <a:chExt cx="755" cy="803"/>
          </a:xfrm>
        </p:grpSpPr>
        <p:pic>
          <p:nvPicPr>
            <p:cNvPr id="658" name="Picture 1140" descr="desktop_computer_stylized_medium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9" name="Freeform 1141"/>
            <p:cNvSpPr/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629" name="Group 1142"/>
          <p:cNvGrpSpPr/>
          <p:nvPr/>
        </p:nvGrpSpPr>
        <p:grpSpPr bwMode="auto">
          <a:xfrm>
            <a:off x="7307263" y="5422900"/>
            <a:ext cx="474662" cy="407988"/>
            <a:chOff x="877" y="1008"/>
            <a:chExt cx="2747" cy="2591"/>
          </a:xfrm>
        </p:grpSpPr>
        <p:pic>
          <p:nvPicPr>
            <p:cNvPr id="635" name="Picture 1143" descr="antenna_stylized"/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36" name="Picture 1144" descr="laptop_keyboard"/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7" name="Freeform 1145"/>
            <p:cNvSpPr/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4 w 2982"/>
                <a:gd name="T5" fmla="*/ 1 h 2442"/>
                <a:gd name="T6" fmla="*/ 4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 dirty="0"/>
            </a:p>
          </p:txBody>
        </p:sp>
        <p:pic>
          <p:nvPicPr>
            <p:cNvPr id="638" name="Picture 1146" descr="screen"/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9" name="Freeform 1147"/>
            <p:cNvSpPr/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4 w 2528"/>
                <a:gd name="T3" fmla="*/ 1 h 455"/>
                <a:gd name="T4" fmla="*/ 4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0" name="Freeform 1148"/>
            <p:cNvSpPr/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1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1" name="Freeform 1149"/>
            <p:cNvSpPr/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1 w 756"/>
                <a:gd name="T1" fmla="*/ 0 h 2184"/>
                <a:gd name="T2" fmla="*/ 1 w 756"/>
                <a:gd name="T3" fmla="*/ 1 h 2184"/>
                <a:gd name="T4" fmla="*/ 0 w 756"/>
                <a:gd name="T5" fmla="*/ 1 h 2184"/>
                <a:gd name="T6" fmla="*/ 1 w 756"/>
                <a:gd name="T7" fmla="*/ 1 h 2184"/>
                <a:gd name="T8" fmla="*/ 1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2" name="Freeform 1150"/>
            <p:cNvSpPr/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4 w 2773"/>
                <a:gd name="T5" fmla="*/ 1 h 738"/>
                <a:gd name="T6" fmla="*/ 4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3" name="Freeform 1151"/>
            <p:cNvSpPr/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3 w 637"/>
                <a:gd name="T1" fmla="*/ 0 h 1659"/>
                <a:gd name="T2" fmla="*/ 3 w 637"/>
                <a:gd name="T3" fmla="*/ 0 h 1659"/>
                <a:gd name="T4" fmla="*/ 1 w 637"/>
                <a:gd name="T5" fmla="*/ 21 h 1659"/>
                <a:gd name="T6" fmla="*/ 0 w 637"/>
                <a:gd name="T7" fmla="*/ 21 h 1659"/>
                <a:gd name="T8" fmla="*/ 3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4" name="Freeform 1152"/>
            <p:cNvSpPr/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13 w 2216"/>
                <a:gd name="T5" fmla="*/ 7 h 550"/>
                <a:gd name="T6" fmla="*/ 13 w 2216"/>
                <a:gd name="T7" fmla="*/ 6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645" name="Group 1153"/>
            <p:cNvGrpSpPr/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652" name="Freeform 1154"/>
              <p:cNvSpPr/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53" name="Freeform 1155"/>
              <p:cNvSpPr/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54" name="Freeform 1156"/>
              <p:cNvSpPr/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55" name="Freeform 1157"/>
              <p:cNvSpPr/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56" name="Freeform 1158"/>
              <p:cNvSpPr/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57" name="Freeform 1159"/>
              <p:cNvSpPr/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646" name="Freeform 1160"/>
            <p:cNvSpPr/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3 h 792"/>
                <a:gd name="T2" fmla="*/ 2 w 990"/>
                <a:gd name="T3" fmla="*/ 0 h 792"/>
                <a:gd name="T4" fmla="*/ 2 w 990"/>
                <a:gd name="T5" fmla="*/ 1 h 792"/>
                <a:gd name="T6" fmla="*/ 0 w 990"/>
                <a:gd name="T7" fmla="*/ 3 h 792"/>
                <a:gd name="T8" fmla="*/ 1 w 990"/>
                <a:gd name="T9" fmla="*/ 3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7" name="Freeform 1161"/>
            <p:cNvSpPr/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6 w 2532"/>
                <a:gd name="T5" fmla="*/ 3 h 723"/>
                <a:gd name="T6" fmla="*/ 6 w 2532"/>
                <a:gd name="T7" fmla="*/ 3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8" name="Freeform 1162"/>
            <p:cNvSpPr/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9" name="Freeform 1163"/>
            <p:cNvSpPr/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2 w 1176"/>
                <a:gd name="T1" fmla="*/ 0 h 606"/>
                <a:gd name="T2" fmla="*/ 0 w 1176"/>
                <a:gd name="T3" fmla="*/ 2 h 606"/>
                <a:gd name="T4" fmla="*/ 1 w 1176"/>
                <a:gd name="T5" fmla="*/ 2 h 606"/>
                <a:gd name="T6" fmla="*/ 2 w 1176"/>
                <a:gd name="T7" fmla="*/ 1 h 606"/>
                <a:gd name="T8" fmla="*/ 2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50" name="Freeform 1164"/>
            <p:cNvSpPr/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2 w 2532"/>
                <a:gd name="T5" fmla="*/ 1 h 723"/>
                <a:gd name="T6" fmla="*/ 2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51" name="Freeform 1165"/>
            <p:cNvSpPr/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3 h 723"/>
                <a:gd name="T6" fmla="*/ 0 w 2532"/>
                <a:gd name="T7" fmla="*/ 3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/>
            <a:lstStyle/>
            <a:p>
              <a:endParaRPr lang="en-US" dirty="0"/>
            </a:p>
          </p:txBody>
        </p:sp>
      </p:grpSp>
      <p:pic>
        <p:nvPicPr>
          <p:cNvPr id="630" name="Picture 568" descr="light2.png"/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694843" y="2078789"/>
            <a:ext cx="92772" cy="405447"/>
          </a:xfrm>
          <a:prstGeom prst="rect">
            <a:avLst/>
          </a:prstGeom>
          <a:noFill/>
          <a:ln>
            <a:noFill/>
          </a:ln>
        </p:spPr>
      </p:pic>
      <p:pic>
        <p:nvPicPr>
          <p:cNvPr id="631" name="Picture 1017" descr="antenna_stylized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0957" y="2006227"/>
            <a:ext cx="530702" cy="223756"/>
          </a:xfrm>
          <a:prstGeom prst="rect">
            <a:avLst/>
          </a:prstGeom>
          <a:noFill/>
          <a:ln>
            <a:noFill/>
          </a:ln>
        </p:spPr>
      </p:pic>
      <p:pic>
        <p:nvPicPr>
          <p:cNvPr id="632" name="Picture 1017" descr="antenna_stylized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4195" y="1745624"/>
            <a:ext cx="530702" cy="223756"/>
          </a:xfrm>
          <a:prstGeom prst="rect">
            <a:avLst/>
          </a:prstGeom>
          <a:noFill/>
          <a:ln>
            <a:noFill/>
          </a:ln>
        </p:spPr>
      </p:pic>
      <p:pic>
        <p:nvPicPr>
          <p:cNvPr id="633" name="Picture 571" descr="fridge2.png"/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6702" y="3071517"/>
            <a:ext cx="189578" cy="337027"/>
          </a:xfrm>
          <a:prstGeom prst="rect">
            <a:avLst/>
          </a:prstGeom>
          <a:noFill/>
          <a:ln>
            <a:noFill/>
          </a:ln>
        </p:spPr>
      </p:pic>
      <p:pic>
        <p:nvPicPr>
          <p:cNvPr id="634" name="Picture 1115" descr="antenna_stylized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6938" y="3011924"/>
            <a:ext cx="347997" cy="1675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58" name="Group 850"/>
          <p:cNvGrpSpPr/>
          <p:nvPr/>
        </p:nvGrpSpPr>
        <p:grpSpPr bwMode="auto">
          <a:xfrm>
            <a:off x="5607471" y="1538038"/>
            <a:ext cx="448245" cy="96676"/>
            <a:chOff x="2199" y="955"/>
            <a:chExt cx="2547" cy="506"/>
          </a:xfrm>
        </p:grpSpPr>
        <p:sp>
          <p:nvSpPr>
            <p:cNvPr id="531" name="Freeform 851"/>
            <p:cNvSpPr/>
            <p:nvPr/>
          </p:nvSpPr>
          <p:spPr bwMode="auto">
            <a:xfrm>
              <a:off x="2199" y="1166"/>
              <a:ext cx="260" cy="281"/>
            </a:xfrm>
            <a:custGeom>
              <a:avLst/>
              <a:gdLst>
                <a:gd name="T0" fmla="*/ 260 w 260"/>
                <a:gd name="T1" fmla="*/ 0 h 281"/>
                <a:gd name="T2" fmla="*/ 42 w 260"/>
                <a:gd name="T3" fmla="*/ 112 h 281"/>
                <a:gd name="T4" fmla="*/ 35 w 260"/>
                <a:gd name="T5" fmla="*/ 211 h 281"/>
                <a:gd name="T6" fmla="*/ 253 w 260"/>
                <a:gd name="T7" fmla="*/ 281 h 28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0" h="281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32" name="Freeform 852"/>
            <p:cNvSpPr/>
            <p:nvPr/>
          </p:nvSpPr>
          <p:spPr bwMode="auto">
            <a:xfrm>
              <a:off x="2482" y="1040"/>
              <a:ext cx="900" cy="421"/>
            </a:xfrm>
            <a:custGeom>
              <a:avLst/>
              <a:gdLst>
                <a:gd name="T0" fmla="*/ 531 w 900"/>
                <a:gd name="T1" fmla="*/ 0 h 421"/>
                <a:gd name="T2" fmla="*/ 279 w 900"/>
                <a:gd name="T3" fmla="*/ 77 h 421"/>
                <a:gd name="T4" fmla="*/ 68 w 900"/>
                <a:gd name="T5" fmla="*/ 182 h 421"/>
                <a:gd name="T6" fmla="*/ 33 w 900"/>
                <a:gd name="T7" fmla="*/ 323 h 421"/>
                <a:gd name="T8" fmla="*/ 328 w 900"/>
                <a:gd name="T9" fmla="*/ 400 h 421"/>
                <a:gd name="T10" fmla="*/ 812 w 900"/>
                <a:gd name="T11" fmla="*/ 421 h 421"/>
                <a:gd name="T12" fmla="*/ 855 w 900"/>
                <a:gd name="T13" fmla="*/ 400 h 4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00" h="421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33" name="Freeform 853"/>
            <p:cNvSpPr/>
            <p:nvPr/>
          </p:nvSpPr>
          <p:spPr bwMode="auto">
            <a:xfrm>
              <a:off x="2782" y="1068"/>
              <a:ext cx="428" cy="269"/>
            </a:xfrm>
            <a:custGeom>
              <a:avLst/>
              <a:gdLst>
                <a:gd name="T0" fmla="*/ 428 w 428"/>
                <a:gd name="T1" fmla="*/ 0 h 269"/>
                <a:gd name="T2" fmla="*/ 217 w 428"/>
                <a:gd name="T3" fmla="*/ 35 h 269"/>
                <a:gd name="T4" fmla="*/ 21 w 428"/>
                <a:gd name="T5" fmla="*/ 140 h 269"/>
                <a:gd name="T6" fmla="*/ 91 w 428"/>
                <a:gd name="T7" fmla="*/ 246 h 269"/>
                <a:gd name="T8" fmla="*/ 231 w 428"/>
                <a:gd name="T9" fmla="*/ 267 h 269"/>
                <a:gd name="T10" fmla="*/ 414 w 428"/>
                <a:gd name="T11" fmla="*/ 260 h 2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28" h="269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34" name="Freeform 854"/>
            <p:cNvSpPr/>
            <p:nvPr/>
          </p:nvSpPr>
          <p:spPr bwMode="auto">
            <a:xfrm>
              <a:off x="3554" y="1075"/>
              <a:ext cx="377" cy="239"/>
            </a:xfrm>
            <a:custGeom>
              <a:avLst/>
              <a:gdLst>
                <a:gd name="T0" fmla="*/ 42 w 377"/>
                <a:gd name="T1" fmla="*/ 239 h 239"/>
                <a:gd name="T2" fmla="*/ 335 w 377"/>
                <a:gd name="T3" fmla="*/ 146 h 239"/>
                <a:gd name="T4" fmla="*/ 342 w 377"/>
                <a:gd name="T5" fmla="*/ 47 h 239"/>
                <a:gd name="T6" fmla="*/ 0 w 377"/>
                <a:gd name="T7" fmla="*/ 0 h 23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77" h="239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35" name="Freeform 855"/>
            <p:cNvSpPr/>
            <p:nvPr/>
          </p:nvSpPr>
          <p:spPr bwMode="auto">
            <a:xfrm>
              <a:off x="3646" y="997"/>
              <a:ext cx="660" cy="336"/>
            </a:xfrm>
            <a:custGeom>
              <a:avLst/>
              <a:gdLst>
                <a:gd name="T0" fmla="*/ 390 w 646"/>
                <a:gd name="T1" fmla="*/ 592 h 300"/>
                <a:gd name="T2" fmla="*/ 555 w 646"/>
                <a:gd name="T3" fmla="*/ 501 h 300"/>
                <a:gd name="T4" fmla="*/ 690 w 646"/>
                <a:gd name="T5" fmla="*/ 377 h 300"/>
                <a:gd name="T6" fmla="*/ 713 w 646"/>
                <a:gd name="T7" fmla="*/ 211 h 300"/>
                <a:gd name="T8" fmla="*/ 522 w 646"/>
                <a:gd name="T9" fmla="*/ 119 h 300"/>
                <a:gd name="T10" fmla="*/ 0 w 646"/>
                <a:gd name="T11" fmla="*/ 0 h 3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46" h="300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36" name="Freeform 856"/>
            <p:cNvSpPr/>
            <p:nvPr/>
          </p:nvSpPr>
          <p:spPr bwMode="auto">
            <a:xfrm>
              <a:off x="4116" y="955"/>
              <a:ext cx="630" cy="397"/>
            </a:xfrm>
            <a:custGeom>
              <a:avLst/>
              <a:gdLst>
                <a:gd name="T0" fmla="*/ 320 w 630"/>
                <a:gd name="T1" fmla="*/ 397 h 397"/>
                <a:gd name="T2" fmla="*/ 468 w 630"/>
                <a:gd name="T3" fmla="*/ 345 h 397"/>
                <a:gd name="T4" fmla="*/ 590 w 630"/>
                <a:gd name="T5" fmla="*/ 275 h 397"/>
                <a:gd name="T6" fmla="*/ 611 w 630"/>
                <a:gd name="T7" fmla="*/ 181 h 397"/>
                <a:gd name="T8" fmla="*/ 439 w 630"/>
                <a:gd name="T9" fmla="*/ 129 h 397"/>
                <a:gd name="T10" fmla="*/ 0 w 630"/>
                <a:gd name="T11" fmla="*/ 0 h 3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30" h="397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</a:ln>
            <a:effectLst/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459" name="Group 850"/>
          <p:cNvGrpSpPr/>
          <p:nvPr/>
        </p:nvGrpSpPr>
        <p:grpSpPr bwMode="auto">
          <a:xfrm>
            <a:off x="5276468" y="2033201"/>
            <a:ext cx="448245" cy="96676"/>
            <a:chOff x="2199" y="955"/>
            <a:chExt cx="2547" cy="506"/>
          </a:xfrm>
        </p:grpSpPr>
        <p:sp>
          <p:nvSpPr>
            <p:cNvPr id="525" name="Freeform 851"/>
            <p:cNvSpPr/>
            <p:nvPr/>
          </p:nvSpPr>
          <p:spPr bwMode="auto">
            <a:xfrm>
              <a:off x="2199" y="1166"/>
              <a:ext cx="260" cy="281"/>
            </a:xfrm>
            <a:custGeom>
              <a:avLst/>
              <a:gdLst>
                <a:gd name="T0" fmla="*/ 260 w 260"/>
                <a:gd name="T1" fmla="*/ 0 h 281"/>
                <a:gd name="T2" fmla="*/ 42 w 260"/>
                <a:gd name="T3" fmla="*/ 112 h 281"/>
                <a:gd name="T4" fmla="*/ 35 w 260"/>
                <a:gd name="T5" fmla="*/ 211 h 281"/>
                <a:gd name="T6" fmla="*/ 253 w 260"/>
                <a:gd name="T7" fmla="*/ 281 h 28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0" h="281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6" name="Freeform 852"/>
            <p:cNvSpPr/>
            <p:nvPr/>
          </p:nvSpPr>
          <p:spPr bwMode="auto">
            <a:xfrm>
              <a:off x="2482" y="1040"/>
              <a:ext cx="900" cy="421"/>
            </a:xfrm>
            <a:custGeom>
              <a:avLst/>
              <a:gdLst>
                <a:gd name="T0" fmla="*/ 531 w 900"/>
                <a:gd name="T1" fmla="*/ 0 h 421"/>
                <a:gd name="T2" fmla="*/ 279 w 900"/>
                <a:gd name="T3" fmla="*/ 77 h 421"/>
                <a:gd name="T4" fmla="*/ 68 w 900"/>
                <a:gd name="T5" fmla="*/ 182 h 421"/>
                <a:gd name="T6" fmla="*/ 33 w 900"/>
                <a:gd name="T7" fmla="*/ 323 h 421"/>
                <a:gd name="T8" fmla="*/ 328 w 900"/>
                <a:gd name="T9" fmla="*/ 400 h 421"/>
                <a:gd name="T10" fmla="*/ 812 w 900"/>
                <a:gd name="T11" fmla="*/ 421 h 421"/>
                <a:gd name="T12" fmla="*/ 855 w 900"/>
                <a:gd name="T13" fmla="*/ 400 h 4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00" h="421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7" name="Freeform 853"/>
            <p:cNvSpPr/>
            <p:nvPr/>
          </p:nvSpPr>
          <p:spPr bwMode="auto">
            <a:xfrm>
              <a:off x="2782" y="1068"/>
              <a:ext cx="428" cy="269"/>
            </a:xfrm>
            <a:custGeom>
              <a:avLst/>
              <a:gdLst>
                <a:gd name="T0" fmla="*/ 428 w 428"/>
                <a:gd name="T1" fmla="*/ 0 h 269"/>
                <a:gd name="T2" fmla="*/ 217 w 428"/>
                <a:gd name="T3" fmla="*/ 35 h 269"/>
                <a:gd name="T4" fmla="*/ 21 w 428"/>
                <a:gd name="T5" fmla="*/ 140 h 269"/>
                <a:gd name="T6" fmla="*/ 91 w 428"/>
                <a:gd name="T7" fmla="*/ 246 h 269"/>
                <a:gd name="T8" fmla="*/ 231 w 428"/>
                <a:gd name="T9" fmla="*/ 267 h 269"/>
                <a:gd name="T10" fmla="*/ 414 w 428"/>
                <a:gd name="T11" fmla="*/ 260 h 2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28" h="269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8" name="Freeform 854"/>
            <p:cNvSpPr/>
            <p:nvPr/>
          </p:nvSpPr>
          <p:spPr bwMode="auto">
            <a:xfrm>
              <a:off x="3554" y="1075"/>
              <a:ext cx="377" cy="239"/>
            </a:xfrm>
            <a:custGeom>
              <a:avLst/>
              <a:gdLst>
                <a:gd name="T0" fmla="*/ 42 w 377"/>
                <a:gd name="T1" fmla="*/ 239 h 239"/>
                <a:gd name="T2" fmla="*/ 335 w 377"/>
                <a:gd name="T3" fmla="*/ 146 h 239"/>
                <a:gd name="T4" fmla="*/ 342 w 377"/>
                <a:gd name="T5" fmla="*/ 47 h 239"/>
                <a:gd name="T6" fmla="*/ 0 w 377"/>
                <a:gd name="T7" fmla="*/ 0 h 23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77" h="239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9" name="Freeform 855"/>
            <p:cNvSpPr/>
            <p:nvPr/>
          </p:nvSpPr>
          <p:spPr bwMode="auto">
            <a:xfrm>
              <a:off x="3646" y="997"/>
              <a:ext cx="660" cy="336"/>
            </a:xfrm>
            <a:custGeom>
              <a:avLst/>
              <a:gdLst>
                <a:gd name="T0" fmla="*/ 390 w 646"/>
                <a:gd name="T1" fmla="*/ 592 h 300"/>
                <a:gd name="T2" fmla="*/ 555 w 646"/>
                <a:gd name="T3" fmla="*/ 501 h 300"/>
                <a:gd name="T4" fmla="*/ 690 w 646"/>
                <a:gd name="T5" fmla="*/ 377 h 300"/>
                <a:gd name="T6" fmla="*/ 713 w 646"/>
                <a:gd name="T7" fmla="*/ 211 h 300"/>
                <a:gd name="T8" fmla="*/ 522 w 646"/>
                <a:gd name="T9" fmla="*/ 119 h 300"/>
                <a:gd name="T10" fmla="*/ 0 w 646"/>
                <a:gd name="T11" fmla="*/ 0 h 3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46" h="300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30" name="Freeform 856"/>
            <p:cNvSpPr/>
            <p:nvPr/>
          </p:nvSpPr>
          <p:spPr bwMode="auto">
            <a:xfrm>
              <a:off x="4116" y="955"/>
              <a:ext cx="630" cy="397"/>
            </a:xfrm>
            <a:custGeom>
              <a:avLst/>
              <a:gdLst>
                <a:gd name="T0" fmla="*/ 320 w 630"/>
                <a:gd name="T1" fmla="*/ 397 h 397"/>
                <a:gd name="T2" fmla="*/ 468 w 630"/>
                <a:gd name="T3" fmla="*/ 345 h 397"/>
                <a:gd name="T4" fmla="*/ 590 w 630"/>
                <a:gd name="T5" fmla="*/ 275 h 397"/>
                <a:gd name="T6" fmla="*/ 611 w 630"/>
                <a:gd name="T7" fmla="*/ 181 h 397"/>
                <a:gd name="T8" fmla="*/ 439 w 630"/>
                <a:gd name="T9" fmla="*/ 129 h 397"/>
                <a:gd name="T10" fmla="*/ 0 w 630"/>
                <a:gd name="T11" fmla="*/ 0 h 3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30" h="397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</a:ln>
            <a:effectLst/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460" name="Group 850"/>
          <p:cNvGrpSpPr/>
          <p:nvPr/>
        </p:nvGrpSpPr>
        <p:grpSpPr bwMode="auto">
          <a:xfrm>
            <a:off x="6495173" y="2008238"/>
            <a:ext cx="427847" cy="76292"/>
            <a:chOff x="2199" y="955"/>
            <a:chExt cx="2547" cy="506"/>
          </a:xfrm>
        </p:grpSpPr>
        <p:sp>
          <p:nvSpPr>
            <p:cNvPr id="519" name="Freeform 851"/>
            <p:cNvSpPr/>
            <p:nvPr/>
          </p:nvSpPr>
          <p:spPr bwMode="auto">
            <a:xfrm>
              <a:off x="2199" y="1166"/>
              <a:ext cx="260" cy="281"/>
            </a:xfrm>
            <a:custGeom>
              <a:avLst/>
              <a:gdLst>
                <a:gd name="T0" fmla="*/ 260 w 260"/>
                <a:gd name="T1" fmla="*/ 0 h 281"/>
                <a:gd name="T2" fmla="*/ 42 w 260"/>
                <a:gd name="T3" fmla="*/ 112 h 281"/>
                <a:gd name="T4" fmla="*/ 35 w 260"/>
                <a:gd name="T5" fmla="*/ 211 h 281"/>
                <a:gd name="T6" fmla="*/ 253 w 260"/>
                <a:gd name="T7" fmla="*/ 281 h 28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0" h="281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0" name="Freeform 852"/>
            <p:cNvSpPr/>
            <p:nvPr/>
          </p:nvSpPr>
          <p:spPr bwMode="auto">
            <a:xfrm>
              <a:off x="2482" y="1040"/>
              <a:ext cx="900" cy="421"/>
            </a:xfrm>
            <a:custGeom>
              <a:avLst/>
              <a:gdLst>
                <a:gd name="T0" fmla="*/ 531 w 900"/>
                <a:gd name="T1" fmla="*/ 0 h 421"/>
                <a:gd name="T2" fmla="*/ 279 w 900"/>
                <a:gd name="T3" fmla="*/ 77 h 421"/>
                <a:gd name="T4" fmla="*/ 68 w 900"/>
                <a:gd name="T5" fmla="*/ 182 h 421"/>
                <a:gd name="T6" fmla="*/ 33 w 900"/>
                <a:gd name="T7" fmla="*/ 323 h 421"/>
                <a:gd name="T8" fmla="*/ 328 w 900"/>
                <a:gd name="T9" fmla="*/ 400 h 421"/>
                <a:gd name="T10" fmla="*/ 812 w 900"/>
                <a:gd name="T11" fmla="*/ 421 h 421"/>
                <a:gd name="T12" fmla="*/ 855 w 900"/>
                <a:gd name="T13" fmla="*/ 400 h 4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00" h="421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1" name="Freeform 853"/>
            <p:cNvSpPr/>
            <p:nvPr/>
          </p:nvSpPr>
          <p:spPr bwMode="auto">
            <a:xfrm>
              <a:off x="2782" y="1068"/>
              <a:ext cx="428" cy="269"/>
            </a:xfrm>
            <a:custGeom>
              <a:avLst/>
              <a:gdLst>
                <a:gd name="T0" fmla="*/ 428 w 428"/>
                <a:gd name="T1" fmla="*/ 0 h 269"/>
                <a:gd name="T2" fmla="*/ 217 w 428"/>
                <a:gd name="T3" fmla="*/ 35 h 269"/>
                <a:gd name="T4" fmla="*/ 21 w 428"/>
                <a:gd name="T5" fmla="*/ 140 h 269"/>
                <a:gd name="T6" fmla="*/ 91 w 428"/>
                <a:gd name="T7" fmla="*/ 246 h 269"/>
                <a:gd name="T8" fmla="*/ 231 w 428"/>
                <a:gd name="T9" fmla="*/ 267 h 269"/>
                <a:gd name="T10" fmla="*/ 414 w 428"/>
                <a:gd name="T11" fmla="*/ 260 h 2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28" h="269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2" name="Freeform 854"/>
            <p:cNvSpPr/>
            <p:nvPr/>
          </p:nvSpPr>
          <p:spPr bwMode="auto">
            <a:xfrm>
              <a:off x="3554" y="1075"/>
              <a:ext cx="377" cy="239"/>
            </a:xfrm>
            <a:custGeom>
              <a:avLst/>
              <a:gdLst>
                <a:gd name="T0" fmla="*/ 42 w 377"/>
                <a:gd name="T1" fmla="*/ 239 h 239"/>
                <a:gd name="T2" fmla="*/ 335 w 377"/>
                <a:gd name="T3" fmla="*/ 146 h 239"/>
                <a:gd name="T4" fmla="*/ 342 w 377"/>
                <a:gd name="T5" fmla="*/ 47 h 239"/>
                <a:gd name="T6" fmla="*/ 0 w 377"/>
                <a:gd name="T7" fmla="*/ 0 h 23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77" h="239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3" name="Freeform 855"/>
            <p:cNvSpPr/>
            <p:nvPr/>
          </p:nvSpPr>
          <p:spPr bwMode="auto">
            <a:xfrm>
              <a:off x="3646" y="997"/>
              <a:ext cx="660" cy="336"/>
            </a:xfrm>
            <a:custGeom>
              <a:avLst/>
              <a:gdLst>
                <a:gd name="T0" fmla="*/ 390 w 646"/>
                <a:gd name="T1" fmla="*/ 592 h 300"/>
                <a:gd name="T2" fmla="*/ 555 w 646"/>
                <a:gd name="T3" fmla="*/ 501 h 300"/>
                <a:gd name="T4" fmla="*/ 690 w 646"/>
                <a:gd name="T5" fmla="*/ 377 h 300"/>
                <a:gd name="T6" fmla="*/ 713 w 646"/>
                <a:gd name="T7" fmla="*/ 211 h 300"/>
                <a:gd name="T8" fmla="*/ 522 w 646"/>
                <a:gd name="T9" fmla="*/ 119 h 300"/>
                <a:gd name="T10" fmla="*/ 0 w 646"/>
                <a:gd name="T11" fmla="*/ 0 h 3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46" h="300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4" name="Freeform 856"/>
            <p:cNvSpPr/>
            <p:nvPr/>
          </p:nvSpPr>
          <p:spPr bwMode="auto">
            <a:xfrm>
              <a:off x="4116" y="955"/>
              <a:ext cx="630" cy="397"/>
            </a:xfrm>
            <a:custGeom>
              <a:avLst/>
              <a:gdLst>
                <a:gd name="T0" fmla="*/ 320 w 630"/>
                <a:gd name="T1" fmla="*/ 397 h 397"/>
                <a:gd name="T2" fmla="*/ 468 w 630"/>
                <a:gd name="T3" fmla="*/ 345 h 397"/>
                <a:gd name="T4" fmla="*/ 590 w 630"/>
                <a:gd name="T5" fmla="*/ 275 h 397"/>
                <a:gd name="T6" fmla="*/ 611 w 630"/>
                <a:gd name="T7" fmla="*/ 181 h 397"/>
                <a:gd name="T8" fmla="*/ 439 w 630"/>
                <a:gd name="T9" fmla="*/ 129 h 397"/>
                <a:gd name="T10" fmla="*/ 0 w 630"/>
                <a:gd name="T11" fmla="*/ 0 h 3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30" h="397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</a:ln>
            <a:effectLst/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461" name="Group 850"/>
          <p:cNvGrpSpPr/>
          <p:nvPr/>
        </p:nvGrpSpPr>
        <p:grpSpPr bwMode="auto">
          <a:xfrm>
            <a:off x="6558106" y="1745978"/>
            <a:ext cx="427847" cy="76292"/>
            <a:chOff x="2199" y="955"/>
            <a:chExt cx="2547" cy="506"/>
          </a:xfrm>
        </p:grpSpPr>
        <p:sp>
          <p:nvSpPr>
            <p:cNvPr id="513" name="Freeform 851"/>
            <p:cNvSpPr/>
            <p:nvPr/>
          </p:nvSpPr>
          <p:spPr bwMode="auto">
            <a:xfrm>
              <a:off x="2199" y="1166"/>
              <a:ext cx="260" cy="281"/>
            </a:xfrm>
            <a:custGeom>
              <a:avLst/>
              <a:gdLst>
                <a:gd name="T0" fmla="*/ 260 w 260"/>
                <a:gd name="T1" fmla="*/ 0 h 281"/>
                <a:gd name="T2" fmla="*/ 42 w 260"/>
                <a:gd name="T3" fmla="*/ 112 h 281"/>
                <a:gd name="T4" fmla="*/ 35 w 260"/>
                <a:gd name="T5" fmla="*/ 211 h 281"/>
                <a:gd name="T6" fmla="*/ 253 w 260"/>
                <a:gd name="T7" fmla="*/ 281 h 28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0" h="281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4" name="Freeform 852"/>
            <p:cNvSpPr/>
            <p:nvPr/>
          </p:nvSpPr>
          <p:spPr bwMode="auto">
            <a:xfrm>
              <a:off x="2482" y="1040"/>
              <a:ext cx="900" cy="421"/>
            </a:xfrm>
            <a:custGeom>
              <a:avLst/>
              <a:gdLst>
                <a:gd name="T0" fmla="*/ 531 w 900"/>
                <a:gd name="T1" fmla="*/ 0 h 421"/>
                <a:gd name="T2" fmla="*/ 279 w 900"/>
                <a:gd name="T3" fmla="*/ 77 h 421"/>
                <a:gd name="T4" fmla="*/ 68 w 900"/>
                <a:gd name="T5" fmla="*/ 182 h 421"/>
                <a:gd name="T6" fmla="*/ 33 w 900"/>
                <a:gd name="T7" fmla="*/ 323 h 421"/>
                <a:gd name="T8" fmla="*/ 328 w 900"/>
                <a:gd name="T9" fmla="*/ 400 h 421"/>
                <a:gd name="T10" fmla="*/ 812 w 900"/>
                <a:gd name="T11" fmla="*/ 421 h 421"/>
                <a:gd name="T12" fmla="*/ 855 w 900"/>
                <a:gd name="T13" fmla="*/ 400 h 4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00" h="421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5" name="Freeform 853"/>
            <p:cNvSpPr/>
            <p:nvPr/>
          </p:nvSpPr>
          <p:spPr bwMode="auto">
            <a:xfrm>
              <a:off x="2782" y="1068"/>
              <a:ext cx="428" cy="269"/>
            </a:xfrm>
            <a:custGeom>
              <a:avLst/>
              <a:gdLst>
                <a:gd name="T0" fmla="*/ 428 w 428"/>
                <a:gd name="T1" fmla="*/ 0 h 269"/>
                <a:gd name="T2" fmla="*/ 217 w 428"/>
                <a:gd name="T3" fmla="*/ 35 h 269"/>
                <a:gd name="T4" fmla="*/ 21 w 428"/>
                <a:gd name="T5" fmla="*/ 140 h 269"/>
                <a:gd name="T6" fmla="*/ 91 w 428"/>
                <a:gd name="T7" fmla="*/ 246 h 269"/>
                <a:gd name="T8" fmla="*/ 231 w 428"/>
                <a:gd name="T9" fmla="*/ 267 h 269"/>
                <a:gd name="T10" fmla="*/ 414 w 428"/>
                <a:gd name="T11" fmla="*/ 260 h 2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28" h="269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6" name="Freeform 854"/>
            <p:cNvSpPr/>
            <p:nvPr/>
          </p:nvSpPr>
          <p:spPr bwMode="auto">
            <a:xfrm>
              <a:off x="3554" y="1075"/>
              <a:ext cx="377" cy="239"/>
            </a:xfrm>
            <a:custGeom>
              <a:avLst/>
              <a:gdLst>
                <a:gd name="T0" fmla="*/ 42 w 377"/>
                <a:gd name="T1" fmla="*/ 239 h 239"/>
                <a:gd name="T2" fmla="*/ 335 w 377"/>
                <a:gd name="T3" fmla="*/ 146 h 239"/>
                <a:gd name="T4" fmla="*/ 342 w 377"/>
                <a:gd name="T5" fmla="*/ 47 h 239"/>
                <a:gd name="T6" fmla="*/ 0 w 377"/>
                <a:gd name="T7" fmla="*/ 0 h 23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77" h="239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7" name="Freeform 855"/>
            <p:cNvSpPr/>
            <p:nvPr/>
          </p:nvSpPr>
          <p:spPr bwMode="auto">
            <a:xfrm>
              <a:off x="3646" y="997"/>
              <a:ext cx="660" cy="336"/>
            </a:xfrm>
            <a:custGeom>
              <a:avLst/>
              <a:gdLst>
                <a:gd name="T0" fmla="*/ 390 w 646"/>
                <a:gd name="T1" fmla="*/ 592 h 300"/>
                <a:gd name="T2" fmla="*/ 555 w 646"/>
                <a:gd name="T3" fmla="*/ 501 h 300"/>
                <a:gd name="T4" fmla="*/ 690 w 646"/>
                <a:gd name="T5" fmla="*/ 377 h 300"/>
                <a:gd name="T6" fmla="*/ 713 w 646"/>
                <a:gd name="T7" fmla="*/ 211 h 300"/>
                <a:gd name="T8" fmla="*/ 522 w 646"/>
                <a:gd name="T9" fmla="*/ 119 h 300"/>
                <a:gd name="T10" fmla="*/ 0 w 646"/>
                <a:gd name="T11" fmla="*/ 0 h 3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46" h="300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8" name="Freeform 856"/>
            <p:cNvSpPr/>
            <p:nvPr/>
          </p:nvSpPr>
          <p:spPr bwMode="auto">
            <a:xfrm>
              <a:off x="4116" y="955"/>
              <a:ext cx="630" cy="397"/>
            </a:xfrm>
            <a:custGeom>
              <a:avLst/>
              <a:gdLst>
                <a:gd name="T0" fmla="*/ 320 w 630"/>
                <a:gd name="T1" fmla="*/ 397 h 397"/>
                <a:gd name="T2" fmla="*/ 468 w 630"/>
                <a:gd name="T3" fmla="*/ 345 h 397"/>
                <a:gd name="T4" fmla="*/ 590 w 630"/>
                <a:gd name="T5" fmla="*/ 275 h 397"/>
                <a:gd name="T6" fmla="*/ 611 w 630"/>
                <a:gd name="T7" fmla="*/ 181 h 397"/>
                <a:gd name="T8" fmla="*/ 439 w 630"/>
                <a:gd name="T9" fmla="*/ 129 h 397"/>
                <a:gd name="T10" fmla="*/ 0 w 630"/>
                <a:gd name="T11" fmla="*/ 0 h 3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30" h="397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</a:ln>
            <a:effectLst/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462" name="Group 850"/>
          <p:cNvGrpSpPr/>
          <p:nvPr/>
        </p:nvGrpSpPr>
        <p:grpSpPr bwMode="auto">
          <a:xfrm>
            <a:off x="5756886" y="2979399"/>
            <a:ext cx="375111" cy="76292"/>
            <a:chOff x="2199" y="955"/>
            <a:chExt cx="2547" cy="506"/>
          </a:xfrm>
        </p:grpSpPr>
        <p:sp>
          <p:nvSpPr>
            <p:cNvPr id="507" name="Freeform 851"/>
            <p:cNvSpPr/>
            <p:nvPr/>
          </p:nvSpPr>
          <p:spPr bwMode="auto">
            <a:xfrm>
              <a:off x="2199" y="1166"/>
              <a:ext cx="260" cy="281"/>
            </a:xfrm>
            <a:custGeom>
              <a:avLst/>
              <a:gdLst>
                <a:gd name="T0" fmla="*/ 260 w 260"/>
                <a:gd name="T1" fmla="*/ 0 h 281"/>
                <a:gd name="T2" fmla="*/ 42 w 260"/>
                <a:gd name="T3" fmla="*/ 112 h 281"/>
                <a:gd name="T4" fmla="*/ 35 w 260"/>
                <a:gd name="T5" fmla="*/ 211 h 281"/>
                <a:gd name="T6" fmla="*/ 253 w 260"/>
                <a:gd name="T7" fmla="*/ 281 h 28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0" h="281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8" name="Freeform 852"/>
            <p:cNvSpPr/>
            <p:nvPr/>
          </p:nvSpPr>
          <p:spPr bwMode="auto">
            <a:xfrm>
              <a:off x="2482" y="1040"/>
              <a:ext cx="900" cy="421"/>
            </a:xfrm>
            <a:custGeom>
              <a:avLst/>
              <a:gdLst>
                <a:gd name="T0" fmla="*/ 531 w 900"/>
                <a:gd name="T1" fmla="*/ 0 h 421"/>
                <a:gd name="T2" fmla="*/ 279 w 900"/>
                <a:gd name="T3" fmla="*/ 77 h 421"/>
                <a:gd name="T4" fmla="*/ 68 w 900"/>
                <a:gd name="T5" fmla="*/ 182 h 421"/>
                <a:gd name="T6" fmla="*/ 33 w 900"/>
                <a:gd name="T7" fmla="*/ 323 h 421"/>
                <a:gd name="T8" fmla="*/ 328 w 900"/>
                <a:gd name="T9" fmla="*/ 400 h 421"/>
                <a:gd name="T10" fmla="*/ 812 w 900"/>
                <a:gd name="T11" fmla="*/ 421 h 421"/>
                <a:gd name="T12" fmla="*/ 855 w 900"/>
                <a:gd name="T13" fmla="*/ 400 h 4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00" h="421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9" name="Freeform 853"/>
            <p:cNvSpPr/>
            <p:nvPr/>
          </p:nvSpPr>
          <p:spPr bwMode="auto">
            <a:xfrm>
              <a:off x="2782" y="1068"/>
              <a:ext cx="428" cy="269"/>
            </a:xfrm>
            <a:custGeom>
              <a:avLst/>
              <a:gdLst>
                <a:gd name="T0" fmla="*/ 428 w 428"/>
                <a:gd name="T1" fmla="*/ 0 h 269"/>
                <a:gd name="T2" fmla="*/ 217 w 428"/>
                <a:gd name="T3" fmla="*/ 35 h 269"/>
                <a:gd name="T4" fmla="*/ 21 w 428"/>
                <a:gd name="T5" fmla="*/ 140 h 269"/>
                <a:gd name="T6" fmla="*/ 91 w 428"/>
                <a:gd name="T7" fmla="*/ 246 h 269"/>
                <a:gd name="T8" fmla="*/ 231 w 428"/>
                <a:gd name="T9" fmla="*/ 267 h 269"/>
                <a:gd name="T10" fmla="*/ 414 w 428"/>
                <a:gd name="T11" fmla="*/ 260 h 2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28" h="269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0" name="Freeform 854"/>
            <p:cNvSpPr/>
            <p:nvPr/>
          </p:nvSpPr>
          <p:spPr bwMode="auto">
            <a:xfrm>
              <a:off x="3554" y="1075"/>
              <a:ext cx="377" cy="239"/>
            </a:xfrm>
            <a:custGeom>
              <a:avLst/>
              <a:gdLst>
                <a:gd name="T0" fmla="*/ 42 w 377"/>
                <a:gd name="T1" fmla="*/ 239 h 239"/>
                <a:gd name="T2" fmla="*/ 335 w 377"/>
                <a:gd name="T3" fmla="*/ 146 h 239"/>
                <a:gd name="T4" fmla="*/ 342 w 377"/>
                <a:gd name="T5" fmla="*/ 47 h 239"/>
                <a:gd name="T6" fmla="*/ 0 w 377"/>
                <a:gd name="T7" fmla="*/ 0 h 23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77" h="239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1" name="Freeform 855"/>
            <p:cNvSpPr/>
            <p:nvPr/>
          </p:nvSpPr>
          <p:spPr bwMode="auto">
            <a:xfrm>
              <a:off x="3646" y="997"/>
              <a:ext cx="660" cy="336"/>
            </a:xfrm>
            <a:custGeom>
              <a:avLst/>
              <a:gdLst>
                <a:gd name="T0" fmla="*/ 390 w 646"/>
                <a:gd name="T1" fmla="*/ 592 h 300"/>
                <a:gd name="T2" fmla="*/ 555 w 646"/>
                <a:gd name="T3" fmla="*/ 501 h 300"/>
                <a:gd name="T4" fmla="*/ 690 w 646"/>
                <a:gd name="T5" fmla="*/ 377 h 300"/>
                <a:gd name="T6" fmla="*/ 713 w 646"/>
                <a:gd name="T7" fmla="*/ 211 h 300"/>
                <a:gd name="T8" fmla="*/ 522 w 646"/>
                <a:gd name="T9" fmla="*/ 119 h 300"/>
                <a:gd name="T10" fmla="*/ 0 w 646"/>
                <a:gd name="T11" fmla="*/ 0 h 3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46" h="300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2" name="Freeform 856"/>
            <p:cNvSpPr/>
            <p:nvPr/>
          </p:nvSpPr>
          <p:spPr bwMode="auto">
            <a:xfrm>
              <a:off x="4116" y="955"/>
              <a:ext cx="630" cy="397"/>
            </a:xfrm>
            <a:custGeom>
              <a:avLst/>
              <a:gdLst>
                <a:gd name="T0" fmla="*/ 320 w 630"/>
                <a:gd name="T1" fmla="*/ 397 h 397"/>
                <a:gd name="T2" fmla="*/ 468 w 630"/>
                <a:gd name="T3" fmla="*/ 345 h 397"/>
                <a:gd name="T4" fmla="*/ 590 w 630"/>
                <a:gd name="T5" fmla="*/ 275 h 397"/>
                <a:gd name="T6" fmla="*/ 611 w 630"/>
                <a:gd name="T7" fmla="*/ 181 h 397"/>
                <a:gd name="T8" fmla="*/ 439 w 630"/>
                <a:gd name="T9" fmla="*/ 129 h 397"/>
                <a:gd name="T10" fmla="*/ 0 w 630"/>
                <a:gd name="T11" fmla="*/ 0 h 3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30" h="397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</a:ln>
            <a:effectLst/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463" name="Group 850"/>
          <p:cNvGrpSpPr/>
          <p:nvPr/>
        </p:nvGrpSpPr>
        <p:grpSpPr bwMode="auto">
          <a:xfrm>
            <a:off x="5458054" y="3093653"/>
            <a:ext cx="373704" cy="70494"/>
            <a:chOff x="2199" y="955"/>
            <a:chExt cx="2547" cy="506"/>
          </a:xfrm>
        </p:grpSpPr>
        <p:sp>
          <p:nvSpPr>
            <p:cNvPr id="501" name="Freeform 851"/>
            <p:cNvSpPr/>
            <p:nvPr/>
          </p:nvSpPr>
          <p:spPr bwMode="auto">
            <a:xfrm>
              <a:off x="2199" y="1166"/>
              <a:ext cx="260" cy="281"/>
            </a:xfrm>
            <a:custGeom>
              <a:avLst/>
              <a:gdLst>
                <a:gd name="T0" fmla="*/ 260 w 260"/>
                <a:gd name="T1" fmla="*/ 0 h 281"/>
                <a:gd name="T2" fmla="*/ 42 w 260"/>
                <a:gd name="T3" fmla="*/ 112 h 281"/>
                <a:gd name="T4" fmla="*/ 35 w 260"/>
                <a:gd name="T5" fmla="*/ 211 h 281"/>
                <a:gd name="T6" fmla="*/ 253 w 260"/>
                <a:gd name="T7" fmla="*/ 281 h 28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0" h="281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2" name="Freeform 852"/>
            <p:cNvSpPr/>
            <p:nvPr/>
          </p:nvSpPr>
          <p:spPr bwMode="auto">
            <a:xfrm>
              <a:off x="2482" y="1040"/>
              <a:ext cx="900" cy="421"/>
            </a:xfrm>
            <a:custGeom>
              <a:avLst/>
              <a:gdLst>
                <a:gd name="T0" fmla="*/ 531 w 900"/>
                <a:gd name="T1" fmla="*/ 0 h 421"/>
                <a:gd name="T2" fmla="*/ 279 w 900"/>
                <a:gd name="T3" fmla="*/ 77 h 421"/>
                <a:gd name="T4" fmla="*/ 68 w 900"/>
                <a:gd name="T5" fmla="*/ 182 h 421"/>
                <a:gd name="T6" fmla="*/ 33 w 900"/>
                <a:gd name="T7" fmla="*/ 323 h 421"/>
                <a:gd name="T8" fmla="*/ 328 w 900"/>
                <a:gd name="T9" fmla="*/ 400 h 421"/>
                <a:gd name="T10" fmla="*/ 812 w 900"/>
                <a:gd name="T11" fmla="*/ 421 h 421"/>
                <a:gd name="T12" fmla="*/ 855 w 900"/>
                <a:gd name="T13" fmla="*/ 400 h 4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00" h="421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3" name="Freeform 853"/>
            <p:cNvSpPr/>
            <p:nvPr/>
          </p:nvSpPr>
          <p:spPr bwMode="auto">
            <a:xfrm>
              <a:off x="2782" y="1068"/>
              <a:ext cx="428" cy="269"/>
            </a:xfrm>
            <a:custGeom>
              <a:avLst/>
              <a:gdLst>
                <a:gd name="T0" fmla="*/ 428 w 428"/>
                <a:gd name="T1" fmla="*/ 0 h 269"/>
                <a:gd name="T2" fmla="*/ 217 w 428"/>
                <a:gd name="T3" fmla="*/ 35 h 269"/>
                <a:gd name="T4" fmla="*/ 21 w 428"/>
                <a:gd name="T5" fmla="*/ 140 h 269"/>
                <a:gd name="T6" fmla="*/ 91 w 428"/>
                <a:gd name="T7" fmla="*/ 246 h 269"/>
                <a:gd name="T8" fmla="*/ 231 w 428"/>
                <a:gd name="T9" fmla="*/ 267 h 269"/>
                <a:gd name="T10" fmla="*/ 414 w 428"/>
                <a:gd name="T11" fmla="*/ 260 h 2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28" h="269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4" name="Freeform 854"/>
            <p:cNvSpPr/>
            <p:nvPr/>
          </p:nvSpPr>
          <p:spPr bwMode="auto">
            <a:xfrm>
              <a:off x="3554" y="1075"/>
              <a:ext cx="377" cy="239"/>
            </a:xfrm>
            <a:custGeom>
              <a:avLst/>
              <a:gdLst>
                <a:gd name="T0" fmla="*/ 42 w 377"/>
                <a:gd name="T1" fmla="*/ 239 h 239"/>
                <a:gd name="T2" fmla="*/ 335 w 377"/>
                <a:gd name="T3" fmla="*/ 146 h 239"/>
                <a:gd name="T4" fmla="*/ 342 w 377"/>
                <a:gd name="T5" fmla="*/ 47 h 239"/>
                <a:gd name="T6" fmla="*/ 0 w 377"/>
                <a:gd name="T7" fmla="*/ 0 h 23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77" h="239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5" name="Freeform 855"/>
            <p:cNvSpPr/>
            <p:nvPr/>
          </p:nvSpPr>
          <p:spPr bwMode="auto">
            <a:xfrm>
              <a:off x="3646" y="997"/>
              <a:ext cx="660" cy="336"/>
            </a:xfrm>
            <a:custGeom>
              <a:avLst/>
              <a:gdLst>
                <a:gd name="T0" fmla="*/ 390 w 646"/>
                <a:gd name="T1" fmla="*/ 592 h 300"/>
                <a:gd name="T2" fmla="*/ 555 w 646"/>
                <a:gd name="T3" fmla="*/ 501 h 300"/>
                <a:gd name="T4" fmla="*/ 690 w 646"/>
                <a:gd name="T5" fmla="*/ 377 h 300"/>
                <a:gd name="T6" fmla="*/ 713 w 646"/>
                <a:gd name="T7" fmla="*/ 211 h 300"/>
                <a:gd name="T8" fmla="*/ 522 w 646"/>
                <a:gd name="T9" fmla="*/ 119 h 300"/>
                <a:gd name="T10" fmla="*/ 0 w 646"/>
                <a:gd name="T11" fmla="*/ 0 h 3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46" h="300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6" name="Freeform 856"/>
            <p:cNvSpPr/>
            <p:nvPr/>
          </p:nvSpPr>
          <p:spPr bwMode="auto">
            <a:xfrm>
              <a:off x="4116" y="955"/>
              <a:ext cx="630" cy="397"/>
            </a:xfrm>
            <a:custGeom>
              <a:avLst/>
              <a:gdLst>
                <a:gd name="T0" fmla="*/ 320 w 630"/>
                <a:gd name="T1" fmla="*/ 397 h 397"/>
                <a:gd name="T2" fmla="*/ 468 w 630"/>
                <a:gd name="T3" fmla="*/ 345 h 397"/>
                <a:gd name="T4" fmla="*/ 590 w 630"/>
                <a:gd name="T5" fmla="*/ 275 h 397"/>
                <a:gd name="T6" fmla="*/ 611 w 630"/>
                <a:gd name="T7" fmla="*/ 181 h 397"/>
                <a:gd name="T8" fmla="*/ 439 w 630"/>
                <a:gd name="T9" fmla="*/ 129 h 397"/>
                <a:gd name="T10" fmla="*/ 0 w 630"/>
                <a:gd name="T11" fmla="*/ 0 h 3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30" h="397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</a:ln>
            <a:effectLst/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464" name="Group 850"/>
          <p:cNvGrpSpPr/>
          <p:nvPr/>
        </p:nvGrpSpPr>
        <p:grpSpPr bwMode="auto">
          <a:xfrm>
            <a:off x="5616258" y="3506728"/>
            <a:ext cx="496588" cy="96676"/>
            <a:chOff x="2199" y="955"/>
            <a:chExt cx="2547" cy="506"/>
          </a:xfrm>
        </p:grpSpPr>
        <p:sp>
          <p:nvSpPr>
            <p:cNvPr id="495" name="Freeform 851"/>
            <p:cNvSpPr/>
            <p:nvPr/>
          </p:nvSpPr>
          <p:spPr bwMode="auto">
            <a:xfrm>
              <a:off x="2199" y="1166"/>
              <a:ext cx="260" cy="281"/>
            </a:xfrm>
            <a:custGeom>
              <a:avLst/>
              <a:gdLst>
                <a:gd name="T0" fmla="*/ 260 w 260"/>
                <a:gd name="T1" fmla="*/ 0 h 281"/>
                <a:gd name="T2" fmla="*/ 42 w 260"/>
                <a:gd name="T3" fmla="*/ 112 h 281"/>
                <a:gd name="T4" fmla="*/ 35 w 260"/>
                <a:gd name="T5" fmla="*/ 211 h 281"/>
                <a:gd name="T6" fmla="*/ 253 w 260"/>
                <a:gd name="T7" fmla="*/ 281 h 28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0" h="281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6" name="Freeform 852"/>
            <p:cNvSpPr/>
            <p:nvPr/>
          </p:nvSpPr>
          <p:spPr bwMode="auto">
            <a:xfrm>
              <a:off x="2482" y="1040"/>
              <a:ext cx="900" cy="421"/>
            </a:xfrm>
            <a:custGeom>
              <a:avLst/>
              <a:gdLst>
                <a:gd name="T0" fmla="*/ 531 w 900"/>
                <a:gd name="T1" fmla="*/ 0 h 421"/>
                <a:gd name="T2" fmla="*/ 279 w 900"/>
                <a:gd name="T3" fmla="*/ 77 h 421"/>
                <a:gd name="T4" fmla="*/ 68 w 900"/>
                <a:gd name="T5" fmla="*/ 182 h 421"/>
                <a:gd name="T6" fmla="*/ 33 w 900"/>
                <a:gd name="T7" fmla="*/ 323 h 421"/>
                <a:gd name="T8" fmla="*/ 328 w 900"/>
                <a:gd name="T9" fmla="*/ 400 h 421"/>
                <a:gd name="T10" fmla="*/ 812 w 900"/>
                <a:gd name="T11" fmla="*/ 421 h 421"/>
                <a:gd name="T12" fmla="*/ 855 w 900"/>
                <a:gd name="T13" fmla="*/ 400 h 4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00" h="421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7" name="Freeform 853"/>
            <p:cNvSpPr/>
            <p:nvPr/>
          </p:nvSpPr>
          <p:spPr bwMode="auto">
            <a:xfrm>
              <a:off x="2782" y="1068"/>
              <a:ext cx="428" cy="269"/>
            </a:xfrm>
            <a:custGeom>
              <a:avLst/>
              <a:gdLst>
                <a:gd name="T0" fmla="*/ 428 w 428"/>
                <a:gd name="T1" fmla="*/ 0 h 269"/>
                <a:gd name="T2" fmla="*/ 217 w 428"/>
                <a:gd name="T3" fmla="*/ 35 h 269"/>
                <a:gd name="T4" fmla="*/ 21 w 428"/>
                <a:gd name="T5" fmla="*/ 140 h 269"/>
                <a:gd name="T6" fmla="*/ 91 w 428"/>
                <a:gd name="T7" fmla="*/ 246 h 269"/>
                <a:gd name="T8" fmla="*/ 231 w 428"/>
                <a:gd name="T9" fmla="*/ 267 h 269"/>
                <a:gd name="T10" fmla="*/ 414 w 428"/>
                <a:gd name="T11" fmla="*/ 260 h 2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28" h="269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8" name="Freeform 854"/>
            <p:cNvSpPr/>
            <p:nvPr/>
          </p:nvSpPr>
          <p:spPr bwMode="auto">
            <a:xfrm>
              <a:off x="3554" y="1075"/>
              <a:ext cx="377" cy="239"/>
            </a:xfrm>
            <a:custGeom>
              <a:avLst/>
              <a:gdLst>
                <a:gd name="T0" fmla="*/ 42 w 377"/>
                <a:gd name="T1" fmla="*/ 239 h 239"/>
                <a:gd name="T2" fmla="*/ 335 w 377"/>
                <a:gd name="T3" fmla="*/ 146 h 239"/>
                <a:gd name="T4" fmla="*/ 342 w 377"/>
                <a:gd name="T5" fmla="*/ 47 h 239"/>
                <a:gd name="T6" fmla="*/ 0 w 377"/>
                <a:gd name="T7" fmla="*/ 0 h 23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77" h="239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9" name="Freeform 855"/>
            <p:cNvSpPr/>
            <p:nvPr/>
          </p:nvSpPr>
          <p:spPr bwMode="auto">
            <a:xfrm>
              <a:off x="3646" y="997"/>
              <a:ext cx="660" cy="336"/>
            </a:xfrm>
            <a:custGeom>
              <a:avLst/>
              <a:gdLst>
                <a:gd name="T0" fmla="*/ 390 w 646"/>
                <a:gd name="T1" fmla="*/ 592 h 300"/>
                <a:gd name="T2" fmla="*/ 555 w 646"/>
                <a:gd name="T3" fmla="*/ 501 h 300"/>
                <a:gd name="T4" fmla="*/ 690 w 646"/>
                <a:gd name="T5" fmla="*/ 377 h 300"/>
                <a:gd name="T6" fmla="*/ 713 w 646"/>
                <a:gd name="T7" fmla="*/ 211 h 300"/>
                <a:gd name="T8" fmla="*/ 522 w 646"/>
                <a:gd name="T9" fmla="*/ 119 h 300"/>
                <a:gd name="T10" fmla="*/ 0 w 646"/>
                <a:gd name="T11" fmla="*/ 0 h 3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46" h="300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0" name="Freeform 856"/>
            <p:cNvSpPr/>
            <p:nvPr/>
          </p:nvSpPr>
          <p:spPr bwMode="auto">
            <a:xfrm>
              <a:off x="4116" y="955"/>
              <a:ext cx="630" cy="397"/>
            </a:xfrm>
            <a:custGeom>
              <a:avLst/>
              <a:gdLst>
                <a:gd name="T0" fmla="*/ 320 w 630"/>
                <a:gd name="T1" fmla="*/ 397 h 397"/>
                <a:gd name="T2" fmla="*/ 468 w 630"/>
                <a:gd name="T3" fmla="*/ 345 h 397"/>
                <a:gd name="T4" fmla="*/ 590 w 630"/>
                <a:gd name="T5" fmla="*/ 275 h 397"/>
                <a:gd name="T6" fmla="*/ 611 w 630"/>
                <a:gd name="T7" fmla="*/ 181 h 397"/>
                <a:gd name="T8" fmla="*/ 439 w 630"/>
                <a:gd name="T9" fmla="*/ 129 h 397"/>
                <a:gd name="T10" fmla="*/ 0 w 630"/>
                <a:gd name="T11" fmla="*/ 0 h 3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30" h="397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</a:ln>
            <a:effectLst/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465" name="Group 850"/>
          <p:cNvGrpSpPr/>
          <p:nvPr/>
        </p:nvGrpSpPr>
        <p:grpSpPr bwMode="auto">
          <a:xfrm>
            <a:off x="7154356" y="5005218"/>
            <a:ext cx="536140" cy="131828"/>
            <a:chOff x="2199" y="955"/>
            <a:chExt cx="2547" cy="506"/>
          </a:xfrm>
        </p:grpSpPr>
        <p:sp>
          <p:nvSpPr>
            <p:cNvPr id="489" name="Freeform 851"/>
            <p:cNvSpPr/>
            <p:nvPr/>
          </p:nvSpPr>
          <p:spPr bwMode="auto">
            <a:xfrm>
              <a:off x="2199" y="1166"/>
              <a:ext cx="260" cy="281"/>
            </a:xfrm>
            <a:custGeom>
              <a:avLst/>
              <a:gdLst>
                <a:gd name="T0" fmla="*/ 260 w 260"/>
                <a:gd name="T1" fmla="*/ 0 h 281"/>
                <a:gd name="T2" fmla="*/ 42 w 260"/>
                <a:gd name="T3" fmla="*/ 112 h 281"/>
                <a:gd name="T4" fmla="*/ 35 w 260"/>
                <a:gd name="T5" fmla="*/ 211 h 281"/>
                <a:gd name="T6" fmla="*/ 253 w 260"/>
                <a:gd name="T7" fmla="*/ 281 h 28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0" h="281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0" name="Freeform 852"/>
            <p:cNvSpPr/>
            <p:nvPr/>
          </p:nvSpPr>
          <p:spPr bwMode="auto">
            <a:xfrm>
              <a:off x="2482" y="1040"/>
              <a:ext cx="900" cy="421"/>
            </a:xfrm>
            <a:custGeom>
              <a:avLst/>
              <a:gdLst>
                <a:gd name="T0" fmla="*/ 531 w 900"/>
                <a:gd name="T1" fmla="*/ 0 h 421"/>
                <a:gd name="T2" fmla="*/ 279 w 900"/>
                <a:gd name="T3" fmla="*/ 77 h 421"/>
                <a:gd name="T4" fmla="*/ 68 w 900"/>
                <a:gd name="T5" fmla="*/ 182 h 421"/>
                <a:gd name="T6" fmla="*/ 33 w 900"/>
                <a:gd name="T7" fmla="*/ 323 h 421"/>
                <a:gd name="T8" fmla="*/ 328 w 900"/>
                <a:gd name="T9" fmla="*/ 400 h 421"/>
                <a:gd name="T10" fmla="*/ 812 w 900"/>
                <a:gd name="T11" fmla="*/ 421 h 421"/>
                <a:gd name="T12" fmla="*/ 855 w 900"/>
                <a:gd name="T13" fmla="*/ 400 h 4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00" h="421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1" name="Freeform 853"/>
            <p:cNvSpPr/>
            <p:nvPr/>
          </p:nvSpPr>
          <p:spPr bwMode="auto">
            <a:xfrm>
              <a:off x="2782" y="1068"/>
              <a:ext cx="428" cy="269"/>
            </a:xfrm>
            <a:custGeom>
              <a:avLst/>
              <a:gdLst>
                <a:gd name="T0" fmla="*/ 428 w 428"/>
                <a:gd name="T1" fmla="*/ 0 h 269"/>
                <a:gd name="T2" fmla="*/ 217 w 428"/>
                <a:gd name="T3" fmla="*/ 35 h 269"/>
                <a:gd name="T4" fmla="*/ 21 w 428"/>
                <a:gd name="T5" fmla="*/ 140 h 269"/>
                <a:gd name="T6" fmla="*/ 91 w 428"/>
                <a:gd name="T7" fmla="*/ 246 h 269"/>
                <a:gd name="T8" fmla="*/ 231 w 428"/>
                <a:gd name="T9" fmla="*/ 267 h 269"/>
                <a:gd name="T10" fmla="*/ 414 w 428"/>
                <a:gd name="T11" fmla="*/ 260 h 2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28" h="269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2" name="Freeform 854"/>
            <p:cNvSpPr/>
            <p:nvPr/>
          </p:nvSpPr>
          <p:spPr bwMode="auto">
            <a:xfrm>
              <a:off x="3554" y="1075"/>
              <a:ext cx="377" cy="239"/>
            </a:xfrm>
            <a:custGeom>
              <a:avLst/>
              <a:gdLst>
                <a:gd name="T0" fmla="*/ 42 w 377"/>
                <a:gd name="T1" fmla="*/ 239 h 239"/>
                <a:gd name="T2" fmla="*/ 335 w 377"/>
                <a:gd name="T3" fmla="*/ 146 h 239"/>
                <a:gd name="T4" fmla="*/ 342 w 377"/>
                <a:gd name="T5" fmla="*/ 47 h 239"/>
                <a:gd name="T6" fmla="*/ 0 w 377"/>
                <a:gd name="T7" fmla="*/ 0 h 23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77" h="239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3" name="Freeform 855"/>
            <p:cNvSpPr/>
            <p:nvPr/>
          </p:nvSpPr>
          <p:spPr bwMode="auto">
            <a:xfrm>
              <a:off x="3646" y="997"/>
              <a:ext cx="660" cy="336"/>
            </a:xfrm>
            <a:custGeom>
              <a:avLst/>
              <a:gdLst>
                <a:gd name="T0" fmla="*/ 390 w 646"/>
                <a:gd name="T1" fmla="*/ 592 h 300"/>
                <a:gd name="T2" fmla="*/ 555 w 646"/>
                <a:gd name="T3" fmla="*/ 501 h 300"/>
                <a:gd name="T4" fmla="*/ 690 w 646"/>
                <a:gd name="T5" fmla="*/ 377 h 300"/>
                <a:gd name="T6" fmla="*/ 713 w 646"/>
                <a:gd name="T7" fmla="*/ 211 h 300"/>
                <a:gd name="T8" fmla="*/ 522 w 646"/>
                <a:gd name="T9" fmla="*/ 119 h 300"/>
                <a:gd name="T10" fmla="*/ 0 w 646"/>
                <a:gd name="T11" fmla="*/ 0 h 3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46" h="300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4" name="Freeform 856"/>
            <p:cNvSpPr/>
            <p:nvPr/>
          </p:nvSpPr>
          <p:spPr bwMode="auto">
            <a:xfrm>
              <a:off x="4116" y="955"/>
              <a:ext cx="630" cy="397"/>
            </a:xfrm>
            <a:custGeom>
              <a:avLst/>
              <a:gdLst>
                <a:gd name="T0" fmla="*/ 320 w 630"/>
                <a:gd name="T1" fmla="*/ 397 h 397"/>
                <a:gd name="T2" fmla="*/ 468 w 630"/>
                <a:gd name="T3" fmla="*/ 345 h 397"/>
                <a:gd name="T4" fmla="*/ 590 w 630"/>
                <a:gd name="T5" fmla="*/ 275 h 397"/>
                <a:gd name="T6" fmla="*/ 611 w 630"/>
                <a:gd name="T7" fmla="*/ 181 h 397"/>
                <a:gd name="T8" fmla="*/ 439 w 630"/>
                <a:gd name="T9" fmla="*/ 129 h 397"/>
                <a:gd name="T10" fmla="*/ 0 w 630"/>
                <a:gd name="T11" fmla="*/ 0 h 3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30" h="397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</a:ln>
            <a:effectLst/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466" name="Group 850"/>
          <p:cNvGrpSpPr/>
          <p:nvPr/>
        </p:nvGrpSpPr>
        <p:grpSpPr bwMode="auto">
          <a:xfrm>
            <a:off x="7299376" y="5413893"/>
            <a:ext cx="408699" cy="92283"/>
            <a:chOff x="2199" y="955"/>
            <a:chExt cx="2547" cy="506"/>
          </a:xfrm>
        </p:grpSpPr>
        <p:sp>
          <p:nvSpPr>
            <p:cNvPr id="483" name="Freeform 851"/>
            <p:cNvSpPr/>
            <p:nvPr/>
          </p:nvSpPr>
          <p:spPr bwMode="auto">
            <a:xfrm>
              <a:off x="2199" y="1166"/>
              <a:ext cx="260" cy="281"/>
            </a:xfrm>
            <a:custGeom>
              <a:avLst/>
              <a:gdLst>
                <a:gd name="T0" fmla="*/ 260 w 260"/>
                <a:gd name="T1" fmla="*/ 0 h 281"/>
                <a:gd name="T2" fmla="*/ 42 w 260"/>
                <a:gd name="T3" fmla="*/ 112 h 281"/>
                <a:gd name="T4" fmla="*/ 35 w 260"/>
                <a:gd name="T5" fmla="*/ 211 h 281"/>
                <a:gd name="T6" fmla="*/ 253 w 260"/>
                <a:gd name="T7" fmla="*/ 281 h 28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0" h="281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4" name="Freeform 852"/>
            <p:cNvSpPr/>
            <p:nvPr/>
          </p:nvSpPr>
          <p:spPr bwMode="auto">
            <a:xfrm>
              <a:off x="2482" y="1040"/>
              <a:ext cx="900" cy="421"/>
            </a:xfrm>
            <a:custGeom>
              <a:avLst/>
              <a:gdLst>
                <a:gd name="T0" fmla="*/ 531 w 900"/>
                <a:gd name="T1" fmla="*/ 0 h 421"/>
                <a:gd name="T2" fmla="*/ 279 w 900"/>
                <a:gd name="T3" fmla="*/ 77 h 421"/>
                <a:gd name="T4" fmla="*/ 68 w 900"/>
                <a:gd name="T5" fmla="*/ 182 h 421"/>
                <a:gd name="T6" fmla="*/ 33 w 900"/>
                <a:gd name="T7" fmla="*/ 323 h 421"/>
                <a:gd name="T8" fmla="*/ 328 w 900"/>
                <a:gd name="T9" fmla="*/ 400 h 421"/>
                <a:gd name="T10" fmla="*/ 812 w 900"/>
                <a:gd name="T11" fmla="*/ 421 h 421"/>
                <a:gd name="T12" fmla="*/ 855 w 900"/>
                <a:gd name="T13" fmla="*/ 400 h 4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00" h="421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5" name="Freeform 853"/>
            <p:cNvSpPr/>
            <p:nvPr/>
          </p:nvSpPr>
          <p:spPr bwMode="auto">
            <a:xfrm>
              <a:off x="2782" y="1068"/>
              <a:ext cx="428" cy="269"/>
            </a:xfrm>
            <a:custGeom>
              <a:avLst/>
              <a:gdLst>
                <a:gd name="T0" fmla="*/ 428 w 428"/>
                <a:gd name="T1" fmla="*/ 0 h 269"/>
                <a:gd name="T2" fmla="*/ 217 w 428"/>
                <a:gd name="T3" fmla="*/ 35 h 269"/>
                <a:gd name="T4" fmla="*/ 21 w 428"/>
                <a:gd name="T5" fmla="*/ 140 h 269"/>
                <a:gd name="T6" fmla="*/ 91 w 428"/>
                <a:gd name="T7" fmla="*/ 246 h 269"/>
                <a:gd name="T8" fmla="*/ 231 w 428"/>
                <a:gd name="T9" fmla="*/ 267 h 269"/>
                <a:gd name="T10" fmla="*/ 414 w 428"/>
                <a:gd name="T11" fmla="*/ 260 h 2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28" h="269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6" name="Freeform 854"/>
            <p:cNvSpPr/>
            <p:nvPr/>
          </p:nvSpPr>
          <p:spPr bwMode="auto">
            <a:xfrm>
              <a:off x="3554" y="1075"/>
              <a:ext cx="377" cy="239"/>
            </a:xfrm>
            <a:custGeom>
              <a:avLst/>
              <a:gdLst>
                <a:gd name="T0" fmla="*/ 42 w 377"/>
                <a:gd name="T1" fmla="*/ 239 h 239"/>
                <a:gd name="T2" fmla="*/ 335 w 377"/>
                <a:gd name="T3" fmla="*/ 146 h 239"/>
                <a:gd name="T4" fmla="*/ 342 w 377"/>
                <a:gd name="T5" fmla="*/ 47 h 239"/>
                <a:gd name="T6" fmla="*/ 0 w 377"/>
                <a:gd name="T7" fmla="*/ 0 h 23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77" h="239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7" name="Freeform 855"/>
            <p:cNvSpPr/>
            <p:nvPr/>
          </p:nvSpPr>
          <p:spPr bwMode="auto">
            <a:xfrm>
              <a:off x="3646" y="997"/>
              <a:ext cx="660" cy="336"/>
            </a:xfrm>
            <a:custGeom>
              <a:avLst/>
              <a:gdLst>
                <a:gd name="T0" fmla="*/ 390 w 646"/>
                <a:gd name="T1" fmla="*/ 592 h 300"/>
                <a:gd name="T2" fmla="*/ 555 w 646"/>
                <a:gd name="T3" fmla="*/ 501 h 300"/>
                <a:gd name="T4" fmla="*/ 690 w 646"/>
                <a:gd name="T5" fmla="*/ 377 h 300"/>
                <a:gd name="T6" fmla="*/ 713 w 646"/>
                <a:gd name="T7" fmla="*/ 211 h 300"/>
                <a:gd name="T8" fmla="*/ 522 w 646"/>
                <a:gd name="T9" fmla="*/ 119 h 300"/>
                <a:gd name="T10" fmla="*/ 0 w 646"/>
                <a:gd name="T11" fmla="*/ 0 h 3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46" h="300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8" name="Freeform 856"/>
            <p:cNvSpPr/>
            <p:nvPr/>
          </p:nvSpPr>
          <p:spPr bwMode="auto">
            <a:xfrm>
              <a:off x="4116" y="955"/>
              <a:ext cx="630" cy="397"/>
            </a:xfrm>
            <a:custGeom>
              <a:avLst/>
              <a:gdLst>
                <a:gd name="T0" fmla="*/ 320 w 630"/>
                <a:gd name="T1" fmla="*/ 397 h 397"/>
                <a:gd name="T2" fmla="*/ 468 w 630"/>
                <a:gd name="T3" fmla="*/ 345 h 397"/>
                <a:gd name="T4" fmla="*/ 590 w 630"/>
                <a:gd name="T5" fmla="*/ 275 h 397"/>
                <a:gd name="T6" fmla="*/ 611 w 630"/>
                <a:gd name="T7" fmla="*/ 181 h 397"/>
                <a:gd name="T8" fmla="*/ 439 w 630"/>
                <a:gd name="T9" fmla="*/ 129 h 397"/>
                <a:gd name="T10" fmla="*/ 0 w 630"/>
                <a:gd name="T11" fmla="*/ 0 h 3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30" h="397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</a:ln>
            <a:effectLst/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467" name="Group 850"/>
          <p:cNvGrpSpPr/>
          <p:nvPr/>
        </p:nvGrpSpPr>
        <p:grpSpPr bwMode="auto">
          <a:xfrm>
            <a:off x="6881891" y="5484200"/>
            <a:ext cx="408699" cy="92283"/>
            <a:chOff x="2199" y="955"/>
            <a:chExt cx="2547" cy="506"/>
          </a:xfrm>
        </p:grpSpPr>
        <p:sp>
          <p:nvSpPr>
            <p:cNvPr id="477" name="Freeform 851"/>
            <p:cNvSpPr/>
            <p:nvPr/>
          </p:nvSpPr>
          <p:spPr bwMode="auto">
            <a:xfrm>
              <a:off x="2199" y="1166"/>
              <a:ext cx="260" cy="281"/>
            </a:xfrm>
            <a:custGeom>
              <a:avLst/>
              <a:gdLst>
                <a:gd name="T0" fmla="*/ 260 w 260"/>
                <a:gd name="T1" fmla="*/ 0 h 281"/>
                <a:gd name="T2" fmla="*/ 42 w 260"/>
                <a:gd name="T3" fmla="*/ 112 h 281"/>
                <a:gd name="T4" fmla="*/ 35 w 260"/>
                <a:gd name="T5" fmla="*/ 211 h 281"/>
                <a:gd name="T6" fmla="*/ 253 w 260"/>
                <a:gd name="T7" fmla="*/ 281 h 28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0" h="281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78" name="Freeform 852"/>
            <p:cNvSpPr/>
            <p:nvPr/>
          </p:nvSpPr>
          <p:spPr bwMode="auto">
            <a:xfrm>
              <a:off x="2482" y="1040"/>
              <a:ext cx="900" cy="421"/>
            </a:xfrm>
            <a:custGeom>
              <a:avLst/>
              <a:gdLst>
                <a:gd name="T0" fmla="*/ 531 w 900"/>
                <a:gd name="T1" fmla="*/ 0 h 421"/>
                <a:gd name="T2" fmla="*/ 279 w 900"/>
                <a:gd name="T3" fmla="*/ 77 h 421"/>
                <a:gd name="T4" fmla="*/ 68 w 900"/>
                <a:gd name="T5" fmla="*/ 182 h 421"/>
                <a:gd name="T6" fmla="*/ 33 w 900"/>
                <a:gd name="T7" fmla="*/ 323 h 421"/>
                <a:gd name="T8" fmla="*/ 328 w 900"/>
                <a:gd name="T9" fmla="*/ 400 h 421"/>
                <a:gd name="T10" fmla="*/ 812 w 900"/>
                <a:gd name="T11" fmla="*/ 421 h 421"/>
                <a:gd name="T12" fmla="*/ 855 w 900"/>
                <a:gd name="T13" fmla="*/ 400 h 4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00" h="421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79" name="Freeform 853"/>
            <p:cNvSpPr/>
            <p:nvPr/>
          </p:nvSpPr>
          <p:spPr bwMode="auto">
            <a:xfrm>
              <a:off x="2782" y="1068"/>
              <a:ext cx="428" cy="269"/>
            </a:xfrm>
            <a:custGeom>
              <a:avLst/>
              <a:gdLst>
                <a:gd name="T0" fmla="*/ 428 w 428"/>
                <a:gd name="T1" fmla="*/ 0 h 269"/>
                <a:gd name="T2" fmla="*/ 217 w 428"/>
                <a:gd name="T3" fmla="*/ 35 h 269"/>
                <a:gd name="T4" fmla="*/ 21 w 428"/>
                <a:gd name="T5" fmla="*/ 140 h 269"/>
                <a:gd name="T6" fmla="*/ 91 w 428"/>
                <a:gd name="T7" fmla="*/ 246 h 269"/>
                <a:gd name="T8" fmla="*/ 231 w 428"/>
                <a:gd name="T9" fmla="*/ 267 h 269"/>
                <a:gd name="T10" fmla="*/ 414 w 428"/>
                <a:gd name="T11" fmla="*/ 260 h 2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28" h="269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0" name="Freeform 854"/>
            <p:cNvSpPr/>
            <p:nvPr/>
          </p:nvSpPr>
          <p:spPr bwMode="auto">
            <a:xfrm>
              <a:off x="3554" y="1075"/>
              <a:ext cx="377" cy="239"/>
            </a:xfrm>
            <a:custGeom>
              <a:avLst/>
              <a:gdLst>
                <a:gd name="T0" fmla="*/ 42 w 377"/>
                <a:gd name="T1" fmla="*/ 239 h 239"/>
                <a:gd name="T2" fmla="*/ 335 w 377"/>
                <a:gd name="T3" fmla="*/ 146 h 239"/>
                <a:gd name="T4" fmla="*/ 342 w 377"/>
                <a:gd name="T5" fmla="*/ 47 h 239"/>
                <a:gd name="T6" fmla="*/ 0 w 377"/>
                <a:gd name="T7" fmla="*/ 0 h 23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77" h="239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1" name="Freeform 855"/>
            <p:cNvSpPr/>
            <p:nvPr/>
          </p:nvSpPr>
          <p:spPr bwMode="auto">
            <a:xfrm>
              <a:off x="3646" y="997"/>
              <a:ext cx="660" cy="336"/>
            </a:xfrm>
            <a:custGeom>
              <a:avLst/>
              <a:gdLst>
                <a:gd name="T0" fmla="*/ 390 w 646"/>
                <a:gd name="T1" fmla="*/ 592 h 300"/>
                <a:gd name="T2" fmla="*/ 555 w 646"/>
                <a:gd name="T3" fmla="*/ 501 h 300"/>
                <a:gd name="T4" fmla="*/ 690 w 646"/>
                <a:gd name="T5" fmla="*/ 377 h 300"/>
                <a:gd name="T6" fmla="*/ 713 w 646"/>
                <a:gd name="T7" fmla="*/ 211 h 300"/>
                <a:gd name="T8" fmla="*/ 522 w 646"/>
                <a:gd name="T9" fmla="*/ 119 h 300"/>
                <a:gd name="T10" fmla="*/ 0 w 646"/>
                <a:gd name="T11" fmla="*/ 0 h 3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46" h="300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2" name="Freeform 856"/>
            <p:cNvSpPr/>
            <p:nvPr/>
          </p:nvSpPr>
          <p:spPr bwMode="auto">
            <a:xfrm>
              <a:off x="4116" y="955"/>
              <a:ext cx="630" cy="397"/>
            </a:xfrm>
            <a:custGeom>
              <a:avLst/>
              <a:gdLst>
                <a:gd name="T0" fmla="*/ 320 w 630"/>
                <a:gd name="T1" fmla="*/ 397 h 397"/>
                <a:gd name="T2" fmla="*/ 468 w 630"/>
                <a:gd name="T3" fmla="*/ 345 h 397"/>
                <a:gd name="T4" fmla="*/ 590 w 630"/>
                <a:gd name="T5" fmla="*/ 275 h 397"/>
                <a:gd name="T6" fmla="*/ 611 w 630"/>
                <a:gd name="T7" fmla="*/ 181 h 397"/>
                <a:gd name="T8" fmla="*/ 439 w 630"/>
                <a:gd name="T9" fmla="*/ 129 h 397"/>
                <a:gd name="T10" fmla="*/ 0 w 630"/>
                <a:gd name="T11" fmla="*/ 0 h 3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30" h="397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</a:ln>
            <a:effectLst/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468" name="Group 817"/>
          <p:cNvGrpSpPr/>
          <p:nvPr/>
        </p:nvGrpSpPr>
        <p:grpSpPr bwMode="auto">
          <a:xfrm>
            <a:off x="5865009" y="1738313"/>
            <a:ext cx="517525" cy="508000"/>
            <a:chOff x="2920" y="1424"/>
            <a:chExt cx="326" cy="320"/>
          </a:xfrm>
        </p:grpSpPr>
        <p:sp>
          <p:nvSpPr>
            <p:cNvPr id="469" name="Oval 818"/>
            <p:cNvSpPr>
              <a:spLocks noChangeArrowheads="1"/>
            </p:cNvSpPr>
            <p:nvPr/>
          </p:nvSpPr>
          <p:spPr bwMode="auto">
            <a:xfrm>
              <a:off x="2920" y="1445"/>
              <a:ext cx="326" cy="289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470" name="Group 819"/>
            <p:cNvGrpSpPr/>
            <p:nvPr/>
          </p:nvGrpSpPr>
          <p:grpSpPr bwMode="auto">
            <a:xfrm>
              <a:off x="2949" y="1424"/>
              <a:ext cx="265" cy="280"/>
              <a:chOff x="2949" y="1424"/>
              <a:chExt cx="265" cy="280"/>
            </a:xfrm>
          </p:grpSpPr>
          <p:sp>
            <p:nvSpPr>
              <p:cNvPr id="472" name="Oval 820"/>
              <p:cNvSpPr>
                <a:spLocks noChangeArrowheads="1"/>
              </p:cNvSpPr>
              <p:nvPr/>
            </p:nvSpPr>
            <p:spPr bwMode="auto">
              <a:xfrm>
                <a:off x="3030" y="1545"/>
                <a:ext cx="107" cy="92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473" name="Oval 821"/>
              <p:cNvSpPr>
                <a:spLocks noChangeArrowheads="1"/>
              </p:cNvSpPr>
              <p:nvPr/>
            </p:nvSpPr>
            <p:spPr bwMode="auto">
              <a:xfrm>
                <a:off x="3006" y="1525"/>
                <a:ext cx="154" cy="131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474" name="Oval 822"/>
              <p:cNvSpPr>
                <a:spLocks noChangeArrowheads="1"/>
              </p:cNvSpPr>
              <p:nvPr/>
            </p:nvSpPr>
            <p:spPr bwMode="auto">
              <a:xfrm>
                <a:off x="2983" y="1501"/>
                <a:ext cx="203" cy="179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475" name="Oval 823"/>
              <p:cNvSpPr>
                <a:spLocks noChangeArrowheads="1"/>
              </p:cNvSpPr>
              <p:nvPr/>
            </p:nvSpPr>
            <p:spPr bwMode="auto">
              <a:xfrm>
                <a:off x="2949" y="1476"/>
                <a:ext cx="265" cy="228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476" name="Freeform 824"/>
              <p:cNvSpPr/>
              <p:nvPr/>
            </p:nvSpPr>
            <p:spPr bwMode="auto">
              <a:xfrm flipV="1">
                <a:off x="2987" y="1424"/>
                <a:ext cx="205" cy="143"/>
              </a:xfrm>
              <a:custGeom>
                <a:avLst/>
                <a:gdLst>
                  <a:gd name="T0" fmla="*/ 0 w 1180"/>
                  <a:gd name="T1" fmla="*/ 0 h 956"/>
                  <a:gd name="T2" fmla="*/ 0 w 1180"/>
                  <a:gd name="T3" fmla="*/ 0 h 956"/>
                  <a:gd name="T4" fmla="*/ 0 w 1180"/>
                  <a:gd name="T5" fmla="*/ 0 h 956"/>
                  <a:gd name="T6" fmla="*/ 0 w 1180"/>
                  <a:gd name="T7" fmla="*/ 0 h 956"/>
                  <a:gd name="T8" fmla="*/ 0 w 1180"/>
                  <a:gd name="T9" fmla="*/ 0 h 956"/>
                  <a:gd name="T10" fmla="*/ 0 w 1180"/>
                  <a:gd name="T11" fmla="*/ 0 h 956"/>
                  <a:gd name="T12" fmla="*/ 0 w 1180"/>
                  <a:gd name="T13" fmla="*/ 0 h 956"/>
                  <a:gd name="T14" fmla="*/ 0 w 1180"/>
                  <a:gd name="T15" fmla="*/ 0 h 956"/>
                  <a:gd name="T16" fmla="*/ 0 w 1180"/>
                  <a:gd name="T17" fmla="*/ 0 h 956"/>
                  <a:gd name="T18" fmla="*/ 0 w 1180"/>
                  <a:gd name="T19" fmla="*/ 0 h 95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180" h="956">
                    <a:moveTo>
                      <a:pt x="499" y="7"/>
                    </a:moveTo>
                    <a:lnTo>
                      <a:pt x="0" y="780"/>
                    </a:lnTo>
                    <a:lnTo>
                      <a:pt x="134" y="885"/>
                    </a:lnTo>
                    <a:lnTo>
                      <a:pt x="366" y="920"/>
                    </a:lnTo>
                    <a:lnTo>
                      <a:pt x="534" y="956"/>
                    </a:lnTo>
                    <a:lnTo>
                      <a:pt x="829" y="949"/>
                    </a:lnTo>
                    <a:lnTo>
                      <a:pt x="1096" y="850"/>
                    </a:lnTo>
                    <a:lnTo>
                      <a:pt x="1180" y="801"/>
                    </a:lnTo>
                    <a:lnTo>
                      <a:pt x="668" y="0"/>
                    </a:lnTo>
                    <a:lnTo>
                      <a:pt x="499" y="7"/>
                    </a:lnTo>
                    <a:close/>
                  </a:path>
                </a:pathLst>
              </a:custGeom>
              <a:solidFill>
                <a:srgbClr val="66CCFF"/>
              </a:solidFill>
              <a:ln>
                <a:noFill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471" name="Freeform 825"/>
            <p:cNvSpPr/>
            <p:nvPr/>
          </p:nvSpPr>
          <p:spPr bwMode="auto">
            <a:xfrm>
              <a:off x="2995" y="1615"/>
              <a:ext cx="178" cy="129"/>
            </a:xfrm>
            <a:custGeom>
              <a:avLst/>
              <a:gdLst>
                <a:gd name="T0" fmla="*/ 0 w 1180"/>
                <a:gd name="T1" fmla="*/ 0 h 956"/>
                <a:gd name="T2" fmla="*/ 0 w 1180"/>
                <a:gd name="T3" fmla="*/ 0 h 956"/>
                <a:gd name="T4" fmla="*/ 0 w 1180"/>
                <a:gd name="T5" fmla="*/ 0 h 956"/>
                <a:gd name="T6" fmla="*/ 0 w 1180"/>
                <a:gd name="T7" fmla="*/ 0 h 956"/>
                <a:gd name="T8" fmla="*/ 0 w 1180"/>
                <a:gd name="T9" fmla="*/ 0 h 956"/>
                <a:gd name="T10" fmla="*/ 0 w 1180"/>
                <a:gd name="T11" fmla="*/ 0 h 956"/>
                <a:gd name="T12" fmla="*/ 0 w 1180"/>
                <a:gd name="T13" fmla="*/ 0 h 956"/>
                <a:gd name="T14" fmla="*/ 0 w 1180"/>
                <a:gd name="T15" fmla="*/ 0 h 956"/>
                <a:gd name="T16" fmla="*/ 0 w 1180"/>
                <a:gd name="T17" fmla="*/ 0 h 956"/>
                <a:gd name="T18" fmla="*/ 0 w 1180"/>
                <a:gd name="T19" fmla="*/ 0 h 95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180" h="956">
                  <a:moveTo>
                    <a:pt x="499" y="7"/>
                  </a:moveTo>
                  <a:lnTo>
                    <a:pt x="0" y="780"/>
                  </a:lnTo>
                  <a:lnTo>
                    <a:pt x="134" y="885"/>
                  </a:lnTo>
                  <a:lnTo>
                    <a:pt x="366" y="920"/>
                  </a:lnTo>
                  <a:lnTo>
                    <a:pt x="534" y="956"/>
                  </a:lnTo>
                  <a:lnTo>
                    <a:pt x="829" y="949"/>
                  </a:lnTo>
                  <a:lnTo>
                    <a:pt x="1096" y="850"/>
                  </a:lnTo>
                  <a:lnTo>
                    <a:pt x="1180" y="801"/>
                  </a:lnTo>
                  <a:lnTo>
                    <a:pt x="668" y="0"/>
                  </a:lnTo>
                  <a:lnTo>
                    <a:pt x="499" y="7"/>
                  </a:lnTo>
                  <a:close/>
                </a:path>
              </a:pathLst>
            </a:custGeom>
            <a:solidFill>
              <a:srgbClr val="66CCFF"/>
            </a:solidFill>
            <a:ln w="19050" cmpd="sng">
              <a:noFill/>
              <a:round/>
            </a:ln>
            <a:effectLst/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891" name="Group 347"/>
          <p:cNvGrpSpPr/>
          <p:nvPr/>
        </p:nvGrpSpPr>
        <p:grpSpPr bwMode="auto">
          <a:xfrm>
            <a:off x="6326174" y="2477052"/>
            <a:ext cx="416744" cy="205711"/>
            <a:chOff x="1871277" y="1576300"/>
            <a:chExt cx="1128371" cy="437861"/>
          </a:xfrm>
        </p:grpSpPr>
        <p:sp>
          <p:nvSpPr>
            <p:cNvPr id="892" name="Oval 891"/>
            <p:cNvSpPr/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893" name="Rectangle 892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894" name="Oval 893"/>
            <p:cNvSpPr/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895" name="Freeform 894"/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-1" fmla="*/ 1486231 w 2944854"/>
                <a:gd name="connsiteY0-2" fmla="*/ 727041 h 1316375"/>
                <a:gd name="connsiteX1-3" fmla="*/ 257675 w 2944854"/>
                <a:gd name="connsiteY1-4" fmla="*/ 1302232 h 1316375"/>
                <a:gd name="connsiteX2-5" fmla="*/ 0 w 2944854"/>
                <a:gd name="connsiteY2-6" fmla="*/ 1228607 h 1316375"/>
                <a:gd name="connsiteX3-7" fmla="*/ 911064 w 2944854"/>
                <a:gd name="connsiteY3-8" fmla="*/ 837478 h 1316375"/>
                <a:gd name="connsiteX4-9" fmla="*/ 883456 w 2944854"/>
                <a:gd name="connsiteY4-10" fmla="*/ 450949 h 1316375"/>
                <a:gd name="connsiteX5-11" fmla="*/ 161047 w 2944854"/>
                <a:gd name="connsiteY5-12" fmla="*/ 119640 h 1316375"/>
                <a:gd name="connsiteX6-13" fmla="*/ 404917 w 2944854"/>
                <a:gd name="connsiteY6-14" fmla="*/ 50617 h 1316375"/>
                <a:gd name="connsiteX7-15" fmla="*/ 1477028 w 2944854"/>
                <a:gd name="connsiteY7-16" fmla="*/ 501566 h 1316375"/>
                <a:gd name="connsiteX8-17" fmla="*/ 2572146 w 2944854"/>
                <a:gd name="connsiteY8-18" fmla="*/ 0 h 1316375"/>
                <a:gd name="connsiteX9-19" fmla="*/ 2875834 w 2944854"/>
                <a:gd name="connsiteY9-20" fmla="*/ 96632 h 1316375"/>
                <a:gd name="connsiteX10-21" fmla="*/ 2079803 w 2944854"/>
                <a:gd name="connsiteY10-22" fmla="*/ 432543 h 1316375"/>
                <a:gd name="connsiteX11-23" fmla="*/ 2240850 w 2944854"/>
                <a:gd name="connsiteY11-24" fmla="*/ 920305 h 1316375"/>
                <a:gd name="connsiteX12-25" fmla="*/ 2944854 w 2944854"/>
                <a:gd name="connsiteY12-26" fmla="*/ 1228607 h 1316375"/>
                <a:gd name="connsiteX13-27" fmla="*/ 2756623 w 2944854"/>
                <a:gd name="connsiteY13-28" fmla="*/ 1316375 h 1316375"/>
                <a:gd name="connsiteX14-29" fmla="*/ 1486231 w 2944854"/>
                <a:gd name="connsiteY14-30" fmla="*/ 727041 h 1316375"/>
                <a:gd name="connsiteX0-31" fmla="*/ 1486231 w 3024520"/>
                <a:gd name="connsiteY0-32" fmla="*/ 727041 h 1316375"/>
                <a:gd name="connsiteX1-33" fmla="*/ 257675 w 3024520"/>
                <a:gd name="connsiteY1-34" fmla="*/ 1302232 h 1316375"/>
                <a:gd name="connsiteX2-35" fmla="*/ 0 w 3024520"/>
                <a:gd name="connsiteY2-36" fmla="*/ 1228607 h 1316375"/>
                <a:gd name="connsiteX3-37" fmla="*/ 911064 w 3024520"/>
                <a:gd name="connsiteY3-38" fmla="*/ 837478 h 1316375"/>
                <a:gd name="connsiteX4-39" fmla="*/ 883456 w 3024520"/>
                <a:gd name="connsiteY4-40" fmla="*/ 450949 h 1316375"/>
                <a:gd name="connsiteX5-41" fmla="*/ 161047 w 3024520"/>
                <a:gd name="connsiteY5-42" fmla="*/ 119640 h 1316375"/>
                <a:gd name="connsiteX6-43" fmla="*/ 404917 w 3024520"/>
                <a:gd name="connsiteY6-44" fmla="*/ 50617 h 1316375"/>
                <a:gd name="connsiteX7-45" fmla="*/ 1477028 w 3024520"/>
                <a:gd name="connsiteY7-46" fmla="*/ 501566 h 1316375"/>
                <a:gd name="connsiteX8-47" fmla="*/ 2572146 w 3024520"/>
                <a:gd name="connsiteY8-48" fmla="*/ 0 h 1316375"/>
                <a:gd name="connsiteX9-49" fmla="*/ 2875834 w 3024520"/>
                <a:gd name="connsiteY9-50" fmla="*/ 96632 h 1316375"/>
                <a:gd name="connsiteX10-51" fmla="*/ 2079803 w 3024520"/>
                <a:gd name="connsiteY10-52" fmla="*/ 432543 h 1316375"/>
                <a:gd name="connsiteX11-53" fmla="*/ 2240850 w 3024520"/>
                <a:gd name="connsiteY11-54" fmla="*/ 920305 h 1316375"/>
                <a:gd name="connsiteX12-55" fmla="*/ 3024520 w 3024520"/>
                <a:gd name="connsiteY12-56" fmla="*/ 1228607 h 1316375"/>
                <a:gd name="connsiteX13-57" fmla="*/ 2756623 w 3024520"/>
                <a:gd name="connsiteY13-58" fmla="*/ 1316375 h 1316375"/>
                <a:gd name="connsiteX14-59" fmla="*/ 1486231 w 3024520"/>
                <a:gd name="connsiteY14-60" fmla="*/ 727041 h 1316375"/>
                <a:gd name="connsiteX0-61" fmla="*/ 1537780 w 3076069"/>
                <a:gd name="connsiteY0-62" fmla="*/ 727041 h 1316375"/>
                <a:gd name="connsiteX1-63" fmla="*/ 309224 w 3076069"/>
                <a:gd name="connsiteY1-64" fmla="*/ 1302232 h 1316375"/>
                <a:gd name="connsiteX2-65" fmla="*/ 0 w 3076069"/>
                <a:gd name="connsiteY2-66" fmla="*/ 1228607 h 1316375"/>
                <a:gd name="connsiteX3-67" fmla="*/ 962613 w 3076069"/>
                <a:gd name="connsiteY3-68" fmla="*/ 837478 h 1316375"/>
                <a:gd name="connsiteX4-69" fmla="*/ 935005 w 3076069"/>
                <a:gd name="connsiteY4-70" fmla="*/ 450949 h 1316375"/>
                <a:gd name="connsiteX5-71" fmla="*/ 212596 w 3076069"/>
                <a:gd name="connsiteY5-72" fmla="*/ 119640 h 1316375"/>
                <a:gd name="connsiteX6-73" fmla="*/ 456466 w 3076069"/>
                <a:gd name="connsiteY6-74" fmla="*/ 50617 h 1316375"/>
                <a:gd name="connsiteX7-75" fmla="*/ 1528577 w 3076069"/>
                <a:gd name="connsiteY7-76" fmla="*/ 501566 h 1316375"/>
                <a:gd name="connsiteX8-77" fmla="*/ 2623695 w 3076069"/>
                <a:gd name="connsiteY8-78" fmla="*/ 0 h 1316375"/>
                <a:gd name="connsiteX9-79" fmla="*/ 2927383 w 3076069"/>
                <a:gd name="connsiteY9-80" fmla="*/ 96632 h 1316375"/>
                <a:gd name="connsiteX10-81" fmla="*/ 2131352 w 3076069"/>
                <a:gd name="connsiteY10-82" fmla="*/ 432543 h 1316375"/>
                <a:gd name="connsiteX11-83" fmla="*/ 2292399 w 3076069"/>
                <a:gd name="connsiteY11-84" fmla="*/ 920305 h 1316375"/>
                <a:gd name="connsiteX12-85" fmla="*/ 3076069 w 3076069"/>
                <a:gd name="connsiteY12-86" fmla="*/ 1228607 h 1316375"/>
                <a:gd name="connsiteX13-87" fmla="*/ 2808172 w 3076069"/>
                <a:gd name="connsiteY13-88" fmla="*/ 1316375 h 1316375"/>
                <a:gd name="connsiteX14-89" fmla="*/ 1537780 w 3076069"/>
                <a:gd name="connsiteY14-90" fmla="*/ 727041 h 1316375"/>
                <a:gd name="connsiteX0-91" fmla="*/ 1537780 w 3076069"/>
                <a:gd name="connsiteY0-92" fmla="*/ 727041 h 1321259"/>
                <a:gd name="connsiteX1-93" fmla="*/ 313981 w 3076069"/>
                <a:gd name="connsiteY1-94" fmla="*/ 1321259 h 1321259"/>
                <a:gd name="connsiteX2-95" fmla="*/ 0 w 3076069"/>
                <a:gd name="connsiteY2-96" fmla="*/ 1228607 h 1321259"/>
                <a:gd name="connsiteX3-97" fmla="*/ 962613 w 3076069"/>
                <a:gd name="connsiteY3-98" fmla="*/ 837478 h 1321259"/>
                <a:gd name="connsiteX4-99" fmla="*/ 935005 w 3076069"/>
                <a:gd name="connsiteY4-100" fmla="*/ 450949 h 1321259"/>
                <a:gd name="connsiteX5-101" fmla="*/ 212596 w 3076069"/>
                <a:gd name="connsiteY5-102" fmla="*/ 119640 h 1321259"/>
                <a:gd name="connsiteX6-103" fmla="*/ 456466 w 3076069"/>
                <a:gd name="connsiteY6-104" fmla="*/ 50617 h 1321259"/>
                <a:gd name="connsiteX7-105" fmla="*/ 1528577 w 3076069"/>
                <a:gd name="connsiteY7-106" fmla="*/ 501566 h 1321259"/>
                <a:gd name="connsiteX8-107" fmla="*/ 2623695 w 3076069"/>
                <a:gd name="connsiteY8-108" fmla="*/ 0 h 1321259"/>
                <a:gd name="connsiteX9-109" fmla="*/ 2927383 w 3076069"/>
                <a:gd name="connsiteY9-110" fmla="*/ 96632 h 1321259"/>
                <a:gd name="connsiteX10-111" fmla="*/ 2131352 w 3076069"/>
                <a:gd name="connsiteY10-112" fmla="*/ 432543 h 1321259"/>
                <a:gd name="connsiteX11-113" fmla="*/ 2292399 w 3076069"/>
                <a:gd name="connsiteY11-114" fmla="*/ 920305 h 1321259"/>
                <a:gd name="connsiteX12-115" fmla="*/ 3076069 w 3076069"/>
                <a:gd name="connsiteY12-116" fmla="*/ 1228607 h 1321259"/>
                <a:gd name="connsiteX13-117" fmla="*/ 2808172 w 3076069"/>
                <a:gd name="connsiteY13-118" fmla="*/ 1316375 h 1321259"/>
                <a:gd name="connsiteX14-119" fmla="*/ 1537780 w 3076069"/>
                <a:gd name="connsiteY14-120" fmla="*/ 727041 h 1321259"/>
                <a:gd name="connsiteX0-121" fmla="*/ 1537780 w 3076069"/>
                <a:gd name="connsiteY0-122" fmla="*/ 750825 h 1321259"/>
                <a:gd name="connsiteX1-123" fmla="*/ 313981 w 3076069"/>
                <a:gd name="connsiteY1-124" fmla="*/ 1321259 h 1321259"/>
                <a:gd name="connsiteX2-125" fmla="*/ 0 w 3076069"/>
                <a:gd name="connsiteY2-126" fmla="*/ 1228607 h 1321259"/>
                <a:gd name="connsiteX3-127" fmla="*/ 962613 w 3076069"/>
                <a:gd name="connsiteY3-128" fmla="*/ 837478 h 1321259"/>
                <a:gd name="connsiteX4-129" fmla="*/ 935005 w 3076069"/>
                <a:gd name="connsiteY4-130" fmla="*/ 450949 h 1321259"/>
                <a:gd name="connsiteX5-131" fmla="*/ 212596 w 3076069"/>
                <a:gd name="connsiteY5-132" fmla="*/ 119640 h 1321259"/>
                <a:gd name="connsiteX6-133" fmla="*/ 456466 w 3076069"/>
                <a:gd name="connsiteY6-134" fmla="*/ 50617 h 1321259"/>
                <a:gd name="connsiteX7-135" fmla="*/ 1528577 w 3076069"/>
                <a:gd name="connsiteY7-136" fmla="*/ 501566 h 1321259"/>
                <a:gd name="connsiteX8-137" fmla="*/ 2623695 w 3076069"/>
                <a:gd name="connsiteY8-138" fmla="*/ 0 h 1321259"/>
                <a:gd name="connsiteX9-139" fmla="*/ 2927383 w 3076069"/>
                <a:gd name="connsiteY9-140" fmla="*/ 96632 h 1321259"/>
                <a:gd name="connsiteX10-141" fmla="*/ 2131352 w 3076069"/>
                <a:gd name="connsiteY10-142" fmla="*/ 432543 h 1321259"/>
                <a:gd name="connsiteX11-143" fmla="*/ 2292399 w 3076069"/>
                <a:gd name="connsiteY11-144" fmla="*/ 920305 h 1321259"/>
                <a:gd name="connsiteX12-145" fmla="*/ 3076069 w 3076069"/>
                <a:gd name="connsiteY12-146" fmla="*/ 1228607 h 1321259"/>
                <a:gd name="connsiteX13-147" fmla="*/ 2808172 w 3076069"/>
                <a:gd name="connsiteY13-148" fmla="*/ 1316375 h 1321259"/>
                <a:gd name="connsiteX14-149" fmla="*/ 1537780 w 3076069"/>
                <a:gd name="connsiteY14-150" fmla="*/ 750825 h 132125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896" name="Freeform 895"/>
            <p:cNvSpPr/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-1" fmla="*/ 0 w 3640627"/>
                <a:gd name="connsiteY0-2" fmla="*/ 242051 h 923747"/>
                <a:gd name="connsiteX1-3" fmla="*/ 655168 w 3640627"/>
                <a:gd name="connsiteY1-4" fmla="*/ 16495 h 923747"/>
                <a:gd name="connsiteX2-5" fmla="*/ 1809765 w 3640627"/>
                <a:gd name="connsiteY2-6" fmla="*/ 511360 h 923747"/>
                <a:gd name="connsiteX3-7" fmla="*/ 2964363 w 3640627"/>
                <a:gd name="connsiteY3-8" fmla="*/ 0 h 923747"/>
                <a:gd name="connsiteX4-9" fmla="*/ 3640627 w 3640627"/>
                <a:gd name="connsiteY4-10" fmla="*/ 197946 h 923747"/>
                <a:gd name="connsiteX5-11" fmla="*/ 3195282 w 3640627"/>
                <a:gd name="connsiteY5-12" fmla="*/ 461874 h 923747"/>
                <a:gd name="connsiteX6-13" fmla="*/ 2980857 w 3640627"/>
                <a:gd name="connsiteY6-14" fmla="*/ 379396 h 923747"/>
                <a:gd name="connsiteX7-15" fmla="*/ 1826259 w 3640627"/>
                <a:gd name="connsiteY7-16" fmla="*/ 923747 h 923747"/>
                <a:gd name="connsiteX8-17" fmla="*/ 671662 w 3640627"/>
                <a:gd name="connsiteY8-18" fmla="*/ 412387 h 923747"/>
                <a:gd name="connsiteX9-19" fmla="*/ 523214 w 3640627"/>
                <a:gd name="connsiteY9-20" fmla="*/ 478369 h 923747"/>
                <a:gd name="connsiteX10-21" fmla="*/ 0 w 3640627"/>
                <a:gd name="connsiteY10-22" fmla="*/ 242051 h 923747"/>
                <a:gd name="connsiteX0-23" fmla="*/ 0 w 3640627"/>
                <a:gd name="connsiteY0-24" fmla="*/ 242051 h 923747"/>
                <a:gd name="connsiteX1-25" fmla="*/ 655168 w 3640627"/>
                <a:gd name="connsiteY1-26" fmla="*/ 16495 h 923747"/>
                <a:gd name="connsiteX2-27" fmla="*/ 1809765 w 3640627"/>
                <a:gd name="connsiteY2-28" fmla="*/ 511360 h 923747"/>
                <a:gd name="connsiteX3-29" fmla="*/ 2964363 w 3640627"/>
                <a:gd name="connsiteY3-30" fmla="*/ 0 h 923747"/>
                <a:gd name="connsiteX4-31" fmla="*/ 3640627 w 3640627"/>
                <a:gd name="connsiteY4-32" fmla="*/ 197946 h 923747"/>
                <a:gd name="connsiteX5-33" fmla="*/ 3195282 w 3640627"/>
                <a:gd name="connsiteY5-34" fmla="*/ 461874 h 923747"/>
                <a:gd name="connsiteX6-35" fmla="*/ 2980857 w 3640627"/>
                <a:gd name="connsiteY6-36" fmla="*/ 379396 h 923747"/>
                <a:gd name="connsiteX7-37" fmla="*/ 1826259 w 3640627"/>
                <a:gd name="connsiteY7-38" fmla="*/ 923747 h 923747"/>
                <a:gd name="connsiteX8-39" fmla="*/ 671662 w 3640627"/>
                <a:gd name="connsiteY8-40" fmla="*/ 412387 h 923747"/>
                <a:gd name="connsiteX9-41" fmla="*/ 523214 w 3640627"/>
                <a:gd name="connsiteY9-42" fmla="*/ 482971 h 923747"/>
                <a:gd name="connsiteX10-43" fmla="*/ 0 w 3640627"/>
                <a:gd name="connsiteY10-44" fmla="*/ 242051 h 923747"/>
                <a:gd name="connsiteX0-45" fmla="*/ 0 w 3640627"/>
                <a:gd name="connsiteY0-46" fmla="*/ 242051 h 923747"/>
                <a:gd name="connsiteX1-47" fmla="*/ 655168 w 3640627"/>
                <a:gd name="connsiteY1-48" fmla="*/ 16495 h 923747"/>
                <a:gd name="connsiteX2-49" fmla="*/ 1809765 w 3640627"/>
                <a:gd name="connsiteY2-50" fmla="*/ 511360 h 923747"/>
                <a:gd name="connsiteX3-51" fmla="*/ 2964363 w 3640627"/>
                <a:gd name="connsiteY3-52" fmla="*/ 0 h 923747"/>
                <a:gd name="connsiteX4-53" fmla="*/ 3640627 w 3640627"/>
                <a:gd name="connsiteY4-54" fmla="*/ 197946 h 923747"/>
                <a:gd name="connsiteX5-55" fmla="*/ 3195282 w 3640627"/>
                <a:gd name="connsiteY5-56" fmla="*/ 461874 h 923747"/>
                <a:gd name="connsiteX6-57" fmla="*/ 2980857 w 3640627"/>
                <a:gd name="connsiteY6-58" fmla="*/ 379396 h 923747"/>
                <a:gd name="connsiteX7-59" fmla="*/ 1826259 w 3640627"/>
                <a:gd name="connsiteY7-60" fmla="*/ 923747 h 923747"/>
                <a:gd name="connsiteX8-61" fmla="*/ 690067 w 3640627"/>
                <a:gd name="connsiteY8-62" fmla="*/ 412387 h 923747"/>
                <a:gd name="connsiteX9-63" fmla="*/ 523214 w 3640627"/>
                <a:gd name="connsiteY9-64" fmla="*/ 482971 h 923747"/>
                <a:gd name="connsiteX10-65" fmla="*/ 0 w 3640627"/>
                <a:gd name="connsiteY10-66" fmla="*/ 242051 h 923747"/>
                <a:gd name="connsiteX0-67" fmla="*/ 0 w 3640627"/>
                <a:gd name="connsiteY0-68" fmla="*/ 242051 h 946755"/>
                <a:gd name="connsiteX1-69" fmla="*/ 655168 w 3640627"/>
                <a:gd name="connsiteY1-70" fmla="*/ 16495 h 946755"/>
                <a:gd name="connsiteX2-71" fmla="*/ 1809765 w 3640627"/>
                <a:gd name="connsiteY2-72" fmla="*/ 511360 h 946755"/>
                <a:gd name="connsiteX3-73" fmla="*/ 2964363 w 3640627"/>
                <a:gd name="connsiteY3-74" fmla="*/ 0 h 946755"/>
                <a:gd name="connsiteX4-75" fmla="*/ 3640627 w 3640627"/>
                <a:gd name="connsiteY4-76" fmla="*/ 197946 h 946755"/>
                <a:gd name="connsiteX5-77" fmla="*/ 3195282 w 3640627"/>
                <a:gd name="connsiteY5-78" fmla="*/ 461874 h 946755"/>
                <a:gd name="connsiteX6-79" fmla="*/ 2980857 w 3640627"/>
                <a:gd name="connsiteY6-80" fmla="*/ 379396 h 946755"/>
                <a:gd name="connsiteX7-81" fmla="*/ 1876873 w 3640627"/>
                <a:gd name="connsiteY7-82" fmla="*/ 946755 h 946755"/>
                <a:gd name="connsiteX8-83" fmla="*/ 690067 w 3640627"/>
                <a:gd name="connsiteY8-84" fmla="*/ 412387 h 946755"/>
                <a:gd name="connsiteX9-85" fmla="*/ 523214 w 3640627"/>
                <a:gd name="connsiteY9-86" fmla="*/ 482971 h 946755"/>
                <a:gd name="connsiteX10-87" fmla="*/ 0 w 3640627"/>
                <a:gd name="connsiteY10-88" fmla="*/ 242051 h 946755"/>
                <a:gd name="connsiteX0-89" fmla="*/ 0 w 3640627"/>
                <a:gd name="connsiteY0-90" fmla="*/ 242051 h 946755"/>
                <a:gd name="connsiteX1-91" fmla="*/ 655168 w 3640627"/>
                <a:gd name="connsiteY1-92" fmla="*/ 16495 h 946755"/>
                <a:gd name="connsiteX2-93" fmla="*/ 1855778 w 3640627"/>
                <a:gd name="connsiteY2-94" fmla="*/ 534367 h 946755"/>
                <a:gd name="connsiteX3-95" fmla="*/ 2964363 w 3640627"/>
                <a:gd name="connsiteY3-96" fmla="*/ 0 h 946755"/>
                <a:gd name="connsiteX4-97" fmla="*/ 3640627 w 3640627"/>
                <a:gd name="connsiteY4-98" fmla="*/ 197946 h 946755"/>
                <a:gd name="connsiteX5-99" fmla="*/ 3195282 w 3640627"/>
                <a:gd name="connsiteY5-100" fmla="*/ 461874 h 946755"/>
                <a:gd name="connsiteX6-101" fmla="*/ 2980857 w 3640627"/>
                <a:gd name="connsiteY6-102" fmla="*/ 379396 h 946755"/>
                <a:gd name="connsiteX7-103" fmla="*/ 1876873 w 3640627"/>
                <a:gd name="connsiteY7-104" fmla="*/ 946755 h 946755"/>
                <a:gd name="connsiteX8-105" fmla="*/ 690067 w 3640627"/>
                <a:gd name="connsiteY8-106" fmla="*/ 412387 h 946755"/>
                <a:gd name="connsiteX9-107" fmla="*/ 523214 w 3640627"/>
                <a:gd name="connsiteY9-108" fmla="*/ 482971 h 946755"/>
                <a:gd name="connsiteX10-109" fmla="*/ 0 w 3640627"/>
                <a:gd name="connsiteY10-110" fmla="*/ 242051 h 946755"/>
                <a:gd name="connsiteX0-111" fmla="*/ 0 w 3640627"/>
                <a:gd name="connsiteY0-112" fmla="*/ 242051 h 946755"/>
                <a:gd name="connsiteX1-113" fmla="*/ 655168 w 3640627"/>
                <a:gd name="connsiteY1-114" fmla="*/ 16495 h 946755"/>
                <a:gd name="connsiteX2-115" fmla="*/ 1855778 w 3640627"/>
                <a:gd name="connsiteY2-116" fmla="*/ 534367 h 946755"/>
                <a:gd name="connsiteX3-117" fmla="*/ 2964363 w 3640627"/>
                <a:gd name="connsiteY3-118" fmla="*/ 0 h 946755"/>
                <a:gd name="connsiteX4-119" fmla="*/ 3640627 w 3640627"/>
                <a:gd name="connsiteY4-120" fmla="*/ 197946 h 946755"/>
                <a:gd name="connsiteX5-121" fmla="*/ 3195282 w 3640627"/>
                <a:gd name="connsiteY5-122" fmla="*/ 461874 h 946755"/>
                <a:gd name="connsiteX6-123" fmla="*/ 3008465 w 3640627"/>
                <a:gd name="connsiteY6-124" fmla="*/ 402404 h 946755"/>
                <a:gd name="connsiteX7-125" fmla="*/ 1876873 w 3640627"/>
                <a:gd name="connsiteY7-126" fmla="*/ 946755 h 946755"/>
                <a:gd name="connsiteX8-127" fmla="*/ 690067 w 3640627"/>
                <a:gd name="connsiteY8-128" fmla="*/ 412387 h 946755"/>
                <a:gd name="connsiteX9-129" fmla="*/ 523214 w 3640627"/>
                <a:gd name="connsiteY9-130" fmla="*/ 482971 h 946755"/>
                <a:gd name="connsiteX10-131" fmla="*/ 0 w 3640627"/>
                <a:gd name="connsiteY10-132" fmla="*/ 242051 h 946755"/>
                <a:gd name="connsiteX0-133" fmla="*/ 0 w 3723451"/>
                <a:gd name="connsiteY0-134" fmla="*/ 242051 h 946755"/>
                <a:gd name="connsiteX1-135" fmla="*/ 655168 w 3723451"/>
                <a:gd name="connsiteY1-136" fmla="*/ 16495 h 946755"/>
                <a:gd name="connsiteX2-137" fmla="*/ 1855778 w 3723451"/>
                <a:gd name="connsiteY2-138" fmla="*/ 534367 h 946755"/>
                <a:gd name="connsiteX3-139" fmla="*/ 2964363 w 3723451"/>
                <a:gd name="connsiteY3-140" fmla="*/ 0 h 946755"/>
                <a:gd name="connsiteX4-141" fmla="*/ 3723451 w 3723451"/>
                <a:gd name="connsiteY4-142" fmla="*/ 220954 h 946755"/>
                <a:gd name="connsiteX5-143" fmla="*/ 3195282 w 3723451"/>
                <a:gd name="connsiteY5-144" fmla="*/ 461874 h 946755"/>
                <a:gd name="connsiteX6-145" fmla="*/ 3008465 w 3723451"/>
                <a:gd name="connsiteY6-146" fmla="*/ 402404 h 946755"/>
                <a:gd name="connsiteX7-147" fmla="*/ 1876873 w 3723451"/>
                <a:gd name="connsiteY7-148" fmla="*/ 946755 h 946755"/>
                <a:gd name="connsiteX8-149" fmla="*/ 690067 w 3723451"/>
                <a:gd name="connsiteY8-150" fmla="*/ 412387 h 946755"/>
                <a:gd name="connsiteX9-151" fmla="*/ 523214 w 3723451"/>
                <a:gd name="connsiteY9-152" fmla="*/ 482971 h 946755"/>
                <a:gd name="connsiteX10-153" fmla="*/ 0 w 3723451"/>
                <a:gd name="connsiteY10-154" fmla="*/ 242051 h 946755"/>
                <a:gd name="connsiteX0-155" fmla="*/ 0 w 3723451"/>
                <a:gd name="connsiteY0-156" fmla="*/ 228246 h 932950"/>
                <a:gd name="connsiteX1-157" fmla="*/ 655168 w 3723451"/>
                <a:gd name="connsiteY1-158" fmla="*/ 2690 h 932950"/>
                <a:gd name="connsiteX2-159" fmla="*/ 1855778 w 3723451"/>
                <a:gd name="connsiteY2-160" fmla="*/ 520562 h 932950"/>
                <a:gd name="connsiteX3-161" fmla="*/ 3001174 w 3723451"/>
                <a:gd name="connsiteY3-162" fmla="*/ 0 h 932950"/>
                <a:gd name="connsiteX4-163" fmla="*/ 3723451 w 3723451"/>
                <a:gd name="connsiteY4-164" fmla="*/ 207149 h 932950"/>
                <a:gd name="connsiteX5-165" fmla="*/ 3195282 w 3723451"/>
                <a:gd name="connsiteY5-166" fmla="*/ 448069 h 932950"/>
                <a:gd name="connsiteX6-167" fmla="*/ 3008465 w 3723451"/>
                <a:gd name="connsiteY6-168" fmla="*/ 388599 h 932950"/>
                <a:gd name="connsiteX7-169" fmla="*/ 1876873 w 3723451"/>
                <a:gd name="connsiteY7-170" fmla="*/ 932950 h 932950"/>
                <a:gd name="connsiteX8-171" fmla="*/ 690067 w 3723451"/>
                <a:gd name="connsiteY8-172" fmla="*/ 398582 h 932950"/>
                <a:gd name="connsiteX9-173" fmla="*/ 523214 w 3723451"/>
                <a:gd name="connsiteY9-174" fmla="*/ 469166 h 932950"/>
                <a:gd name="connsiteX10-175" fmla="*/ 0 w 3723451"/>
                <a:gd name="connsiteY10-176" fmla="*/ 228246 h 932950"/>
                <a:gd name="connsiteX0-177" fmla="*/ 0 w 3723451"/>
                <a:gd name="connsiteY0-178" fmla="*/ 228246 h 932950"/>
                <a:gd name="connsiteX1-179" fmla="*/ 655168 w 3723451"/>
                <a:gd name="connsiteY1-180" fmla="*/ 2690 h 932950"/>
                <a:gd name="connsiteX2-181" fmla="*/ 1855778 w 3723451"/>
                <a:gd name="connsiteY2-182" fmla="*/ 520562 h 932950"/>
                <a:gd name="connsiteX3-183" fmla="*/ 3001174 w 3723451"/>
                <a:gd name="connsiteY3-184" fmla="*/ 0 h 932950"/>
                <a:gd name="connsiteX4-185" fmla="*/ 3723451 w 3723451"/>
                <a:gd name="connsiteY4-186" fmla="*/ 207149 h 932950"/>
                <a:gd name="connsiteX5-187" fmla="*/ 3195282 w 3723451"/>
                <a:gd name="connsiteY5-188" fmla="*/ 448069 h 932950"/>
                <a:gd name="connsiteX6-189" fmla="*/ 3013067 w 3723451"/>
                <a:gd name="connsiteY6-190" fmla="*/ 393200 h 932950"/>
                <a:gd name="connsiteX7-191" fmla="*/ 1876873 w 3723451"/>
                <a:gd name="connsiteY7-192" fmla="*/ 932950 h 932950"/>
                <a:gd name="connsiteX8-193" fmla="*/ 690067 w 3723451"/>
                <a:gd name="connsiteY8-194" fmla="*/ 398582 h 932950"/>
                <a:gd name="connsiteX9-195" fmla="*/ 523214 w 3723451"/>
                <a:gd name="connsiteY9-196" fmla="*/ 469166 h 932950"/>
                <a:gd name="connsiteX10-197" fmla="*/ 0 w 3723451"/>
                <a:gd name="connsiteY10-198" fmla="*/ 228246 h 932950"/>
                <a:gd name="connsiteX0-199" fmla="*/ 0 w 3723451"/>
                <a:gd name="connsiteY0-200" fmla="*/ 228246 h 932950"/>
                <a:gd name="connsiteX1-201" fmla="*/ 655168 w 3723451"/>
                <a:gd name="connsiteY1-202" fmla="*/ 2690 h 932950"/>
                <a:gd name="connsiteX2-203" fmla="*/ 1855778 w 3723451"/>
                <a:gd name="connsiteY2-204" fmla="*/ 520562 h 932950"/>
                <a:gd name="connsiteX3-205" fmla="*/ 3001174 w 3723451"/>
                <a:gd name="connsiteY3-206" fmla="*/ 0 h 932950"/>
                <a:gd name="connsiteX4-207" fmla="*/ 3723451 w 3723451"/>
                <a:gd name="connsiteY4-208" fmla="*/ 207149 h 932950"/>
                <a:gd name="connsiteX5-209" fmla="*/ 3186079 w 3723451"/>
                <a:gd name="connsiteY5-210" fmla="*/ 461874 h 932950"/>
                <a:gd name="connsiteX6-211" fmla="*/ 3013067 w 3723451"/>
                <a:gd name="connsiteY6-212" fmla="*/ 393200 h 932950"/>
                <a:gd name="connsiteX7-213" fmla="*/ 1876873 w 3723451"/>
                <a:gd name="connsiteY7-214" fmla="*/ 932950 h 932950"/>
                <a:gd name="connsiteX8-215" fmla="*/ 690067 w 3723451"/>
                <a:gd name="connsiteY8-216" fmla="*/ 398582 h 932950"/>
                <a:gd name="connsiteX9-217" fmla="*/ 523214 w 3723451"/>
                <a:gd name="connsiteY9-218" fmla="*/ 469166 h 932950"/>
                <a:gd name="connsiteX10-219" fmla="*/ 0 w 3723451"/>
                <a:gd name="connsiteY10-220" fmla="*/ 228246 h 932950"/>
                <a:gd name="connsiteX0-221" fmla="*/ 0 w 3723451"/>
                <a:gd name="connsiteY0-222" fmla="*/ 228246 h 932950"/>
                <a:gd name="connsiteX1-223" fmla="*/ 655168 w 3723451"/>
                <a:gd name="connsiteY1-224" fmla="*/ 2690 h 932950"/>
                <a:gd name="connsiteX2-225" fmla="*/ 1855778 w 3723451"/>
                <a:gd name="connsiteY2-226" fmla="*/ 520562 h 932950"/>
                <a:gd name="connsiteX3-227" fmla="*/ 3001174 w 3723451"/>
                <a:gd name="connsiteY3-228" fmla="*/ 0 h 932950"/>
                <a:gd name="connsiteX4-229" fmla="*/ 3723451 w 3723451"/>
                <a:gd name="connsiteY4-230" fmla="*/ 207149 h 932950"/>
                <a:gd name="connsiteX5-231" fmla="*/ 3186079 w 3723451"/>
                <a:gd name="connsiteY5-232" fmla="*/ 461874 h 932950"/>
                <a:gd name="connsiteX6-233" fmla="*/ 3013067 w 3723451"/>
                <a:gd name="connsiteY6-234" fmla="*/ 393200 h 932950"/>
                <a:gd name="connsiteX7-235" fmla="*/ 1876873 w 3723451"/>
                <a:gd name="connsiteY7-236" fmla="*/ 932950 h 932950"/>
                <a:gd name="connsiteX8-237" fmla="*/ 711613 w 3723451"/>
                <a:gd name="connsiteY8-238" fmla="*/ 413055 h 932950"/>
                <a:gd name="connsiteX9-239" fmla="*/ 523214 w 3723451"/>
                <a:gd name="connsiteY9-240" fmla="*/ 469166 h 932950"/>
                <a:gd name="connsiteX10-241" fmla="*/ 0 w 3723451"/>
                <a:gd name="connsiteY10-242" fmla="*/ 228246 h 93295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897" name="Freeform 896"/>
            <p:cNvSpPr/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-1" fmla="*/ 4602 w 1371198"/>
                <a:gd name="connsiteY0-2" fmla="*/ 0 h 800665"/>
                <a:gd name="connsiteX1-3" fmla="*/ 1371198 w 1371198"/>
                <a:gd name="connsiteY1-4" fmla="*/ 625807 h 800665"/>
                <a:gd name="connsiteX2-5" fmla="*/ 897260 w 1371198"/>
                <a:gd name="connsiteY2-6" fmla="*/ 800665 h 800665"/>
                <a:gd name="connsiteX3-7" fmla="*/ 0 w 1371198"/>
                <a:gd name="connsiteY3-8" fmla="*/ 404934 h 800665"/>
                <a:gd name="connsiteX4-9" fmla="*/ 4602 w 1371198"/>
                <a:gd name="connsiteY4-10" fmla="*/ 0 h 800665"/>
                <a:gd name="connsiteX0-11" fmla="*/ 0 w 1366596"/>
                <a:gd name="connsiteY0-12" fmla="*/ 0 h 800665"/>
                <a:gd name="connsiteX1-13" fmla="*/ 1366596 w 1366596"/>
                <a:gd name="connsiteY1-14" fmla="*/ 625807 h 800665"/>
                <a:gd name="connsiteX2-15" fmla="*/ 892658 w 1366596"/>
                <a:gd name="connsiteY2-16" fmla="*/ 800665 h 800665"/>
                <a:gd name="connsiteX3-17" fmla="*/ 4601 w 1366596"/>
                <a:gd name="connsiteY3-18" fmla="*/ 427942 h 800665"/>
                <a:gd name="connsiteX4-19" fmla="*/ 0 w 1366596"/>
                <a:gd name="connsiteY4-20" fmla="*/ 0 h 800665"/>
                <a:gd name="connsiteX0-21" fmla="*/ 0 w 1366596"/>
                <a:gd name="connsiteY0-22" fmla="*/ 0 h 800665"/>
                <a:gd name="connsiteX1-23" fmla="*/ 1366596 w 1366596"/>
                <a:gd name="connsiteY1-24" fmla="*/ 625807 h 800665"/>
                <a:gd name="connsiteX2-25" fmla="*/ 892658 w 1366596"/>
                <a:gd name="connsiteY2-26" fmla="*/ 800665 h 800665"/>
                <a:gd name="connsiteX3-27" fmla="*/ 4601 w 1366596"/>
                <a:gd name="connsiteY3-28" fmla="*/ 427942 h 800665"/>
                <a:gd name="connsiteX4-29" fmla="*/ 0 w 1366596"/>
                <a:gd name="connsiteY4-30" fmla="*/ 0 h 800665"/>
                <a:gd name="connsiteX0-31" fmla="*/ 0 w 1366596"/>
                <a:gd name="connsiteY0-32" fmla="*/ 0 h 800665"/>
                <a:gd name="connsiteX1-33" fmla="*/ 1366596 w 1366596"/>
                <a:gd name="connsiteY1-34" fmla="*/ 625807 h 800665"/>
                <a:gd name="connsiteX2-35" fmla="*/ 892658 w 1366596"/>
                <a:gd name="connsiteY2-36" fmla="*/ 800665 h 800665"/>
                <a:gd name="connsiteX3-37" fmla="*/ 4601 w 1366596"/>
                <a:gd name="connsiteY3-38" fmla="*/ 427942 h 800665"/>
                <a:gd name="connsiteX4-39" fmla="*/ 0 w 1366596"/>
                <a:gd name="connsiteY4-40" fmla="*/ 0 h 800665"/>
                <a:gd name="connsiteX0-41" fmla="*/ 0 w 1366596"/>
                <a:gd name="connsiteY0-42" fmla="*/ 0 h 809868"/>
                <a:gd name="connsiteX1-43" fmla="*/ 1366596 w 1366596"/>
                <a:gd name="connsiteY1-44" fmla="*/ 625807 h 809868"/>
                <a:gd name="connsiteX2-45" fmla="*/ 865050 w 1366596"/>
                <a:gd name="connsiteY2-46" fmla="*/ 809868 h 809868"/>
                <a:gd name="connsiteX3-47" fmla="*/ 4601 w 1366596"/>
                <a:gd name="connsiteY3-48" fmla="*/ 427942 h 809868"/>
                <a:gd name="connsiteX4-49" fmla="*/ 0 w 1366596"/>
                <a:gd name="connsiteY4-50" fmla="*/ 0 h 8098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898" name="Freeform 897"/>
            <p:cNvSpPr/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-1" fmla="*/ 1329786 w 1348191"/>
                <a:gd name="connsiteY0-2" fmla="*/ 0 h 791462"/>
                <a:gd name="connsiteX1-3" fmla="*/ 1348191 w 1348191"/>
                <a:gd name="connsiteY1-4" fmla="*/ 381926 h 791462"/>
                <a:gd name="connsiteX2-5" fmla="*/ 487742 w 1348191"/>
                <a:gd name="connsiteY2-6" fmla="*/ 791462 h 791462"/>
                <a:gd name="connsiteX3-7" fmla="*/ 0 w 1348191"/>
                <a:gd name="connsiteY3-8" fmla="*/ 612002 h 791462"/>
                <a:gd name="connsiteX4-9" fmla="*/ 1329786 w 1348191"/>
                <a:gd name="connsiteY4-10" fmla="*/ 0 h 79146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cxnSp>
          <p:nvCxnSpPr>
            <p:cNvPr id="899" name="Straight Connector 898"/>
            <p:cNvCxnSpPr>
              <a:endCxn id="894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0" name="Straight Connector 899"/>
            <p:cNvCxnSpPr/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01" name="Group 347"/>
          <p:cNvGrpSpPr/>
          <p:nvPr/>
        </p:nvGrpSpPr>
        <p:grpSpPr bwMode="auto">
          <a:xfrm>
            <a:off x="7177349" y="2476441"/>
            <a:ext cx="416744" cy="205711"/>
            <a:chOff x="1871277" y="1576300"/>
            <a:chExt cx="1128371" cy="437861"/>
          </a:xfrm>
        </p:grpSpPr>
        <p:sp>
          <p:nvSpPr>
            <p:cNvPr id="902" name="Oval 901"/>
            <p:cNvSpPr/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903" name="Rectangle 902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04" name="Oval 903"/>
            <p:cNvSpPr/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905" name="Freeform 904"/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-1" fmla="*/ 1486231 w 2944854"/>
                <a:gd name="connsiteY0-2" fmla="*/ 727041 h 1316375"/>
                <a:gd name="connsiteX1-3" fmla="*/ 257675 w 2944854"/>
                <a:gd name="connsiteY1-4" fmla="*/ 1302232 h 1316375"/>
                <a:gd name="connsiteX2-5" fmla="*/ 0 w 2944854"/>
                <a:gd name="connsiteY2-6" fmla="*/ 1228607 h 1316375"/>
                <a:gd name="connsiteX3-7" fmla="*/ 911064 w 2944854"/>
                <a:gd name="connsiteY3-8" fmla="*/ 837478 h 1316375"/>
                <a:gd name="connsiteX4-9" fmla="*/ 883456 w 2944854"/>
                <a:gd name="connsiteY4-10" fmla="*/ 450949 h 1316375"/>
                <a:gd name="connsiteX5-11" fmla="*/ 161047 w 2944854"/>
                <a:gd name="connsiteY5-12" fmla="*/ 119640 h 1316375"/>
                <a:gd name="connsiteX6-13" fmla="*/ 404917 w 2944854"/>
                <a:gd name="connsiteY6-14" fmla="*/ 50617 h 1316375"/>
                <a:gd name="connsiteX7-15" fmla="*/ 1477028 w 2944854"/>
                <a:gd name="connsiteY7-16" fmla="*/ 501566 h 1316375"/>
                <a:gd name="connsiteX8-17" fmla="*/ 2572146 w 2944854"/>
                <a:gd name="connsiteY8-18" fmla="*/ 0 h 1316375"/>
                <a:gd name="connsiteX9-19" fmla="*/ 2875834 w 2944854"/>
                <a:gd name="connsiteY9-20" fmla="*/ 96632 h 1316375"/>
                <a:gd name="connsiteX10-21" fmla="*/ 2079803 w 2944854"/>
                <a:gd name="connsiteY10-22" fmla="*/ 432543 h 1316375"/>
                <a:gd name="connsiteX11-23" fmla="*/ 2240850 w 2944854"/>
                <a:gd name="connsiteY11-24" fmla="*/ 920305 h 1316375"/>
                <a:gd name="connsiteX12-25" fmla="*/ 2944854 w 2944854"/>
                <a:gd name="connsiteY12-26" fmla="*/ 1228607 h 1316375"/>
                <a:gd name="connsiteX13-27" fmla="*/ 2756623 w 2944854"/>
                <a:gd name="connsiteY13-28" fmla="*/ 1316375 h 1316375"/>
                <a:gd name="connsiteX14-29" fmla="*/ 1486231 w 2944854"/>
                <a:gd name="connsiteY14-30" fmla="*/ 727041 h 1316375"/>
                <a:gd name="connsiteX0-31" fmla="*/ 1486231 w 3024520"/>
                <a:gd name="connsiteY0-32" fmla="*/ 727041 h 1316375"/>
                <a:gd name="connsiteX1-33" fmla="*/ 257675 w 3024520"/>
                <a:gd name="connsiteY1-34" fmla="*/ 1302232 h 1316375"/>
                <a:gd name="connsiteX2-35" fmla="*/ 0 w 3024520"/>
                <a:gd name="connsiteY2-36" fmla="*/ 1228607 h 1316375"/>
                <a:gd name="connsiteX3-37" fmla="*/ 911064 w 3024520"/>
                <a:gd name="connsiteY3-38" fmla="*/ 837478 h 1316375"/>
                <a:gd name="connsiteX4-39" fmla="*/ 883456 w 3024520"/>
                <a:gd name="connsiteY4-40" fmla="*/ 450949 h 1316375"/>
                <a:gd name="connsiteX5-41" fmla="*/ 161047 w 3024520"/>
                <a:gd name="connsiteY5-42" fmla="*/ 119640 h 1316375"/>
                <a:gd name="connsiteX6-43" fmla="*/ 404917 w 3024520"/>
                <a:gd name="connsiteY6-44" fmla="*/ 50617 h 1316375"/>
                <a:gd name="connsiteX7-45" fmla="*/ 1477028 w 3024520"/>
                <a:gd name="connsiteY7-46" fmla="*/ 501566 h 1316375"/>
                <a:gd name="connsiteX8-47" fmla="*/ 2572146 w 3024520"/>
                <a:gd name="connsiteY8-48" fmla="*/ 0 h 1316375"/>
                <a:gd name="connsiteX9-49" fmla="*/ 2875834 w 3024520"/>
                <a:gd name="connsiteY9-50" fmla="*/ 96632 h 1316375"/>
                <a:gd name="connsiteX10-51" fmla="*/ 2079803 w 3024520"/>
                <a:gd name="connsiteY10-52" fmla="*/ 432543 h 1316375"/>
                <a:gd name="connsiteX11-53" fmla="*/ 2240850 w 3024520"/>
                <a:gd name="connsiteY11-54" fmla="*/ 920305 h 1316375"/>
                <a:gd name="connsiteX12-55" fmla="*/ 3024520 w 3024520"/>
                <a:gd name="connsiteY12-56" fmla="*/ 1228607 h 1316375"/>
                <a:gd name="connsiteX13-57" fmla="*/ 2756623 w 3024520"/>
                <a:gd name="connsiteY13-58" fmla="*/ 1316375 h 1316375"/>
                <a:gd name="connsiteX14-59" fmla="*/ 1486231 w 3024520"/>
                <a:gd name="connsiteY14-60" fmla="*/ 727041 h 1316375"/>
                <a:gd name="connsiteX0-61" fmla="*/ 1537780 w 3076069"/>
                <a:gd name="connsiteY0-62" fmla="*/ 727041 h 1316375"/>
                <a:gd name="connsiteX1-63" fmla="*/ 309224 w 3076069"/>
                <a:gd name="connsiteY1-64" fmla="*/ 1302232 h 1316375"/>
                <a:gd name="connsiteX2-65" fmla="*/ 0 w 3076069"/>
                <a:gd name="connsiteY2-66" fmla="*/ 1228607 h 1316375"/>
                <a:gd name="connsiteX3-67" fmla="*/ 962613 w 3076069"/>
                <a:gd name="connsiteY3-68" fmla="*/ 837478 h 1316375"/>
                <a:gd name="connsiteX4-69" fmla="*/ 935005 w 3076069"/>
                <a:gd name="connsiteY4-70" fmla="*/ 450949 h 1316375"/>
                <a:gd name="connsiteX5-71" fmla="*/ 212596 w 3076069"/>
                <a:gd name="connsiteY5-72" fmla="*/ 119640 h 1316375"/>
                <a:gd name="connsiteX6-73" fmla="*/ 456466 w 3076069"/>
                <a:gd name="connsiteY6-74" fmla="*/ 50617 h 1316375"/>
                <a:gd name="connsiteX7-75" fmla="*/ 1528577 w 3076069"/>
                <a:gd name="connsiteY7-76" fmla="*/ 501566 h 1316375"/>
                <a:gd name="connsiteX8-77" fmla="*/ 2623695 w 3076069"/>
                <a:gd name="connsiteY8-78" fmla="*/ 0 h 1316375"/>
                <a:gd name="connsiteX9-79" fmla="*/ 2927383 w 3076069"/>
                <a:gd name="connsiteY9-80" fmla="*/ 96632 h 1316375"/>
                <a:gd name="connsiteX10-81" fmla="*/ 2131352 w 3076069"/>
                <a:gd name="connsiteY10-82" fmla="*/ 432543 h 1316375"/>
                <a:gd name="connsiteX11-83" fmla="*/ 2292399 w 3076069"/>
                <a:gd name="connsiteY11-84" fmla="*/ 920305 h 1316375"/>
                <a:gd name="connsiteX12-85" fmla="*/ 3076069 w 3076069"/>
                <a:gd name="connsiteY12-86" fmla="*/ 1228607 h 1316375"/>
                <a:gd name="connsiteX13-87" fmla="*/ 2808172 w 3076069"/>
                <a:gd name="connsiteY13-88" fmla="*/ 1316375 h 1316375"/>
                <a:gd name="connsiteX14-89" fmla="*/ 1537780 w 3076069"/>
                <a:gd name="connsiteY14-90" fmla="*/ 727041 h 1316375"/>
                <a:gd name="connsiteX0-91" fmla="*/ 1537780 w 3076069"/>
                <a:gd name="connsiteY0-92" fmla="*/ 727041 h 1321259"/>
                <a:gd name="connsiteX1-93" fmla="*/ 313981 w 3076069"/>
                <a:gd name="connsiteY1-94" fmla="*/ 1321259 h 1321259"/>
                <a:gd name="connsiteX2-95" fmla="*/ 0 w 3076069"/>
                <a:gd name="connsiteY2-96" fmla="*/ 1228607 h 1321259"/>
                <a:gd name="connsiteX3-97" fmla="*/ 962613 w 3076069"/>
                <a:gd name="connsiteY3-98" fmla="*/ 837478 h 1321259"/>
                <a:gd name="connsiteX4-99" fmla="*/ 935005 w 3076069"/>
                <a:gd name="connsiteY4-100" fmla="*/ 450949 h 1321259"/>
                <a:gd name="connsiteX5-101" fmla="*/ 212596 w 3076069"/>
                <a:gd name="connsiteY5-102" fmla="*/ 119640 h 1321259"/>
                <a:gd name="connsiteX6-103" fmla="*/ 456466 w 3076069"/>
                <a:gd name="connsiteY6-104" fmla="*/ 50617 h 1321259"/>
                <a:gd name="connsiteX7-105" fmla="*/ 1528577 w 3076069"/>
                <a:gd name="connsiteY7-106" fmla="*/ 501566 h 1321259"/>
                <a:gd name="connsiteX8-107" fmla="*/ 2623695 w 3076069"/>
                <a:gd name="connsiteY8-108" fmla="*/ 0 h 1321259"/>
                <a:gd name="connsiteX9-109" fmla="*/ 2927383 w 3076069"/>
                <a:gd name="connsiteY9-110" fmla="*/ 96632 h 1321259"/>
                <a:gd name="connsiteX10-111" fmla="*/ 2131352 w 3076069"/>
                <a:gd name="connsiteY10-112" fmla="*/ 432543 h 1321259"/>
                <a:gd name="connsiteX11-113" fmla="*/ 2292399 w 3076069"/>
                <a:gd name="connsiteY11-114" fmla="*/ 920305 h 1321259"/>
                <a:gd name="connsiteX12-115" fmla="*/ 3076069 w 3076069"/>
                <a:gd name="connsiteY12-116" fmla="*/ 1228607 h 1321259"/>
                <a:gd name="connsiteX13-117" fmla="*/ 2808172 w 3076069"/>
                <a:gd name="connsiteY13-118" fmla="*/ 1316375 h 1321259"/>
                <a:gd name="connsiteX14-119" fmla="*/ 1537780 w 3076069"/>
                <a:gd name="connsiteY14-120" fmla="*/ 727041 h 1321259"/>
                <a:gd name="connsiteX0-121" fmla="*/ 1537780 w 3076069"/>
                <a:gd name="connsiteY0-122" fmla="*/ 750825 h 1321259"/>
                <a:gd name="connsiteX1-123" fmla="*/ 313981 w 3076069"/>
                <a:gd name="connsiteY1-124" fmla="*/ 1321259 h 1321259"/>
                <a:gd name="connsiteX2-125" fmla="*/ 0 w 3076069"/>
                <a:gd name="connsiteY2-126" fmla="*/ 1228607 h 1321259"/>
                <a:gd name="connsiteX3-127" fmla="*/ 962613 w 3076069"/>
                <a:gd name="connsiteY3-128" fmla="*/ 837478 h 1321259"/>
                <a:gd name="connsiteX4-129" fmla="*/ 935005 w 3076069"/>
                <a:gd name="connsiteY4-130" fmla="*/ 450949 h 1321259"/>
                <a:gd name="connsiteX5-131" fmla="*/ 212596 w 3076069"/>
                <a:gd name="connsiteY5-132" fmla="*/ 119640 h 1321259"/>
                <a:gd name="connsiteX6-133" fmla="*/ 456466 w 3076069"/>
                <a:gd name="connsiteY6-134" fmla="*/ 50617 h 1321259"/>
                <a:gd name="connsiteX7-135" fmla="*/ 1528577 w 3076069"/>
                <a:gd name="connsiteY7-136" fmla="*/ 501566 h 1321259"/>
                <a:gd name="connsiteX8-137" fmla="*/ 2623695 w 3076069"/>
                <a:gd name="connsiteY8-138" fmla="*/ 0 h 1321259"/>
                <a:gd name="connsiteX9-139" fmla="*/ 2927383 w 3076069"/>
                <a:gd name="connsiteY9-140" fmla="*/ 96632 h 1321259"/>
                <a:gd name="connsiteX10-141" fmla="*/ 2131352 w 3076069"/>
                <a:gd name="connsiteY10-142" fmla="*/ 432543 h 1321259"/>
                <a:gd name="connsiteX11-143" fmla="*/ 2292399 w 3076069"/>
                <a:gd name="connsiteY11-144" fmla="*/ 920305 h 1321259"/>
                <a:gd name="connsiteX12-145" fmla="*/ 3076069 w 3076069"/>
                <a:gd name="connsiteY12-146" fmla="*/ 1228607 h 1321259"/>
                <a:gd name="connsiteX13-147" fmla="*/ 2808172 w 3076069"/>
                <a:gd name="connsiteY13-148" fmla="*/ 1316375 h 1321259"/>
                <a:gd name="connsiteX14-149" fmla="*/ 1537780 w 3076069"/>
                <a:gd name="connsiteY14-150" fmla="*/ 750825 h 132125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06" name="Freeform 905"/>
            <p:cNvSpPr/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-1" fmla="*/ 0 w 3640627"/>
                <a:gd name="connsiteY0-2" fmla="*/ 242051 h 923747"/>
                <a:gd name="connsiteX1-3" fmla="*/ 655168 w 3640627"/>
                <a:gd name="connsiteY1-4" fmla="*/ 16495 h 923747"/>
                <a:gd name="connsiteX2-5" fmla="*/ 1809765 w 3640627"/>
                <a:gd name="connsiteY2-6" fmla="*/ 511360 h 923747"/>
                <a:gd name="connsiteX3-7" fmla="*/ 2964363 w 3640627"/>
                <a:gd name="connsiteY3-8" fmla="*/ 0 h 923747"/>
                <a:gd name="connsiteX4-9" fmla="*/ 3640627 w 3640627"/>
                <a:gd name="connsiteY4-10" fmla="*/ 197946 h 923747"/>
                <a:gd name="connsiteX5-11" fmla="*/ 3195282 w 3640627"/>
                <a:gd name="connsiteY5-12" fmla="*/ 461874 h 923747"/>
                <a:gd name="connsiteX6-13" fmla="*/ 2980857 w 3640627"/>
                <a:gd name="connsiteY6-14" fmla="*/ 379396 h 923747"/>
                <a:gd name="connsiteX7-15" fmla="*/ 1826259 w 3640627"/>
                <a:gd name="connsiteY7-16" fmla="*/ 923747 h 923747"/>
                <a:gd name="connsiteX8-17" fmla="*/ 671662 w 3640627"/>
                <a:gd name="connsiteY8-18" fmla="*/ 412387 h 923747"/>
                <a:gd name="connsiteX9-19" fmla="*/ 523214 w 3640627"/>
                <a:gd name="connsiteY9-20" fmla="*/ 478369 h 923747"/>
                <a:gd name="connsiteX10-21" fmla="*/ 0 w 3640627"/>
                <a:gd name="connsiteY10-22" fmla="*/ 242051 h 923747"/>
                <a:gd name="connsiteX0-23" fmla="*/ 0 w 3640627"/>
                <a:gd name="connsiteY0-24" fmla="*/ 242051 h 923747"/>
                <a:gd name="connsiteX1-25" fmla="*/ 655168 w 3640627"/>
                <a:gd name="connsiteY1-26" fmla="*/ 16495 h 923747"/>
                <a:gd name="connsiteX2-27" fmla="*/ 1809765 w 3640627"/>
                <a:gd name="connsiteY2-28" fmla="*/ 511360 h 923747"/>
                <a:gd name="connsiteX3-29" fmla="*/ 2964363 w 3640627"/>
                <a:gd name="connsiteY3-30" fmla="*/ 0 h 923747"/>
                <a:gd name="connsiteX4-31" fmla="*/ 3640627 w 3640627"/>
                <a:gd name="connsiteY4-32" fmla="*/ 197946 h 923747"/>
                <a:gd name="connsiteX5-33" fmla="*/ 3195282 w 3640627"/>
                <a:gd name="connsiteY5-34" fmla="*/ 461874 h 923747"/>
                <a:gd name="connsiteX6-35" fmla="*/ 2980857 w 3640627"/>
                <a:gd name="connsiteY6-36" fmla="*/ 379396 h 923747"/>
                <a:gd name="connsiteX7-37" fmla="*/ 1826259 w 3640627"/>
                <a:gd name="connsiteY7-38" fmla="*/ 923747 h 923747"/>
                <a:gd name="connsiteX8-39" fmla="*/ 671662 w 3640627"/>
                <a:gd name="connsiteY8-40" fmla="*/ 412387 h 923747"/>
                <a:gd name="connsiteX9-41" fmla="*/ 523214 w 3640627"/>
                <a:gd name="connsiteY9-42" fmla="*/ 482971 h 923747"/>
                <a:gd name="connsiteX10-43" fmla="*/ 0 w 3640627"/>
                <a:gd name="connsiteY10-44" fmla="*/ 242051 h 923747"/>
                <a:gd name="connsiteX0-45" fmla="*/ 0 w 3640627"/>
                <a:gd name="connsiteY0-46" fmla="*/ 242051 h 923747"/>
                <a:gd name="connsiteX1-47" fmla="*/ 655168 w 3640627"/>
                <a:gd name="connsiteY1-48" fmla="*/ 16495 h 923747"/>
                <a:gd name="connsiteX2-49" fmla="*/ 1809765 w 3640627"/>
                <a:gd name="connsiteY2-50" fmla="*/ 511360 h 923747"/>
                <a:gd name="connsiteX3-51" fmla="*/ 2964363 w 3640627"/>
                <a:gd name="connsiteY3-52" fmla="*/ 0 h 923747"/>
                <a:gd name="connsiteX4-53" fmla="*/ 3640627 w 3640627"/>
                <a:gd name="connsiteY4-54" fmla="*/ 197946 h 923747"/>
                <a:gd name="connsiteX5-55" fmla="*/ 3195282 w 3640627"/>
                <a:gd name="connsiteY5-56" fmla="*/ 461874 h 923747"/>
                <a:gd name="connsiteX6-57" fmla="*/ 2980857 w 3640627"/>
                <a:gd name="connsiteY6-58" fmla="*/ 379396 h 923747"/>
                <a:gd name="connsiteX7-59" fmla="*/ 1826259 w 3640627"/>
                <a:gd name="connsiteY7-60" fmla="*/ 923747 h 923747"/>
                <a:gd name="connsiteX8-61" fmla="*/ 690067 w 3640627"/>
                <a:gd name="connsiteY8-62" fmla="*/ 412387 h 923747"/>
                <a:gd name="connsiteX9-63" fmla="*/ 523214 w 3640627"/>
                <a:gd name="connsiteY9-64" fmla="*/ 482971 h 923747"/>
                <a:gd name="connsiteX10-65" fmla="*/ 0 w 3640627"/>
                <a:gd name="connsiteY10-66" fmla="*/ 242051 h 923747"/>
                <a:gd name="connsiteX0-67" fmla="*/ 0 w 3640627"/>
                <a:gd name="connsiteY0-68" fmla="*/ 242051 h 946755"/>
                <a:gd name="connsiteX1-69" fmla="*/ 655168 w 3640627"/>
                <a:gd name="connsiteY1-70" fmla="*/ 16495 h 946755"/>
                <a:gd name="connsiteX2-71" fmla="*/ 1809765 w 3640627"/>
                <a:gd name="connsiteY2-72" fmla="*/ 511360 h 946755"/>
                <a:gd name="connsiteX3-73" fmla="*/ 2964363 w 3640627"/>
                <a:gd name="connsiteY3-74" fmla="*/ 0 h 946755"/>
                <a:gd name="connsiteX4-75" fmla="*/ 3640627 w 3640627"/>
                <a:gd name="connsiteY4-76" fmla="*/ 197946 h 946755"/>
                <a:gd name="connsiteX5-77" fmla="*/ 3195282 w 3640627"/>
                <a:gd name="connsiteY5-78" fmla="*/ 461874 h 946755"/>
                <a:gd name="connsiteX6-79" fmla="*/ 2980857 w 3640627"/>
                <a:gd name="connsiteY6-80" fmla="*/ 379396 h 946755"/>
                <a:gd name="connsiteX7-81" fmla="*/ 1876873 w 3640627"/>
                <a:gd name="connsiteY7-82" fmla="*/ 946755 h 946755"/>
                <a:gd name="connsiteX8-83" fmla="*/ 690067 w 3640627"/>
                <a:gd name="connsiteY8-84" fmla="*/ 412387 h 946755"/>
                <a:gd name="connsiteX9-85" fmla="*/ 523214 w 3640627"/>
                <a:gd name="connsiteY9-86" fmla="*/ 482971 h 946755"/>
                <a:gd name="connsiteX10-87" fmla="*/ 0 w 3640627"/>
                <a:gd name="connsiteY10-88" fmla="*/ 242051 h 946755"/>
                <a:gd name="connsiteX0-89" fmla="*/ 0 w 3640627"/>
                <a:gd name="connsiteY0-90" fmla="*/ 242051 h 946755"/>
                <a:gd name="connsiteX1-91" fmla="*/ 655168 w 3640627"/>
                <a:gd name="connsiteY1-92" fmla="*/ 16495 h 946755"/>
                <a:gd name="connsiteX2-93" fmla="*/ 1855778 w 3640627"/>
                <a:gd name="connsiteY2-94" fmla="*/ 534367 h 946755"/>
                <a:gd name="connsiteX3-95" fmla="*/ 2964363 w 3640627"/>
                <a:gd name="connsiteY3-96" fmla="*/ 0 h 946755"/>
                <a:gd name="connsiteX4-97" fmla="*/ 3640627 w 3640627"/>
                <a:gd name="connsiteY4-98" fmla="*/ 197946 h 946755"/>
                <a:gd name="connsiteX5-99" fmla="*/ 3195282 w 3640627"/>
                <a:gd name="connsiteY5-100" fmla="*/ 461874 h 946755"/>
                <a:gd name="connsiteX6-101" fmla="*/ 2980857 w 3640627"/>
                <a:gd name="connsiteY6-102" fmla="*/ 379396 h 946755"/>
                <a:gd name="connsiteX7-103" fmla="*/ 1876873 w 3640627"/>
                <a:gd name="connsiteY7-104" fmla="*/ 946755 h 946755"/>
                <a:gd name="connsiteX8-105" fmla="*/ 690067 w 3640627"/>
                <a:gd name="connsiteY8-106" fmla="*/ 412387 h 946755"/>
                <a:gd name="connsiteX9-107" fmla="*/ 523214 w 3640627"/>
                <a:gd name="connsiteY9-108" fmla="*/ 482971 h 946755"/>
                <a:gd name="connsiteX10-109" fmla="*/ 0 w 3640627"/>
                <a:gd name="connsiteY10-110" fmla="*/ 242051 h 946755"/>
                <a:gd name="connsiteX0-111" fmla="*/ 0 w 3640627"/>
                <a:gd name="connsiteY0-112" fmla="*/ 242051 h 946755"/>
                <a:gd name="connsiteX1-113" fmla="*/ 655168 w 3640627"/>
                <a:gd name="connsiteY1-114" fmla="*/ 16495 h 946755"/>
                <a:gd name="connsiteX2-115" fmla="*/ 1855778 w 3640627"/>
                <a:gd name="connsiteY2-116" fmla="*/ 534367 h 946755"/>
                <a:gd name="connsiteX3-117" fmla="*/ 2964363 w 3640627"/>
                <a:gd name="connsiteY3-118" fmla="*/ 0 h 946755"/>
                <a:gd name="connsiteX4-119" fmla="*/ 3640627 w 3640627"/>
                <a:gd name="connsiteY4-120" fmla="*/ 197946 h 946755"/>
                <a:gd name="connsiteX5-121" fmla="*/ 3195282 w 3640627"/>
                <a:gd name="connsiteY5-122" fmla="*/ 461874 h 946755"/>
                <a:gd name="connsiteX6-123" fmla="*/ 3008465 w 3640627"/>
                <a:gd name="connsiteY6-124" fmla="*/ 402404 h 946755"/>
                <a:gd name="connsiteX7-125" fmla="*/ 1876873 w 3640627"/>
                <a:gd name="connsiteY7-126" fmla="*/ 946755 h 946755"/>
                <a:gd name="connsiteX8-127" fmla="*/ 690067 w 3640627"/>
                <a:gd name="connsiteY8-128" fmla="*/ 412387 h 946755"/>
                <a:gd name="connsiteX9-129" fmla="*/ 523214 w 3640627"/>
                <a:gd name="connsiteY9-130" fmla="*/ 482971 h 946755"/>
                <a:gd name="connsiteX10-131" fmla="*/ 0 w 3640627"/>
                <a:gd name="connsiteY10-132" fmla="*/ 242051 h 946755"/>
                <a:gd name="connsiteX0-133" fmla="*/ 0 w 3723451"/>
                <a:gd name="connsiteY0-134" fmla="*/ 242051 h 946755"/>
                <a:gd name="connsiteX1-135" fmla="*/ 655168 w 3723451"/>
                <a:gd name="connsiteY1-136" fmla="*/ 16495 h 946755"/>
                <a:gd name="connsiteX2-137" fmla="*/ 1855778 w 3723451"/>
                <a:gd name="connsiteY2-138" fmla="*/ 534367 h 946755"/>
                <a:gd name="connsiteX3-139" fmla="*/ 2964363 w 3723451"/>
                <a:gd name="connsiteY3-140" fmla="*/ 0 h 946755"/>
                <a:gd name="connsiteX4-141" fmla="*/ 3723451 w 3723451"/>
                <a:gd name="connsiteY4-142" fmla="*/ 220954 h 946755"/>
                <a:gd name="connsiteX5-143" fmla="*/ 3195282 w 3723451"/>
                <a:gd name="connsiteY5-144" fmla="*/ 461874 h 946755"/>
                <a:gd name="connsiteX6-145" fmla="*/ 3008465 w 3723451"/>
                <a:gd name="connsiteY6-146" fmla="*/ 402404 h 946755"/>
                <a:gd name="connsiteX7-147" fmla="*/ 1876873 w 3723451"/>
                <a:gd name="connsiteY7-148" fmla="*/ 946755 h 946755"/>
                <a:gd name="connsiteX8-149" fmla="*/ 690067 w 3723451"/>
                <a:gd name="connsiteY8-150" fmla="*/ 412387 h 946755"/>
                <a:gd name="connsiteX9-151" fmla="*/ 523214 w 3723451"/>
                <a:gd name="connsiteY9-152" fmla="*/ 482971 h 946755"/>
                <a:gd name="connsiteX10-153" fmla="*/ 0 w 3723451"/>
                <a:gd name="connsiteY10-154" fmla="*/ 242051 h 946755"/>
                <a:gd name="connsiteX0-155" fmla="*/ 0 w 3723451"/>
                <a:gd name="connsiteY0-156" fmla="*/ 228246 h 932950"/>
                <a:gd name="connsiteX1-157" fmla="*/ 655168 w 3723451"/>
                <a:gd name="connsiteY1-158" fmla="*/ 2690 h 932950"/>
                <a:gd name="connsiteX2-159" fmla="*/ 1855778 w 3723451"/>
                <a:gd name="connsiteY2-160" fmla="*/ 520562 h 932950"/>
                <a:gd name="connsiteX3-161" fmla="*/ 3001174 w 3723451"/>
                <a:gd name="connsiteY3-162" fmla="*/ 0 h 932950"/>
                <a:gd name="connsiteX4-163" fmla="*/ 3723451 w 3723451"/>
                <a:gd name="connsiteY4-164" fmla="*/ 207149 h 932950"/>
                <a:gd name="connsiteX5-165" fmla="*/ 3195282 w 3723451"/>
                <a:gd name="connsiteY5-166" fmla="*/ 448069 h 932950"/>
                <a:gd name="connsiteX6-167" fmla="*/ 3008465 w 3723451"/>
                <a:gd name="connsiteY6-168" fmla="*/ 388599 h 932950"/>
                <a:gd name="connsiteX7-169" fmla="*/ 1876873 w 3723451"/>
                <a:gd name="connsiteY7-170" fmla="*/ 932950 h 932950"/>
                <a:gd name="connsiteX8-171" fmla="*/ 690067 w 3723451"/>
                <a:gd name="connsiteY8-172" fmla="*/ 398582 h 932950"/>
                <a:gd name="connsiteX9-173" fmla="*/ 523214 w 3723451"/>
                <a:gd name="connsiteY9-174" fmla="*/ 469166 h 932950"/>
                <a:gd name="connsiteX10-175" fmla="*/ 0 w 3723451"/>
                <a:gd name="connsiteY10-176" fmla="*/ 228246 h 932950"/>
                <a:gd name="connsiteX0-177" fmla="*/ 0 w 3723451"/>
                <a:gd name="connsiteY0-178" fmla="*/ 228246 h 932950"/>
                <a:gd name="connsiteX1-179" fmla="*/ 655168 w 3723451"/>
                <a:gd name="connsiteY1-180" fmla="*/ 2690 h 932950"/>
                <a:gd name="connsiteX2-181" fmla="*/ 1855778 w 3723451"/>
                <a:gd name="connsiteY2-182" fmla="*/ 520562 h 932950"/>
                <a:gd name="connsiteX3-183" fmla="*/ 3001174 w 3723451"/>
                <a:gd name="connsiteY3-184" fmla="*/ 0 h 932950"/>
                <a:gd name="connsiteX4-185" fmla="*/ 3723451 w 3723451"/>
                <a:gd name="connsiteY4-186" fmla="*/ 207149 h 932950"/>
                <a:gd name="connsiteX5-187" fmla="*/ 3195282 w 3723451"/>
                <a:gd name="connsiteY5-188" fmla="*/ 448069 h 932950"/>
                <a:gd name="connsiteX6-189" fmla="*/ 3013067 w 3723451"/>
                <a:gd name="connsiteY6-190" fmla="*/ 393200 h 932950"/>
                <a:gd name="connsiteX7-191" fmla="*/ 1876873 w 3723451"/>
                <a:gd name="connsiteY7-192" fmla="*/ 932950 h 932950"/>
                <a:gd name="connsiteX8-193" fmla="*/ 690067 w 3723451"/>
                <a:gd name="connsiteY8-194" fmla="*/ 398582 h 932950"/>
                <a:gd name="connsiteX9-195" fmla="*/ 523214 w 3723451"/>
                <a:gd name="connsiteY9-196" fmla="*/ 469166 h 932950"/>
                <a:gd name="connsiteX10-197" fmla="*/ 0 w 3723451"/>
                <a:gd name="connsiteY10-198" fmla="*/ 228246 h 932950"/>
                <a:gd name="connsiteX0-199" fmla="*/ 0 w 3723451"/>
                <a:gd name="connsiteY0-200" fmla="*/ 228246 h 932950"/>
                <a:gd name="connsiteX1-201" fmla="*/ 655168 w 3723451"/>
                <a:gd name="connsiteY1-202" fmla="*/ 2690 h 932950"/>
                <a:gd name="connsiteX2-203" fmla="*/ 1855778 w 3723451"/>
                <a:gd name="connsiteY2-204" fmla="*/ 520562 h 932950"/>
                <a:gd name="connsiteX3-205" fmla="*/ 3001174 w 3723451"/>
                <a:gd name="connsiteY3-206" fmla="*/ 0 h 932950"/>
                <a:gd name="connsiteX4-207" fmla="*/ 3723451 w 3723451"/>
                <a:gd name="connsiteY4-208" fmla="*/ 207149 h 932950"/>
                <a:gd name="connsiteX5-209" fmla="*/ 3186079 w 3723451"/>
                <a:gd name="connsiteY5-210" fmla="*/ 461874 h 932950"/>
                <a:gd name="connsiteX6-211" fmla="*/ 3013067 w 3723451"/>
                <a:gd name="connsiteY6-212" fmla="*/ 393200 h 932950"/>
                <a:gd name="connsiteX7-213" fmla="*/ 1876873 w 3723451"/>
                <a:gd name="connsiteY7-214" fmla="*/ 932950 h 932950"/>
                <a:gd name="connsiteX8-215" fmla="*/ 690067 w 3723451"/>
                <a:gd name="connsiteY8-216" fmla="*/ 398582 h 932950"/>
                <a:gd name="connsiteX9-217" fmla="*/ 523214 w 3723451"/>
                <a:gd name="connsiteY9-218" fmla="*/ 469166 h 932950"/>
                <a:gd name="connsiteX10-219" fmla="*/ 0 w 3723451"/>
                <a:gd name="connsiteY10-220" fmla="*/ 228246 h 932950"/>
                <a:gd name="connsiteX0-221" fmla="*/ 0 w 3723451"/>
                <a:gd name="connsiteY0-222" fmla="*/ 228246 h 932950"/>
                <a:gd name="connsiteX1-223" fmla="*/ 655168 w 3723451"/>
                <a:gd name="connsiteY1-224" fmla="*/ 2690 h 932950"/>
                <a:gd name="connsiteX2-225" fmla="*/ 1855778 w 3723451"/>
                <a:gd name="connsiteY2-226" fmla="*/ 520562 h 932950"/>
                <a:gd name="connsiteX3-227" fmla="*/ 3001174 w 3723451"/>
                <a:gd name="connsiteY3-228" fmla="*/ 0 h 932950"/>
                <a:gd name="connsiteX4-229" fmla="*/ 3723451 w 3723451"/>
                <a:gd name="connsiteY4-230" fmla="*/ 207149 h 932950"/>
                <a:gd name="connsiteX5-231" fmla="*/ 3186079 w 3723451"/>
                <a:gd name="connsiteY5-232" fmla="*/ 461874 h 932950"/>
                <a:gd name="connsiteX6-233" fmla="*/ 3013067 w 3723451"/>
                <a:gd name="connsiteY6-234" fmla="*/ 393200 h 932950"/>
                <a:gd name="connsiteX7-235" fmla="*/ 1876873 w 3723451"/>
                <a:gd name="connsiteY7-236" fmla="*/ 932950 h 932950"/>
                <a:gd name="connsiteX8-237" fmla="*/ 711613 w 3723451"/>
                <a:gd name="connsiteY8-238" fmla="*/ 413055 h 932950"/>
                <a:gd name="connsiteX9-239" fmla="*/ 523214 w 3723451"/>
                <a:gd name="connsiteY9-240" fmla="*/ 469166 h 932950"/>
                <a:gd name="connsiteX10-241" fmla="*/ 0 w 3723451"/>
                <a:gd name="connsiteY10-242" fmla="*/ 228246 h 93295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07" name="Freeform 906"/>
            <p:cNvSpPr/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-1" fmla="*/ 4602 w 1371198"/>
                <a:gd name="connsiteY0-2" fmla="*/ 0 h 800665"/>
                <a:gd name="connsiteX1-3" fmla="*/ 1371198 w 1371198"/>
                <a:gd name="connsiteY1-4" fmla="*/ 625807 h 800665"/>
                <a:gd name="connsiteX2-5" fmla="*/ 897260 w 1371198"/>
                <a:gd name="connsiteY2-6" fmla="*/ 800665 h 800665"/>
                <a:gd name="connsiteX3-7" fmla="*/ 0 w 1371198"/>
                <a:gd name="connsiteY3-8" fmla="*/ 404934 h 800665"/>
                <a:gd name="connsiteX4-9" fmla="*/ 4602 w 1371198"/>
                <a:gd name="connsiteY4-10" fmla="*/ 0 h 800665"/>
                <a:gd name="connsiteX0-11" fmla="*/ 0 w 1366596"/>
                <a:gd name="connsiteY0-12" fmla="*/ 0 h 800665"/>
                <a:gd name="connsiteX1-13" fmla="*/ 1366596 w 1366596"/>
                <a:gd name="connsiteY1-14" fmla="*/ 625807 h 800665"/>
                <a:gd name="connsiteX2-15" fmla="*/ 892658 w 1366596"/>
                <a:gd name="connsiteY2-16" fmla="*/ 800665 h 800665"/>
                <a:gd name="connsiteX3-17" fmla="*/ 4601 w 1366596"/>
                <a:gd name="connsiteY3-18" fmla="*/ 427942 h 800665"/>
                <a:gd name="connsiteX4-19" fmla="*/ 0 w 1366596"/>
                <a:gd name="connsiteY4-20" fmla="*/ 0 h 800665"/>
                <a:gd name="connsiteX0-21" fmla="*/ 0 w 1366596"/>
                <a:gd name="connsiteY0-22" fmla="*/ 0 h 800665"/>
                <a:gd name="connsiteX1-23" fmla="*/ 1366596 w 1366596"/>
                <a:gd name="connsiteY1-24" fmla="*/ 625807 h 800665"/>
                <a:gd name="connsiteX2-25" fmla="*/ 892658 w 1366596"/>
                <a:gd name="connsiteY2-26" fmla="*/ 800665 h 800665"/>
                <a:gd name="connsiteX3-27" fmla="*/ 4601 w 1366596"/>
                <a:gd name="connsiteY3-28" fmla="*/ 427942 h 800665"/>
                <a:gd name="connsiteX4-29" fmla="*/ 0 w 1366596"/>
                <a:gd name="connsiteY4-30" fmla="*/ 0 h 800665"/>
                <a:gd name="connsiteX0-31" fmla="*/ 0 w 1366596"/>
                <a:gd name="connsiteY0-32" fmla="*/ 0 h 800665"/>
                <a:gd name="connsiteX1-33" fmla="*/ 1366596 w 1366596"/>
                <a:gd name="connsiteY1-34" fmla="*/ 625807 h 800665"/>
                <a:gd name="connsiteX2-35" fmla="*/ 892658 w 1366596"/>
                <a:gd name="connsiteY2-36" fmla="*/ 800665 h 800665"/>
                <a:gd name="connsiteX3-37" fmla="*/ 4601 w 1366596"/>
                <a:gd name="connsiteY3-38" fmla="*/ 427942 h 800665"/>
                <a:gd name="connsiteX4-39" fmla="*/ 0 w 1366596"/>
                <a:gd name="connsiteY4-40" fmla="*/ 0 h 800665"/>
                <a:gd name="connsiteX0-41" fmla="*/ 0 w 1366596"/>
                <a:gd name="connsiteY0-42" fmla="*/ 0 h 809868"/>
                <a:gd name="connsiteX1-43" fmla="*/ 1366596 w 1366596"/>
                <a:gd name="connsiteY1-44" fmla="*/ 625807 h 809868"/>
                <a:gd name="connsiteX2-45" fmla="*/ 865050 w 1366596"/>
                <a:gd name="connsiteY2-46" fmla="*/ 809868 h 809868"/>
                <a:gd name="connsiteX3-47" fmla="*/ 4601 w 1366596"/>
                <a:gd name="connsiteY3-48" fmla="*/ 427942 h 809868"/>
                <a:gd name="connsiteX4-49" fmla="*/ 0 w 1366596"/>
                <a:gd name="connsiteY4-50" fmla="*/ 0 h 8098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08" name="Freeform 907"/>
            <p:cNvSpPr/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-1" fmla="*/ 1329786 w 1348191"/>
                <a:gd name="connsiteY0-2" fmla="*/ 0 h 791462"/>
                <a:gd name="connsiteX1-3" fmla="*/ 1348191 w 1348191"/>
                <a:gd name="connsiteY1-4" fmla="*/ 381926 h 791462"/>
                <a:gd name="connsiteX2-5" fmla="*/ 487742 w 1348191"/>
                <a:gd name="connsiteY2-6" fmla="*/ 791462 h 791462"/>
                <a:gd name="connsiteX3-7" fmla="*/ 0 w 1348191"/>
                <a:gd name="connsiteY3-8" fmla="*/ 612002 h 791462"/>
                <a:gd name="connsiteX4-9" fmla="*/ 1329786 w 1348191"/>
                <a:gd name="connsiteY4-10" fmla="*/ 0 h 79146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cxnSp>
          <p:nvCxnSpPr>
            <p:cNvPr id="909" name="Straight Connector 908"/>
            <p:cNvCxnSpPr>
              <a:endCxn id="904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0" name="Straight Connector 909"/>
            <p:cNvCxnSpPr/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1" name="Group 347"/>
          <p:cNvGrpSpPr/>
          <p:nvPr/>
        </p:nvGrpSpPr>
        <p:grpSpPr bwMode="auto">
          <a:xfrm>
            <a:off x="7686788" y="2399327"/>
            <a:ext cx="416744" cy="205711"/>
            <a:chOff x="1871277" y="1576300"/>
            <a:chExt cx="1128371" cy="437861"/>
          </a:xfrm>
        </p:grpSpPr>
        <p:sp>
          <p:nvSpPr>
            <p:cNvPr id="912" name="Oval 911"/>
            <p:cNvSpPr/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913" name="Rectangle 912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14" name="Oval 913"/>
            <p:cNvSpPr/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915" name="Freeform 914"/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-1" fmla="*/ 1486231 w 2944854"/>
                <a:gd name="connsiteY0-2" fmla="*/ 727041 h 1316375"/>
                <a:gd name="connsiteX1-3" fmla="*/ 257675 w 2944854"/>
                <a:gd name="connsiteY1-4" fmla="*/ 1302232 h 1316375"/>
                <a:gd name="connsiteX2-5" fmla="*/ 0 w 2944854"/>
                <a:gd name="connsiteY2-6" fmla="*/ 1228607 h 1316375"/>
                <a:gd name="connsiteX3-7" fmla="*/ 911064 w 2944854"/>
                <a:gd name="connsiteY3-8" fmla="*/ 837478 h 1316375"/>
                <a:gd name="connsiteX4-9" fmla="*/ 883456 w 2944854"/>
                <a:gd name="connsiteY4-10" fmla="*/ 450949 h 1316375"/>
                <a:gd name="connsiteX5-11" fmla="*/ 161047 w 2944854"/>
                <a:gd name="connsiteY5-12" fmla="*/ 119640 h 1316375"/>
                <a:gd name="connsiteX6-13" fmla="*/ 404917 w 2944854"/>
                <a:gd name="connsiteY6-14" fmla="*/ 50617 h 1316375"/>
                <a:gd name="connsiteX7-15" fmla="*/ 1477028 w 2944854"/>
                <a:gd name="connsiteY7-16" fmla="*/ 501566 h 1316375"/>
                <a:gd name="connsiteX8-17" fmla="*/ 2572146 w 2944854"/>
                <a:gd name="connsiteY8-18" fmla="*/ 0 h 1316375"/>
                <a:gd name="connsiteX9-19" fmla="*/ 2875834 w 2944854"/>
                <a:gd name="connsiteY9-20" fmla="*/ 96632 h 1316375"/>
                <a:gd name="connsiteX10-21" fmla="*/ 2079803 w 2944854"/>
                <a:gd name="connsiteY10-22" fmla="*/ 432543 h 1316375"/>
                <a:gd name="connsiteX11-23" fmla="*/ 2240850 w 2944854"/>
                <a:gd name="connsiteY11-24" fmla="*/ 920305 h 1316375"/>
                <a:gd name="connsiteX12-25" fmla="*/ 2944854 w 2944854"/>
                <a:gd name="connsiteY12-26" fmla="*/ 1228607 h 1316375"/>
                <a:gd name="connsiteX13-27" fmla="*/ 2756623 w 2944854"/>
                <a:gd name="connsiteY13-28" fmla="*/ 1316375 h 1316375"/>
                <a:gd name="connsiteX14-29" fmla="*/ 1486231 w 2944854"/>
                <a:gd name="connsiteY14-30" fmla="*/ 727041 h 1316375"/>
                <a:gd name="connsiteX0-31" fmla="*/ 1486231 w 3024520"/>
                <a:gd name="connsiteY0-32" fmla="*/ 727041 h 1316375"/>
                <a:gd name="connsiteX1-33" fmla="*/ 257675 w 3024520"/>
                <a:gd name="connsiteY1-34" fmla="*/ 1302232 h 1316375"/>
                <a:gd name="connsiteX2-35" fmla="*/ 0 w 3024520"/>
                <a:gd name="connsiteY2-36" fmla="*/ 1228607 h 1316375"/>
                <a:gd name="connsiteX3-37" fmla="*/ 911064 w 3024520"/>
                <a:gd name="connsiteY3-38" fmla="*/ 837478 h 1316375"/>
                <a:gd name="connsiteX4-39" fmla="*/ 883456 w 3024520"/>
                <a:gd name="connsiteY4-40" fmla="*/ 450949 h 1316375"/>
                <a:gd name="connsiteX5-41" fmla="*/ 161047 w 3024520"/>
                <a:gd name="connsiteY5-42" fmla="*/ 119640 h 1316375"/>
                <a:gd name="connsiteX6-43" fmla="*/ 404917 w 3024520"/>
                <a:gd name="connsiteY6-44" fmla="*/ 50617 h 1316375"/>
                <a:gd name="connsiteX7-45" fmla="*/ 1477028 w 3024520"/>
                <a:gd name="connsiteY7-46" fmla="*/ 501566 h 1316375"/>
                <a:gd name="connsiteX8-47" fmla="*/ 2572146 w 3024520"/>
                <a:gd name="connsiteY8-48" fmla="*/ 0 h 1316375"/>
                <a:gd name="connsiteX9-49" fmla="*/ 2875834 w 3024520"/>
                <a:gd name="connsiteY9-50" fmla="*/ 96632 h 1316375"/>
                <a:gd name="connsiteX10-51" fmla="*/ 2079803 w 3024520"/>
                <a:gd name="connsiteY10-52" fmla="*/ 432543 h 1316375"/>
                <a:gd name="connsiteX11-53" fmla="*/ 2240850 w 3024520"/>
                <a:gd name="connsiteY11-54" fmla="*/ 920305 h 1316375"/>
                <a:gd name="connsiteX12-55" fmla="*/ 3024520 w 3024520"/>
                <a:gd name="connsiteY12-56" fmla="*/ 1228607 h 1316375"/>
                <a:gd name="connsiteX13-57" fmla="*/ 2756623 w 3024520"/>
                <a:gd name="connsiteY13-58" fmla="*/ 1316375 h 1316375"/>
                <a:gd name="connsiteX14-59" fmla="*/ 1486231 w 3024520"/>
                <a:gd name="connsiteY14-60" fmla="*/ 727041 h 1316375"/>
                <a:gd name="connsiteX0-61" fmla="*/ 1537780 w 3076069"/>
                <a:gd name="connsiteY0-62" fmla="*/ 727041 h 1316375"/>
                <a:gd name="connsiteX1-63" fmla="*/ 309224 w 3076069"/>
                <a:gd name="connsiteY1-64" fmla="*/ 1302232 h 1316375"/>
                <a:gd name="connsiteX2-65" fmla="*/ 0 w 3076069"/>
                <a:gd name="connsiteY2-66" fmla="*/ 1228607 h 1316375"/>
                <a:gd name="connsiteX3-67" fmla="*/ 962613 w 3076069"/>
                <a:gd name="connsiteY3-68" fmla="*/ 837478 h 1316375"/>
                <a:gd name="connsiteX4-69" fmla="*/ 935005 w 3076069"/>
                <a:gd name="connsiteY4-70" fmla="*/ 450949 h 1316375"/>
                <a:gd name="connsiteX5-71" fmla="*/ 212596 w 3076069"/>
                <a:gd name="connsiteY5-72" fmla="*/ 119640 h 1316375"/>
                <a:gd name="connsiteX6-73" fmla="*/ 456466 w 3076069"/>
                <a:gd name="connsiteY6-74" fmla="*/ 50617 h 1316375"/>
                <a:gd name="connsiteX7-75" fmla="*/ 1528577 w 3076069"/>
                <a:gd name="connsiteY7-76" fmla="*/ 501566 h 1316375"/>
                <a:gd name="connsiteX8-77" fmla="*/ 2623695 w 3076069"/>
                <a:gd name="connsiteY8-78" fmla="*/ 0 h 1316375"/>
                <a:gd name="connsiteX9-79" fmla="*/ 2927383 w 3076069"/>
                <a:gd name="connsiteY9-80" fmla="*/ 96632 h 1316375"/>
                <a:gd name="connsiteX10-81" fmla="*/ 2131352 w 3076069"/>
                <a:gd name="connsiteY10-82" fmla="*/ 432543 h 1316375"/>
                <a:gd name="connsiteX11-83" fmla="*/ 2292399 w 3076069"/>
                <a:gd name="connsiteY11-84" fmla="*/ 920305 h 1316375"/>
                <a:gd name="connsiteX12-85" fmla="*/ 3076069 w 3076069"/>
                <a:gd name="connsiteY12-86" fmla="*/ 1228607 h 1316375"/>
                <a:gd name="connsiteX13-87" fmla="*/ 2808172 w 3076069"/>
                <a:gd name="connsiteY13-88" fmla="*/ 1316375 h 1316375"/>
                <a:gd name="connsiteX14-89" fmla="*/ 1537780 w 3076069"/>
                <a:gd name="connsiteY14-90" fmla="*/ 727041 h 1316375"/>
                <a:gd name="connsiteX0-91" fmla="*/ 1537780 w 3076069"/>
                <a:gd name="connsiteY0-92" fmla="*/ 727041 h 1321259"/>
                <a:gd name="connsiteX1-93" fmla="*/ 313981 w 3076069"/>
                <a:gd name="connsiteY1-94" fmla="*/ 1321259 h 1321259"/>
                <a:gd name="connsiteX2-95" fmla="*/ 0 w 3076069"/>
                <a:gd name="connsiteY2-96" fmla="*/ 1228607 h 1321259"/>
                <a:gd name="connsiteX3-97" fmla="*/ 962613 w 3076069"/>
                <a:gd name="connsiteY3-98" fmla="*/ 837478 h 1321259"/>
                <a:gd name="connsiteX4-99" fmla="*/ 935005 w 3076069"/>
                <a:gd name="connsiteY4-100" fmla="*/ 450949 h 1321259"/>
                <a:gd name="connsiteX5-101" fmla="*/ 212596 w 3076069"/>
                <a:gd name="connsiteY5-102" fmla="*/ 119640 h 1321259"/>
                <a:gd name="connsiteX6-103" fmla="*/ 456466 w 3076069"/>
                <a:gd name="connsiteY6-104" fmla="*/ 50617 h 1321259"/>
                <a:gd name="connsiteX7-105" fmla="*/ 1528577 w 3076069"/>
                <a:gd name="connsiteY7-106" fmla="*/ 501566 h 1321259"/>
                <a:gd name="connsiteX8-107" fmla="*/ 2623695 w 3076069"/>
                <a:gd name="connsiteY8-108" fmla="*/ 0 h 1321259"/>
                <a:gd name="connsiteX9-109" fmla="*/ 2927383 w 3076069"/>
                <a:gd name="connsiteY9-110" fmla="*/ 96632 h 1321259"/>
                <a:gd name="connsiteX10-111" fmla="*/ 2131352 w 3076069"/>
                <a:gd name="connsiteY10-112" fmla="*/ 432543 h 1321259"/>
                <a:gd name="connsiteX11-113" fmla="*/ 2292399 w 3076069"/>
                <a:gd name="connsiteY11-114" fmla="*/ 920305 h 1321259"/>
                <a:gd name="connsiteX12-115" fmla="*/ 3076069 w 3076069"/>
                <a:gd name="connsiteY12-116" fmla="*/ 1228607 h 1321259"/>
                <a:gd name="connsiteX13-117" fmla="*/ 2808172 w 3076069"/>
                <a:gd name="connsiteY13-118" fmla="*/ 1316375 h 1321259"/>
                <a:gd name="connsiteX14-119" fmla="*/ 1537780 w 3076069"/>
                <a:gd name="connsiteY14-120" fmla="*/ 727041 h 1321259"/>
                <a:gd name="connsiteX0-121" fmla="*/ 1537780 w 3076069"/>
                <a:gd name="connsiteY0-122" fmla="*/ 750825 h 1321259"/>
                <a:gd name="connsiteX1-123" fmla="*/ 313981 w 3076069"/>
                <a:gd name="connsiteY1-124" fmla="*/ 1321259 h 1321259"/>
                <a:gd name="connsiteX2-125" fmla="*/ 0 w 3076069"/>
                <a:gd name="connsiteY2-126" fmla="*/ 1228607 h 1321259"/>
                <a:gd name="connsiteX3-127" fmla="*/ 962613 w 3076069"/>
                <a:gd name="connsiteY3-128" fmla="*/ 837478 h 1321259"/>
                <a:gd name="connsiteX4-129" fmla="*/ 935005 w 3076069"/>
                <a:gd name="connsiteY4-130" fmla="*/ 450949 h 1321259"/>
                <a:gd name="connsiteX5-131" fmla="*/ 212596 w 3076069"/>
                <a:gd name="connsiteY5-132" fmla="*/ 119640 h 1321259"/>
                <a:gd name="connsiteX6-133" fmla="*/ 456466 w 3076069"/>
                <a:gd name="connsiteY6-134" fmla="*/ 50617 h 1321259"/>
                <a:gd name="connsiteX7-135" fmla="*/ 1528577 w 3076069"/>
                <a:gd name="connsiteY7-136" fmla="*/ 501566 h 1321259"/>
                <a:gd name="connsiteX8-137" fmla="*/ 2623695 w 3076069"/>
                <a:gd name="connsiteY8-138" fmla="*/ 0 h 1321259"/>
                <a:gd name="connsiteX9-139" fmla="*/ 2927383 w 3076069"/>
                <a:gd name="connsiteY9-140" fmla="*/ 96632 h 1321259"/>
                <a:gd name="connsiteX10-141" fmla="*/ 2131352 w 3076069"/>
                <a:gd name="connsiteY10-142" fmla="*/ 432543 h 1321259"/>
                <a:gd name="connsiteX11-143" fmla="*/ 2292399 w 3076069"/>
                <a:gd name="connsiteY11-144" fmla="*/ 920305 h 1321259"/>
                <a:gd name="connsiteX12-145" fmla="*/ 3076069 w 3076069"/>
                <a:gd name="connsiteY12-146" fmla="*/ 1228607 h 1321259"/>
                <a:gd name="connsiteX13-147" fmla="*/ 2808172 w 3076069"/>
                <a:gd name="connsiteY13-148" fmla="*/ 1316375 h 1321259"/>
                <a:gd name="connsiteX14-149" fmla="*/ 1537780 w 3076069"/>
                <a:gd name="connsiteY14-150" fmla="*/ 750825 h 132125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16" name="Freeform 915"/>
            <p:cNvSpPr/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-1" fmla="*/ 0 w 3640627"/>
                <a:gd name="connsiteY0-2" fmla="*/ 242051 h 923747"/>
                <a:gd name="connsiteX1-3" fmla="*/ 655168 w 3640627"/>
                <a:gd name="connsiteY1-4" fmla="*/ 16495 h 923747"/>
                <a:gd name="connsiteX2-5" fmla="*/ 1809765 w 3640627"/>
                <a:gd name="connsiteY2-6" fmla="*/ 511360 h 923747"/>
                <a:gd name="connsiteX3-7" fmla="*/ 2964363 w 3640627"/>
                <a:gd name="connsiteY3-8" fmla="*/ 0 h 923747"/>
                <a:gd name="connsiteX4-9" fmla="*/ 3640627 w 3640627"/>
                <a:gd name="connsiteY4-10" fmla="*/ 197946 h 923747"/>
                <a:gd name="connsiteX5-11" fmla="*/ 3195282 w 3640627"/>
                <a:gd name="connsiteY5-12" fmla="*/ 461874 h 923747"/>
                <a:gd name="connsiteX6-13" fmla="*/ 2980857 w 3640627"/>
                <a:gd name="connsiteY6-14" fmla="*/ 379396 h 923747"/>
                <a:gd name="connsiteX7-15" fmla="*/ 1826259 w 3640627"/>
                <a:gd name="connsiteY7-16" fmla="*/ 923747 h 923747"/>
                <a:gd name="connsiteX8-17" fmla="*/ 671662 w 3640627"/>
                <a:gd name="connsiteY8-18" fmla="*/ 412387 h 923747"/>
                <a:gd name="connsiteX9-19" fmla="*/ 523214 w 3640627"/>
                <a:gd name="connsiteY9-20" fmla="*/ 478369 h 923747"/>
                <a:gd name="connsiteX10-21" fmla="*/ 0 w 3640627"/>
                <a:gd name="connsiteY10-22" fmla="*/ 242051 h 923747"/>
                <a:gd name="connsiteX0-23" fmla="*/ 0 w 3640627"/>
                <a:gd name="connsiteY0-24" fmla="*/ 242051 h 923747"/>
                <a:gd name="connsiteX1-25" fmla="*/ 655168 w 3640627"/>
                <a:gd name="connsiteY1-26" fmla="*/ 16495 h 923747"/>
                <a:gd name="connsiteX2-27" fmla="*/ 1809765 w 3640627"/>
                <a:gd name="connsiteY2-28" fmla="*/ 511360 h 923747"/>
                <a:gd name="connsiteX3-29" fmla="*/ 2964363 w 3640627"/>
                <a:gd name="connsiteY3-30" fmla="*/ 0 h 923747"/>
                <a:gd name="connsiteX4-31" fmla="*/ 3640627 w 3640627"/>
                <a:gd name="connsiteY4-32" fmla="*/ 197946 h 923747"/>
                <a:gd name="connsiteX5-33" fmla="*/ 3195282 w 3640627"/>
                <a:gd name="connsiteY5-34" fmla="*/ 461874 h 923747"/>
                <a:gd name="connsiteX6-35" fmla="*/ 2980857 w 3640627"/>
                <a:gd name="connsiteY6-36" fmla="*/ 379396 h 923747"/>
                <a:gd name="connsiteX7-37" fmla="*/ 1826259 w 3640627"/>
                <a:gd name="connsiteY7-38" fmla="*/ 923747 h 923747"/>
                <a:gd name="connsiteX8-39" fmla="*/ 671662 w 3640627"/>
                <a:gd name="connsiteY8-40" fmla="*/ 412387 h 923747"/>
                <a:gd name="connsiteX9-41" fmla="*/ 523214 w 3640627"/>
                <a:gd name="connsiteY9-42" fmla="*/ 482971 h 923747"/>
                <a:gd name="connsiteX10-43" fmla="*/ 0 w 3640627"/>
                <a:gd name="connsiteY10-44" fmla="*/ 242051 h 923747"/>
                <a:gd name="connsiteX0-45" fmla="*/ 0 w 3640627"/>
                <a:gd name="connsiteY0-46" fmla="*/ 242051 h 923747"/>
                <a:gd name="connsiteX1-47" fmla="*/ 655168 w 3640627"/>
                <a:gd name="connsiteY1-48" fmla="*/ 16495 h 923747"/>
                <a:gd name="connsiteX2-49" fmla="*/ 1809765 w 3640627"/>
                <a:gd name="connsiteY2-50" fmla="*/ 511360 h 923747"/>
                <a:gd name="connsiteX3-51" fmla="*/ 2964363 w 3640627"/>
                <a:gd name="connsiteY3-52" fmla="*/ 0 h 923747"/>
                <a:gd name="connsiteX4-53" fmla="*/ 3640627 w 3640627"/>
                <a:gd name="connsiteY4-54" fmla="*/ 197946 h 923747"/>
                <a:gd name="connsiteX5-55" fmla="*/ 3195282 w 3640627"/>
                <a:gd name="connsiteY5-56" fmla="*/ 461874 h 923747"/>
                <a:gd name="connsiteX6-57" fmla="*/ 2980857 w 3640627"/>
                <a:gd name="connsiteY6-58" fmla="*/ 379396 h 923747"/>
                <a:gd name="connsiteX7-59" fmla="*/ 1826259 w 3640627"/>
                <a:gd name="connsiteY7-60" fmla="*/ 923747 h 923747"/>
                <a:gd name="connsiteX8-61" fmla="*/ 690067 w 3640627"/>
                <a:gd name="connsiteY8-62" fmla="*/ 412387 h 923747"/>
                <a:gd name="connsiteX9-63" fmla="*/ 523214 w 3640627"/>
                <a:gd name="connsiteY9-64" fmla="*/ 482971 h 923747"/>
                <a:gd name="connsiteX10-65" fmla="*/ 0 w 3640627"/>
                <a:gd name="connsiteY10-66" fmla="*/ 242051 h 923747"/>
                <a:gd name="connsiteX0-67" fmla="*/ 0 w 3640627"/>
                <a:gd name="connsiteY0-68" fmla="*/ 242051 h 946755"/>
                <a:gd name="connsiteX1-69" fmla="*/ 655168 w 3640627"/>
                <a:gd name="connsiteY1-70" fmla="*/ 16495 h 946755"/>
                <a:gd name="connsiteX2-71" fmla="*/ 1809765 w 3640627"/>
                <a:gd name="connsiteY2-72" fmla="*/ 511360 h 946755"/>
                <a:gd name="connsiteX3-73" fmla="*/ 2964363 w 3640627"/>
                <a:gd name="connsiteY3-74" fmla="*/ 0 h 946755"/>
                <a:gd name="connsiteX4-75" fmla="*/ 3640627 w 3640627"/>
                <a:gd name="connsiteY4-76" fmla="*/ 197946 h 946755"/>
                <a:gd name="connsiteX5-77" fmla="*/ 3195282 w 3640627"/>
                <a:gd name="connsiteY5-78" fmla="*/ 461874 h 946755"/>
                <a:gd name="connsiteX6-79" fmla="*/ 2980857 w 3640627"/>
                <a:gd name="connsiteY6-80" fmla="*/ 379396 h 946755"/>
                <a:gd name="connsiteX7-81" fmla="*/ 1876873 w 3640627"/>
                <a:gd name="connsiteY7-82" fmla="*/ 946755 h 946755"/>
                <a:gd name="connsiteX8-83" fmla="*/ 690067 w 3640627"/>
                <a:gd name="connsiteY8-84" fmla="*/ 412387 h 946755"/>
                <a:gd name="connsiteX9-85" fmla="*/ 523214 w 3640627"/>
                <a:gd name="connsiteY9-86" fmla="*/ 482971 h 946755"/>
                <a:gd name="connsiteX10-87" fmla="*/ 0 w 3640627"/>
                <a:gd name="connsiteY10-88" fmla="*/ 242051 h 946755"/>
                <a:gd name="connsiteX0-89" fmla="*/ 0 w 3640627"/>
                <a:gd name="connsiteY0-90" fmla="*/ 242051 h 946755"/>
                <a:gd name="connsiteX1-91" fmla="*/ 655168 w 3640627"/>
                <a:gd name="connsiteY1-92" fmla="*/ 16495 h 946755"/>
                <a:gd name="connsiteX2-93" fmla="*/ 1855778 w 3640627"/>
                <a:gd name="connsiteY2-94" fmla="*/ 534367 h 946755"/>
                <a:gd name="connsiteX3-95" fmla="*/ 2964363 w 3640627"/>
                <a:gd name="connsiteY3-96" fmla="*/ 0 h 946755"/>
                <a:gd name="connsiteX4-97" fmla="*/ 3640627 w 3640627"/>
                <a:gd name="connsiteY4-98" fmla="*/ 197946 h 946755"/>
                <a:gd name="connsiteX5-99" fmla="*/ 3195282 w 3640627"/>
                <a:gd name="connsiteY5-100" fmla="*/ 461874 h 946755"/>
                <a:gd name="connsiteX6-101" fmla="*/ 2980857 w 3640627"/>
                <a:gd name="connsiteY6-102" fmla="*/ 379396 h 946755"/>
                <a:gd name="connsiteX7-103" fmla="*/ 1876873 w 3640627"/>
                <a:gd name="connsiteY7-104" fmla="*/ 946755 h 946755"/>
                <a:gd name="connsiteX8-105" fmla="*/ 690067 w 3640627"/>
                <a:gd name="connsiteY8-106" fmla="*/ 412387 h 946755"/>
                <a:gd name="connsiteX9-107" fmla="*/ 523214 w 3640627"/>
                <a:gd name="connsiteY9-108" fmla="*/ 482971 h 946755"/>
                <a:gd name="connsiteX10-109" fmla="*/ 0 w 3640627"/>
                <a:gd name="connsiteY10-110" fmla="*/ 242051 h 946755"/>
                <a:gd name="connsiteX0-111" fmla="*/ 0 w 3640627"/>
                <a:gd name="connsiteY0-112" fmla="*/ 242051 h 946755"/>
                <a:gd name="connsiteX1-113" fmla="*/ 655168 w 3640627"/>
                <a:gd name="connsiteY1-114" fmla="*/ 16495 h 946755"/>
                <a:gd name="connsiteX2-115" fmla="*/ 1855778 w 3640627"/>
                <a:gd name="connsiteY2-116" fmla="*/ 534367 h 946755"/>
                <a:gd name="connsiteX3-117" fmla="*/ 2964363 w 3640627"/>
                <a:gd name="connsiteY3-118" fmla="*/ 0 h 946755"/>
                <a:gd name="connsiteX4-119" fmla="*/ 3640627 w 3640627"/>
                <a:gd name="connsiteY4-120" fmla="*/ 197946 h 946755"/>
                <a:gd name="connsiteX5-121" fmla="*/ 3195282 w 3640627"/>
                <a:gd name="connsiteY5-122" fmla="*/ 461874 h 946755"/>
                <a:gd name="connsiteX6-123" fmla="*/ 3008465 w 3640627"/>
                <a:gd name="connsiteY6-124" fmla="*/ 402404 h 946755"/>
                <a:gd name="connsiteX7-125" fmla="*/ 1876873 w 3640627"/>
                <a:gd name="connsiteY7-126" fmla="*/ 946755 h 946755"/>
                <a:gd name="connsiteX8-127" fmla="*/ 690067 w 3640627"/>
                <a:gd name="connsiteY8-128" fmla="*/ 412387 h 946755"/>
                <a:gd name="connsiteX9-129" fmla="*/ 523214 w 3640627"/>
                <a:gd name="connsiteY9-130" fmla="*/ 482971 h 946755"/>
                <a:gd name="connsiteX10-131" fmla="*/ 0 w 3640627"/>
                <a:gd name="connsiteY10-132" fmla="*/ 242051 h 946755"/>
                <a:gd name="connsiteX0-133" fmla="*/ 0 w 3723451"/>
                <a:gd name="connsiteY0-134" fmla="*/ 242051 h 946755"/>
                <a:gd name="connsiteX1-135" fmla="*/ 655168 w 3723451"/>
                <a:gd name="connsiteY1-136" fmla="*/ 16495 h 946755"/>
                <a:gd name="connsiteX2-137" fmla="*/ 1855778 w 3723451"/>
                <a:gd name="connsiteY2-138" fmla="*/ 534367 h 946755"/>
                <a:gd name="connsiteX3-139" fmla="*/ 2964363 w 3723451"/>
                <a:gd name="connsiteY3-140" fmla="*/ 0 h 946755"/>
                <a:gd name="connsiteX4-141" fmla="*/ 3723451 w 3723451"/>
                <a:gd name="connsiteY4-142" fmla="*/ 220954 h 946755"/>
                <a:gd name="connsiteX5-143" fmla="*/ 3195282 w 3723451"/>
                <a:gd name="connsiteY5-144" fmla="*/ 461874 h 946755"/>
                <a:gd name="connsiteX6-145" fmla="*/ 3008465 w 3723451"/>
                <a:gd name="connsiteY6-146" fmla="*/ 402404 h 946755"/>
                <a:gd name="connsiteX7-147" fmla="*/ 1876873 w 3723451"/>
                <a:gd name="connsiteY7-148" fmla="*/ 946755 h 946755"/>
                <a:gd name="connsiteX8-149" fmla="*/ 690067 w 3723451"/>
                <a:gd name="connsiteY8-150" fmla="*/ 412387 h 946755"/>
                <a:gd name="connsiteX9-151" fmla="*/ 523214 w 3723451"/>
                <a:gd name="connsiteY9-152" fmla="*/ 482971 h 946755"/>
                <a:gd name="connsiteX10-153" fmla="*/ 0 w 3723451"/>
                <a:gd name="connsiteY10-154" fmla="*/ 242051 h 946755"/>
                <a:gd name="connsiteX0-155" fmla="*/ 0 w 3723451"/>
                <a:gd name="connsiteY0-156" fmla="*/ 228246 h 932950"/>
                <a:gd name="connsiteX1-157" fmla="*/ 655168 w 3723451"/>
                <a:gd name="connsiteY1-158" fmla="*/ 2690 h 932950"/>
                <a:gd name="connsiteX2-159" fmla="*/ 1855778 w 3723451"/>
                <a:gd name="connsiteY2-160" fmla="*/ 520562 h 932950"/>
                <a:gd name="connsiteX3-161" fmla="*/ 3001174 w 3723451"/>
                <a:gd name="connsiteY3-162" fmla="*/ 0 h 932950"/>
                <a:gd name="connsiteX4-163" fmla="*/ 3723451 w 3723451"/>
                <a:gd name="connsiteY4-164" fmla="*/ 207149 h 932950"/>
                <a:gd name="connsiteX5-165" fmla="*/ 3195282 w 3723451"/>
                <a:gd name="connsiteY5-166" fmla="*/ 448069 h 932950"/>
                <a:gd name="connsiteX6-167" fmla="*/ 3008465 w 3723451"/>
                <a:gd name="connsiteY6-168" fmla="*/ 388599 h 932950"/>
                <a:gd name="connsiteX7-169" fmla="*/ 1876873 w 3723451"/>
                <a:gd name="connsiteY7-170" fmla="*/ 932950 h 932950"/>
                <a:gd name="connsiteX8-171" fmla="*/ 690067 w 3723451"/>
                <a:gd name="connsiteY8-172" fmla="*/ 398582 h 932950"/>
                <a:gd name="connsiteX9-173" fmla="*/ 523214 w 3723451"/>
                <a:gd name="connsiteY9-174" fmla="*/ 469166 h 932950"/>
                <a:gd name="connsiteX10-175" fmla="*/ 0 w 3723451"/>
                <a:gd name="connsiteY10-176" fmla="*/ 228246 h 932950"/>
                <a:gd name="connsiteX0-177" fmla="*/ 0 w 3723451"/>
                <a:gd name="connsiteY0-178" fmla="*/ 228246 h 932950"/>
                <a:gd name="connsiteX1-179" fmla="*/ 655168 w 3723451"/>
                <a:gd name="connsiteY1-180" fmla="*/ 2690 h 932950"/>
                <a:gd name="connsiteX2-181" fmla="*/ 1855778 w 3723451"/>
                <a:gd name="connsiteY2-182" fmla="*/ 520562 h 932950"/>
                <a:gd name="connsiteX3-183" fmla="*/ 3001174 w 3723451"/>
                <a:gd name="connsiteY3-184" fmla="*/ 0 h 932950"/>
                <a:gd name="connsiteX4-185" fmla="*/ 3723451 w 3723451"/>
                <a:gd name="connsiteY4-186" fmla="*/ 207149 h 932950"/>
                <a:gd name="connsiteX5-187" fmla="*/ 3195282 w 3723451"/>
                <a:gd name="connsiteY5-188" fmla="*/ 448069 h 932950"/>
                <a:gd name="connsiteX6-189" fmla="*/ 3013067 w 3723451"/>
                <a:gd name="connsiteY6-190" fmla="*/ 393200 h 932950"/>
                <a:gd name="connsiteX7-191" fmla="*/ 1876873 w 3723451"/>
                <a:gd name="connsiteY7-192" fmla="*/ 932950 h 932950"/>
                <a:gd name="connsiteX8-193" fmla="*/ 690067 w 3723451"/>
                <a:gd name="connsiteY8-194" fmla="*/ 398582 h 932950"/>
                <a:gd name="connsiteX9-195" fmla="*/ 523214 w 3723451"/>
                <a:gd name="connsiteY9-196" fmla="*/ 469166 h 932950"/>
                <a:gd name="connsiteX10-197" fmla="*/ 0 w 3723451"/>
                <a:gd name="connsiteY10-198" fmla="*/ 228246 h 932950"/>
                <a:gd name="connsiteX0-199" fmla="*/ 0 w 3723451"/>
                <a:gd name="connsiteY0-200" fmla="*/ 228246 h 932950"/>
                <a:gd name="connsiteX1-201" fmla="*/ 655168 w 3723451"/>
                <a:gd name="connsiteY1-202" fmla="*/ 2690 h 932950"/>
                <a:gd name="connsiteX2-203" fmla="*/ 1855778 w 3723451"/>
                <a:gd name="connsiteY2-204" fmla="*/ 520562 h 932950"/>
                <a:gd name="connsiteX3-205" fmla="*/ 3001174 w 3723451"/>
                <a:gd name="connsiteY3-206" fmla="*/ 0 h 932950"/>
                <a:gd name="connsiteX4-207" fmla="*/ 3723451 w 3723451"/>
                <a:gd name="connsiteY4-208" fmla="*/ 207149 h 932950"/>
                <a:gd name="connsiteX5-209" fmla="*/ 3186079 w 3723451"/>
                <a:gd name="connsiteY5-210" fmla="*/ 461874 h 932950"/>
                <a:gd name="connsiteX6-211" fmla="*/ 3013067 w 3723451"/>
                <a:gd name="connsiteY6-212" fmla="*/ 393200 h 932950"/>
                <a:gd name="connsiteX7-213" fmla="*/ 1876873 w 3723451"/>
                <a:gd name="connsiteY7-214" fmla="*/ 932950 h 932950"/>
                <a:gd name="connsiteX8-215" fmla="*/ 690067 w 3723451"/>
                <a:gd name="connsiteY8-216" fmla="*/ 398582 h 932950"/>
                <a:gd name="connsiteX9-217" fmla="*/ 523214 w 3723451"/>
                <a:gd name="connsiteY9-218" fmla="*/ 469166 h 932950"/>
                <a:gd name="connsiteX10-219" fmla="*/ 0 w 3723451"/>
                <a:gd name="connsiteY10-220" fmla="*/ 228246 h 932950"/>
                <a:gd name="connsiteX0-221" fmla="*/ 0 w 3723451"/>
                <a:gd name="connsiteY0-222" fmla="*/ 228246 h 932950"/>
                <a:gd name="connsiteX1-223" fmla="*/ 655168 w 3723451"/>
                <a:gd name="connsiteY1-224" fmla="*/ 2690 h 932950"/>
                <a:gd name="connsiteX2-225" fmla="*/ 1855778 w 3723451"/>
                <a:gd name="connsiteY2-226" fmla="*/ 520562 h 932950"/>
                <a:gd name="connsiteX3-227" fmla="*/ 3001174 w 3723451"/>
                <a:gd name="connsiteY3-228" fmla="*/ 0 h 932950"/>
                <a:gd name="connsiteX4-229" fmla="*/ 3723451 w 3723451"/>
                <a:gd name="connsiteY4-230" fmla="*/ 207149 h 932950"/>
                <a:gd name="connsiteX5-231" fmla="*/ 3186079 w 3723451"/>
                <a:gd name="connsiteY5-232" fmla="*/ 461874 h 932950"/>
                <a:gd name="connsiteX6-233" fmla="*/ 3013067 w 3723451"/>
                <a:gd name="connsiteY6-234" fmla="*/ 393200 h 932950"/>
                <a:gd name="connsiteX7-235" fmla="*/ 1876873 w 3723451"/>
                <a:gd name="connsiteY7-236" fmla="*/ 932950 h 932950"/>
                <a:gd name="connsiteX8-237" fmla="*/ 711613 w 3723451"/>
                <a:gd name="connsiteY8-238" fmla="*/ 413055 h 932950"/>
                <a:gd name="connsiteX9-239" fmla="*/ 523214 w 3723451"/>
                <a:gd name="connsiteY9-240" fmla="*/ 469166 h 932950"/>
                <a:gd name="connsiteX10-241" fmla="*/ 0 w 3723451"/>
                <a:gd name="connsiteY10-242" fmla="*/ 228246 h 93295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17" name="Freeform 916"/>
            <p:cNvSpPr/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-1" fmla="*/ 4602 w 1371198"/>
                <a:gd name="connsiteY0-2" fmla="*/ 0 h 800665"/>
                <a:gd name="connsiteX1-3" fmla="*/ 1371198 w 1371198"/>
                <a:gd name="connsiteY1-4" fmla="*/ 625807 h 800665"/>
                <a:gd name="connsiteX2-5" fmla="*/ 897260 w 1371198"/>
                <a:gd name="connsiteY2-6" fmla="*/ 800665 h 800665"/>
                <a:gd name="connsiteX3-7" fmla="*/ 0 w 1371198"/>
                <a:gd name="connsiteY3-8" fmla="*/ 404934 h 800665"/>
                <a:gd name="connsiteX4-9" fmla="*/ 4602 w 1371198"/>
                <a:gd name="connsiteY4-10" fmla="*/ 0 h 800665"/>
                <a:gd name="connsiteX0-11" fmla="*/ 0 w 1366596"/>
                <a:gd name="connsiteY0-12" fmla="*/ 0 h 800665"/>
                <a:gd name="connsiteX1-13" fmla="*/ 1366596 w 1366596"/>
                <a:gd name="connsiteY1-14" fmla="*/ 625807 h 800665"/>
                <a:gd name="connsiteX2-15" fmla="*/ 892658 w 1366596"/>
                <a:gd name="connsiteY2-16" fmla="*/ 800665 h 800665"/>
                <a:gd name="connsiteX3-17" fmla="*/ 4601 w 1366596"/>
                <a:gd name="connsiteY3-18" fmla="*/ 427942 h 800665"/>
                <a:gd name="connsiteX4-19" fmla="*/ 0 w 1366596"/>
                <a:gd name="connsiteY4-20" fmla="*/ 0 h 800665"/>
                <a:gd name="connsiteX0-21" fmla="*/ 0 w 1366596"/>
                <a:gd name="connsiteY0-22" fmla="*/ 0 h 800665"/>
                <a:gd name="connsiteX1-23" fmla="*/ 1366596 w 1366596"/>
                <a:gd name="connsiteY1-24" fmla="*/ 625807 h 800665"/>
                <a:gd name="connsiteX2-25" fmla="*/ 892658 w 1366596"/>
                <a:gd name="connsiteY2-26" fmla="*/ 800665 h 800665"/>
                <a:gd name="connsiteX3-27" fmla="*/ 4601 w 1366596"/>
                <a:gd name="connsiteY3-28" fmla="*/ 427942 h 800665"/>
                <a:gd name="connsiteX4-29" fmla="*/ 0 w 1366596"/>
                <a:gd name="connsiteY4-30" fmla="*/ 0 h 800665"/>
                <a:gd name="connsiteX0-31" fmla="*/ 0 w 1366596"/>
                <a:gd name="connsiteY0-32" fmla="*/ 0 h 800665"/>
                <a:gd name="connsiteX1-33" fmla="*/ 1366596 w 1366596"/>
                <a:gd name="connsiteY1-34" fmla="*/ 625807 h 800665"/>
                <a:gd name="connsiteX2-35" fmla="*/ 892658 w 1366596"/>
                <a:gd name="connsiteY2-36" fmla="*/ 800665 h 800665"/>
                <a:gd name="connsiteX3-37" fmla="*/ 4601 w 1366596"/>
                <a:gd name="connsiteY3-38" fmla="*/ 427942 h 800665"/>
                <a:gd name="connsiteX4-39" fmla="*/ 0 w 1366596"/>
                <a:gd name="connsiteY4-40" fmla="*/ 0 h 800665"/>
                <a:gd name="connsiteX0-41" fmla="*/ 0 w 1366596"/>
                <a:gd name="connsiteY0-42" fmla="*/ 0 h 809868"/>
                <a:gd name="connsiteX1-43" fmla="*/ 1366596 w 1366596"/>
                <a:gd name="connsiteY1-44" fmla="*/ 625807 h 809868"/>
                <a:gd name="connsiteX2-45" fmla="*/ 865050 w 1366596"/>
                <a:gd name="connsiteY2-46" fmla="*/ 809868 h 809868"/>
                <a:gd name="connsiteX3-47" fmla="*/ 4601 w 1366596"/>
                <a:gd name="connsiteY3-48" fmla="*/ 427942 h 809868"/>
                <a:gd name="connsiteX4-49" fmla="*/ 0 w 1366596"/>
                <a:gd name="connsiteY4-50" fmla="*/ 0 h 8098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18" name="Freeform 917"/>
            <p:cNvSpPr/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-1" fmla="*/ 1329786 w 1348191"/>
                <a:gd name="connsiteY0-2" fmla="*/ 0 h 791462"/>
                <a:gd name="connsiteX1-3" fmla="*/ 1348191 w 1348191"/>
                <a:gd name="connsiteY1-4" fmla="*/ 381926 h 791462"/>
                <a:gd name="connsiteX2-5" fmla="*/ 487742 w 1348191"/>
                <a:gd name="connsiteY2-6" fmla="*/ 791462 h 791462"/>
                <a:gd name="connsiteX3-7" fmla="*/ 0 w 1348191"/>
                <a:gd name="connsiteY3-8" fmla="*/ 612002 h 791462"/>
                <a:gd name="connsiteX4-9" fmla="*/ 1329786 w 1348191"/>
                <a:gd name="connsiteY4-10" fmla="*/ 0 h 79146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cxnSp>
          <p:nvCxnSpPr>
            <p:cNvPr id="919" name="Straight Connector 918"/>
            <p:cNvCxnSpPr>
              <a:endCxn id="914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0" name="Straight Connector 919"/>
            <p:cNvCxnSpPr/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21" name="Group 347"/>
          <p:cNvGrpSpPr/>
          <p:nvPr/>
        </p:nvGrpSpPr>
        <p:grpSpPr bwMode="auto">
          <a:xfrm>
            <a:off x="7752480" y="2760839"/>
            <a:ext cx="416744" cy="205711"/>
            <a:chOff x="1871277" y="1576300"/>
            <a:chExt cx="1128371" cy="437861"/>
          </a:xfrm>
        </p:grpSpPr>
        <p:sp>
          <p:nvSpPr>
            <p:cNvPr id="922" name="Oval 921"/>
            <p:cNvSpPr/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923" name="Rectangle 922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24" name="Oval 923"/>
            <p:cNvSpPr/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925" name="Freeform 924"/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-1" fmla="*/ 1486231 w 2944854"/>
                <a:gd name="connsiteY0-2" fmla="*/ 727041 h 1316375"/>
                <a:gd name="connsiteX1-3" fmla="*/ 257675 w 2944854"/>
                <a:gd name="connsiteY1-4" fmla="*/ 1302232 h 1316375"/>
                <a:gd name="connsiteX2-5" fmla="*/ 0 w 2944854"/>
                <a:gd name="connsiteY2-6" fmla="*/ 1228607 h 1316375"/>
                <a:gd name="connsiteX3-7" fmla="*/ 911064 w 2944854"/>
                <a:gd name="connsiteY3-8" fmla="*/ 837478 h 1316375"/>
                <a:gd name="connsiteX4-9" fmla="*/ 883456 w 2944854"/>
                <a:gd name="connsiteY4-10" fmla="*/ 450949 h 1316375"/>
                <a:gd name="connsiteX5-11" fmla="*/ 161047 w 2944854"/>
                <a:gd name="connsiteY5-12" fmla="*/ 119640 h 1316375"/>
                <a:gd name="connsiteX6-13" fmla="*/ 404917 w 2944854"/>
                <a:gd name="connsiteY6-14" fmla="*/ 50617 h 1316375"/>
                <a:gd name="connsiteX7-15" fmla="*/ 1477028 w 2944854"/>
                <a:gd name="connsiteY7-16" fmla="*/ 501566 h 1316375"/>
                <a:gd name="connsiteX8-17" fmla="*/ 2572146 w 2944854"/>
                <a:gd name="connsiteY8-18" fmla="*/ 0 h 1316375"/>
                <a:gd name="connsiteX9-19" fmla="*/ 2875834 w 2944854"/>
                <a:gd name="connsiteY9-20" fmla="*/ 96632 h 1316375"/>
                <a:gd name="connsiteX10-21" fmla="*/ 2079803 w 2944854"/>
                <a:gd name="connsiteY10-22" fmla="*/ 432543 h 1316375"/>
                <a:gd name="connsiteX11-23" fmla="*/ 2240850 w 2944854"/>
                <a:gd name="connsiteY11-24" fmla="*/ 920305 h 1316375"/>
                <a:gd name="connsiteX12-25" fmla="*/ 2944854 w 2944854"/>
                <a:gd name="connsiteY12-26" fmla="*/ 1228607 h 1316375"/>
                <a:gd name="connsiteX13-27" fmla="*/ 2756623 w 2944854"/>
                <a:gd name="connsiteY13-28" fmla="*/ 1316375 h 1316375"/>
                <a:gd name="connsiteX14-29" fmla="*/ 1486231 w 2944854"/>
                <a:gd name="connsiteY14-30" fmla="*/ 727041 h 1316375"/>
                <a:gd name="connsiteX0-31" fmla="*/ 1486231 w 3024520"/>
                <a:gd name="connsiteY0-32" fmla="*/ 727041 h 1316375"/>
                <a:gd name="connsiteX1-33" fmla="*/ 257675 w 3024520"/>
                <a:gd name="connsiteY1-34" fmla="*/ 1302232 h 1316375"/>
                <a:gd name="connsiteX2-35" fmla="*/ 0 w 3024520"/>
                <a:gd name="connsiteY2-36" fmla="*/ 1228607 h 1316375"/>
                <a:gd name="connsiteX3-37" fmla="*/ 911064 w 3024520"/>
                <a:gd name="connsiteY3-38" fmla="*/ 837478 h 1316375"/>
                <a:gd name="connsiteX4-39" fmla="*/ 883456 w 3024520"/>
                <a:gd name="connsiteY4-40" fmla="*/ 450949 h 1316375"/>
                <a:gd name="connsiteX5-41" fmla="*/ 161047 w 3024520"/>
                <a:gd name="connsiteY5-42" fmla="*/ 119640 h 1316375"/>
                <a:gd name="connsiteX6-43" fmla="*/ 404917 w 3024520"/>
                <a:gd name="connsiteY6-44" fmla="*/ 50617 h 1316375"/>
                <a:gd name="connsiteX7-45" fmla="*/ 1477028 w 3024520"/>
                <a:gd name="connsiteY7-46" fmla="*/ 501566 h 1316375"/>
                <a:gd name="connsiteX8-47" fmla="*/ 2572146 w 3024520"/>
                <a:gd name="connsiteY8-48" fmla="*/ 0 h 1316375"/>
                <a:gd name="connsiteX9-49" fmla="*/ 2875834 w 3024520"/>
                <a:gd name="connsiteY9-50" fmla="*/ 96632 h 1316375"/>
                <a:gd name="connsiteX10-51" fmla="*/ 2079803 w 3024520"/>
                <a:gd name="connsiteY10-52" fmla="*/ 432543 h 1316375"/>
                <a:gd name="connsiteX11-53" fmla="*/ 2240850 w 3024520"/>
                <a:gd name="connsiteY11-54" fmla="*/ 920305 h 1316375"/>
                <a:gd name="connsiteX12-55" fmla="*/ 3024520 w 3024520"/>
                <a:gd name="connsiteY12-56" fmla="*/ 1228607 h 1316375"/>
                <a:gd name="connsiteX13-57" fmla="*/ 2756623 w 3024520"/>
                <a:gd name="connsiteY13-58" fmla="*/ 1316375 h 1316375"/>
                <a:gd name="connsiteX14-59" fmla="*/ 1486231 w 3024520"/>
                <a:gd name="connsiteY14-60" fmla="*/ 727041 h 1316375"/>
                <a:gd name="connsiteX0-61" fmla="*/ 1537780 w 3076069"/>
                <a:gd name="connsiteY0-62" fmla="*/ 727041 h 1316375"/>
                <a:gd name="connsiteX1-63" fmla="*/ 309224 w 3076069"/>
                <a:gd name="connsiteY1-64" fmla="*/ 1302232 h 1316375"/>
                <a:gd name="connsiteX2-65" fmla="*/ 0 w 3076069"/>
                <a:gd name="connsiteY2-66" fmla="*/ 1228607 h 1316375"/>
                <a:gd name="connsiteX3-67" fmla="*/ 962613 w 3076069"/>
                <a:gd name="connsiteY3-68" fmla="*/ 837478 h 1316375"/>
                <a:gd name="connsiteX4-69" fmla="*/ 935005 w 3076069"/>
                <a:gd name="connsiteY4-70" fmla="*/ 450949 h 1316375"/>
                <a:gd name="connsiteX5-71" fmla="*/ 212596 w 3076069"/>
                <a:gd name="connsiteY5-72" fmla="*/ 119640 h 1316375"/>
                <a:gd name="connsiteX6-73" fmla="*/ 456466 w 3076069"/>
                <a:gd name="connsiteY6-74" fmla="*/ 50617 h 1316375"/>
                <a:gd name="connsiteX7-75" fmla="*/ 1528577 w 3076069"/>
                <a:gd name="connsiteY7-76" fmla="*/ 501566 h 1316375"/>
                <a:gd name="connsiteX8-77" fmla="*/ 2623695 w 3076069"/>
                <a:gd name="connsiteY8-78" fmla="*/ 0 h 1316375"/>
                <a:gd name="connsiteX9-79" fmla="*/ 2927383 w 3076069"/>
                <a:gd name="connsiteY9-80" fmla="*/ 96632 h 1316375"/>
                <a:gd name="connsiteX10-81" fmla="*/ 2131352 w 3076069"/>
                <a:gd name="connsiteY10-82" fmla="*/ 432543 h 1316375"/>
                <a:gd name="connsiteX11-83" fmla="*/ 2292399 w 3076069"/>
                <a:gd name="connsiteY11-84" fmla="*/ 920305 h 1316375"/>
                <a:gd name="connsiteX12-85" fmla="*/ 3076069 w 3076069"/>
                <a:gd name="connsiteY12-86" fmla="*/ 1228607 h 1316375"/>
                <a:gd name="connsiteX13-87" fmla="*/ 2808172 w 3076069"/>
                <a:gd name="connsiteY13-88" fmla="*/ 1316375 h 1316375"/>
                <a:gd name="connsiteX14-89" fmla="*/ 1537780 w 3076069"/>
                <a:gd name="connsiteY14-90" fmla="*/ 727041 h 1316375"/>
                <a:gd name="connsiteX0-91" fmla="*/ 1537780 w 3076069"/>
                <a:gd name="connsiteY0-92" fmla="*/ 727041 h 1321259"/>
                <a:gd name="connsiteX1-93" fmla="*/ 313981 w 3076069"/>
                <a:gd name="connsiteY1-94" fmla="*/ 1321259 h 1321259"/>
                <a:gd name="connsiteX2-95" fmla="*/ 0 w 3076069"/>
                <a:gd name="connsiteY2-96" fmla="*/ 1228607 h 1321259"/>
                <a:gd name="connsiteX3-97" fmla="*/ 962613 w 3076069"/>
                <a:gd name="connsiteY3-98" fmla="*/ 837478 h 1321259"/>
                <a:gd name="connsiteX4-99" fmla="*/ 935005 w 3076069"/>
                <a:gd name="connsiteY4-100" fmla="*/ 450949 h 1321259"/>
                <a:gd name="connsiteX5-101" fmla="*/ 212596 w 3076069"/>
                <a:gd name="connsiteY5-102" fmla="*/ 119640 h 1321259"/>
                <a:gd name="connsiteX6-103" fmla="*/ 456466 w 3076069"/>
                <a:gd name="connsiteY6-104" fmla="*/ 50617 h 1321259"/>
                <a:gd name="connsiteX7-105" fmla="*/ 1528577 w 3076069"/>
                <a:gd name="connsiteY7-106" fmla="*/ 501566 h 1321259"/>
                <a:gd name="connsiteX8-107" fmla="*/ 2623695 w 3076069"/>
                <a:gd name="connsiteY8-108" fmla="*/ 0 h 1321259"/>
                <a:gd name="connsiteX9-109" fmla="*/ 2927383 w 3076069"/>
                <a:gd name="connsiteY9-110" fmla="*/ 96632 h 1321259"/>
                <a:gd name="connsiteX10-111" fmla="*/ 2131352 w 3076069"/>
                <a:gd name="connsiteY10-112" fmla="*/ 432543 h 1321259"/>
                <a:gd name="connsiteX11-113" fmla="*/ 2292399 w 3076069"/>
                <a:gd name="connsiteY11-114" fmla="*/ 920305 h 1321259"/>
                <a:gd name="connsiteX12-115" fmla="*/ 3076069 w 3076069"/>
                <a:gd name="connsiteY12-116" fmla="*/ 1228607 h 1321259"/>
                <a:gd name="connsiteX13-117" fmla="*/ 2808172 w 3076069"/>
                <a:gd name="connsiteY13-118" fmla="*/ 1316375 h 1321259"/>
                <a:gd name="connsiteX14-119" fmla="*/ 1537780 w 3076069"/>
                <a:gd name="connsiteY14-120" fmla="*/ 727041 h 1321259"/>
                <a:gd name="connsiteX0-121" fmla="*/ 1537780 w 3076069"/>
                <a:gd name="connsiteY0-122" fmla="*/ 750825 h 1321259"/>
                <a:gd name="connsiteX1-123" fmla="*/ 313981 w 3076069"/>
                <a:gd name="connsiteY1-124" fmla="*/ 1321259 h 1321259"/>
                <a:gd name="connsiteX2-125" fmla="*/ 0 w 3076069"/>
                <a:gd name="connsiteY2-126" fmla="*/ 1228607 h 1321259"/>
                <a:gd name="connsiteX3-127" fmla="*/ 962613 w 3076069"/>
                <a:gd name="connsiteY3-128" fmla="*/ 837478 h 1321259"/>
                <a:gd name="connsiteX4-129" fmla="*/ 935005 w 3076069"/>
                <a:gd name="connsiteY4-130" fmla="*/ 450949 h 1321259"/>
                <a:gd name="connsiteX5-131" fmla="*/ 212596 w 3076069"/>
                <a:gd name="connsiteY5-132" fmla="*/ 119640 h 1321259"/>
                <a:gd name="connsiteX6-133" fmla="*/ 456466 w 3076069"/>
                <a:gd name="connsiteY6-134" fmla="*/ 50617 h 1321259"/>
                <a:gd name="connsiteX7-135" fmla="*/ 1528577 w 3076069"/>
                <a:gd name="connsiteY7-136" fmla="*/ 501566 h 1321259"/>
                <a:gd name="connsiteX8-137" fmla="*/ 2623695 w 3076069"/>
                <a:gd name="connsiteY8-138" fmla="*/ 0 h 1321259"/>
                <a:gd name="connsiteX9-139" fmla="*/ 2927383 w 3076069"/>
                <a:gd name="connsiteY9-140" fmla="*/ 96632 h 1321259"/>
                <a:gd name="connsiteX10-141" fmla="*/ 2131352 w 3076069"/>
                <a:gd name="connsiteY10-142" fmla="*/ 432543 h 1321259"/>
                <a:gd name="connsiteX11-143" fmla="*/ 2292399 w 3076069"/>
                <a:gd name="connsiteY11-144" fmla="*/ 920305 h 1321259"/>
                <a:gd name="connsiteX12-145" fmla="*/ 3076069 w 3076069"/>
                <a:gd name="connsiteY12-146" fmla="*/ 1228607 h 1321259"/>
                <a:gd name="connsiteX13-147" fmla="*/ 2808172 w 3076069"/>
                <a:gd name="connsiteY13-148" fmla="*/ 1316375 h 1321259"/>
                <a:gd name="connsiteX14-149" fmla="*/ 1537780 w 3076069"/>
                <a:gd name="connsiteY14-150" fmla="*/ 750825 h 132125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26" name="Freeform 925"/>
            <p:cNvSpPr/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-1" fmla="*/ 0 w 3640627"/>
                <a:gd name="connsiteY0-2" fmla="*/ 242051 h 923747"/>
                <a:gd name="connsiteX1-3" fmla="*/ 655168 w 3640627"/>
                <a:gd name="connsiteY1-4" fmla="*/ 16495 h 923747"/>
                <a:gd name="connsiteX2-5" fmla="*/ 1809765 w 3640627"/>
                <a:gd name="connsiteY2-6" fmla="*/ 511360 h 923747"/>
                <a:gd name="connsiteX3-7" fmla="*/ 2964363 w 3640627"/>
                <a:gd name="connsiteY3-8" fmla="*/ 0 h 923747"/>
                <a:gd name="connsiteX4-9" fmla="*/ 3640627 w 3640627"/>
                <a:gd name="connsiteY4-10" fmla="*/ 197946 h 923747"/>
                <a:gd name="connsiteX5-11" fmla="*/ 3195282 w 3640627"/>
                <a:gd name="connsiteY5-12" fmla="*/ 461874 h 923747"/>
                <a:gd name="connsiteX6-13" fmla="*/ 2980857 w 3640627"/>
                <a:gd name="connsiteY6-14" fmla="*/ 379396 h 923747"/>
                <a:gd name="connsiteX7-15" fmla="*/ 1826259 w 3640627"/>
                <a:gd name="connsiteY7-16" fmla="*/ 923747 h 923747"/>
                <a:gd name="connsiteX8-17" fmla="*/ 671662 w 3640627"/>
                <a:gd name="connsiteY8-18" fmla="*/ 412387 h 923747"/>
                <a:gd name="connsiteX9-19" fmla="*/ 523214 w 3640627"/>
                <a:gd name="connsiteY9-20" fmla="*/ 478369 h 923747"/>
                <a:gd name="connsiteX10-21" fmla="*/ 0 w 3640627"/>
                <a:gd name="connsiteY10-22" fmla="*/ 242051 h 923747"/>
                <a:gd name="connsiteX0-23" fmla="*/ 0 w 3640627"/>
                <a:gd name="connsiteY0-24" fmla="*/ 242051 h 923747"/>
                <a:gd name="connsiteX1-25" fmla="*/ 655168 w 3640627"/>
                <a:gd name="connsiteY1-26" fmla="*/ 16495 h 923747"/>
                <a:gd name="connsiteX2-27" fmla="*/ 1809765 w 3640627"/>
                <a:gd name="connsiteY2-28" fmla="*/ 511360 h 923747"/>
                <a:gd name="connsiteX3-29" fmla="*/ 2964363 w 3640627"/>
                <a:gd name="connsiteY3-30" fmla="*/ 0 h 923747"/>
                <a:gd name="connsiteX4-31" fmla="*/ 3640627 w 3640627"/>
                <a:gd name="connsiteY4-32" fmla="*/ 197946 h 923747"/>
                <a:gd name="connsiteX5-33" fmla="*/ 3195282 w 3640627"/>
                <a:gd name="connsiteY5-34" fmla="*/ 461874 h 923747"/>
                <a:gd name="connsiteX6-35" fmla="*/ 2980857 w 3640627"/>
                <a:gd name="connsiteY6-36" fmla="*/ 379396 h 923747"/>
                <a:gd name="connsiteX7-37" fmla="*/ 1826259 w 3640627"/>
                <a:gd name="connsiteY7-38" fmla="*/ 923747 h 923747"/>
                <a:gd name="connsiteX8-39" fmla="*/ 671662 w 3640627"/>
                <a:gd name="connsiteY8-40" fmla="*/ 412387 h 923747"/>
                <a:gd name="connsiteX9-41" fmla="*/ 523214 w 3640627"/>
                <a:gd name="connsiteY9-42" fmla="*/ 482971 h 923747"/>
                <a:gd name="connsiteX10-43" fmla="*/ 0 w 3640627"/>
                <a:gd name="connsiteY10-44" fmla="*/ 242051 h 923747"/>
                <a:gd name="connsiteX0-45" fmla="*/ 0 w 3640627"/>
                <a:gd name="connsiteY0-46" fmla="*/ 242051 h 923747"/>
                <a:gd name="connsiteX1-47" fmla="*/ 655168 w 3640627"/>
                <a:gd name="connsiteY1-48" fmla="*/ 16495 h 923747"/>
                <a:gd name="connsiteX2-49" fmla="*/ 1809765 w 3640627"/>
                <a:gd name="connsiteY2-50" fmla="*/ 511360 h 923747"/>
                <a:gd name="connsiteX3-51" fmla="*/ 2964363 w 3640627"/>
                <a:gd name="connsiteY3-52" fmla="*/ 0 h 923747"/>
                <a:gd name="connsiteX4-53" fmla="*/ 3640627 w 3640627"/>
                <a:gd name="connsiteY4-54" fmla="*/ 197946 h 923747"/>
                <a:gd name="connsiteX5-55" fmla="*/ 3195282 w 3640627"/>
                <a:gd name="connsiteY5-56" fmla="*/ 461874 h 923747"/>
                <a:gd name="connsiteX6-57" fmla="*/ 2980857 w 3640627"/>
                <a:gd name="connsiteY6-58" fmla="*/ 379396 h 923747"/>
                <a:gd name="connsiteX7-59" fmla="*/ 1826259 w 3640627"/>
                <a:gd name="connsiteY7-60" fmla="*/ 923747 h 923747"/>
                <a:gd name="connsiteX8-61" fmla="*/ 690067 w 3640627"/>
                <a:gd name="connsiteY8-62" fmla="*/ 412387 h 923747"/>
                <a:gd name="connsiteX9-63" fmla="*/ 523214 w 3640627"/>
                <a:gd name="connsiteY9-64" fmla="*/ 482971 h 923747"/>
                <a:gd name="connsiteX10-65" fmla="*/ 0 w 3640627"/>
                <a:gd name="connsiteY10-66" fmla="*/ 242051 h 923747"/>
                <a:gd name="connsiteX0-67" fmla="*/ 0 w 3640627"/>
                <a:gd name="connsiteY0-68" fmla="*/ 242051 h 946755"/>
                <a:gd name="connsiteX1-69" fmla="*/ 655168 w 3640627"/>
                <a:gd name="connsiteY1-70" fmla="*/ 16495 h 946755"/>
                <a:gd name="connsiteX2-71" fmla="*/ 1809765 w 3640627"/>
                <a:gd name="connsiteY2-72" fmla="*/ 511360 h 946755"/>
                <a:gd name="connsiteX3-73" fmla="*/ 2964363 w 3640627"/>
                <a:gd name="connsiteY3-74" fmla="*/ 0 h 946755"/>
                <a:gd name="connsiteX4-75" fmla="*/ 3640627 w 3640627"/>
                <a:gd name="connsiteY4-76" fmla="*/ 197946 h 946755"/>
                <a:gd name="connsiteX5-77" fmla="*/ 3195282 w 3640627"/>
                <a:gd name="connsiteY5-78" fmla="*/ 461874 h 946755"/>
                <a:gd name="connsiteX6-79" fmla="*/ 2980857 w 3640627"/>
                <a:gd name="connsiteY6-80" fmla="*/ 379396 h 946755"/>
                <a:gd name="connsiteX7-81" fmla="*/ 1876873 w 3640627"/>
                <a:gd name="connsiteY7-82" fmla="*/ 946755 h 946755"/>
                <a:gd name="connsiteX8-83" fmla="*/ 690067 w 3640627"/>
                <a:gd name="connsiteY8-84" fmla="*/ 412387 h 946755"/>
                <a:gd name="connsiteX9-85" fmla="*/ 523214 w 3640627"/>
                <a:gd name="connsiteY9-86" fmla="*/ 482971 h 946755"/>
                <a:gd name="connsiteX10-87" fmla="*/ 0 w 3640627"/>
                <a:gd name="connsiteY10-88" fmla="*/ 242051 h 946755"/>
                <a:gd name="connsiteX0-89" fmla="*/ 0 w 3640627"/>
                <a:gd name="connsiteY0-90" fmla="*/ 242051 h 946755"/>
                <a:gd name="connsiteX1-91" fmla="*/ 655168 w 3640627"/>
                <a:gd name="connsiteY1-92" fmla="*/ 16495 h 946755"/>
                <a:gd name="connsiteX2-93" fmla="*/ 1855778 w 3640627"/>
                <a:gd name="connsiteY2-94" fmla="*/ 534367 h 946755"/>
                <a:gd name="connsiteX3-95" fmla="*/ 2964363 w 3640627"/>
                <a:gd name="connsiteY3-96" fmla="*/ 0 h 946755"/>
                <a:gd name="connsiteX4-97" fmla="*/ 3640627 w 3640627"/>
                <a:gd name="connsiteY4-98" fmla="*/ 197946 h 946755"/>
                <a:gd name="connsiteX5-99" fmla="*/ 3195282 w 3640627"/>
                <a:gd name="connsiteY5-100" fmla="*/ 461874 h 946755"/>
                <a:gd name="connsiteX6-101" fmla="*/ 2980857 w 3640627"/>
                <a:gd name="connsiteY6-102" fmla="*/ 379396 h 946755"/>
                <a:gd name="connsiteX7-103" fmla="*/ 1876873 w 3640627"/>
                <a:gd name="connsiteY7-104" fmla="*/ 946755 h 946755"/>
                <a:gd name="connsiteX8-105" fmla="*/ 690067 w 3640627"/>
                <a:gd name="connsiteY8-106" fmla="*/ 412387 h 946755"/>
                <a:gd name="connsiteX9-107" fmla="*/ 523214 w 3640627"/>
                <a:gd name="connsiteY9-108" fmla="*/ 482971 h 946755"/>
                <a:gd name="connsiteX10-109" fmla="*/ 0 w 3640627"/>
                <a:gd name="connsiteY10-110" fmla="*/ 242051 h 946755"/>
                <a:gd name="connsiteX0-111" fmla="*/ 0 w 3640627"/>
                <a:gd name="connsiteY0-112" fmla="*/ 242051 h 946755"/>
                <a:gd name="connsiteX1-113" fmla="*/ 655168 w 3640627"/>
                <a:gd name="connsiteY1-114" fmla="*/ 16495 h 946755"/>
                <a:gd name="connsiteX2-115" fmla="*/ 1855778 w 3640627"/>
                <a:gd name="connsiteY2-116" fmla="*/ 534367 h 946755"/>
                <a:gd name="connsiteX3-117" fmla="*/ 2964363 w 3640627"/>
                <a:gd name="connsiteY3-118" fmla="*/ 0 h 946755"/>
                <a:gd name="connsiteX4-119" fmla="*/ 3640627 w 3640627"/>
                <a:gd name="connsiteY4-120" fmla="*/ 197946 h 946755"/>
                <a:gd name="connsiteX5-121" fmla="*/ 3195282 w 3640627"/>
                <a:gd name="connsiteY5-122" fmla="*/ 461874 h 946755"/>
                <a:gd name="connsiteX6-123" fmla="*/ 3008465 w 3640627"/>
                <a:gd name="connsiteY6-124" fmla="*/ 402404 h 946755"/>
                <a:gd name="connsiteX7-125" fmla="*/ 1876873 w 3640627"/>
                <a:gd name="connsiteY7-126" fmla="*/ 946755 h 946755"/>
                <a:gd name="connsiteX8-127" fmla="*/ 690067 w 3640627"/>
                <a:gd name="connsiteY8-128" fmla="*/ 412387 h 946755"/>
                <a:gd name="connsiteX9-129" fmla="*/ 523214 w 3640627"/>
                <a:gd name="connsiteY9-130" fmla="*/ 482971 h 946755"/>
                <a:gd name="connsiteX10-131" fmla="*/ 0 w 3640627"/>
                <a:gd name="connsiteY10-132" fmla="*/ 242051 h 946755"/>
                <a:gd name="connsiteX0-133" fmla="*/ 0 w 3723451"/>
                <a:gd name="connsiteY0-134" fmla="*/ 242051 h 946755"/>
                <a:gd name="connsiteX1-135" fmla="*/ 655168 w 3723451"/>
                <a:gd name="connsiteY1-136" fmla="*/ 16495 h 946755"/>
                <a:gd name="connsiteX2-137" fmla="*/ 1855778 w 3723451"/>
                <a:gd name="connsiteY2-138" fmla="*/ 534367 h 946755"/>
                <a:gd name="connsiteX3-139" fmla="*/ 2964363 w 3723451"/>
                <a:gd name="connsiteY3-140" fmla="*/ 0 h 946755"/>
                <a:gd name="connsiteX4-141" fmla="*/ 3723451 w 3723451"/>
                <a:gd name="connsiteY4-142" fmla="*/ 220954 h 946755"/>
                <a:gd name="connsiteX5-143" fmla="*/ 3195282 w 3723451"/>
                <a:gd name="connsiteY5-144" fmla="*/ 461874 h 946755"/>
                <a:gd name="connsiteX6-145" fmla="*/ 3008465 w 3723451"/>
                <a:gd name="connsiteY6-146" fmla="*/ 402404 h 946755"/>
                <a:gd name="connsiteX7-147" fmla="*/ 1876873 w 3723451"/>
                <a:gd name="connsiteY7-148" fmla="*/ 946755 h 946755"/>
                <a:gd name="connsiteX8-149" fmla="*/ 690067 w 3723451"/>
                <a:gd name="connsiteY8-150" fmla="*/ 412387 h 946755"/>
                <a:gd name="connsiteX9-151" fmla="*/ 523214 w 3723451"/>
                <a:gd name="connsiteY9-152" fmla="*/ 482971 h 946755"/>
                <a:gd name="connsiteX10-153" fmla="*/ 0 w 3723451"/>
                <a:gd name="connsiteY10-154" fmla="*/ 242051 h 946755"/>
                <a:gd name="connsiteX0-155" fmla="*/ 0 w 3723451"/>
                <a:gd name="connsiteY0-156" fmla="*/ 228246 h 932950"/>
                <a:gd name="connsiteX1-157" fmla="*/ 655168 w 3723451"/>
                <a:gd name="connsiteY1-158" fmla="*/ 2690 h 932950"/>
                <a:gd name="connsiteX2-159" fmla="*/ 1855778 w 3723451"/>
                <a:gd name="connsiteY2-160" fmla="*/ 520562 h 932950"/>
                <a:gd name="connsiteX3-161" fmla="*/ 3001174 w 3723451"/>
                <a:gd name="connsiteY3-162" fmla="*/ 0 h 932950"/>
                <a:gd name="connsiteX4-163" fmla="*/ 3723451 w 3723451"/>
                <a:gd name="connsiteY4-164" fmla="*/ 207149 h 932950"/>
                <a:gd name="connsiteX5-165" fmla="*/ 3195282 w 3723451"/>
                <a:gd name="connsiteY5-166" fmla="*/ 448069 h 932950"/>
                <a:gd name="connsiteX6-167" fmla="*/ 3008465 w 3723451"/>
                <a:gd name="connsiteY6-168" fmla="*/ 388599 h 932950"/>
                <a:gd name="connsiteX7-169" fmla="*/ 1876873 w 3723451"/>
                <a:gd name="connsiteY7-170" fmla="*/ 932950 h 932950"/>
                <a:gd name="connsiteX8-171" fmla="*/ 690067 w 3723451"/>
                <a:gd name="connsiteY8-172" fmla="*/ 398582 h 932950"/>
                <a:gd name="connsiteX9-173" fmla="*/ 523214 w 3723451"/>
                <a:gd name="connsiteY9-174" fmla="*/ 469166 h 932950"/>
                <a:gd name="connsiteX10-175" fmla="*/ 0 w 3723451"/>
                <a:gd name="connsiteY10-176" fmla="*/ 228246 h 932950"/>
                <a:gd name="connsiteX0-177" fmla="*/ 0 w 3723451"/>
                <a:gd name="connsiteY0-178" fmla="*/ 228246 h 932950"/>
                <a:gd name="connsiteX1-179" fmla="*/ 655168 w 3723451"/>
                <a:gd name="connsiteY1-180" fmla="*/ 2690 h 932950"/>
                <a:gd name="connsiteX2-181" fmla="*/ 1855778 w 3723451"/>
                <a:gd name="connsiteY2-182" fmla="*/ 520562 h 932950"/>
                <a:gd name="connsiteX3-183" fmla="*/ 3001174 w 3723451"/>
                <a:gd name="connsiteY3-184" fmla="*/ 0 h 932950"/>
                <a:gd name="connsiteX4-185" fmla="*/ 3723451 w 3723451"/>
                <a:gd name="connsiteY4-186" fmla="*/ 207149 h 932950"/>
                <a:gd name="connsiteX5-187" fmla="*/ 3195282 w 3723451"/>
                <a:gd name="connsiteY5-188" fmla="*/ 448069 h 932950"/>
                <a:gd name="connsiteX6-189" fmla="*/ 3013067 w 3723451"/>
                <a:gd name="connsiteY6-190" fmla="*/ 393200 h 932950"/>
                <a:gd name="connsiteX7-191" fmla="*/ 1876873 w 3723451"/>
                <a:gd name="connsiteY7-192" fmla="*/ 932950 h 932950"/>
                <a:gd name="connsiteX8-193" fmla="*/ 690067 w 3723451"/>
                <a:gd name="connsiteY8-194" fmla="*/ 398582 h 932950"/>
                <a:gd name="connsiteX9-195" fmla="*/ 523214 w 3723451"/>
                <a:gd name="connsiteY9-196" fmla="*/ 469166 h 932950"/>
                <a:gd name="connsiteX10-197" fmla="*/ 0 w 3723451"/>
                <a:gd name="connsiteY10-198" fmla="*/ 228246 h 932950"/>
                <a:gd name="connsiteX0-199" fmla="*/ 0 w 3723451"/>
                <a:gd name="connsiteY0-200" fmla="*/ 228246 h 932950"/>
                <a:gd name="connsiteX1-201" fmla="*/ 655168 w 3723451"/>
                <a:gd name="connsiteY1-202" fmla="*/ 2690 h 932950"/>
                <a:gd name="connsiteX2-203" fmla="*/ 1855778 w 3723451"/>
                <a:gd name="connsiteY2-204" fmla="*/ 520562 h 932950"/>
                <a:gd name="connsiteX3-205" fmla="*/ 3001174 w 3723451"/>
                <a:gd name="connsiteY3-206" fmla="*/ 0 h 932950"/>
                <a:gd name="connsiteX4-207" fmla="*/ 3723451 w 3723451"/>
                <a:gd name="connsiteY4-208" fmla="*/ 207149 h 932950"/>
                <a:gd name="connsiteX5-209" fmla="*/ 3186079 w 3723451"/>
                <a:gd name="connsiteY5-210" fmla="*/ 461874 h 932950"/>
                <a:gd name="connsiteX6-211" fmla="*/ 3013067 w 3723451"/>
                <a:gd name="connsiteY6-212" fmla="*/ 393200 h 932950"/>
                <a:gd name="connsiteX7-213" fmla="*/ 1876873 w 3723451"/>
                <a:gd name="connsiteY7-214" fmla="*/ 932950 h 932950"/>
                <a:gd name="connsiteX8-215" fmla="*/ 690067 w 3723451"/>
                <a:gd name="connsiteY8-216" fmla="*/ 398582 h 932950"/>
                <a:gd name="connsiteX9-217" fmla="*/ 523214 w 3723451"/>
                <a:gd name="connsiteY9-218" fmla="*/ 469166 h 932950"/>
                <a:gd name="connsiteX10-219" fmla="*/ 0 w 3723451"/>
                <a:gd name="connsiteY10-220" fmla="*/ 228246 h 932950"/>
                <a:gd name="connsiteX0-221" fmla="*/ 0 w 3723451"/>
                <a:gd name="connsiteY0-222" fmla="*/ 228246 h 932950"/>
                <a:gd name="connsiteX1-223" fmla="*/ 655168 w 3723451"/>
                <a:gd name="connsiteY1-224" fmla="*/ 2690 h 932950"/>
                <a:gd name="connsiteX2-225" fmla="*/ 1855778 w 3723451"/>
                <a:gd name="connsiteY2-226" fmla="*/ 520562 h 932950"/>
                <a:gd name="connsiteX3-227" fmla="*/ 3001174 w 3723451"/>
                <a:gd name="connsiteY3-228" fmla="*/ 0 h 932950"/>
                <a:gd name="connsiteX4-229" fmla="*/ 3723451 w 3723451"/>
                <a:gd name="connsiteY4-230" fmla="*/ 207149 h 932950"/>
                <a:gd name="connsiteX5-231" fmla="*/ 3186079 w 3723451"/>
                <a:gd name="connsiteY5-232" fmla="*/ 461874 h 932950"/>
                <a:gd name="connsiteX6-233" fmla="*/ 3013067 w 3723451"/>
                <a:gd name="connsiteY6-234" fmla="*/ 393200 h 932950"/>
                <a:gd name="connsiteX7-235" fmla="*/ 1876873 w 3723451"/>
                <a:gd name="connsiteY7-236" fmla="*/ 932950 h 932950"/>
                <a:gd name="connsiteX8-237" fmla="*/ 711613 w 3723451"/>
                <a:gd name="connsiteY8-238" fmla="*/ 413055 h 932950"/>
                <a:gd name="connsiteX9-239" fmla="*/ 523214 w 3723451"/>
                <a:gd name="connsiteY9-240" fmla="*/ 469166 h 932950"/>
                <a:gd name="connsiteX10-241" fmla="*/ 0 w 3723451"/>
                <a:gd name="connsiteY10-242" fmla="*/ 228246 h 93295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27" name="Freeform 926"/>
            <p:cNvSpPr/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-1" fmla="*/ 4602 w 1371198"/>
                <a:gd name="connsiteY0-2" fmla="*/ 0 h 800665"/>
                <a:gd name="connsiteX1-3" fmla="*/ 1371198 w 1371198"/>
                <a:gd name="connsiteY1-4" fmla="*/ 625807 h 800665"/>
                <a:gd name="connsiteX2-5" fmla="*/ 897260 w 1371198"/>
                <a:gd name="connsiteY2-6" fmla="*/ 800665 h 800665"/>
                <a:gd name="connsiteX3-7" fmla="*/ 0 w 1371198"/>
                <a:gd name="connsiteY3-8" fmla="*/ 404934 h 800665"/>
                <a:gd name="connsiteX4-9" fmla="*/ 4602 w 1371198"/>
                <a:gd name="connsiteY4-10" fmla="*/ 0 h 800665"/>
                <a:gd name="connsiteX0-11" fmla="*/ 0 w 1366596"/>
                <a:gd name="connsiteY0-12" fmla="*/ 0 h 800665"/>
                <a:gd name="connsiteX1-13" fmla="*/ 1366596 w 1366596"/>
                <a:gd name="connsiteY1-14" fmla="*/ 625807 h 800665"/>
                <a:gd name="connsiteX2-15" fmla="*/ 892658 w 1366596"/>
                <a:gd name="connsiteY2-16" fmla="*/ 800665 h 800665"/>
                <a:gd name="connsiteX3-17" fmla="*/ 4601 w 1366596"/>
                <a:gd name="connsiteY3-18" fmla="*/ 427942 h 800665"/>
                <a:gd name="connsiteX4-19" fmla="*/ 0 w 1366596"/>
                <a:gd name="connsiteY4-20" fmla="*/ 0 h 800665"/>
                <a:gd name="connsiteX0-21" fmla="*/ 0 w 1366596"/>
                <a:gd name="connsiteY0-22" fmla="*/ 0 h 800665"/>
                <a:gd name="connsiteX1-23" fmla="*/ 1366596 w 1366596"/>
                <a:gd name="connsiteY1-24" fmla="*/ 625807 h 800665"/>
                <a:gd name="connsiteX2-25" fmla="*/ 892658 w 1366596"/>
                <a:gd name="connsiteY2-26" fmla="*/ 800665 h 800665"/>
                <a:gd name="connsiteX3-27" fmla="*/ 4601 w 1366596"/>
                <a:gd name="connsiteY3-28" fmla="*/ 427942 h 800665"/>
                <a:gd name="connsiteX4-29" fmla="*/ 0 w 1366596"/>
                <a:gd name="connsiteY4-30" fmla="*/ 0 h 800665"/>
                <a:gd name="connsiteX0-31" fmla="*/ 0 w 1366596"/>
                <a:gd name="connsiteY0-32" fmla="*/ 0 h 800665"/>
                <a:gd name="connsiteX1-33" fmla="*/ 1366596 w 1366596"/>
                <a:gd name="connsiteY1-34" fmla="*/ 625807 h 800665"/>
                <a:gd name="connsiteX2-35" fmla="*/ 892658 w 1366596"/>
                <a:gd name="connsiteY2-36" fmla="*/ 800665 h 800665"/>
                <a:gd name="connsiteX3-37" fmla="*/ 4601 w 1366596"/>
                <a:gd name="connsiteY3-38" fmla="*/ 427942 h 800665"/>
                <a:gd name="connsiteX4-39" fmla="*/ 0 w 1366596"/>
                <a:gd name="connsiteY4-40" fmla="*/ 0 h 800665"/>
                <a:gd name="connsiteX0-41" fmla="*/ 0 w 1366596"/>
                <a:gd name="connsiteY0-42" fmla="*/ 0 h 809868"/>
                <a:gd name="connsiteX1-43" fmla="*/ 1366596 w 1366596"/>
                <a:gd name="connsiteY1-44" fmla="*/ 625807 h 809868"/>
                <a:gd name="connsiteX2-45" fmla="*/ 865050 w 1366596"/>
                <a:gd name="connsiteY2-46" fmla="*/ 809868 h 809868"/>
                <a:gd name="connsiteX3-47" fmla="*/ 4601 w 1366596"/>
                <a:gd name="connsiteY3-48" fmla="*/ 427942 h 809868"/>
                <a:gd name="connsiteX4-49" fmla="*/ 0 w 1366596"/>
                <a:gd name="connsiteY4-50" fmla="*/ 0 h 8098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28" name="Freeform 927"/>
            <p:cNvSpPr/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-1" fmla="*/ 1329786 w 1348191"/>
                <a:gd name="connsiteY0-2" fmla="*/ 0 h 791462"/>
                <a:gd name="connsiteX1-3" fmla="*/ 1348191 w 1348191"/>
                <a:gd name="connsiteY1-4" fmla="*/ 381926 h 791462"/>
                <a:gd name="connsiteX2-5" fmla="*/ 487742 w 1348191"/>
                <a:gd name="connsiteY2-6" fmla="*/ 791462 h 791462"/>
                <a:gd name="connsiteX3-7" fmla="*/ 0 w 1348191"/>
                <a:gd name="connsiteY3-8" fmla="*/ 612002 h 791462"/>
                <a:gd name="connsiteX4-9" fmla="*/ 1329786 w 1348191"/>
                <a:gd name="connsiteY4-10" fmla="*/ 0 h 79146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cxnSp>
          <p:nvCxnSpPr>
            <p:cNvPr id="929" name="Straight Connector 928"/>
            <p:cNvCxnSpPr>
              <a:endCxn id="924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0" name="Straight Connector 929"/>
            <p:cNvCxnSpPr/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31" name="Group 347"/>
          <p:cNvGrpSpPr/>
          <p:nvPr/>
        </p:nvGrpSpPr>
        <p:grpSpPr bwMode="auto">
          <a:xfrm>
            <a:off x="7201005" y="2760229"/>
            <a:ext cx="416744" cy="205711"/>
            <a:chOff x="1871277" y="1576300"/>
            <a:chExt cx="1128371" cy="437861"/>
          </a:xfrm>
        </p:grpSpPr>
        <p:sp>
          <p:nvSpPr>
            <p:cNvPr id="932" name="Oval 931"/>
            <p:cNvSpPr/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933" name="Rectangle 932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34" name="Oval 933"/>
            <p:cNvSpPr/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935" name="Freeform 934"/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-1" fmla="*/ 1486231 w 2944854"/>
                <a:gd name="connsiteY0-2" fmla="*/ 727041 h 1316375"/>
                <a:gd name="connsiteX1-3" fmla="*/ 257675 w 2944854"/>
                <a:gd name="connsiteY1-4" fmla="*/ 1302232 h 1316375"/>
                <a:gd name="connsiteX2-5" fmla="*/ 0 w 2944854"/>
                <a:gd name="connsiteY2-6" fmla="*/ 1228607 h 1316375"/>
                <a:gd name="connsiteX3-7" fmla="*/ 911064 w 2944854"/>
                <a:gd name="connsiteY3-8" fmla="*/ 837478 h 1316375"/>
                <a:gd name="connsiteX4-9" fmla="*/ 883456 w 2944854"/>
                <a:gd name="connsiteY4-10" fmla="*/ 450949 h 1316375"/>
                <a:gd name="connsiteX5-11" fmla="*/ 161047 w 2944854"/>
                <a:gd name="connsiteY5-12" fmla="*/ 119640 h 1316375"/>
                <a:gd name="connsiteX6-13" fmla="*/ 404917 w 2944854"/>
                <a:gd name="connsiteY6-14" fmla="*/ 50617 h 1316375"/>
                <a:gd name="connsiteX7-15" fmla="*/ 1477028 w 2944854"/>
                <a:gd name="connsiteY7-16" fmla="*/ 501566 h 1316375"/>
                <a:gd name="connsiteX8-17" fmla="*/ 2572146 w 2944854"/>
                <a:gd name="connsiteY8-18" fmla="*/ 0 h 1316375"/>
                <a:gd name="connsiteX9-19" fmla="*/ 2875834 w 2944854"/>
                <a:gd name="connsiteY9-20" fmla="*/ 96632 h 1316375"/>
                <a:gd name="connsiteX10-21" fmla="*/ 2079803 w 2944854"/>
                <a:gd name="connsiteY10-22" fmla="*/ 432543 h 1316375"/>
                <a:gd name="connsiteX11-23" fmla="*/ 2240850 w 2944854"/>
                <a:gd name="connsiteY11-24" fmla="*/ 920305 h 1316375"/>
                <a:gd name="connsiteX12-25" fmla="*/ 2944854 w 2944854"/>
                <a:gd name="connsiteY12-26" fmla="*/ 1228607 h 1316375"/>
                <a:gd name="connsiteX13-27" fmla="*/ 2756623 w 2944854"/>
                <a:gd name="connsiteY13-28" fmla="*/ 1316375 h 1316375"/>
                <a:gd name="connsiteX14-29" fmla="*/ 1486231 w 2944854"/>
                <a:gd name="connsiteY14-30" fmla="*/ 727041 h 1316375"/>
                <a:gd name="connsiteX0-31" fmla="*/ 1486231 w 3024520"/>
                <a:gd name="connsiteY0-32" fmla="*/ 727041 h 1316375"/>
                <a:gd name="connsiteX1-33" fmla="*/ 257675 w 3024520"/>
                <a:gd name="connsiteY1-34" fmla="*/ 1302232 h 1316375"/>
                <a:gd name="connsiteX2-35" fmla="*/ 0 w 3024520"/>
                <a:gd name="connsiteY2-36" fmla="*/ 1228607 h 1316375"/>
                <a:gd name="connsiteX3-37" fmla="*/ 911064 w 3024520"/>
                <a:gd name="connsiteY3-38" fmla="*/ 837478 h 1316375"/>
                <a:gd name="connsiteX4-39" fmla="*/ 883456 w 3024520"/>
                <a:gd name="connsiteY4-40" fmla="*/ 450949 h 1316375"/>
                <a:gd name="connsiteX5-41" fmla="*/ 161047 w 3024520"/>
                <a:gd name="connsiteY5-42" fmla="*/ 119640 h 1316375"/>
                <a:gd name="connsiteX6-43" fmla="*/ 404917 w 3024520"/>
                <a:gd name="connsiteY6-44" fmla="*/ 50617 h 1316375"/>
                <a:gd name="connsiteX7-45" fmla="*/ 1477028 w 3024520"/>
                <a:gd name="connsiteY7-46" fmla="*/ 501566 h 1316375"/>
                <a:gd name="connsiteX8-47" fmla="*/ 2572146 w 3024520"/>
                <a:gd name="connsiteY8-48" fmla="*/ 0 h 1316375"/>
                <a:gd name="connsiteX9-49" fmla="*/ 2875834 w 3024520"/>
                <a:gd name="connsiteY9-50" fmla="*/ 96632 h 1316375"/>
                <a:gd name="connsiteX10-51" fmla="*/ 2079803 w 3024520"/>
                <a:gd name="connsiteY10-52" fmla="*/ 432543 h 1316375"/>
                <a:gd name="connsiteX11-53" fmla="*/ 2240850 w 3024520"/>
                <a:gd name="connsiteY11-54" fmla="*/ 920305 h 1316375"/>
                <a:gd name="connsiteX12-55" fmla="*/ 3024520 w 3024520"/>
                <a:gd name="connsiteY12-56" fmla="*/ 1228607 h 1316375"/>
                <a:gd name="connsiteX13-57" fmla="*/ 2756623 w 3024520"/>
                <a:gd name="connsiteY13-58" fmla="*/ 1316375 h 1316375"/>
                <a:gd name="connsiteX14-59" fmla="*/ 1486231 w 3024520"/>
                <a:gd name="connsiteY14-60" fmla="*/ 727041 h 1316375"/>
                <a:gd name="connsiteX0-61" fmla="*/ 1537780 w 3076069"/>
                <a:gd name="connsiteY0-62" fmla="*/ 727041 h 1316375"/>
                <a:gd name="connsiteX1-63" fmla="*/ 309224 w 3076069"/>
                <a:gd name="connsiteY1-64" fmla="*/ 1302232 h 1316375"/>
                <a:gd name="connsiteX2-65" fmla="*/ 0 w 3076069"/>
                <a:gd name="connsiteY2-66" fmla="*/ 1228607 h 1316375"/>
                <a:gd name="connsiteX3-67" fmla="*/ 962613 w 3076069"/>
                <a:gd name="connsiteY3-68" fmla="*/ 837478 h 1316375"/>
                <a:gd name="connsiteX4-69" fmla="*/ 935005 w 3076069"/>
                <a:gd name="connsiteY4-70" fmla="*/ 450949 h 1316375"/>
                <a:gd name="connsiteX5-71" fmla="*/ 212596 w 3076069"/>
                <a:gd name="connsiteY5-72" fmla="*/ 119640 h 1316375"/>
                <a:gd name="connsiteX6-73" fmla="*/ 456466 w 3076069"/>
                <a:gd name="connsiteY6-74" fmla="*/ 50617 h 1316375"/>
                <a:gd name="connsiteX7-75" fmla="*/ 1528577 w 3076069"/>
                <a:gd name="connsiteY7-76" fmla="*/ 501566 h 1316375"/>
                <a:gd name="connsiteX8-77" fmla="*/ 2623695 w 3076069"/>
                <a:gd name="connsiteY8-78" fmla="*/ 0 h 1316375"/>
                <a:gd name="connsiteX9-79" fmla="*/ 2927383 w 3076069"/>
                <a:gd name="connsiteY9-80" fmla="*/ 96632 h 1316375"/>
                <a:gd name="connsiteX10-81" fmla="*/ 2131352 w 3076069"/>
                <a:gd name="connsiteY10-82" fmla="*/ 432543 h 1316375"/>
                <a:gd name="connsiteX11-83" fmla="*/ 2292399 w 3076069"/>
                <a:gd name="connsiteY11-84" fmla="*/ 920305 h 1316375"/>
                <a:gd name="connsiteX12-85" fmla="*/ 3076069 w 3076069"/>
                <a:gd name="connsiteY12-86" fmla="*/ 1228607 h 1316375"/>
                <a:gd name="connsiteX13-87" fmla="*/ 2808172 w 3076069"/>
                <a:gd name="connsiteY13-88" fmla="*/ 1316375 h 1316375"/>
                <a:gd name="connsiteX14-89" fmla="*/ 1537780 w 3076069"/>
                <a:gd name="connsiteY14-90" fmla="*/ 727041 h 1316375"/>
                <a:gd name="connsiteX0-91" fmla="*/ 1537780 w 3076069"/>
                <a:gd name="connsiteY0-92" fmla="*/ 727041 h 1321259"/>
                <a:gd name="connsiteX1-93" fmla="*/ 313981 w 3076069"/>
                <a:gd name="connsiteY1-94" fmla="*/ 1321259 h 1321259"/>
                <a:gd name="connsiteX2-95" fmla="*/ 0 w 3076069"/>
                <a:gd name="connsiteY2-96" fmla="*/ 1228607 h 1321259"/>
                <a:gd name="connsiteX3-97" fmla="*/ 962613 w 3076069"/>
                <a:gd name="connsiteY3-98" fmla="*/ 837478 h 1321259"/>
                <a:gd name="connsiteX4-99" fmla="*/ 935005 w 3076069"/>
                <a:gd name="connsiteY4-100" fmla="*/ 450949 h 1321259"/>
                <a:gd name="connsiteX5-101" fmla="*/ 212596 w 3076069"/>
                <a:gd name="connsiteY5-102" fmla="*/ 119640 h 1321259"/>
                <a:gd name="connsiteX6-103" fmla="*/ 456466 w 3076069"/>
                <a:gd name="connsiteY6-104" fmla="*/ 50617 h 1321259"/>
                <a:gd name="connsiteX7-105" fmla="*/ 1528577 w 3076069"/>
                <a:gd name="connsiteY7-106" fmla="*/ 501566 h 1321259"/>
                <a:gd name="connsiteX8-107" fmla="*/ 2623695 w 3076069"/>
                <a:gd name="connsiteY8-108" fmla="*/ 0 h 1321259"/>
                <a:gd name="connsiteX9-109" fmla="*/ 2927383 w 3076069"/>
                <a:gd name="connsiteY9-110" fmla="*/ 96632 h 1321259"/>
                <a:gd name="connsiteX10-111" fmla="*/ 2131352 w 3076069"/>
                <a:gd name="connsiteY10-112" fmla="*/ 432543 h 1321259"/>
                <a:gd name="connsiteX11-113" fmla="*/ 2292399 w 3076069"/>
                <a:gd name="connsiteY11-114" fmla="*/ 920305 h 1321259"/>
                <a:gd name="connsiteX12-115" fmla="*/ 3076069 w 3076069"/>
                <a:gd name="connsiteY12-116" fmla="*/ 1228607 h 1321259"/>
                <a:gd name="connsiteX13-117" fmla="*/ 2808172 w 3076069"/>
                <a:gd name="connsiteY13-118" fmla="*/ 1316375 h 1321259"/>
                <a:gd name="connsiteX14-119" fmla="*/ 1537780 w 3076069"/>
                <a:gd name="connsiteY14-120" fmla="*/ 727041 h 1321259"/>
                <a:gd name="connsiteX0-121" fmla="*/ 1537780 w 3076069"/>
                <a:gd name="connsiteY0-122" fmla="*/ 750825 h 1321259"/>
                <a:gd name="connsiteX1-123" fmla="*/ 313981 w 3076069"/>
                <a:gd name="connsiteY1-124" fmla="*/ 1321259 h 1321259"/>
                <a:gd name="connsiteX2-125" fmla="*/ 0 w 3076069"/>
                <a:gd name="connsiteY2-126" fmla="*/ 1228607 h 1321259"/>
                <a:gd name="connsiteX3-127" fmla="*/ 962613 w 3076069"/>
                <a:gd name="connsiteY3-128" fmla="*/ 837478 h 1321259"/>
                <a:gd name="connsiteX4-129" fmla="*/ 935005 w 3076069"/>
                <a:gd name="connsiteY4-130" fmla="*/ 450949 h 1321259"/>
                <a:gd name="connsiteX5-131" fmla="*/ 212596 w 3076069"/>
                <a:gd name="connsiteY5-132" fmla="*/ 119640 h 1321259"/>
                <a:gd name="connsiteX6-133" fmla="*/ 456466 w 3076069"/>
                <a:gd name="connsiteY6-134" fmla="*/ 50617 h 1321259"/>
                <a:gd name="connsiteX7-135" fmla="*/ 1528577 w 3076069"/>
                <a:gd name="connsiteY7-136" fmla="*/ 501566 h 1321259"/>
                <a:gd name="connsiteX8-137" fmla="*/ 2623695 w 3076069"/>
                <a:gd name="connsiteY8-138" fmla="*/ 0 h 1321259"/>
                <a:gd name="connsiteX9-139" fmla="*/ 2927383 w 3076069"/>
                <a:gd name="connsiteY9-140" fmla="*/ 96632 h 1321259"/>
                <a:gd name="connsiteX10-141" fmla="*/ 2131352 w 3076069"/>
                <a:gd name="connsiteY10-142" fmla="*/ 432543 h 1321259"/>
                <a:gd name="connsiteX11-143" fmla="*/ 2292399 w 3076069"/>
                <a:gd name="connsiteY11-144" fmla="*/ 920305 h 1321259"/>
                <a:gd name="connsiteX12-145" fmla="*/ 3076069 w 3076069"/>
                <a:gd name="connsiteY12-146" fmla="*/ 1228607 h 1321259"/>
                <a:gd name="connsiteX13-147" fmla="*/ 2808172 w 3076069"/>
                <a:gd name="connsiteY13-148" fmla="*/ 1316375 h 1321259"/>
                <a:gd name="connsiteX14-149" fmla="*/ 1537780 w 3076069"/>
                <a:gd name="connsiteY14-150" fmla="*/ 750825 h 132125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36" name="Freeform 935"/>
            <p:cNvSpPr/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-1" fmla="*/ 0 w 3640627"/>
                <a:gd name="connsiteY0-2" fmla="*/ 242051 h 923747"/>
                <a:gd name="connsiteX1-3" fmla="*/ 655168 w 3640627"/>
                <a:gd name="connsiteY1-4" fmla="*/ 16495 h 923747"/>
                <a:gd name="connsiteX2-5" fmla="*/ 1809765 w 3640627"/>
                <a:gd name="connsiteY2-6" fmla="*/ 511360 h 923747"/>
                <a:gd name="connsiteX3-7" fmla="*/ 2964363 w 3640627"/>
                <a:gd name="connsiteY3-8" fmla="*/ 0 h 923747"/>
                <a:gd name="connsiteX4-9" fmla="*/ 3640627 w 3640627"/>
                <a:gd name="connsiteY4-10" fmla="*/ 197946 h 923747"/>
                <a:gd name="connsiteX5-11" fmla="*/ 3195282 w 3640627"/>
                <a:gd name="connsiteY5-12" fmla="*/ 461874 h 923747"/>
                <a:gd name="connsiteX6-13" fmla="*/ 2980857 w 3640627"/>
                <a:gd name="connsiteY6-14" fmla="*/ 379396 h 923747"/>
                <a:gd name="connsiteX7-15" fmla="*/ 1826259 w 3640627"/>
                <a:gd name="connsiteY7-16" fmla="*/ 923747 h 923747"/>
                <a:gd name="connsiteX8-17" fmla="*/ 671662 w 3640627"/>
                <a:gd name="connsiteY8-18" fmla="*/ 412387 h 923747"/>
                <a:gd name="connsiteX9-19" fmla="*/ 523214 w 3640627"/>
                <a:gd name="connsiteY9-20" fmla="*/ 478369 h 923747"/>
                <a:gd name="connsiteX10-21" fmla="*/ 0 w 3640627"/>
                <a:gd name="connsiteY10-22" fmla="*/ 242051 h 923747"/>
                <a:gd name="connsiteX0-23" fmla="*/ 0 w 3640627"/>
                <a:gd name="connsiteY0-24" fmla="*/ 242051 h 923747"/>
                <a:gd name="connsiteX1-25" fmla="*/ 655168 w 3640627"/>
                <a:gd name="connsiteY1-26" fmla="*/ 16495 h 923747"/>
                <a:gd name="connsiteX2-27" fmla="*/ 1809765 w 3640627"/>
                <a:gd name="connsiteY2-28" fmla="*/ 511360 h 923747"/>
                <a:gd name="connsiteX3-29" fmla="*/ 2964363 w 3640627"/>
                <a:gd name="connsiteY3-30" fmla="*/ 0 h 923747"/>
                <a:gd name="connsiteX4-31" fmla="*/ 3640627 w 3640627"/>
                <a:gd name="connsiteY4-32" fmla="*/ 197946 h 923747"/>
                <a:gd name="connsiteX5-33" fmla="*/ 3195282 w 3640627"/>
                <a:gd name="connsiteY5-34" fmla="*/ 461874 h 923747"/>
                <a:gd name="connsiteX6-35" fmla="*/ 2980857 w 3640627"/>
                <a:gd name="connsiteY6-36" fmla="*/ 379396 h 923747"/>
                <a:gd name="connsiteX7-37" fmla="*/ 1826259 w 3640627"/>
                <a:gd name="connsiteY7-38" fmla="*/ 923747 h 923747"/>
                <a:gd name="connsiteX8-39" fmla="*/ 671662 w 3640627"/>
                <a:gd name="connsiteY8-40" fmla="*/ 412387 h 923747"/>
                <a:gd name="connsiteX9-41" fmla="*/ 523214 w 3640627"/>
                <a:gd name="connsiteY9-42" fmla="*/ 482971 h 923747"/>
                <a:gd name="connsiteX10-43" fmla="*/ 0 w 3640627"/>
                <a:gd name="connsiteY10-44" fmla="*/ 242051 h 923747"/>
                <a:gd name="connsiteX0-45" fmla="*/ 0 w 3640627"/>
                <a:gd name="connsiteY0-46" fmla="*/ 242051 h 923747"/>
                <a:gd name="connsiteX1-47" fmla="*/ 655168 w 3640627"/>
                <a:gd name="connsiteY1-48" fmla="*/ 16495 h 923747"/>
                <a:gd name="connsiteX2-49" fmla="*/ 1809765 w 3640627"/>
                <a:gd name="connsiteY2-50" fmla="*/ 511360 h 923747"/>
                <a:gd name="connsiteX3-51" fmla="*/ 2964363 w 3640627"/>
                <a:gd name="connsiteY3-52" fmla="*/ 0 h 923747"/>
                <a:gd name="connsiteX4-53" fmla="*/ 3640627 w 3640627"/>
                <a:gd name="connsiteY4-54" fmla="*/ 197946 h 923747"/>
                <a:gd name="connsiteX5-55" fmla="*/ 3195282 w 3640627"/>
                <a:gd name="connsiteY5-56" fmla="*/ 461874 h 923747"/>
                <a:gd name="connsiteX6-57" fmla="*/ 2980857 w 3640627"/>
                <a:gd name="connsiteY6-58" fmla="*/ 379396 h 923747"/>
                <a:gd name="connsiteX7-59" fmla="*/ 1826259 w 3640627"/>
                <a:gd name="connsiteY7-60" fmla="*/ 923747 h 923747"/>
                <a:gd name="connsiteX8-61" fmla="*/ 690067 w 3640627"/>
                <a:gd name="connsiteY8-62" fmla="*/ 412387 h 923747"/>
                <a:gd name="connsiteX9-63" fmla="*/ 523214 w 3640627"/>
                <a:gd name="connsiteY9-64" fmla="*/ 482971 h 923747"/>
                <a:gd name="connsiteX10-65" fmla="*/ 0 w 3640627"/>
                <a:gd name="connsiteY10-66" fmla="*/ 242051 h 923747"/>
                <a:gd name="connsiteX0-67" fmla="*/ 0 w 3640627"/>
                <a:gd name="connsiteY0-68" fmla="*/ 242051 h 946755"/>
                <a:gd name="connsiteX1-69" fmla="*/ 655168 w 3640627"/>
                <a:gd name="connsiteY1-70" fmla="*/ 16495 h 946755"/>
                <a:gd name="connsiteX2-71" fmla="*/ 1809765 w 3640627"/>
                <a:gd name="connsiteY2-72" fmla="*/ 511360 h 946755"/>
                <a:gd name="connsiteX3-73" fmla="*/ 2964363 w 3640627"/>
                <a:gd name="connsiteY3-74" fmla="*/ 0 h 946755"/>
                <a:gd name="connsiteX4-75" fmla="*/ 3640627 w 3640627"/>
                <a:gd name="connsiteY4-76" fmla="*/ 197946 h 946755"/>
                <a:gd name="connsiteX5-77" fmla="*/ 3195282 w 3640627"/>
                <a:gd name="connsiteY5-78" fmla="*/ 461874 h 946755"/>
                <a:gd name="connsiteX6-79" fmla="*/ 2980857 w 3640627"/>
                <a:gd name="connsiteY6-80" fmla="*/ 379396 h 946755"/>
                <a:gd name="connsiteX7-81" fmla="*/ 1876873 w 3640627"/>
                <a:gd name="connsiteY7-82" fmla="*/ 946755 h 946755"/>
                <a:gd name="connsiteX8-83" fmla="*/ 690067 w 3640627"/>
                <a:gd name="connsiteY8-84" fmla="*/ 412387 h 946755"/>
                <a:gd name="connsiteX9-85" fmla="*/ 523214 w 3640627"/>
                <a:gd name="connsiteY9-86" fmla="*/ 482971 h 946755"/>
                <a:gd name="connsiteX10-87" fmla="*/ 0 w 3640627"/>
                <a:gd name="connsiteY10-88" fmla="*/ 242051 h 946755"/>
                <a:gd name="connsiteX0-89" fmla="*/ 0 w 3640627"/>
                <a:gd name="connsiteY0-90" fmla="*/ 242051 h 946755"/>
                <a:gd name="connsiteX1-91" fmla="*/ 655168 w 3640627"/>
                <a:gd name="connsiteY1-92" fmla="*/ 16495 h 946755"/>
                <a:gd name="connsiteX2-93" fmla="*/ 1855778 w 3640627"/>
                <a:gd name="connsiteY2-94" fmla="*/ 534367 h 946755"/>
                <a:gd name="connsiteX3-95" fmla="*/ 2964363 w 3640627"/>
                <a:gd name="connsiteY3-96" fmla="*/ 0 h 946755"/>
                <a:gd name="connsiteX4-97" fmla="*/ 3640627 w 3640627"/>
                <a:gd name="connsiteY4-98" fmla="*/ 197946 h 946755"/>
                <a:gd name="connsiteX5-99" fmla="*/ 3195282 w 3640627"/>
                <a:gd name="connsiteY5-100" fmla="*/ 461874 h 946755"/>
                <a:gd name="connsiteX6-101" fmla="*/ 2980857 w 3640627"/>
                <a:gd name="connsiteY6-102" fmla="*/ 379396 h 946755"/>
                <a:gd name="connsiteX7-103" fmla="*/ 1876873 w 3640627"/>
                <a:gd name="connsiteY7-104" fmla="*/ 946755 h 946755"/>
                <a:gd name="connsiteX8-105" fmla="*/ 690067 w 3640627"/>
                <a:gd name="connsiteY8-106" fmla="*/ 412387 h 946755"/>
                <a:gd name="connsiteX9-107" fmla="*/ 523214 w 3640627"/>
                <a:gd name="connsiteY9-108" fmla="*/ 482971 h 946755"/>
                <a:gd name="connsiteX10-109" fmla="*/ 0 w 3640627"/>
                <a:gd name="connsiteY10-110" fmla="*/ 242051 h 946755"/>
                <a:gd name="connsiteX0-111" fmla="*/ 0 w 3640627"/>
                <a:gd name="connsiteY0-112" fmla="*/ 242051 h 946755"/>
                <a:gd name="connsiteX1-113" fmla="*/ 655168 w 3640627"/>
                <a:gd name="connsiteY1-114" fmla="*/ 16495 h 946755"/>
                <a:gd name="connsiteX2-115" fmla="*/ 1855778 w 3640627"/>
                <a:gd name="connsiteY2-116" fmla="*/ 534367 h 946755"/>
                <a:gd name="connsiteX3-117" fmla="*/ 2964363 w 3640627"/>
                <a:gd name="connsiteY3-118" fmla="*/ 0 h 946755"/>
                <a:gd name="connsiteX4-119" fmla="*/ 3640627 w 3640627"/>
                <a:gd name="connsiteY4-120" fmla="*/ 197946 h 946755"/>
                <a:gd name="connsiteX5-121" fmla="*/ 3195282 w 3640627"/>
                <a:gd name="connsiteY5-122" fmla="*/ 461874 h 946755"/>
                <a:gd name="connsiteX6-123" fmla="*/ 3008465 w 3640627"/>
                <a:gd name="connsiteY6-124" fmla="*/ 402404 h 946755"/>
                <a:gd name="connsiteX7-125" fmla="*/ 1876873 w 3640627"/>
                <a:gd name="connsiteY7-126" fmla="*/ 946755 h 946755"/>
                <a:gd name="connsiteX8-127" fmla="*/ 690067 w 3640627"/>
                <a:gd name="connsiteY8-128" fmla="*/ 412387 h 946755"/>
                <a:gd name="connsiteX9-129" fmla="*/ 523214 w 3640627"/>
                <a:gd name="connsiteY9-130" fmla="*/ 482971 h 946755"/>
                <a:gd name="connsiteX10-131" fmla="*/ 0 w 3640627"/>
                <a:gd name="connsiteY10-132" fmla="*/ 242051 h 946755"/>
                <a:gd name="connsiteX0-133" fmla="*/ 0 w 3723451"/>
                <a:gd name="connsiteY0-134" fmla="*/ 242051 h 946755"/>
                <a:gd name="connsiteX1-135" fmla="*/ 655168 w 3723451"/>
                <a:gd name="connsiteY1-136" fmla="*/ 16495 h 946755"/>
                <a:gd name="connsiteX2-137" fmla="*/ 1855778 w 3723451"/>
                <a:gd name="connsiteY2-138" fmla="*/ 534367 h 946755"/>
                <a:gd name="connsiteX3-139" fmla="*/ 2964363 w 3723451"/>
                <a:gd name="connsiteY3-140" fmla="*/ 0 h 946755"/>
                <a:gd name="connsiteX4-141" fmla="*/ 3723451 w 3723451"/>
                <a:gd name="connsiteY4-142" fmla="*/ 220954 h 946755"/>
                <a:gd name="connsiteX5-143" fmla="*/ 3195282 w 3723451"/>
                <a:gd name="connsiteY5-144" fmla="*/ 461874 h 946755"/>
                <a:gd name="connsiteX6-145" fmla="*/ 3008465 w 3723451"/>
                <a:gd name="connsiteY6-146" fmla="*/ 402404 h 946755"/>
                <a:gd name="connsiteX7-147" fmla="*/ 1876873 w 3723451"/>
                <a:gd name="connsiteY7-148" fmla="*/ 946755 h 946755"/>
                <a:gd name="connsiteX8-149" fmla="*/ 690067 w 3723451"/>
                <a:gd name="connsiteY8-150" fmla="*/ 412387 h 946755"/>
                <a:gd name="connsiteX9-151" fmla="*/ 523214 w 3723451"/>
                <a:gd name="connsiteY9-152" fmla="*/ 482971 h 946755"/>
                <a:gd name="connsiteX10-153" fmla="*/ 0 w 3723451"/>
                <a:gd name="connsiteY10-154" fmla="*/ 242051 h 946755"/>
                <a:gd name="connsiteX0-155" fmla="*/ 0 w 3723451"/>
                <a:gd name="connsiteY0-156" fmla="*/ 228246 h 932950"/>
                <a:gd name="connsiteX1-157" fmla="*/ 655168 w 3723451"/>
                <a:gd name="connsiteY1-158" fmla="*/ 2690 h 932950"/>
                <a:gd name="connsiteX2-159" fmla="*/ 1855778 w 3723451"/>
                <a:gd name="connsiteY2-160" fmla="*/ 520562 h 932950"/>
                <a:gd name="connsiteX3-161" fmla="*/ 3001174 w 3723451"/>
                <a:gd name="connsiteY3-162" fmla="*/ 0 h 932950"/>
                <a:gd name="connsiteX4-163" fmla="*/ 3723451 w 3723451"/>
                <a:gd name="connsiteY4-164" fmla="*/ 207149 h 932950"/>
                <a:gd name="connsiteX5-165" fmla="*/ 3195282 w 3723451"/>
                <a:gd name="connsiteY5-166" fmla="*/ 448069 h 932950"/>
                <a:gd name="connsiteX6-167" fmla="*/ 3008465 w 3723451"/>
                <a:gd name="connsiteY6-168" fmla="*/ 388599 h 932950"/>
                <a:gd name="connsiteX7-169" fmla="*/ 1876873 w 3723451"/>
                <a:gd name="connsiteY7-170" fmla="*/ 932950 h 932950"/>
                <a:gd name="connsiteX8-171" fmla="*/ 690067 w 3723451"/>
                <a:gd name="connsiteY8-172" fmla="*/ 398582 h 932950"/>
                <a:gd name="connsiteX9-173" fmla="*/ 523214 w 3723451"/>
                <a:gd name="connsiteY9-174" fmla="*/ 469166 h 932950"/>
                <a:gd name="connsiteX10-175" fmla="*/ 0 w 3723451"/>
                <a:gd name="connsiteY10-176" fmla="*/ 228246 h 932950"/>
                <a:gd name="connsiteX0-177" fmla="*/ 0 w 3723451"/>
                <a:gd name="connsiteY0-178" fmla="*/ 228246 h 932950"/>
                <a:gd name="connsiteX1-179" fmla="*/ 655168 w 3723451"/>
                <a:gd name="connsiteY1-180" fmla="*/ 2690 h 932950"/>
                <a:gd name="connsiteX2-181" fmla="*/ 1855778 w 3723451"/>
                <a:gd name="connsiteY2-182" fmla="*/ 520562 h 932950"/>
                <a:gd name="connsiteX3-183" fmla="*/ 3001174 w 3723451"/>
                <a:gd name="connsiteY3-184" fmla="*/ 0 h 932950"/>
                <a:gd name="connsiteX4-185" fmla="*/ 3723451 w 3723451"/>
                <a:gd name="connsiteY4-186" fmla="*/ 207149 h 932950"/>
                <a:gd name="connsiteX5-187" fmla="*/ 3195282 w 3723451"/>
                <a:gd name="connsiteY5-188" fmla="*/ 448069 h 932950"/>
                <a:gd name="connsiteX6-189" fmla="*/ 3013067 w 3723451"/>
                <a:gd name="connsiteY6-190" fmla="*/ 393200 h 932950"/>
                <a:gd name="connsiteX7-191" fmla="*/ 1876873 w 3723451"/>
                <a:gd name="connsiteY7-192" fmla="*/ 932950 h 932950"/>
                <a:gd name="connsiteX8-193" fmla="*/ 690067 w 3723451"/>
                <a:gd name="connsiteY8-194" fmla="*/ 398582 h 932950"/>
                <a:gd name="connsiteX9-195" fmla="*/ 523214 w 3723451"/>
                <a:gd name="connsiteY9-196" fmla="*/ 469166 h 932950"/>
                <a:gd name="connsiteX10-197" fmla="*/ 0 w 3723451"/>
                <a:gd name="connsiteY10-198" fmla="*/ 228246 h 932950"/>
                <a:gd name="connsiteX0-199" fmla="*/ 0 w 3723451"/>
                <a:gd name="connsiteY0-200" fmla="*/ 228246 h 932950"/>
                <a:gd name="connsiteX1-201" fmla="*/ 655168 w 3723451"/>
                <a:gd name="connsiteY1-202" fmla="*/ 2690 h 932950"/>
                <a:gd name="connsiteX2-203" fmla="*/ 1855778 w 3723451"/>
                <a:gd name="connsiteY2-204" fmla="*/ 520562 h 932950"/>
                <a:gd name="connsiteX3-205" fmla="*/ 3001174 w 3723451"/>
                <a:gd name="connsiteY3-206" fmla="*/ 0 h 932950"/>
                <a:gd name="connsiteX4-207" fmla="*/ 3723451 w 3723451"/>
                <a:gd name="connsiteY4-208" fmla="*/ 207149 h 932950"/>
                <a:gd name="connsiteX5-209" fmla="*/ 3186079 w 3723451"/>
                <a:gd name="connsiteY5-210" fmla="*/ 461874 h 932950"/>
                <a:gd name="connsiteX6-211" fmla="*/ 3013067 w 3723451"/>
                <a:gd name="connsiteY6-212" fmla="*/ 393200 h 932950"/>
                <a:gd name="connsiteX7-213" fmla="*/ 1876873 w 3723451"/>
                <a:gd name="connsiteY7-214" fmla="*/ 932950 h 932950"/>
                <a:gd name="connsiteX8-215" fmla="*/ 690067 w 3723451"/>
                <a:gd name="connsiteY8-216" fmla="*/ 398582 h 932950"/>
                <a:gd name="connsiteX9-217" fmla="*/ 523214 w 3723451"/>
                <a:gd name="connsiteY9-218" fmla="*/ 469166 h 932950"/>
                <a:gd name="connsiteX10-219" fmla="*/ 0 w 3723451"/>
                <a:gd name="connsiteY10-220" fmla="*/ 228246 h 932950"/>
                <a:gd name="connsiteX0-221" fmla="*/ 0 w 3723451"/>
                <a:gd name="connsiteY0-222" fmla="*/ 228246 h 932950"/>
                <a:gd name="connsiteX1-223" fmla="*/ 655168 w 3723451"/>
                <a:gd name="connsiteY1-224" fmla="*/ 2690 h 932950"/>
                <a:gd name="connsiteX2-225" fmla="*/ 1855778 w 3723451"/>
                <a:gd name="connsiteY2-226" fmla="*/ 520562 h 932950"/>
                <a:gd name="connsiteX3-227" fmla="*/ 3001174 w 3723451"/>
                <a:gd name="connsiteY3-228" fmla="*/ 0 h 932950"/>
                <a:gd name="connsiteX4-229" fmla="*/ 3723451 w 3723451"/>
                <a:gd name="connsiteY4-230" fmla="*/ 207149 h 932950"/>
                <a:gd name="connsiteX5-231" fmla="*/ 3186079 w 3723451"/>
                <a:gd name="connsiteY5-232" fmla="*/ 461874 h 932950"/>
                <a:gd name="connsiteX6-233" fmla="*/ 3013067 w 3723451"/>
                <a:gd name="connsiteY6-234" fmla="*/ 393200 h 932950"/>
                <a:gd name="connsiteX7-235" fmla="*/ 1876873 w 3723451"/>
                <a:gd name="connsiteY7-236" fmla="*/ 932950 h 932950"/>
                <a:gd name="connsiteX8-237" fmla="*/ 711613 w 3723451"/>
                <a:gd name="connsiteY8-238" fmla="*/ 413055 h 932950"/>
                <a:gd name="connsiteX9-239" fmla="*/ 523214 w 3723451"/>
                <a:gd name="connsiteY9-240" fmla="*/ 469166 h 932950"/>
                <a:gd name="connsiteX10-241" fmla="*/ 0 w 3723451"/>
                <a:gd name="connsiteY10-242" fmla="*/ 228246 h 93295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37" name="Freeform 936"/>
            <p:cNvSpPr/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-1" fmla="*/ 4602 w 1371198"/>
                <a:gd name="connsiteY0-2" fmla="*/ 0 h 800665"/>
                <a:gd name="connsiteX1-3" fmla="*/ 1371198 w 1371198"/>
                <a:gd name="connsiteY1-4" fmla="*/ 625807 h 800665"/>
                <a:gd name="connsiteX2-5" fmla="*/ 897260 w 1371198"/>
                <a:gd name="connsiteY2-6" fmla="*/ 800665 h 800665"/>
                <a:gd name="connsiteX3-7" fmla="*/ 0 w 1371198"/>
                <a:gd name="connsiteY3-8" fmla="*/ 404934 h 800665"/>
                <a:gd name="connsiteX4-9" fmla="*/ 4602 w 1371198"/>
                <a:gd name="connsiteY4-10" fmla="*/ 0 h 800665"/>
                <a:gd name="connsiteX0-11" fmla="*/ 0 w 1366596"/>
                <a:gd name="connsiteY0-12" fmla="*/ 0 h 800665"/>
                <a:gd name="connsiteX1-13" fmla="*/ 1366596 w 1366596"/>
                <a:gd name="connsiteY1-14" fmla="*/ 625807 h 800665"/>
                <a:gd name="connsiteX2-15" fmla="*/ 892658 w 1366596"/>
                <a:gd name="connsiteY2-16" fmla="*/ 800665 h 800665"/>
                <a:gd name="connsiteX3-17" fmla="*/ 4601 w 1366596"/>
                <a:gd name="connsiteY3-18" fmla="*/ 427942 h 800665"/>
                <a:gd name="connsiteX4-19" fmla="*/ 0 w 1366596"/>
                <a:gd name="connsiteY4-20" fmla="*/ 0 h 800665"/>
                <a:gd name="connsiteX0-21" fmla="*/ 0 w 1366596"/>
                <a:gd name="connsiteY0-22" fmla="*/ 0 h 800665"/>
                <a:gd name="connsiteX1-23" fmla="*/ 1366596 w 1366596"/>
                <a:gd name="connsiteY1-24" fmla="*/ 625807 h 800665"/>
                <a:gd name="connsiteX2-25" fmla="*/ 892658 w 1366596"/>
                <a:gd name="connsiteY2-26" fmla="*/ 800665 h 800665"/>
                <a:gd name="connsiteX3-27" fmla="*/ 4601 w 1366596"/>
                <a:gd name="connsiteY3-28" fmla="*/ 427942 h 800665"/>
                <a:gd name="connsiteX4-29" fmla="*/ 0 w 1366596"/>
                <a:gd name="connsiteY4-30" fmla="*/ 0 h 800665"/>
                <a:gd name="connsiteX0-31" fmla="*/ 0 w 1366596"/>
                <a:gd name="connsiteY0-32" fmla="*/ 0 h 800665"/>
                <a:gd name="connsiteX1-33" fmla="*/ 1366596 w 1366596"/>
                <a:gd name="connsiteY1-34" fmla="*/ 625807 h 800665"/>
                <a:gd name="connsiteX2-35" fmla="*/ 892658 w 1366596"/>
                <a:gd name="connsiteY2-36" fmla="*/ 800665 h 800665"/>
                <a:gd name="connsiteX3-37" fmla="*/ 4601 w 1366596"/>
                <a:gd name="connsiteY3-38" fmla="*/ 427942 h 800665"/>
                <a:gd name="connsiteX4-39" fmla="*/ 0 w 1366596"/>
                <a:gd name="connsiteY4-40" fmla="*/ 0 h 800665"/>
                <a:gd name="connsiteX0-41" fmla="*/ 0 w 1366596"/>
                <a:gd name="connsiteY0-42" fmla="*/ 0 h 809868"/>
                <a:gd name="connsiteX1-43" fmla="*/ 1366596 w 1366596"/>
                <a:gd name="connsiteY1-44" fmla="*/ 625807 h 809868"/>
                <a:gd name="connsiteX2-45" fmla="*/ 865050 w 1366596"/>
                <a:gd name="connsiteY2-46" fmla="*/ 809868 h 809868"/>
                <a:gd name="connsiteX3-47" fmla="*/ 4601 w 1366596"/>
                <a:gd name="connsiteY3-48" fmla="*/ 427942 h 809868"/>
                <a:gd name="connsiteX4-49" fmla="*/ 0 w 1366596"/>
                <a:gd name="connsiteY4-50" fmla="*/ 0 h 8098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38" name="Freeform 937"/>
            <p:cNvSpPr/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-1" fmla="*/ 1329786 w 1348191"/>
                <a:gd name="connsiteY0-2" fmla="*/ 0 h 791462"/>
                <a:gd name="connsiteX1-3" fmla="*/ 1348191 w 1348191"/>
                <a:gd name="connsiteY1-4" fmla="*/ 381926 h 791462"/>
                <a:gd name="connsiteX2-5" fmla="*/ 487742 w 1348191"/>
                <a:gd name="connsiteY2-6" fmla="*/ 791462 h 791462"/>
                <a:gd name="connsiteX3-7" fmla="*/ 0 w 1348191"/>
                <a:gd name="connsiteY3-8" fmla="*/ 612002 h 791462"/>
                <a:gd name="connsiteX4-9" fmla="*/ 1329786 w 1348191"/>
                <a:gd name="connsiteY4-10" fmla="*/ 0 h 79146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cxnSp>
          <p:nvCxnSpPr>
            <p:cNvPr id="939" name="Straight Connector 938"/>
            <p:cNvCxnSpPr>
              <a:endCxn id="934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0" name="Straight Connector 939"/>
            <p:cNvCxnSpPr/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41" name="Group 347"/>
          <p:cNvGrpSpPr/>
          <p:nvPr/>
        </p:nvGrpSpPr>
        <p:grpSpPr bwMode="auto">
          <a:xfrm>
            <a:off x="7083692" y="3627282"/>
            <a:ext cx="416744" cy="205711"/>
            <a:chOff x="1871277" y="1576300"/>
            <a:chExt cx="1128371" cy="437861"/>
          </a:xfrm>
        </p:grpSpPr>
        <p:sp>
          <p:nvSpPr>
            <p:cNvPr id="942" name="Oval 941"/>
            <p:cNvSpPr/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943" name="Rectangle 942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44" name="Oval 943"/>
            <p:cNvSpPr/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945" name="Freeform 944"/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-1" fmla="*/ 1486231 w 2944854"/>
                <a:gd name="connsiteY0-2" fmla="*/ 727041 h 1316375"/>
                <a:gd name="connsiteX1-3" fmla="*/ 257675 w 2944854"/>
                <a:gd name="connsiteY1-4" fmla="*/ 1302232 h 1316375"/>
                <a:gd name="connsiteX2-5" fmla="*/ 0 w 2944854"/>
                <a:gd name="connsiteY2-6" fmla="*/ 1228607 h 1316375"/>
                <a:gd name="connsiteX3-7" fmla="*/ 911064 w 2944854"/>
                <a:gd name="connsiteY3-8" fmla="*/ 837478 h 1316375"/>
                <a:gd name="connsiteX4-9" fmla="*/ 883456 w 2944854"/>
                <a:gd name="connsiteY4-10" fmla="*/ 450949 h 1316375"/>
                <a:gd name="connsiteX5-11" fmla="*/ 161047 w 2944854"/>
                <a:gd name="connsiteY5-12" fmla="*/ 119640 h 1316375"/>
                <a:gd name="connsiteX6-13" fmla="*/ 404917 w 2944854"/>
                <a:gd name="connsiteY6-14" fmla="*/ 50617 h 1316375"/>
                <a:gd name="connsiteX7-15" fmla="*/ 1477028 w 2944854"/>
                <a:gd name="connsiteY7-16" fmla="*/ 501566 h 1316375"/>
                <a:gd name="connsiteX8-17" fmla="*/ 2572146 w 2944854"/>
                <a:gd name="connsiteY8-18" fmla="*/ 0 h 1316375"/>
                <a:gd name="connsiteX9-19" fmla="*/ 2875834 w 2944854"/>
                <a:gd name="connsiteY9-20" fmla="*/ 96632 h 1316375"/>
                <a:gd name="connsiteX10-21" fmla="*/ 2079803 w 2944854"/>
                <a:gd name="connsiteY10-22" fmla="*/ 432543 h 1316375"/>
                <a:gd name="connsiteX11-23" fmla="*/ 2240850 w 2944854"/>
                <a:gd name="connsiteY11-24" fmla="*/ 920305 h 1316375"/>
                <a:gd name="connsiteX12-25" fmla="*/ 2944854 w 2944854"/>
                <a:gd name="connsiteY12-26" fmla="*/ 1228607 h 1316375"/>
                <a:gd name="connsiteX13-27" fmla="*/ 2756623 w 2944854"/>
                <a:gd name="connsiteY13-28" fmla="*/ 1316375 h 1316375"/>
                <a:gd name="connsiteX14-29" fmla="*/ 1486231 w 2944854"/>
                <a:gd name="connsiteY14-30" fmla="*/ 727041 h 1316375"/>
                <a:gd name="connsiteX0-31" fmla="*/ 1486231 w 3024520"/>
                <a:gd name="connsiteY0-32" fmla="*/ 727041 h 1316375"/>
                <a:gd name="connsiteX1-33" fmla="*/ 257675 w 3024520"/>
                <a:gd name="connsiteY1-34" fmla="*/ 1302232 h 1316375"/>
                <a:gd name="connsiteX2-35" fmla="*/ 0 w 3024520"/>
                <a:gd name="connsiteY2-36" fmla="*/ 1228607 h 1316375"/>
                <a:gd name="connsiteX3-37" fmla="*/ 911064 w 3024520"/>
                <a:gd name="connsiteY3-38" fmla="*/ 837478 h 1316375"/>
                <a:gd name="connsiteX4-39" fmla="*/ 883456 w 3024520"/>
                <a:gd name="connsiteY4-40" fmla="*/ 450949 h 1316375"/>
                <a:gd name="connsiteX5-41" fmla="*/ 161047 w 3024520"/>
                <a:gd name="connsiteY5-42" fmla="*/ 119640 h 1316375"/>
                <a:gd name="connsiteX6-43" fmla="*/ 404917 w 3024520"/>
                <a:gd name="connsiteY6-44" fmla="*/ 50617 h 1316375"/>
                <a:gd name="connsiteX7-45" fmla="*/ 1477028 w 3024520"/>
                <a:gd name="connsiteY7-46" fmla="*/ 501566 h 1316375"/>
                <a:gd name="connsiteX8-47" fmla="*/ 2572146 w 3024520"/>
                <a:gd name="connsiteY8-48" fmla="*/ 0 h 1316375"/>
                <a:gd name="connsiteX9-49" fmla="*/ 2875834 w 3024520"/>
                <a:gd name="connsiteY9-50" fmla="*/ 96632 h 1316375"/>
                <a:gd name="connsiteX10-51" fmla="*/ 2079803 w 3024520"/>
                <a:gd name="connsiteY10-52" fmla="*/ 432543 h 1316375"/>
                <a:gd name="connsiteX11-53" fmla="*/ 2240850 w 3024520"/>
                <a:gd name="connsiteY11-54" fmla="*/ 920305 h 1316375"/>
                <a:gd name="connsiteX12-55" fmla="*/ 3024520 w 3024520"/>
                <a:gd name="connsiteY12-56" fmla="*/ 1228607 h 1316375"/>
                <a:gd name="connsiteX13-57" fmla="*/ 2756623 w 3024520"/>
                <a:gd name="connsiteY13-58" fmla="*/ 1316375 h 1316375"/>
                <a:gd name="connsiteX14-59" fmla="*/ 1486231 w 3024520"/>
                <a:gd name="connsiteY14-60" fmla="*/ 727041 h 1316375"/>
                <a:gd name="connsiteX0-61" fmla="*/ 1537780 w 3076069"/>
                <a:gd name="connsiteY0-62" fmla="*/ 727041 h 1316375"/>
                <a:gd name="connsiteX1-63" fmla="*/ 309224 w 3076069"/>
                <a:gd name="connsiteY1-64" fmla="*/ 1302232 h 1316375"/>
                <a:gd name="connsiteX2-65" fmla="*/ 0 w 3076069"/>
                <a:gd name="connsiteY2-66" fmla="*/ 1228607 h 1316375"/>
                <a:gd name="connsiteX3-67" fmla="*/ 962613 w 3076069"/>
                <a:gd name="connsiteY3-68" fmla="*/ 837478 h 1316375"/>
                <a:gd name="connsiteX4-69" fmla="*/ 935005 w 3076069"/>
                <a:gd name="connsiteY4-70" fmla="*/ 450949 h 1316375"/>
                <a:gd name="connsiteX5-71" fmla="*/ 212596 w 3076069"/>
                <a:gd name="connsiteY5-72" fmla="*/ 119640 h 1316375"/>
                <a:gd name="connsiteX6-73" fmla="*/ 456466 w 3076069"/>
                <a:gd name="connsiteY6-74" fmla="*/ 50617 h 1316375"/>
                <a:gd name="connsiteX7-75" fmla="*/ 1528577 w 3076069"/>
                <a:gd name="connsiteY7-76" fmla="*/ 501566 h 1316375"/>
                <a:gd name="connsiteX8-77" fmla="*/ 2623695 w 3076069"/>
                <a:gd name="connsiteY8-78" fmla="*/ 0 h 1316375"/>
                <a:gd name="connsiteX9-79" fmla="*/ 2927383 w 3076069"/>
                <a:gd name="connsiteY9-80" fmla="*/ 96632 h 1316375"/>
                <a:gd name="connsiteX10-81" fmla="*/ 2131352 w 3076069"/>
                <a:gd name="connsiteY10-82" fmla="*/ 432543 h 1316375"/>
                <a:gd name="connsiteX11-83" fmla="*/ 2292399 w 3076069"/>
                <a:gd name="connsiteY11-84" fmla="*/ 920305 h 1316375"/>
                <a:gd name="connsiteX12-85" fmla="*/ 3076069 w 3076069"/>
                <a:gd name="connsiteY12-86" fmla="*/ 1228607 h 1316375"/>
                <a:gd name="connsiteX13-87" fmla="*/ 2808172 w 3076069"/>
                <a:gd name="connsiteY13-88" fmla="*/ 1316375 h 1316375"/>
                <a:gd name="connsiteX14-89" fmla="*/ 1537780 w 3076069"/>
                <a:gd name="connsiteY14-90" fmla="*/ 727041 h 1316375"/>
                <a:gd name="connsiteX0-91" fmla="*/ 1537780 w 3076069"/>
                <a:gd name="connsiteY0-92" fmla="*/ 727041 h 1321259"/>
                <a:gd name="connsiteX1-93" fmla="*/ 313981 w 3076069"/>
                <a:gd name="connsiteY1-94" fmla="*/ 1321259 h 1321259"/>
                <a:gd name="connsiteX2-95" fmla="*/ 0 w 3076069"/>
                <a:gd name="connsiteY2-96" fmla="*/ 1228607 h 1321259"/>
                <a:gd name="connsiteX3-97" fmla="*/ 962613 w 3076069"/>
                <a:gd name="connsiteY3-98" fmla="*/ 837478 h 1321259"/>
                <a:gd name="connsiteX4-99" fmla="*/ 935005 w 3076069"/>
                <a:gd name="connsiteY4-100" fmla="*/ 450949 h 1321259"/>
                <a:gd name="connsiteX5-101" fmla="*/ 212596 w 3076069"/>
                <a:gd name="connsiteY5-102" fmla="*/ 119640 h 1321259"/>
                <a:gd name="connsiteX6-103" fmla="*/ 456466 w 3076069"/>
                <a:gd name="connsiteY6-104" fmla="*/ 50617 h 1321259"/>
                <a:gd name="connsiteX7-105" fmla="*/ 1528577 w 3076069"/>
                <a:gd name="connsiteY7-106" fmla="*/ 501566 h 1321259"/>
                <a:gd name="connsiteX8-107" fmla="*/ 2623695 w 3076069"/>
                <a:gd name="connsiteY8-108" fmla="*/ 0 h 1321259"/>
                <a:gd name="connsiteX9-109" fmla="*/ 2927383 w 3076069"/>
                <a:gd name="connsiteY9-110" fmla="*/ 96632 h 1321259"/>
                <a:gd name="connsiteX10-111" fmla="*/ 2131352 w 3076069"/>
                <a:gd name="connsiteY10-112" fmla="*/ 432543 h 1321259"/>
                <a:gd name="connsiteX11-113" fmla="*/ 2292399 w 3076069"/>
                <a:gd name="connsiteY11-114" fmla="*/ 920305 h 1321259"/>
                <a:gd name="connsiteX12-115" fmla="*/ 3076069 w 3076069"/>
                <a:gd name="connsiteY12-116" fmla="*/ 1228607 h 1321259"/>
                <a:gd name="connsiteX13-117" fmla="*/ 2808172 w 3076069"/>
                <a:gd name="connsiteY13-118" fmla="*/ 1316375 h 1321259"/>
                <a:gd name="connsiteX14-119" fmla="*/ 1537780 w 3076069"/>
                <a:gd name="connsiteY14-120" fmla="*/ 727041 h 1321259"/>
                <a:gd name="connsiteX0-121" fmla="*/ 1537780 w 3076069"/>
                <a:gd name="connsiteY0-122" fmla="*/ 750825 h 1321259"/>
                <a:gd name="connsiteX1-123" fmla="*/ 313981 w 3076069"/>
                <a:gd name="connsiteY1-124" fmla="*/ 1321259 h 1321259"/>
                <a:gd name="connsiteX2-125" fmla="*/ 0 w 3076069"/>
                <a:gd name="connsiteY2-126" fmla="*/ 1228607 h 1321259"/>
                <a:gd name="connsiteX3-127" fmla="*/ 962613 w 3076069"/>
                <a:gd name="connsiteY3-128" fmla="*/ 837478 h 1321259"/>
                <a:gd name="connsiteX4-129" fmla="*/ 935005 w 3076069"/>
                <a:gd name="connsiteY4-130" fmla="*/ 450949 h 1321259"/>
                <a:gd name="connsiteX5-131" fmla="*/ 212596 w 3076069"/>
                <a:gd name="connsiteY5-132" fmla="*/ 119640 h 1321259"/>
                <a:gd name="connsiteX6-133" fmla="*/ 456466 w 3076069"/>
                <a:gd name="connsiteY6-134" fmla="*/ 50617 h 1321259"/>
                <a:gd name="connsiteX7-135" fmla="*/ 1528577 w 3076069"/>
                <a:gd name="connsiteY7-136" fmla="*/ 501566 h 1321259"/>
                <a:gd name="connsiteX8-137" fmla="*/ 2623695 w 3076069"/>
                <a:gd name="connsiteY8-138" fmla="*/ 0 h 1321259"/>
                <a:gd name="connsiteX9-139" fmla="*/ 2927383 w 3076069"/>
                <a:gd name="connsiteY9-140" fmla="*/ 96632 h 1321259"/>
                <a:gd name="connsiteX10-141" fmla="*/ 2131352 w 3076069"/>
                <a:gd name="connsiteY10-142" fmla="*/ 432543 h 1321259"/>
                <a:gd name="connsiteX11-143" fmla="*/ 2292399 w 3076069"/>
                <a:gd name="connsiteY11-144" fmla="*/ 920305 h 1321259"/>
                <a:gd name="connsiteX12-145" fmla="*/ 3076069 w 3076069"/>
                <a:gd name="connsiteY12-146" fmla="*/ 1228607 h 1321259"/>
                <a:gd name="connsiteX13-147" fmla="*/ 2808172 w 3076069"/>
                <a:gd name="connsiteY13-148" fmla="*/ 1316375 h 1321259"/>
                <a:gd name="connsiteX14-149" fmla="*/ 1537780 w 3076069"/>
                <a:gd name="connsiteY14-150" fmla="*/ 750825 h 132125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46" name="Freeform 945"/>
            <p:cNvSpPr/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-1" fmla="*/ 0 w 3640627"/>
                <a:gd name="connsiteY0-2" fmla="*/ 242051 h 923747"/>
                <a:gd name="connsiteX1-3" fmla="*/ 655168 w 3640627"/>
                <a:gd name="connsiteY1-4" fmla="*/ 16495 h 923747"/>
                <a:gd name="connsiteX2-5" fmla="*/ 1809765 w 3640627"/>
                <a:gd name="connsiteY2-6" fmla="*/ 511360 h 923747"/>
                <a:gd name="connsiteX3-7" fmla="*/ 2964363 w 3640627"/>
                <a:gd name="connsiteY3-8" fmla="*/ 0 h 923747"/>
                <a:gd name="connsiteX4-9" fmla="*/ 3640627 w 3640627"/>
                <a:gd name="connsiteY4-10" fmla="*/ 197946 h 923747"/>
                <a:gd name="connsiteX5-11" fmla="*/ 3195282 w 3640627"/>
                <a:gd name="connsiteY5-12" fmla="*/ 461874 h 923747"/>
                <a:gd name="connsiteX6-13" fmla="*/ 2980857 w 3640627"/>
                <a:gd name="connsiteY6-14" fmla="*/ 379396 h 923747"/>
                <a:gd name="connsiteX7-15" fmla="*/ 1826259 w 3640627"/>
                <a:gd name="connsiteY7-16" fmla="*/ 923747 h 923747"/>
                <a:gd name="connsiteX8-17" fmla="*/ 671662 w 3640627"/>
                <a:gd name="connsiteY8-18" fmla="*/ 412387 h 923747"/>
                <a:gd name="connsiteX9-19" fmla="*/ 523214 w 3640627"/>
                <a:gd name="connsiteY9-20" fmla="*/ 478369 h 923747"/>
                <a:gd name="connsiteX10-21" fmla="*/ 0 w 3640627"/>
                <a:gd name="connsiteY10-22" fmla="*/ 242051 h 923747"/>
                <a:gd name="connsiteX0-23" fmla="*/ 0 w 3640627"/>
                <a:gd name="connsiteY0-24" fmla="*/ 242051 h 923747"/>
                <a:gd name="connsiteX1-25" fmla="*/ 655168 w 3640627"/>
                <a:gd name="connsiteY1-26" fmla="*/ 16495 h 923747"/>
                <a:gd name="connsiteX2-27" fmla="*/ 1809765 w 3640627"/>
                <a:gd name="connsiteY2-28" fmla="*/ 511360 h 923747"/>
                <a:gd name="connsiteX3-29" fmla="*/ 2964363 w 3640627"/>
                <a:gd name="connsiteY3-30" fmla="*/ 0 h 923747"/>
                <a:gd name="connsiteX4-31" fmla="*/ 3640627 w 3640627"/>
                <a:gd name="connsiteY4-32" fmla="*/ 197946 h 923747"/>
                <a:gd name="connsiteX5-33" fmla="*/ 3195282 w 3640627"/>
                <a:gd name="connsiteY5-34" fmla="*/ 461874 h 923747"/>
                <a:gd name="connsiteX6-35" fmla="*/ 2980857 w 3640627"/>
                <a:gd name="connsiteY6-36" fmla="*/ 379396 h 923747"/>
                <a:gd name="connsiteX7-37" fmla="*/ 1826259 w 3640627"/>
                <a:gd name="connsiteY7-38" fmla="*/ 923747 h 923747"/>
                <a:gd name="connsiteX8-39" fmla="*/ 671662 w 3640627"/>
                <a:gd name="connsiteY8-40" fmla="*/ 412387 h 923747"/>
                <a:gd name="connsiteX9-41" fmla="*/ 523214 w 3640627"/>
                <a:gd name="connsiteY9-42" fmla="*/ 482971 h 923747"/>
                <a:gd name="connsiteX10-43" fmla="*/ 0 w 3640627"/>
                <a:gd name="connsiteY10-44" fmla="*/ 242051 h 923747"/>
                <a:gd name="connsiteX0-45" fmla="*/ 0 w 3640627"/>
                <a:gd name="connsiteY0-46" fmla="*/ 242051 h 923747"/>
                <a:gd name="connsiteX1-47" fmla="*/ 655168 w 3640627"/>
                <a:gd name="connsiteY1-48" fmla="*/ 16495 h 923747"/>
                <a:gd name="connsiteX2-49" fmla="*/ 1809765 w 3640627"/>
                <a:gd name="connsiteY2-50" fmla="*/ 511360 h 923747"/>
                <a:gd name="connsiteX3-51" fmla="*/ 2964363 w 3640627"/>
                <a:gd name="connsiteY3-52" fmla="*/ 0 h 923747"/>
                <a:gd name="connsiteX4-53" fmla="*/ 3640627 w 3640627"/>
                <a:gd name="connsiteY4-54" fmla="*/ 197946 h 923747"/>
                <a:gd name="connsiteX5-55" fmla="*/ 3195282 w 3640627"/>
                <a:gd name="connsiteY5-56" fmla="*/ 461874 h 923747"/>
                <a:gd name="connsiteX6-57" fmla="*/ 2980857 w 3640627"/>
                <a:gd name="connsiteY6-58" fmla="*/ 379396 h 923747"/>
                <a:gd name="connsiteX7-59" fmla="*/ 1826259 w 3640627"/>
                <a:gd name="connsiteY7-60" fmla="*/ 923747 h 923747"/>
                <a:gd name="connsiteX8-61" fmla="*/ 690067 w 3640627"/>
                <a:gd name="connsiteY8-62" fmla="*/ 412387 h 923747"/>
                <a:gd name="connsiteX9-63" fmla="*/ 523214 w 3640627"/>
                <a:gd name="connsiteY9-64" fmla="*/ 482971 h 923747"/>
                <a:gd name="connsiteX10-65" fmla="*/ 0 w 3640627"/>
                <a:gd name="connsiteY10-66" fmla="*/ 242051 h 923747"/>
                <a:gd name="connsiteX0-67" fmla="*/ 0 w 3640627"/>
                <a:gd name="connsiteY0-68" fmla="*/ 242051 h 946755"/>
                <a:gd name="connsiteX1-69" fmla="*/ 655168 w 3640627"/>
                <a:gd name="connsiteY1-70" fmla="*/ 16495 h 946755"/>
                <a:gd name="connsiteX2-71" fmla="*/ 1809765 w 3640627"/>
                <a:gd name="connsiteY2-72" fmla="*/ 511360 h 946755"/>
                <a:gd name="connsiteX3-73" fmla="*/ 2964363 w 3640627"/>
                <a:gd name="connsiteY3-74" fmla="*/ 0 h 946755"/>
                <a:gd name="connsiteX4-75" fmla="*/ 3640627 w 3640627"/>
                <a:gd name="connsiteY4-76" fmla="*/ 197946 h 946755"/>
                <a:gd name="connsiteX5-77" fmla="*/ 3195282 w 3640627"/>
                <a:gd name="connsiteY5-78" fmla="*/ 461874 h 946755"/>
                <a:gd name="connsiteX6-79" fmla="*/ 2980857 w 3640627"/>
                <a:gd name="connsiteY6-80" fmla="*/ 379396 h 946755"/>
                <a:gd name="connsiteX7-81" fmla="*/ 1876873 w 3640627"/>
                <a:gd name="connsiteY7-82" fmla="*/ 946755 h 946755"/>
                <a:gd name="connsiteX8-83" fmla="*/ 690067 w 3640627"/>
                <a:gd name="connsiteY8-84" fmla="*/ 412387 h 946755"/>
                <a:gd name="connsiteX9-85" fmla="*/ 523214 w 3640627"/>
                <a:gd name="connsiteY9-86" fmla="*/ 482971 h 946755"/>
                <a:gd name="connsiteX10-87" fmla="*/ 0 w 3640627"/>
                <a:gd name="connsiteY10-88" fmla="*/ 242051 h 946755"/>
                <a:gd name="connsiteX0-89" fmla="*/ 0 w 3640627"/>
                <a:gd name="connsiteY0-90" fmla="*/ 242051 h 946755"/>
                <a:gd name="connsiteX1-91" fmla="*/ 655168 w 3640627"/>
                <a:gd name="connsiteY1-92" fmla="*/ 16495 h 946755"/>
                <a:gd name="connsiteX2-93" fmla="*/ 1855778 w 3640627"/>
                <a:gd name="connsiteY2-94" fmla="*/ 534367 h 946755"/>
                <a:gd name="connsiteX3-95" fmla="*/ 2964363 w 3640627"/>
                <a:gd name="connsiteY3-96" fmla="*/ 0 h 946755"/>
                <a:gd name="connsiteX4-97" fmla="*/ 3640627 w 3640627"/>
                <a:gd name="connsiteY4-98" fmla="*/ 197946 h 946755"/>
                <a:gd name="connsiteX5-99" fmla="*/ 3195282 w 3640627"/>
                <a:gd name="connsiteY5-100" fmla="*/ 461874 h 946755"/>
                <a:gd name="connsiteX6-101" fmla="*/ 2980857 w 3640627"/>
                <a:gd name="connsiteY6-102" fmla="*/ 379396 h 946755"/>
                <a:gd name="connsiteX7-103" fmla="*/ 1876873 w 3640627"/>
                <a:gd name="connsiteY7-104" fmla="*/ 946755 h 946755"/>
                <a:gd name="connsiteX8-105" fmla="*/ 690067 w 3640627"/>
                <a:gd name="connsiteY8-106" fmla="*/ 412387 h 946755"/>
                <a:gd name="connsiteX9-107" fmla="*/ 523214 w 3640627"/>
                <a:gd name="connsiteY9-108" fmla="*/ 482971 h 946755"/>
                <a:gd name="connsiteX10-109" fmla="*/ 0 w 3640627"/>
                <a:gd name="connsiteY10-110" fmla="*/ 242051 h 946755"/>
                <a:gd name="connsiteX0-111" fmla="*/ 0 w 3640627"/>
                <a:gd name="connsiteY0-112" fmla="*/ 242051 h 946755"/>
                <a:gd name="connsiteX1-113" fmla="*/ 655168 w 3640627"/>
                <a:gd name="connsiteY1-114" fmla="*/ 16495 h 946755"/>
                <a:gd name="connsiteX2-115" fmla="*/ 1855778 w 3640627"/>
                <a:gd name="connsiteY2-116" fmla="*/ 534367 h 946755"/>
                <a:gd name="connsiteX3-117" fmla="*/ 2964363 w 3640627"/>
                <a:gd name="connsiteY3-118" fmla="*/ 0 h 946755"/>
                <a:gd name="connsiteX4-119" fmla="*/ 3640627 w 3640627"/>
                <a:gd name="connsiteY4-120" fmla="*/ 197946 h 946755"/>
                <a:gd name="connsiteX5-121" fmla="*/ 3195282 w 3640627"/>
                <a:gd name="connsiteY5-122" fmla="*/ 461874 h 946755"/>
                <a:gd name="connsiteX6-123" fmla="*/ 3008465 w 3640627"/>
                <a:gd name="connsiteY6-124" fmla="*/ 402404 h 946755"/>
                <a:gd name="connsiteX7-125" fmla="*/ 1876873 w 3640627"/>
                <a:gd name="connsiteY7-126" fmla="*/ 946755 h 946755"/>
                <a:gd name="connsiteX8-127" fmla="*/ 690067 w 3640627"/>
                <a:gd name="connsiteY8-128" fmla="*/ 412387 h 946755"/>
                <a:gd name="connsiteX9-129" fmla="*/ 523214 w 3640627"/>
                <a:gd name="connsiteY9-130" fmla="*/ 482971 h 946755"/>
                <a:gd name="connsiteX10-131" fmla="*/ 0 w 3640627"/>
                <a:gd name="connsiteY10-132" fmla="*/ 242051 h 946755"/>
                <a:gd name="connsiteX0-133" fmla="*/ 0 w 3723451"/>
                <a:gd name="connsiteY0-134" fmla="*/ 242051 h 946755"/>
                <a:gd name="connsiteX1-135" fmla="*/ 655168 w 3723451"/>
                <a:gd name="connsiteY1-136" fmla="*/ 16495 h 946755"/>
                <a:gd name="connsiteX2-137" fmla="*/ 1855778 w 3723451"/>
                <a:gd name="connsiteY2-138" fmla="*/ 534367 h 946755"/>
                <a:gd name="connsiteX3-139" fmla="*/ 2964363 w 3723451"/>
                <a:gd name="connsiteY3-140" fmla="*/ 0 h 946755"/>
                <a:gd name="connsiteX4-141" fmla="*/ 3723451 w 3723451"/>
                <a:gd name="connsiteY4-142" fmla="*/ 220954 h 946755"/>
                <a:gd name="connsiteX5-143" fmla="*/ 3195282 w 3723451"/>
                <a:gd name="connsiteY5-144" fmla="*/ 461874 h 946755"/>
                <a:gd name="connsiteX6-145" fmla="*/ 3008465 w 3723451"/>
                <a:gd name="connsiteY6-146" fmla="*/ 402404 h 946755"/>
                <a:gd name="connsiteX7-147" fmla="*/ 1876873 w 3723451"/>
                <a:gd name="connsiteY7-148" fmla="*/ 946755 h 946755"/>
                <a:gd name="connsiteX8-149" fmla="*/ 690067 w 3723451"/>
                <a:gd name="connsiteY8-150" fmla="*/ 412387 h 946755"/>
                <a:gd name="connsiteX9-151" fmla="*/ 523214 w 3723451"/>
                <a:gd name="connsiteY9-152" fmla="*/ 482971 h 946755"/>
                <a:gd name="connsiteX10-153" fmla="*/ 0 w 3723451"/>
                <a:gd name="connsiteY10-154" fmla="*/ 242051 h 946755"/>
                <a:gd name="connsiteX0-155" fmla="*/ 0 w 3723451"/>
                <a:gd name="connsiteY0-156" fmla="*/ 228246 h 932950"/>
                <a:gd name="connsiteX1-157" fmla="*/ 655168 w 3723451"/>
                <a:gd name="connsiteY1-158" fmla="*/ 2690 h 932950"/>
                <a:gd name="connsiteX2-159" fmla="*/ 1855778 w 3723451"/>
                <a:gd name="connsiteY2-160" fmla="*/ 520562 h 932950"/>
                <a:gd name="connsiteX3-161" fmla="*/ 3001174 w 3723451"/>
                <a:gd name="connsiteY3-162" fmla="*/ 0 h 932950"/>
                <a:gd name="connsiteX4-163" fmla="*/ 3723451 w 3723451"/>
                <a:gd name="connsiteY4-164" fmla="*/ 207149 h 932950"/>
                <a:gd name="connsiteX5-165" fmla="*/ 3195282 w 3723451"/>
                <a:gd name="connsiteY5-166" fmla="*/ 448069 h 932950"/>
                <a:gd name="connsiteX6-167" fmla="*/ 3008465 w 3723451"/>
                <a:gd name="connsiteY6-168" fmla="*/ 388599 h 932950"/>
                <a:gd name="connsiteX7-169" fmla="*/ 1876873 w 3723451"/>
                <a:gd name="connsiteY7-170" fmla="*/ 932950 h 932950"/>
                <a:gd name="connsiteX8-171" fmla="*/ 690067 w 3723451"/>
                <a:gd name="connsiteY8-172" fmla="*/ 398582 h 932950"/>
                <a:gd name="connsiteX9-173" fmla="*/ 523214 w 3723451"/>
                <a:gd name="connsiteY9-174" fmla="*/ 469166 h 932950"/>
                <a:gd name="connsiteX10-175" fmla="*/ 0 w 3723451"/>
                <a:gd name="connsiteY10-176" fmla="*/ 228246 h 932950"/>
                <a:gd name="connsiteX0-177" fmla="*/ 0 w 3723451"/>
                <a:gd name="connsiteY0-178" fmla="*/ 228246 h 932950"/>
                <a:gd name="connsiteX1-179" fmla="*/ 655168 w 3723451"/>
                <a:gd name="connsiteY1-180" fmla="*/ 2690 h 932950"/>
                <a:gd name="connsiteX2-181" fmla="*/ 1855778 w 3723451"/>
                <a:gd name="connsiteY2-182" fmla="*/ 520562 h 932950"/>
                <a:gd name="connsiteX3-183" fmla="*/ 3001174 w 3723451"/>
                <a:gd name="connsiteY3-184" fmla="*/ 0 h 932950"/>
                <a:gd name="connsiteX4-185" fmla="*/ 3723451 w 3723451"/>
                <a:gd name="connsiteY4-186" fmla="*/ 207149 h 932950"/>
                <a:gd name="connsiteX5-187" fmla="*/ 3195282 w 3723451"/>
                <a:gd name="connsiteY5-188" fmla="*/ 448069 h 932950"/>
                <a:gd name="connsiteX6-189" fmla="*/ 3013067 w 3723451"/>
                <a:gd name="connsiteY6-190" fmla="*/ 393200 h 932950"/>
                <a:gd name="connsiteX7-191" fmla="*/ 1876873 w 3723451"/>
                <a:gd name="connsiteY7-192" fmla="*/ 932950 h 932950"/>
                <a:gd name="connsiteX8-193" fmla="*/ 690067 w 3723451"/>
                <a:gd name="connsiteY8-194" fmla="*/ 398582 h 932950"/>
                <a:gd name="connsiteX9-195" fmla="*/ 523214 w 3723451"/>
                <a:gd name="connsiteY9-196" fmla="*/ 469166 h 932950"/>
                <a:gd name="connsiteX10-197" fmla="*/ 0 w 3723451"/>
                <a:gd name="connsiteY10-198" fmla="*/ 228246 h 932950"/>
                <a:gd name="connsiteX0-199" fmla="*/ 0 w 3723451"/>
                <a:gd name="connsiteY0-200" fmla="*/ 228246 h 932950"/>
                <a:gd name="connsiteX1-201" fmla="*/ 655168 w 3723451"/>
                <a:gd name="connsiteY1-202" fmla="*/ 2690 h 932950"/>
                <a:gd name="connsiteX2-203" fmla="*/ 1855778 w 3723451"/>
                <a:gd name="connsiteY2-204" fmla="*/ 520562 h 932950"/>
                <a:gd name="connsiteX3-205" fmla="*/ 3001174 w 3723451"/>
                <a:gd name="connsiteY3-206" fmla="*/ 0 h 932950"/>
                <a:gd name="connsiteX4-207" fmla="*/ 3723451 w 3723451"/>
                <a:gd name="connsiteY4-208" fmla="*/ 207149 h 932950"/>
                <a:gd name="connsiteX5-209" fmla="*/ 3186079 w 3723451"/>
                <a:gd name="connsiteY5-210" fmla="*/ 461874 h 932950"/>
                <a:gd name="connsiteX6-211" fmla="*/ 3013067 w 3723451"/>
                <a:gd name="connsiteY6-212" fmla="*/ 393200 h 932950"/>
                <a:gd name="connsiteX7-213" fmla="*/ 1876873 w 3723451"/>
                <a:gd name="connsiteY7-214" fmla="*/ 932950 h 932950"/>
                <a:gd name="connsiteX8-215" fmla="*/ 690067 w 3723451"/>
                <a:gd name="connsiteY8-216" fmla="*/ 398582 h 932950"/>
                <a:gd name="connsiteX9-217" fmla="*/ 523214 w 3723451"/>
                <a:gd name="connsiteY9-218" fmla="*/ 469166 h 932950"/>
                <a:gd name="connsiteX10-219" fmla="*/ 0 w 3723451"/>
                <a:gd name="connsiteY10-220" fmla="*/ 228246 h 932950"/>
                <a:gd name="connsiteX0-221" fmla="*/ 0 w 3723451"/>
                <a:gd name="connsiteY0-222" fmla="*/ 228246 h 932950"/>
                <a:gd name="connsiteX1-223" fmla="*/ 655168 w 3723451"/>
                <a:gd name="connsiteY1-224" fmla="*/ 2690 h 932950"/>
                <a:gd name="connsiteX2-225" fmla="*/ 1855778 w 3723451"/>
                <a:gd name="connsiteY2-226" fmla="*/ 520562 h 932950"/>
                <a:gd name="connsiteX3-227" fmla="*/ 3001174 w 3723451"/>
                <a:gd name="connsiteY3-228" fmla="*/ 0 h 932950"/>
                <a:gd name="connsiteX4-229" fmla="*/ 3723451 w 3723451"/>
                <a:gd name="connsiteY4-230" fmla="*/ 207149 h 932950"/>
                <a:gd name="connsiteX5-231" fmla="*/ 3186079 w 3723451"/>
                <a:gd name="connsiteY5-232" fmla="*/ 461874 h 932950"/>
                <a:gd name="connsiteX6-233" fmla="*/ 3013067 w 3723451"/>
                <a:gd name="connsiteY6-234" fmla="*/ 393200 h 932950"/>
                <a:gd name="connsiteX7-235" fmla="*/ 1876873 w 3723451"/>
                <a:gd name="connsiteY7-236" fmla="*/ 932950 h 932950"/>
                <a:gd name="connsiteX8-237" fmla="*/ 711613 w 3723451"/>
                <a:gd name="connsiteY8-238" fmla="*/ 413055 h 932950"/>
                <a:gd name="connsiteX9-239" fmla="*/ 523214 w 3723451"/>
                <a:gd name="connsiteY9-240" fmla="*/ 469166 h 932950"/>
                <a:gd name="connsiteX10-241" fmla="*/ 0 w 3723451"/>
                <a:gd name="connsiteY10-242" fmla="*/ 228246 h 93295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47" name="Freeform 946"/>
            <p:cNvSpPr/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-1" fmla="*/ 4602 w 1371198"/>
                <a:gd name="connsiteY0-2" fmla="*/ 0 h 800665"/>
                <a:gd name="connsiteX1-3" fmla="*/ 1371198 w 1371198"/>
                <a:gd name="connsiteY1-4" fmla="*/ 625807 h 800665"/>
                <a:gd name="connsiteX2-5" fmla="*/ 897260 w 1371198"/>
                <a:gd name="connsiteY2-6" fmla="*/ 800665 h 800665"/>
                <a:gd name="connsiteX3-7" fmla="*/ 0 w 1371198"/>
                <a:gd name="connsiteY3-8" fmla="*/ 404934 h 800665"/>
                <a:gd name="connsiteX4-9" fmla="*/ 4602 w 1371198"/>
                <a:gd name="connsiteY4-10" fmla="*/ 0 h 800665"/>
                <a:gd name="connsiteX0-11" fmla="*/ 0 w 1366596"/>
                <a:gd name="connsiteY0-12" fmla="*/ 0 h 800665"/>
                <a:gd name="connsiteX1-13" fmla="*/ 1366596 w 1366596"/>
                <a:gd name="connsiteY1-14" fmla="*/ 625807 h 800665"/>
                <a:gd name="connsiteX2-15" fmla="*/ 892658 w 1366596"/>
                <a:gd name="connsiteY2-16" fmla="*/ 800665 h 800665"/>
                <a:gd name="connsiteX3-17" fmla="*/ 4601 w 1366596"/>
                <a:gd name="connsiteY3-18" fmla="*/ 427942 h 800665"/>
                <a:gd name="connsiteX4-19" fmla="*/ 0 w 1366596"/>
                <a:gd name="connsiteY4-20" fmla="*/ 0 h 800665"/>
                <a:gd name="connsiteX0-21" fmla="*/ 0 w 1366596"/>
                <a:gd name="connsiteY0-22" fmla="*/ 0 h 800665"/>
                <a:gd name="connsiteX1-23" fmla="*/ 1366596 w 1366596"/>
                <a:gd name="connsiteY1-24" fmla="*/ 625807 h 800665"/>
                <a:gd name="connsiteX2-25" fmla="*/ 892658 w 1366596"/>
                <a:gd name="connsiteY2-26" fmla="*/ 800665 h 800665"/>
                <a:gd name="connsiteX3-27" fmla="*/ 4601 w 1366596"/>
                <a:gd name="connsiteY3-28" fmla="*/ 427942 h 800665"/>
                <a:gd name="connsiteX4-29" fmla="*/ 0 w 1366596"/>
                <a:gd name="connsiteY4-30" fmla="*/ 0 h 800665"/>
                <a:gd name="connsiteX0-31" fmla="*/ 0 w 1366596"/>
                <a:gd name="connsiteY0-32" fmla="*/ 0 h 800665"/>
                <a:gd name="connsiteX1-33" fmla="*/ 1366596 w 1366596"/>
                <a:gd name="connsiteY1-34" fmla="*/ 625807 h 800665"/>
                <a:gd name="connsiteX2-35" fmla="*/ 892658 w 1366596"/>
                <a:gd name="connsiteY2-36" fmla="*/ 800665 h 800665"/>
                <a:gd name="connsiteX3-37" fmla="*/ 4601 w 1366596"/>
                <a:gd name="connsiteY3-38" fmla="*/ 427942 h 800665"/>
                <a:gd name="connsiteX4-39" fmla="*/ 0 w 1366596"/>
                <a:gd name="connsiteY4-40" fmla="*/ 0 h 800665"/>
                <a:gd name="connsiteX0-41" fmla="*/ 0 w 1366596"/>
                <a:gd name="connsiteY0-42" fmla="*/ 0 h 809868"/>
                <a:gd name="connsiteX1-43" fmla="*/ 1366596 w 1366596"/>
                <a:gd name="connsiteY1-44" fmla="*/ 625807 h 809868"/>
                <a:gd name="connsiteX2-45" fmla="*/ 865050 w 1366596"/>
                <a:gd name="connsiteY2-46" fmla="*/ 809868 h 809868"/>
                <a:gd name="connsiteX3-47" fmla="*/ 4601 w 1366596"/>
                <a:gd name="connsiteY3-48" fmla="*/ 427942 h 809868"/>
                <a:gd name="connsiteX4-49" fmla="*/ 0 w 1366596"/>
                <a:gd name="connsiteY4-50" fmla="*/ 0 h 8098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48" name="Freeform 947"/>
            <p:cNvSpPr/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-1" fmla="*/ 1329786 w 1348191"/>
                <a:gd name="connsiteY0-2" fmla="*/ 0 h 791462"/>
                <a:gd name="connsiteX1-3" fmla="*/ 1348191 w 1348191"/>
                <a:gd name="connsiteY1-4" fmla="*/ 381926 h 791462"/>
                <a:gd name="connsiteX2-5" fmla="*/ 487742 w 1348191"/>
                <a:gd name="connsiteY2-6" fmla="*/ 791462 h 791462"/>
                <a:gd name="connsiteX3-7" fmla="*/ 0 w 1348191"/>
                <a:gd name="connsiteY3-8" fmla="*/ 612002 h 791462"/>
                <a:gd name="connsiteX4-9" fmla="*/ 1329786 w 1348191"/>
                <a:gd name="connsiteY4-10" fmla="*/ 0 h 79146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cxnSp>
          <p:nvCxnSpPr>
            <p:cNvPr id="949" name="Straight Connector 948"/>
            <p:cNvCxnSpPr>
              <a:endCxn id="944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0" name="Straight Connector 949"/>
            <p:cNvCxnSpPr/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51" name="Group 347"/>
          <p:cNvGrpSpPr/>
          <p:nvPr/>
        </p:nvGrpSpPr>
        <p:grpSpPr bwMode="auto">
          <a:xfrm>
            <a:off x="7424812" y="3896990"/>
            <a:ext cx="416744" cy="205711"/>
            <a:chOff x="1871277" y="1576300"/>
            <a:chExt cx="1128371" cy="437861"/>
          </a:xfrm>
        </p:grpSpPr>
        <p:sp>
          <p:nvSpPr>
            <p:cNvPr id="952" name="Oval 951"/>
            <p:cNvSpPr/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953" name="Rectangle 952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54" name="Oval 953"/>
            <p:cNvSpPr/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955" name="Freeform 954"/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-1" fmla="*/ 1486231 w 2944854"/>
                <a:gd name="connsiteY0-2" fmla="*/ 727041 h 1316375"/>
                <a:gd name="connsiteX1-3" fmla="*/ 257675 w 2944854"/>
                <a:gd name="connsiteY1-4" fmla="*/ 1302232 h 1316375"/>
                <a:gd name="connsiteX2-5" fmla="*/ 0 w 2944854"/>
                <a:gd name="connsiteY2-6" fmla="*/ 1228607 h 1316375"/>
                <a:gd name="connsiteX3-7" fmla="*/ 911064 w 2944854"/>
                <a:gd name="connsiteY3-8" fmla="*/ 837478 h 1316375"/>
                <a:gd name="connsiteX4-9" fmla="*/ 883456 w 2944854"/>
                <a:gd name="connsiteY4-10" fmla="*/ 450949 h 1316375"/>
                <a:gd name="connsiteX5-11" fmla="*/ 161047 w 2944854"/>
                <a:gd name="connsiteY5-12" fmla="*/ 119640 h 1316375"/>
                <a:gd name="connsiteX6-13" fmla="*/ 404917 w 2944854"/>
                <a:gd name="connsiteY6-14" fmla="*/ 50617 h 1316375"/>
                <a:gd name="connsiteX7-15" fmla="*/ 1477028 w 2944854"/>
                <a:gd name="connsiteY7-16" fmla="*/ 501566 h 1316375"/>
                <a:gd name="connsiteX8-17" fmla="*/ 2572146 w 2944854"/>
                <a:gd name="connsiteY8-18" fmla="*/ 0 h 1316375"/>
                <a:gd name="connsiteX9-19" fmla="*/ 2875834 w 2944854"/>
                <a:gd name="connsiteY9-20" fmla="*/ 96632 h 1316375"/>
                <a:gd name="connsiteX10-21" fmla="*/ 2079803 w 2944854"/>
                <a:gd name="connsiteY10-22" fmla="*/ 432543 h 1316375"/>
                <a:gd name="connsiteX11-23" fmla="*/ 2240850 w 2944854"/>
                <a:gd name="connsiteY11-24" fmla="*/ 920305 h 1316375"/>
                <a:gd name="connsiteX12-25" fmla="*/ 2944854 w 2944854"/>
                <a:gd name="connsiteY12-26" fmla="*/ 1228607 h 1316375"/>
                <a:gd name="connsiteX13-27" fmla="*/ 2756623 w 2944854"/>
                <a:gd name="connsiteY13-28" fmla="*/ 1316375 h 1316375"/>
                <a:gd name="connsiteX14-29" fmla="*/ 1486231 w 2944854"/>
                <a:gd name="connsiteY14-30" fmla="*/ 727041 h 1316375"/>
                <a:gd name="connsiteX0-31" fmla="*/ 1486231 w 3024520"/>
                <a:gd name="connsiteY0-32" fmla="*/ 727041 h 1316375"/>
                <a:gd name="connsiteX1-33" fmla="*/ 257675 w 3024520"/>
                <a:gd name="connsiteY1-34" fmla="*/ 1302232 h 1316375"/>
                <a:gd name="connsiteX2-35" fmla="*/ 0 w 3024520"/>
                <a:gd name="connsiteY2-36" fmla="*/ 1228607 h 1316375"/>
                <a:gd name="connsiteX3-37" fmla="*/ 911064 w 3024520"/>
                <a:gd name="connsiteY3-38" fmla="*/ 837478 h 1316375"/>
                <a:gd name="connsiteX4-39" fmla="*/ 883456 w 3024520"/>
                <a:gd name="connsiteY4-40" fmla="*/ 450949 h 1316375"/>
                <a:gd name="connsiteX5-41" fmla="*/ 161047 w 3024520"/>
                <a:gd name="connsiteY5-42" fmla="*/ 119640 h 1316375"/>
                <a:gd name="connsiteX6-43" fmla="*/ 404917 w 3024520"/>
                <a:gd name="connsiteY6-44" fmla="*/ 50617 h 1316375"/>
                <a:gd name="connsiteX7-45" fmla="*/ 1477028 w 3024520"/>
                <a:gd name="connsiteY7-46" fmla="*/ 501566 h 1316375"/>
                <a:gd name="connsiteX8-47" fmla="*/ 2572146 w 3024520"/>
                <a:gd name="connsiteY8-48" fmla="*/ 0 h 1316375"/>
                <a:gd name="connsiteX9-49" fmla="*/ 2875834 w 3024520"/>
                <a:gd name="connsiteY9-50" fmla="*/ 96632 h 1316375"/>
                <a:gd name="connsiteX10-51" fmla="*/ 2079803 w 3024520"/>
                <a:gd name="connsiteY10-52" fmla="*/ 432543 h 1316375"/>
                <a:gd name="connsiteX11-53" fmla="*/ 2240850 w 3024520"/>
                <a:gd name="connsiteY11-54" fmla="*/ 920305 h 1316375"/>
                <a:gd name="connsiteX12-55" fmla="*/ 3024520 w 3024520"/>
                <a:gd name="connsiteY12-56" fmla="*/ 1228607 h 1316375"/>
                <a:gd name="connsiteX13-57" fmla="*/ 2756623 w 3024520"/>
                <a:gd name="connsiteY13-58" fmla="*/ 1316375 h 1316375"/>
                <a:gd name="connsiteX14-59" fmla="*/ 1486231 w 3024520"/>
                <a:gd name="connsiteY14-60" fmla="*/ 727041 h 1316375"/>
                <a:gd name="connsiteX0-61" fmla="*/ 1537780 w 3076069"/>
                <a:gd name="connsiteY0-62" fmla="*/ 727041 h 1316375"/>
                <a:gd name="connsiteX1-63" fmla="*/ 309224 w 3076069"/>
                <a:gd name="connsiteY1-64" fmla="*/ 1302232 h 1316375"/>
                <a:gd name="connsiteX2-65" fmla="*/ 0 w 3076069"/>
                <a:gd name="connsiteY2-66" fmla="*/ 1228607 h 1316375"/>
                <a:gd name="connsiteX3-67" fmla="*/ 962613 w 3076069"/>
                <a:gd name="connsiteY3-68" fmla="*/ 837478 h 1316375"/>
                <a:gd name="connsiteX4-69" fmla="*/ 935005 w 3076069"/>
                <a:gd name="connsiteY4-70" fmla="*/ 450949 h 1316375"/>
                <a:gd name="connsiteX5-71" fmla="*/ 212596 w 3076069"/>
                <a:gd name="connsiteY5-72" fmla="*/ 119640 h 1316375"/>
                <a:gd name="connsiteX6-73" fmla="*/ 456466 w 3076069"/>
                <a:gd name="connsiteY6-74" fmla="*/ 50617 h 1316375"/>
                <a:gd name="connsiteX7-75" fmla="*/ 1528577 w 3076069"/>
                <a:gd name="connsiteY7-76" fmla="*/ 501566 h 1316375"/>
                <a:gd name="connsiteX8-77" fmla="*/ 2623695 w 3076069"/>
                <a:gd name="connsiteY8-78" fmla="*/ 0 h 1316375"/>
                <a:gd name="connsiteX9-79" fmla="*/ 2927383 w 3076069"/>
                <a:gd name="connsiteY9-80" fmla="*/ 96632 h 1316375"/>
                <a:gd name="connsiteX10-81" fmla="*/ 2131352 w 3076069"/>
                <a:gd name="connsiteY10-82" fmla="*/ 432543 h 1316375"/>
                <a:gd name="connsiteX11-83" fmla="*/ 2292399 w 3076069"/>
                <a:gd name="connsiteY11-84" fmla="*/ 920305 h 1316375"/>
                <a:gd name="connsiteX12-85" fmla="*/ 3076069 w 3076069"/>
                <a:gd name="connsiteY12-86" fmla="*/ 1228607 h 1316375"/>
                <a:gd name="connsiteX13-87" fmla="*/ 2808172 w 3076069"/>
                <a:gd name="connsiteY13-88" fmla="*/ 1316375 h 1316375"/>
                <a:gd name="connsiteX14-89" fmla="*/ 1537780 w 3076069"/>
                <a:gd name="connsiteY14-90" fmla="*/ 727041 h 1316375"/>
                <a:gd name="connsiteX0-91" fmla="*/ 1537780 w 3076069"/>
                <a:gd name="connsiteY0-92" fmla="*/ 727041 h 1321259"/>
                <a:gd name="connsiteX1-93" fmla="*/ 313981 w 3076069"/>
                <a:gd name="connsiteY1-94" fmla="*/ 1321259 h 1321259"/>
                <a:gd name="connsiteX2-95" fmla="*/ 0 w 3076069"/>
                <a:gd name="connsiteY2-96" fmla="*/ 1228607 h 1321259"/>
                <a:gd name="connsiteX3-97" fmla="*/ 962613 w 3076069"/>
                <a:gd name="connsiteY3-98" fmla="*/ 837478 h 1321259"/>
                <a:gd name="connsiteX4-99" fmla="*/ 935005 w 3076069"/>
                <a:gd name="connsiteY4-100" fmla="*/ 450949 h 1321259"/>
                <a:gd name="connsiteX5-101" fmla="*/ 212596 w 3076069"/>
                <a:gd name="connsiteY5-102" fmla="*/ 119640 h 1321259"/>
                <a:gd name="connsiteX6-103" fmla="*/ 456466 w 3076069"/>
                <a:gd name="connsiteY6-104" fmla="*/ 50617 h 1321259"/>
                <a:gd name="connsiteX7-105" fmla="*/ 1528577 w 3076069"/>
                <a:gd name="connsiteY7-106" fmla="*/ 501566 h 1321259"/>
                <a:gd name="connsiteX8-107" fmla="*/ 2623695 w 3076069"/>
                <a:gd name="connsiteY8-108" fmla="*/ 0 h 1321259"/>
                <a:gd name="connsiteX9-109" fmla="*/ 2927383 w 3076069"/>
                <a:gd name="connsiteY9-110" fmla="*/ 96632 h 1321259"/>
                <a:gd name="connsiteX10-111" fmla="*/ 2131352 w 3076069"/>
                <a:gd name="connsiteY10-112" fmla="*/ 432543 h 1321259"/>
                <a:gd name="connsiteX11-113" fmla="*/ 2292399 w 3076069"/>
                <a:gd name="connsiteY11-114" fmla="*/ 920305 h 1321259"/>
                <a:gd name="connsiteX12-115" fmla="*/ 3076069 w 3076069"/>
                <a:gd name="connsiteY12-116" fmla="*/ 1228607 h 1321259"/>
                <a:gd name="connsiteX13-117" fmla="*/ 2808172 w 3076069"/>
                <a:gd name="connsiteY13-118" fmla="*/ 1316375 h 1321259"/>
                <a:gd name="connsiteX14-119" fmla="*/ 1537780 w 3076069"/>
                <a:gd name="connsiteY14-120" fmla="*/ 727041 h 1321259"/>
                <a:gd name="connsiteX0-121" fmla="*/ 1537780 w 3076069"/>
                <a:gd name="connsiteY0-122" fmla="*/ 750825 h 1321259"/>
                <a:gd name="connsiteX1-123" fmla="*/ 313981 w 3076069"/>
                <a:gd name="connsiteY1-124" fmla="*/ 1321259 h 1321259"/>
                <a:gd name="connsiteX2-125" fmla="*/ 0 w 3076069"/>
                <a:gd name="connsiteY2-126" fmla="*/ 1228607 h 1321259"/>
                <a:gd name="connsiteX3-127" fmla="*/ 962613 w 3076069"/>
                <a:gd name="connsiteY3-128" fmla="*/ 837478 h 1321259"/>
                <a:gd name="connsiteX4-129" fmla="*/ 935005 w 3076069"/>
                <a:gd name="connsiteY4-130" fmla="*/ 450949 h 1321259"/>
                <a:gd name="connsiteX5-131" fmla="*/ 212596 w 3076069"/>
                <a:gd name="connsiteY5-132" fmla="*/ 119640 h 1321259"/>
                <a:gd name="connsiteX6-133" fmla="*/ 456466 w 3076069"/>
                <a:gd name="connsiteY6-134" fmla="*/ 50617 h 1321259"/>
                <a:gd name="connsiteX7-135" fmla="*/ 1528577 w 3076069"/>
                <a:gd name="connsiteY7-136" fmla="*/ 501566 h 1321259"/>
                <a:gd name="connsiteX8-137" fmla="*/ 2623695 w 3076069"/>
                <a:gd name="connsiteY8-138" fmla="*/ 0 h 1321259"/>
                <a:gd name="connsiteX9-139" fmla="*/ 2927383 w 3076069"/>
                <a:gd name="connsiteY9-140" fmla="*/ 96632 h 1321259"/>
                <a:gd name="connsiteX10-141" fmla="*/ 2131352 w 3076069"/>
                <a:gd name="connsiteY10-142" fmla="*/ 432543 h 1321259"/>
                <a:gd name="connsiteX11-143" fmla="*/ 2292399 w 3076069"/>
                <a:gd name="connsiteY11-144" fmla="*/ 920305 h 1321259"/>
                <a:gd name="connsiteX12-145" fmla="*/ 3076069 w 3076069"/>
                <a:gd name="connsiteY12-146" fmla="*/ 1228607 h 1321259"/>
                <a:gd name="connsiteX13-147" fmla="*/ 2808172 w 3076069"/>
                <a:gd name="connsiteY13-148" fmla="*/ 1316375 h 1321259"/>
                <a:gd name="connsiteX14-149" fmla="*/ 1537780 w 3076069"/>
                <a:gd name="connsiteY14-150" fmla="*/ 750825 h 132125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56" name="Freeform 955"/>
            <p:cNvSpPr/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-1" fmla="*/ 0 w 3640627"/>
                <a:gd name="connsiteY0-2" fmla="*/ 242051 h 923747"/>
                <a:gd name="connsiteX1-3" fmla="*/ 655168 w 3640627"/>
                <a:gd name="connsiteY1-4" fmla="*/ 16495 h 923747"/>
                <a:gd name="connsiteX2-5" fmla="*/ 1809765 w 3640627"/>
                <a:gd name="connsiteY2-6" fmla="*/ 511360 h 923747"/>
                <a:gd name="connsiteX3-7" fmla="*/ 2964363 w 3640627"/>
                <a:gd name="connsiteY3-8" fmla="*/ 0 h 923747"/>
                <a:gd name="connsiteX4-9" fmla="*/ 3640627 w 3640627"/>
                <a:gd name="connsiteY4-10" fmla="*/ 197946 h 923747"/>
                <a:gd name="connsiteX5-11" fmla="*/ 3195282 w 3640627"/>
                <a:gd name="connsiteY5-12" fmla="*/ 461874 h 923747"/>
                <a:gd name="connsiteX6-13" fmla="*/ 2980857 w 3640627"/>
                <a:gd name="connsiteY6-14" fmla="*/ 379396 h 923747"/>
                <a:gd name="connsiteX7-15" fmla="*/ 1826259 w 3640627"/>
                <a:gd name="connsiteY7-16" fmla="*/ 923747 h 923747"/>
                <a:gd name="connsiteX8-17" fmla="*/ 671662 w 3640627"/>
                <a:gd name="connsiteY8-18" fmla="*/ 412387 h 923747"/>
                <a:gd name="connsiteX9-19" fmla="*/ 523214 w 3640627"/>
                <a:gd name="connsiteY9-20" fmla="*/ 478369 h 923747"/>
                <a:gd name="connsiteX10-21" fmla="*/ 0 w 3640627"/>
                <a:gd name="connsiteY10-22" fmla="*/ 242051 h 923747"/>
                <a:gd name="connsiteX0-23" fmla="*/ 0 w 3640627"/>
                <a:gd name="connsiteY0-24" fmla="*/ 242051 h 923747"/>
                <a:gd name="connsiteX1-25" fmla="*/ 655168 w 3640627"/>
                <a:gd name="connsiteY1-26" fmla="*/ 16495 h 923747"/>
                <a:gd name="connsiteX2-27" fmla="*/ 1809765 w 3640627"/>
                <a:gd name="connsiteY2-28" fmla="*/ 511360 h 923747"/>
                <a:gd name="connsiteX3-29" fmla="*/ 2964363 w 3640627"/>
                <a:gd name="connsiteY3-30" fmla="*/ 0 h 923747"/>
                <a:gd name="connsiteX4-31" fmla="*/ 3640627 w 3640627"/>
                <a:gd name="connsiteY4-32" fmla="*/ 197946 h 923747"/>
                <a:gd name="connsiteX5-33" fmla="*/ 3195282 w 3640627"/>
                <a:gd name="connsiteY5-34" fmla="*/ 461874 h 923747"/>
                <a:gd name="connsiteX6-35" fmla="*/ 2980857 w 3640627"/>
                <a:gd name="connsiteY6-36" fmla="*/ 379396 h 923747"/>
                <a:gd name="connsiteX7-37" fmla="*/ 1826259 w 3640627"/>
                <a:gd name="connsiteY7-38" fmla="*/ 923747 h 923747"/>
                <a:gd name="connsiteX8-39" fmla="*/ 671662 w 3640627"/>
                <a:gd name="connsiteY8-40" fmla="*/ 412387 h 923747"/>
                <a:gd name="connsiteX9-41" fmla="*/ 523214 w 3640627"/>
                <a:gd name="connsiteY9-42" fmla="*/ 482971 h 923747"/>
                <a:gd name="connsiteX10-43" fmla="*/ 0 w 3640627"/>
                <a:gd name="connsiteY10-44" fmla="*/ 242051 h 923747"/>
                <a:gd name="connsiteX0-45" fmla="*/ 0 w 3640627"/>
                <a:gd name="connsiteY0-46" fmla="*/ 242051 h 923747"/>
                <a:gd name="connsiteX1-47" fmla="*/ 655168 w 3640627"/>
                <a:gd name="connsiteY1-48" fmla="*/ 16495 h 923747"/>
                <a:gd name="connsiteX2-49" fmla="*/ 1809765 w 3640627"/>
                <a:gd name="connsiteY2-50" fmla="*/ 511360 h 923747"/>
                <a:gd name="connsiteX3-51" fmla="*/ 2964363 w 3640627"/>
                <a:gd name="connsiteY3-52" fmla="*/ 0 h 923747"/>
                <a:gd name="connsiteX4-53" fmla="*/ 3640627 w 3640627"/>
                <a:gd name="connsiteY4-54" fmla="*/ 197946 h 923747"/>
                <a:gd name="connsiteX5-55" fmla="*/ 3195282 w 3640627"/>
                <a:gd name="connsiteY5-56" fmla="*/ 461874 h 923747"/>
                <a:gd name="connsiteX6-57" fmla="*/ 2980857 w 3640627"/>
                <a:gd name="connsiteY6-58" fmla="*/ 379396 h 923747"/>
                <a:gd name="connsiteX7-59" fmla="*/ 1826259 w 3640627"/>
                <a:gd name="connsiteY7-60" fmla="*/ 923747 h 923747"/>
                <a:gd name="connsiteX8-61" fmla="*/ 690067 w 3640627"/>
                <a:gd name="connsiteY8-62" fmla="*/ 412387 h 923747"/>
                <a:gd name="connsiteX9-63" fmla="*/ 523214 w 3640627"/>
                <a:gd name="connsiteY9-64" fmla="*/ 482971 h 923747"/>
                <a:gd name="connsiteX10-65" fmla="*/ 0 w 3640627"/>
                <a:gd name="connsiteY10-66" fmla="*/ 242051 h 923747"/>
                <a:gd name="connsiteX0-67" fmla="*/ 0 w 3640627"/>
                <a:gd name="connsiteY0-68" fmla="*/ 242051 h 946755"/>
                <a:gd name="connsiteX1-69" fmla="*/ 655168 w 3640627"/>
                <a:gd name="connsiteY1-70" fmla="*/ 16495 h 946755"/>
                <a:gd name="connsiteX2-71" fmla="*/ 1809765 w 3640627"/>
                <a:gd name="connsiteY2-72" fmla="*/ 511360 h 946755"/>
                <a:gd name="connsiteX3-73" fmla="*/ 2964363 w 3640627"/>
                <a:gd name="connsiteY3-74" fmla="*/ 0 h 946755"/>
                <a:gd name="connsiteX4-75" fmla="*/ 3640627 w 3640627"/>
                <a:gd name="connsiteY4-76" fmla="*/ 197946 h 946755"/>
                <a:gd name="connsiteX5-77" fmla="*/ 3195282 w 3640627"/>
                <a:gd name="connsiteY5-78" fmla="*/ 461874 h 946755"/>
                <a:gd name="connsiteX6-79" fmla="*/ 2980857 w 3640627"/>
                <a:gd name="connsiteY6-80" fmla="*/ 379396 h 946755"/>
                <a:gd name="connsiteX7-81" fmla="*/ 1876873 w 3640627"/>
                <a:gd name="connsiteY7-82" fmla="*/ 946755 h 946755"/>
                <a:gd name="connsiteX8-83" fmla="*/ 690067 w 3640627"/>
                <a:gd name="connsiteY8-84" fmla="*/ 412387 h 946755"/>
                <a:gd name="connsiteX9-85" fmla="*/ 523214 w 3640627"/>
                <a:gd name="connsiteY9-86" fmla="*/ 482971 h 946755"/>
                <a:gd name="connsiteX10-87" fmla="*/ 0 w 3640627"/>
                <a:gd name="connsiteY10-88" fmla="*/ 242051 h 946755"/>
                <a:gd name="connsiteX0-89" fmla="*/ 0 w 3640627"/>
                <a:gd name="connsiteY0-90" fmla="*/ 242051 h 946755"/>
                <a:gd name="connsiteX1-91" fmla="*/ 655168 w 3640627"/>
                <a:gd name="connsiteY1-92" fmla="*/ 16495 h 946755"/>
                <a:gd name="connsiteX2-93" fmla="*/ 1855778 w 3640627"/>
                <a:gd name="connsiteY2-94" fmla="*/ 534367 h 946755"/>
                <a:gd name="connsiteX3-95" fmla="*/ 2964363 w 3640627"/>
                <a:gd name="connsiteY3-96" fmla="*/ 0 h 946755"/>
                <a:gd name="connsiteX4-97" fmla="*/ 3640627 w 3640627"/>
                <a:gd name="connsiteY4-98" fmla="*/ 197946 h 946755"/>
                <a:gd name="connsiteX5-99" fmla="*/ 3195282 w 3640627"/>
                <a:gd name="connsiteY5-100" fmla="*/ 461874 h 946755"/>
                <a:gd name="connsiteX6-101" fmla="*/ 2980857 w 3640627"/>
                <a:gd name="connsiteY6-102" fmla="*/ 379396 h 946755"/>
                <a:gd name="connsiteX7-103" fmla="*/ 1876873 w 3640627"/>
                <a:gd name="connsiteY7-104" fmla="*/ 946755 h 946755"/>
                <a:gd name="connsiteX8-105" fmla="*/ 690067 w 3640627"/>
                <a:gd name="connsiteY8-106" fmla="*/ 412387 h 946755"/>
                <a:gd name="connsiteX9-107" fmla="*/ 523214 w 3640627"/>
                <a:gd name="connsiteY9-108" fmla="*/ 482971 h 946755"/>
                <a:gd name="connsiteX10-109" fmla="*/ 0 w 3640627"/>
                <a:gd name="connsiteY10-110" fmla="*/ 242051 h 946755"/>
                <a:gd name="connsiteX0-111" fmla="*/ 0 w 3640627"/>
                <a:gd name="connsiteY0-112" fmla="*/ 242051 h 946755"/>
                <a:gd name="connsiteX1-113" fmla="*/ 655168 w 3640627"/>
                <a:gd name="connsiteY1-114" fmla="*/ 16495 h 946755"/>
                <a:gd name="connsiteX2-115" fmla="*/ 1855778 w 3640627"/>
                <a:gd name="connsiteY2-116" fmla="*/ 534367 h 946755"/>
                <a:gd name="connsiteX3-117" fmla="*/ 2964363 w 3640627"/>
                <a:gd name="connsiteY3-118" fmla="*/ 0 h 946755"/>
                <a:gd name="connsiteX4-119" fmla="*/ 3640627 w 3640627"/>
                <a:gd name="connsiteY4-120" fmla="*/ 197946 h 946755"/>
                <a:gd name="connsiteX5-121" fmla="*/ 3195282 w 3640627"/>
                <a:gd name="connsiteY5-122" fmla="*/ 461874 h 946755"/>
                <a:gd name="connsiteX6-123" fmla="*/ 3008465 w 3640627"/>
                <a:gd name="connsiteY6-124" fmla="*/ 402404 h 946755"/>
                <a:gd name="connsiteX7-125" fmla="*/ 1876873 w 3640627"/>
                <a:gd name="connsiteY7-126" fmla="*/ 946755 h 946755"/>
                <a:gd name="connsiteX8-127" fmla="*/ 690067 w 3640627"/>
                <a:gd name="connsiteY8-128" fmla="*/ 412387 h 946755"/>
                <a:gd name="connsiteX9-129" fmla="*/ 523214 w 3640627"/>
                <a:gd name="connsiteY9-130" fmla="*/ 482971 h 946755"/>
                <a:gd name="connsiteX10-131" fmla="*/ 0 w 3640627"/>
                <a:gd name="connsiteY10-132" fmla="*/ 242051 h 946755"/>
                <a:gd name="connsiteX0-133" fmla="*/ 0 w 3723451"/>
                <a:gd name="connsiteY0-134" fmla="*/ 242051 h 946755"/>
                <a:gd name="connsiteX1-135" fmla="*/ 655168 w 3723451"/>
                <a:gd name="connsiteY1-136" fmla="*/ 16495 h 946755"/>
                <a:gd name="connsiteX2-137" fmla="*/ 1855778 w 3723451"/>
                <a:gd name="connsiteY2-138" fmla="*/ 534367 h 946755"/>
                <a:gd name="connsiteX3-139" fmla="*/ 2964363 w 3723451"/>
                <a:gd name="connsiteY3-140" fmla="*/ 0 h 946755"/>
                <a:gd name="connsiteX4-141" fmla="*/ 3723451 w 3723451"/>
                <a:gd name="connsiteY4-142" fmla="*/ 220954 h 946755"/>
                <a:gd name="connsiteX5-143" fmla="*/ 3195282 w 3723451"/>
                <a:gd name="connsiteY5-144" fmla="*/ 461874 h 946755"/>
                <a:gd name="connsiteX6-145" fmla="*/ 3008465 w 3723451"/>
                <a:gd name="connsiteY6-146" fmla="*/ 402404 h 946755"/>
                <a:gd name="connsiteX7-147" fmla="*/ 1876873 w 3723451"/>
                <a:gd name="connsiteY7-148" fmla="*/ 946755 h 946755"/>
                <a:gd name="connsiteX8-149" fmla="*/ 690067 w 3723451"/>
                <a:gd name="connsiteY8-150" fmla="*/ 412387 h 946755"/>
                <a:gd name="connsiteX9-151" fmla="*/ 523214 w 3723451"/>
                <a:gd name="connsiteY9-152" fmla="*/ 482971 h 946755"/>
                <a:gd name="connsiteX10-153" fmla="*/ 0 w 3723451"/>
                <a:gd name="connsiteY10-154" fmla="*/ 242051 h 946755"/>
                <a:gd name="connsiteX0-155" fmla="*/ 0 w 3723451"/>
                <a:gd name="connsiteY0-156" fmla="*/ 228246 h 932950"/>
                <a:gd name="connsiteX1-157" fmla="*/ 655168 w 3723451"/>
                <a:gd name="connsiteY1-158" fmla="*/ 2690 h 932950"/>
                <a:gd name="connsiteX2-159" fmla="*/ 1855778 w 3723451"/>
                <a:gd name="connsiteY2-160" fmla="*/ 520562 h 932950"/>
                <a:gd name="connsiteX3-161" fmla="*/ 3001174 w 3723451"/>
                <a:gd name="connsiteY3-162" fmla="*/ 0 h 932950"/>
                <a:gd name="connsiteX4-163" fmla="*/ 3723451 w 3723451"/>
                <a:gd name="connsiteY4-164" fmla="*/ 207149 h 932950"/>
                <a:gd name="connsiteX5-165" fmla="*/ 3195282 w 3723451"/>
                <a:gd name="connsiteY5-166" fmla="*/ 448069 h 932950"/>
                <a:gd name="connsiteX6-167" fmla="*/ 3008465 w 3723451"/>
                <a:gd name="connsiteY6-168" fmla="*/ 388599 h 932950"/>
                <a:gd name="connsiteX7-169" fmla="*/ 1876873 w 3723451"/>
                <a:gd name="connsiteY7-170" fmla="*/ 932950 h 932950"/>
                <a:gd name="connsiteX8-171" fmla="*/ 690067 w 3723451"/>
                <a:gd name="connsiteY8-172" fmla="*/ 398582 h 932950"/>
                <a:gd name="connsiteX9-173" fmla="*/ 523214 w 3723451"/>
                <a:gd name="connsiteY9-174" fmla="*/ 469166 h 932950"/>
                <a:gd name="connsiteX10-175" fmla="*/ 0 w 3723451"/>
                <a:gd name="connsiteY10-176" fmla="*/ 228246 h 932950"/>
                <a:gd name="connsiteX0-177" fmla="*/ 0 w 3723451"/>
                <a:gd name="connsiteY0-178" fmla="*/ 228246 h 932950"/>
                <a:gd name="connsiteX1-179" fmla="*/ 655168 w 3723451"/>
                <a:gd name="connsiteY1-180" fmla="*/ 2690 h 932950"/>
                <a:gd name="connsiteX2-181" fmla="*/ 1855778 w 3723451"/>
                <a:gd name="connsiteY2-182" fmla="*/ 520562 h 932950"/>
                <a:gd name="connsiteX3-183" fmla="*/ 3001174 w 3723451"/>
                <a:gd name="connsiteY3-184" fmla="*/ 0 h 932950"/>
                <a:gd name="connsiteX4-185" fmla="*/ 3723451 w 3723451"/>
                <a:gd name="connsiteY4-186" fmla="*/ 207149 h 932950"/>
                <a:gd name="connsiteX5-187" fmla="*/ 3195282 w 3723451"/>
                <a:gd name="connsiteY5-188" fmla="*/ 448069 h 932950"/>
                <a:gd name="connsiteX6-189" fmla="*/ 3013067 w 3723451"/>
                <a:gd name="connsiteY6-190" fmla="*/ 393200 h 932950"/>
                <a:gd name="connsiteX7-191" fmla="*/ 1876873 w 3723451"/>
                <a:gd name="connsiteY7-192" fmla="*/ 932950 h 932950"/>
                <a:gd name="connsiteX8-193" fmla="*/ 690067 w 3723451"/>
                <a:gd name="connsiteY8-194" fmla="*/ 398582 h 932950"/>
                <a:gd name="connsiteX9-195" fmla="*/ 523214 w 3723451"/>
                <a:gd name="connsiteY9-196" fmla="*/ 469166 h 932950"/>
                <a:gd name="connsiteX10-197" fmla="*/ 0 w 3723451"/>
                <a:gd name="connsiteY10-198" fmla="*/ 228246 h 932950"/>
                <a:gd name="connsiteX0-199" fmla="*/ 0 w 3723451"/>
                <a:gd name="connsiteY0-200" fmla="*/ 228246 h 932950"/>
                <a:gd name="connsiteX1-201" fmla="*/ 655168 w 3723451"/>
                <a:gd name="connsiteY1-202" fmla="*/ 2690 h 932950"/>
                <a:gd name="connsiteX2-203" fmla="*/ 1855778 w 3723451"/>
                <a:gd name="connsiteY2-204" fmla="*/ 520562 h 932950"/>
                <a:gd name="connsiteX3-205" fmla="*/ 3001174 w 3723451"/>
                <a:gd name="connsiteY3-206" fmla="*/ 0 h 932950"/>
                <a:gd name="connsiteX4-207" fmla="*/ 3723451 w 3723451"/>
                <a:gd name="connsiteY4-208" fmla="*/ 207149 h 932950"/>
                <a:gd name="connsiteX5-209" fmla="*/ 3186079 w 3723451"/>
                <a:gd name="connsiteY5-210" fmla="*/ 461874 h 932950"/>
                <a:gd name="connsiteX6-211" fmla="*/ 3013067 w 3723451"/>
                <a:gd name="connsiteY6-212" fmla="*/ 393200 h 932950"/>
                <a:gd name="connsiteX7-213" fmla="*/ 1876873 w 3723451"/>
                <a:gd name="connsiteY7-214" fmla="*/ 932950 h 932950"/>
                <a:gd name="connsiteX8-215" fmla="*/ 690067 w 3723451"/>
                <a:gd name="connsiteY8-216" fmla="*/ 398582 h 932950"/>
                <a:gd name="connsiteX9-217" fmla="*/ 523214 w 3723451"/>
                <a:gd name="connsiteY9-218" fmla="*/ 469166 h 932950"/>
                <a:gd name="connsiteX10-219" fmla="*/ 0 w 3723451"/>
                <a:gd name="connsiteY10-220" fmla="*/ 228246 h 932950"/>
                <a:gd name="connsiteX0-221" fmla="*/ 0 w 3723451"/>
                <a:gd name="connsiteY0-222" fmla="*/ 228246 h 932950"/>
                <a:gd name="connsiteX1-223" fmla="*/ 655168 w 3723451"/>
                <a:gd name="connsiteY1-224" fmla="*/ 2690 h 932950"/>
                <a:gd name="connsiteX2-225" fmla="*/ 1855778 w 3723451"/>
                <a:gd name="connsiteY2-226" fmla="*/ 520562 h 932950"/>
                <a:gd name="connsiteX3-227" fmla="*/ 3001174 w 3723451"/>
                <a:gd name="connsiteY3-228" fmla="*/ 0 h 932950"/>
                <a:gd name="connsiteX4-229" fmla="*/ 3723451 w 3723451"/>
                <a:gd name="connsiteY4-230" fmla="*/ 207149 h 932950"/>
                <a:gd name="connsiteX5-231" fmla="*/ 3186079 w 3723451"/>
                <a:gd name="connsiteY5-232" fmla="*/ 461874 h 932950"/>
                <a:gd name="connsiteX6-233" fmla="*/ 3013067 w 3723451"/>
                <a:gd name="connsiteY6-234" fmla="*/ 393200 h 932950"/>
                <a:gd name="connsiteX7-235" fmla="*/ 1876873 w 3723451"/>
                <a:gd name="connsiteY7-236" fmla="*/ 932950 h 932950"/>
                <a:gd name="connsiteX8-237" fmla="*/ 711613 w 3723451"/>
                <a:gd name="connsiteY8-238" fmla="*/ 413055 h 932950"/>
                <a:gd name="connsiteX9-239" fmla="*/ 523214 w 3723451"/>
                <a:gd name="connsiteY9-240" fmla="*/ 469166 h 932950"/>
                <a:gd name="connsiteX10-241" fmla="*/ 0 w 3723451"/>
                <a:gd name="connsiteY10-242" fmla="*/ 228246 h 93295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57" name="Freeform 956"/>
            <p:cNvSpPr/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-1" fmla="*/ 4602 w 1371198"/>
                <a:gd name="connsiteY0-2" fmla="*/ 0 h 800665"/>
                <a:gd name="connsiteX1-3" fmla="*/ 1371198 w 1371198"/>
                <a:gd name="connsiteY1-4" fmla="*/ 625807 h 800665"/>
                <a:gd name="connsiteX2-5" fmla="*/ 897260 w 1371198"/>
                <a:gd name="connsiteY2-6" fmla="*/ 800665 h 800665"/>
                <a:gd name="connsiteX3-7" fmla="*/ 0 w 1371198"/>
                <a:gd name="connsiteY3-8" fmla="*/ 404934 h 800665"/>
                <a:gd name="connsiteX4-9" fmla="*/ 4602 w 1371198"/>
                <a:gd name="connsiteY4-10" fmla="*/ 0 h 800665"/>
                <a:gd name="connsiteX0-11" fmla="*/ 0 w 1366596"/>
                <a:gd name="connsiteY0-12" fmla="*/ 0 h 800665"/>
                <a:gd name="connsiteX1-13" fmla="*/ 1366596 w 1366596"/>
                <a:gd name="connsiteY1-14" fmla="*/ 625807 h 800665"/>
                <a:gd name="connsiteX2-15" fmla="*/ 892658 w 1366596"/>
                <a:gd name="connsiteY2-16" fmla="*/ 800665 h 800665"/>
                <a:gd name="connsiteX3-17" fmla="*/ 4601 w 1366596"/>
                <a:gd name="connsiteY3-18" fmla="*/ 427942 h 800665"/>
                <a:gd name="connsiteX4-19" fmla="*/ 0 w 1366596"/>
                <a:gd name="connsiteY4-20" fmla="*/ 0 h 800665"/>
                <a:gd name="connsiteX0-21" fmla="*/ 0 w 1366596"/>
                <a:gd name="connsiteY0-22" fmla="*/ 0 h 800665"/>
                <a:gd name="connsiteX1-23" fmla="*/ 1366596 w 1366596"/>
                <a:gd name="connsiteY1-24" fmla="*/ 625807 h 800665"/>
                <a:gd name="connsiteX2-25" fmla="*/ 892658 w 1366596"/>
                <a:gd name="connsiteY2-26" fmla="*/ 800665 h 800665"/>
                <a:gd name="connsiteX3-27" fmla="*/ 4601 w 1366596"/>
                <a:gd name="connsiteY3-28" fmla="*/ 427942 h 800665"/>
                <a:gd name="connsiteX4-29" fmla="*/ 0 w 1366596"/>
                <a:gd name="connsiteY4-30" fmla="*/ 0 h 800665"/>
                <a:gd name="connsiteX0-31" fmla="*/ 0 w 1366596"/>
                <a:gd name="connsiteY0-32" fmla="*/ 0 h 800665"/>
                <a:gd name="connsiteX1-33" fmla="*/ 1366596 w 1366596"/>
                <a:gd name="connsiteY1-34" fmla="*/ 625807 h 800665"/>
                <a:gd name="connsiteX2-35" fmla="*/ 892658 w 1366596"/>
                <a:gd name="connsiteY2-36" fmla="*/ 800665 h 800665"/>
                <a:gd name="connsiteX3-37" fmla="*/ 4601 w 1366596"/>
                <a:gd name="connsiteY3-38" fmla="*/ 427942 h 800665"/>
                <a:gd name="connsiteX4-39" fmla="*/ 0 w 1366596"/>
                <a:gd name="connsiteY4-40" fmla="*/ 0 h 800665"/>
                <a:gd name="connsiteX0-41" fmla="*/ 0 w 1366596"/>
                <a:gd name="connsiteY0-42" fmla="*/ 0 h 809868"/>
                <a:gd name="connsiteX1-43" fmla="*/ 1366596 w 1366596"/>
                <a:gd name="connsiteY1-44" fmla="*/ 625807 h 809868"/>
                <a:gd name="connsiteX2-45" fmla="*/ 865050 w 1366596"/>
                <a:gd name="connsiteY2-46" fmla="*/ 809868 h 809868"/>
                <a:gd name="connsiteX3-47" fmla="*/ 4601 w 1366596"/>
                <a:gd name="connsiteY3-48" fmla="*/ 427942 h 809868"/>
                <a:gd name="connsiteX4-49" fmla="*/ 0 w 1366596"/>
                <a:gd name="connsiteY4-50" fmla="*/ 0 h 8098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58" name="Freeform 957"/>
            <p:cNvSpPr/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-1" fmla="*/ 1329786 w 1348191"/>
                <a:gd name="connsiteY0-2" fmla="*/ 0 h 791462"/>
                <a:gd name="connsiteX1-3" fmla="*/ 1348191 w 1348191"/>
                <a:gd name="connsiteY1-4" fmla="*/ 381926 h 791462"/>
                <a:gd name="connsiteX2-5" fmla="*/ 487742 w 1348191"/>
                <a:gd name="connsiteY2-6" fmla="*/ 791462 h 791462"/>
                <a:gd name="connsiteX3-7" fmla="*/ 0 w 1348191"/>
                <a:gd name="connsiteY3-8" fmla="*/ 612002 h 791462"/>
                <a:gd name="connsiteX4-9" fmla="*/ 1329786 w 1348191"/>
                <a:gd name="connsiteY4-10" fmla="*/ 0 h 79146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cxnSp>
          <p:nvCxnSpPr>
            <p:cNvPr id="959" name="Straight Connector 958"/>
            <p:cNvCxnSpPr>
              <a:endCxn id="954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0" name="Straight Connector 959"/>
            <p:cNvCxnSpPr/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61" name="Group 347"/>
          <p:cNvGrpSpPr/>
          <p:nvPr/>
        </p:nvGrpSpPr>
        <p:grpSpPr bwMode="auto">
          <a:xfrm>
            <a:off x="7740429" y="3636266"/>
            <a:ext cx="416744" cy="205711"/>
            <a:chOff x="1871277" y="1576300"/>
            <a:chExt cx="1128371" cy="437861"/>
          </a:xfrm>
        </p:grpSpPr>
        <p:sp>
          <p:nvSpPr>
            <p:cNvPr id="962" name="Oval 961"/>
            <p:cNvSpPr/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963" name="Rectangle 962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64" name="Oval 963"/>
            <p:cNvSpPr/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965" name="Freeform 964"/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-1" fmla="*/ 1486231 w 2944854"/>
                <a:gd name="connsiteY0-2" fmla="*/ 727041 h 1316375"/>
                <a:gd name="connsiteX1-3" fmla="*/ 257675 w 2944854"/>
                <a:gd name="connsiteY1-4" fmla="*/ 1302232 h 1316375"/>
                <a:gd name="connsiteX2-5" fmla="*/ 0 w 2944854"/>
                <a:gd name="connsiteY2-6" fmla="*/ 1228607 h 1316375"/>
                <a:gd name="connsiteX3-7" fmla="*/ 911064 w 2944854"/>
                <a:gd name="connsiteY3-8" fmla="*/ 837478 h 1316375"/>
                <a:gd name="connsiteX4-9" fmla="*/ 883456 w 2944854"/>
                <a:gd name="connsiteY4-10" fmla="*/ 450949 h 1316375"/>
                <a:gd name="connsiteX5-11" fmla="*/ 161047 w 2944854"/>
                <a:gd name="connsiteY5-12" fmla="*/ 119640 h 1316375"/>
                <a:gd name="connsiteX6-13" fmla="*/ 404917 w 2944854"/>
                <a:gd name="connsiteY6-14" fmla="*/ 50617 h 1316375"/>
                <a:gd name="connsiteX7-15" fmla="*/ 1477028 w 2944854"/>
                <a:gd name="connsiteY7-16" fmla="*/ 501566 h 1316375"/>
                <a:gd name="connsiteX8-17" fmla="*/ 2572146 w 2944854"/>
                <a:gd name="connsiteY8-18" fmla="*/ 0 h 1316375"/>
                <a:gd name="connsiteX9-19" fmla="*/ 2875834 w 2944854"/>
                <a:gd name="connsiteY9-20" fmla="*/ 96632 h 1316375"/>
                <a:gd name="connsiteX10-21" fmla="*/ 2079803 w 2944854"/>
                <a:gd name="connsiteY10-22" fmla="*/ 432543 h 1316375"/>
                <a:gd name="connsiteX11-23" fmla="*/ 2240850 w 2944854"/>
                <a:gd name="connsiteY11-24" fmla="*/ 920305 h 1316375"/>
                <a:gd name="connsiteX12-25" fmla="*/ 2944854 w 2944854"/>
                <a:gd name="connsiteY12-26" fmla="*/ 1228607 h 1316375"/>
                <a:gd name="connsiteX13-27" fmla="*/ 2756623 w 2944854"/>
                <a:gd name="connsiteY13-28" fmla="*/ 1316375 h 1316375"/>
                <a:gd name="connsiteX14-29" fmla="*/ 1486231 w 2944854"/>
                <a:gd name="connsiteY14-30" fmla="*/ 727041 h 1316375"/>
                <a:gd name="connsiteX0-31" fmla="*/ 1486231 w 3024520"/>
                <a:gd name="connsiteY0-32" fmla="*/ 727041 h 1316375"/>
                <a:gd name="connsiteX1-33" fmla="*/ 257675 w 3024520"/>
                <a:gd name="connsiteY1-34" fmla="*/ 1302232 h 1316375"/>
                <a:gd name="connsiteX2-35" fmla="*/ 0 w 3024520"/>
                <a:gd name="connsiteY2-36" fmla="*/ 1228607 h 1316375"/>
                <a:gd name="connsiteX3-37" fmla="*/ 911064 w 3024520"/>
                <a:gd name="connsiteY3-38" fmla="*/ 837478 h 1316375"/>
                <a:gd name="connsiteX4-39" fmla="*/ 883456 w 3024520"/>
                <a:gd name="connsiteY4-40" fmla="*/ 450949 h 1316375"/>
                <a:gd name="connsiteX5-41" fmla="*/ 161047 w 3024520"/>
                <a:gd name="connsiteY5-42" fmla="*/ 119640 h 1316375"/>
                <a:gd name="connsiteX6-43" fmla="*/ 404917 w 3024520"/>
                <a:gd name="connsiteY6-44" fmla="*/ 50617 h 1316375"/>
                <a:gd name="connsiteX7-45" fmla="*/ 1477028 w 3024520"/>
                <a:gd name="connsiteY7-46" fmla="*/ 501566 h 1316375"/>
                <a:gd name="connsiteX8-47" fmla="*/ 2572146 w 3024520"/>
                <a:gd name="connsiteY8-48" fmla="*/ 0 h 1316375"/>
                <a:gd name="connsiteX9-49" fmla="*/ 2875834 w 3024520"/>
                <a:gd name="connsiteY9-50" fmla="*/ 96632 h 1316375"/>
                <a:gd name="connsiteX10-51" fmla="*/ 2079803 w 3024520"/>
                <a:gd name="connsiteY10-52" fmla="*/ 432543 h 1316375"/>
                <a:gd name="connsiteX11-53" fmla="*/ 2240850 w 3024520"/>
                <a:gd name="connsiteY11-54" fmla="*/ 920305 h 1316375"/>
                <a:gd name="connsiteX12-55" fmla="*/ 3024520 w 3024520"/>
                <a:gd name="connsiteY12-56" fmla="*/ 1228607 h 1316375"/>
                <a:gd name="connsiteX13-57" fmla="*/ 2756623 w 3024520"/>
                <a:gd name="connsiteY13-58" fmla="*/ 1316375 h 1316375"/>
                <a:gd name="connsiteX14-59" fmla="*/ 1486231 w 3024520"/>
                <a:gd name="connsiteY14-60" fmla="*/ 727041 h 1316375"/>
                <a:gd name="connsiteX0-61" fmla="*/ 1537780 w 3076069"/>
                <a:gd name="connsiteY0-62" fmla="*/ 727041 h 1316375"/>
                <a:gd name="connsiteX1-63" fmla="*/ 309224 w 3076069"/>
                <a:gd name="connsiteY1-64" fmla="*/ 1302232 h 1316375"/>
                <a:gd name="connsiteX2-65" fmla="*/ 0 w 3076069"/>
                <a:gd name="connsiteY2-66" fmla="*/ 1228607 h 1316375"/>
                <a:gd name="connsiteX3-67" fmla="*/ 962613 w 3076069"/>
                <a:gd name="connsiteY3-68" fmla="*/ 837478 h 1316375"/>
                <a:gd name="connsiteX4-69" fmla="*/ 935005 w 3076069"/>
                <a:gd name="connsiteY4-70" fmla="*/ 450949 h 1316375"/>
                <a:gd name="connsiteX5-71" fmla="*/ 212596 w 3076069"/>
                <a:gd name="connsiteY5-72" fmla="*/ 119640 h 1316375"/>
                <a:gd name="connsiteX6-73" fmla="*/ 456466 w 3076069"/>
                <a:gd name="connsiteY6-74" fmla="*/ 50617 h 1316375"/>
                <a:gd name="connsiteX7-75" fmla="*/ 1528577 w 3076069"/>
                <a:gd name="connsiteY7-76" fmla="*/ 501566 h 1316375"/>
                <a:gd name="connsiteX8-77" fmla="*/ 2623695 w 3076069"/>
                <a:gd name="connsiteY8-78" fmla="*/ 0 h 1316375"/>
                <a:gd name="connsiteX9-79" fmla="*/ 2927383 w 3076069"/>
                <a:gd name="connsiteY9-80" fmla="*/ 96632 h 1316375"/>
                <a:gd name="connsiteX10-81" fmla="*/ 2131352 w 3076069"/>
                <a:gd name="connsiteY10-82" fmla="*/ 432543 h 1316375"/>
                <a:gd name="connsiteX11-83" fmla="*/ 2292399 w 3076069"/>
                <a:gd name="connsiteY11-84" fmla="*/ 920305 h 1316375"/>
                <a:gd name="connsiteX12-85" fmla="*/ 3076069 w 3076069"/>
                <a:gd name="connsiteY12-86" fmla="*/ 1228607 h 1316375"/>
                <a:gd name="connsiteX13-87" fmla="*/ 2808172 w 3076069"/>
                <a:gd name="connsiteY13-88" fmla="*/ 1316375 h 1316375"/>
                <a:gd name="connsiteX14-89" fmla="*/ 1537780 w 3076069"/>
                <a:gd name="connsiteY14-90" fmla="*/ 727041 h 1316375"/>
                <a:gd name="connsiteX0-91" fmla="*/ 1537780 w 3076069"/>
                <a:gd name="connsiteY0-92" fmla="*/ 727041 h 1321259"/>
                <a:gd name="connsiteX1-93" fmla="*/ 313981 w 3076069"/>
                <a:gd name="connsiteY1-94" fmla="*/ 1321259 h 1321259"/>
                <a:gd name="connsiteX2-95" fmla="*/ 0 w 3076069"/>
                <a:gd name="connsiteY2-96" fmla="*/ 1228607 h 1321259"/>
                <a:gd name="connsiteX3-97" fmla="*/ 962613 w 3076069"/>
                <a:gd name="connsiteY3-98" fmla="*/ 837478 h 1321259"/>
                <a:gd name="connsiteX4-99" fmla="*/ 935005 w 3076069"/>
                <a:gd name="connsiteY4-100" fmla="*/ 450949 h 1321259"/>
                <a:gd name="connsiteX5-101" fmla="*/ 212596 w 3076069"/>
                <a:gd name="connsiteY5-102" fmla="*/ 119640 h 1321259"/>
                <a:gd name="connsiteX6-103" fmla="*/ 456466 w 3076069"/>
                <a:gd name="connsiteY6-104" fmla="*/ 50617 h 1321259"/>
                <a:gd name="connsiteX7-105" fmla="*/ 1528577 w 3076069"/>
                <a:gd name="connsiteY7-106" fmla="*/ 501566 h 1321259"/>
                <a:gd name="connsiteX8-107" fmla="*/ 2623695 w 3076069"/>
                <a:gd name="connsiteY8-108" fmla="*/ 0 h 1321259"/>
                <a:gd name="connsiteX9-109" fmla="*/ 2927383 w 3076069"/>
                <a:gd name="connsiteY9-110" fmla="*/ 96632 h 1321259"/>
                <a:gd name="connsiteX10-111" fmla="*/ 2131352 w 3076069"/>
                <a:gd name="connsiteY10-112" fmla="*/ 432543 h 1321259"/>
                <a:gd name="connsiteX11-113" fmla="*/ 2292399 w 3076069"/>
                <a:gd name="connsiteY11-114" fmla="*/ 920305 h 1321259"/>
                <a:gd name="connsiteX12-115" fmla="*/ 3076069 w 3076069"/>
                <a:gd name="connsiteY12-116" fmla="*/ 1228607 h 1321259"/>
                <a:gd name="connsiteX13-117" fmla="*/ 2808172 w 3076069"/>
                <a:gd name="connsiteY13-118" fmla="*/ 1316375 h 1321259"/>
                <a:gd name="connsiteX14-119" fmla="*/ 1537780 w 3076069"/>
                <a:gd name="connsiteY14-120" fmla="*/ 727041 h 1321259"/>
                <a:gd name="connsiteX0-121" fmla="*/ 1537780 w 3076069"/>
                <a:gd name="connsiteY0-122" fmla="*/ 750825 h 1321259"/>
                <a:gd name="connsiteX1-123" fmla="*/ 313981 w 3076069"/>
                <a:gd name="connsiteY1-124" fmla="*/ 1321259 h 1321259"/>
                <a:gd name="connsiteX2-125" fmla="*/ 0 w 3076069"/>
                <a:gd name="connsiteY2-126" fmla="*/ 1228607 h 1321259"/>
                <a:gd name="connsiteX3-127" fmla="*/ 962613 w 3076069"/>
                <a:gd name="connsiteY3-128" fmla="*/ 837478 h 1321259"/>
                <a:gd name="connsiteX4-129" fmla="*/ 935005 w 3076069"/>
                <a:gd name="connsiteY4-130" fmla="*/ 450949 h 1321259"/>
                <a:gd name="connsiteX5-131" fmla="*/ 212596 w 3076069"/>
                <a:gd name="connsiteY5-132" fmla="*/ 119640 h 1321259"/>
                <a:gd name="connsiteX6-133" fmla="*/ 456466 w 3076069"/>
                <a:gd name="connsiteY6-134" fmla="*/ 50617 h 1321259"/>
                <a:gd name="connsiteX7-135" fmla="*/ 1528577 w 3076069"/>
                <a:gd name="connsiteY7-136" fmla="*/ 501566 h 1321259"/>
                <a:gd name="connsiteX8-137" fmla="*/ 2623695 w 3076069"/>
                <a:gd name="connsiteY8-138" fmla="*/ 0 h 1321259"/>
                <a:gd name="connsiteX9-139" fmla="*/ 2927383 w 3076069"/>
                <a:gd name="connsiteY9-140" fmla="*/ 96632 h 1321259"/>
                <a:gd name="connsiteX10-141" fmla="*/ 2131352 w 3076069"/>
                <a:gd name="connsiteY10-142" fmla="*/ 432543 h 1321259"/>
                <a:gd name="connsiteX11-143" fmla="*/ 2292399 w 3076069"/>
                <a:gd name="connsiteY11-144" fmla="*/ 920305 h 1321259"/>
                <a:gd name="connsiteX12-145" fmla="*/ 3076069 w 3076069"/>
                <a:gd name="connsiteY12-146" fmla="*/ 1228607 h 1321259"/>
                <a:gd name="connsiteX13-147" fmla="*/ 2808172 w 3076069"/>
                <a:gd name="connsiteY13-148" fmla="*/ 1316375 h 1321259"/>
                <a:gd name="connsiteX14-149" fmla="*/ 1537780 w 3076069"/>
                <a:gd name="connsiteY14-150" fmla="*/ 750825 h 132125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66" name="Freeform 965"/>
            <p:cNvSpPr/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-1" fmla="*/ 0 w 3640627"/>
                <a:gd name="connsiteY0-2" fmla="*/ 242051 h 923747"/>
                <a:gd name="connsiteX1-3" fmla="*/ 655168 w 3640627"/>
                <a:gd name="connsiteY1-4" fmla="*/ 16495 h 923747"/>
                <a:gd name="connsiteX2-5" fmla="*/ 1809765 w 3640627"/>
                <a:gd name="connsiteY2-6" fmla="*/ 511360 h 923747"/>
                <a:gd name="connsiteX3-7" fmla="*/ 2964363 w 3640627"/>
                <a:gd name="connsiteY3-8" fmla="*/ 0 h 923747"/>
                <a:gd name="connsiteX4-9" fmla="*/ 3640627 w 3640627"/>
                <a:gd name="connsiteY4-10" fmla="*/ 197946 h 923747"/>
                <a:gd name="connsiteX5-11" fmla="*/ 3195282 w 3640627"/>
                <a:gd name="connsiteY5-12" fmla="*/ 461874 h 923747"/>
                <a:gd name="connsiteX6-13" fmla="*/ 2980857 w 3640627"/>
                <a:gd name="connsiteY6-14" fmla="*/ 379396 h 923747"/>
                <a:gd name="connsiteX7-15" fmla="*/ 1826259 w 3640627"/>
                <a:gd name="connsiteY7-16" fmla="*/ 923747 h 923747"/>
                <a:gd name="connsiteX8-17" fmla="*/ 671662 w 3640627"/>
                <a:gd name="connsiteY8-18" fmla="*/ 412387 h 923747"/>
                <a:gd name="connsiteX9-19" fmla="*/ 523214 w 3640627"/>
                <a:gd name="connsiteY9-20" fmla="*/ 478369 h 923747"/>
                <a:gd name="connsiteX10-21" fmla="*/ 0 w 3640627"/>
                <a:gd name="connsiteY10-22" fmla="*/ 242051 h 923747"/>
                <a:gd name="connsiteX0-23" fmla="*/ 0 w 3640627"/>
                <a:gd name="connsiteY0-24" fmla="*/ 242051 h 923747"/>
                <a:gd name="connsiteX1-25" fmla="*/ 655168 w 3640627"/>
                <a:gd name="connsiteY1-26" fmla="*/ 16495 h 923747"/>
                <a:gd name="connsiteX2-27" fmla="*/ 1809765 w 3640627"/>
                <a:gd name="connsiteY2-28" fmla="*/ 511360 h 923747"/>
                <a:gd name="connsiteX3-29" fmla="*/ 2964363 w 3640627"/>
                <a:gd name="connsiteY3-30" fmla="*/ 0 h 923747"/>
                <a:gd name="connsiteX4-31" fmla="*/ 3640627 w 3640627"/>
                <a:gd name="connsiteY4-32" fmla="*/ 197946 h 923747"/>
                <a:gd name="connsiteX5-33" fmla="*/ 3195282 w 3640627"/>
                <a:gd name="connsiteY5-34" fmla="*/ 461874 h 923747"/>
                <a:gd name="connsiteX6-35" fmla="*/ 2980857 w 3640627"/>
                <a:gd name="connsiteY6-36" fmla="*/ 379396 h 923747"/>
                <a:gd name="connsiteX7-37" fmla="*/ 1826259 w 3640627"/>
                <a:gd name="connsiteY7-38" fmla="*/ 923747 h 923747"/>
                <a:gd name="connsiteX8-39" fmla="*/ 671662 w 3640627"/>
                <a:gd name="connsiteY8-40" fmla="*/ 412387 h 923747"/>
                <a:gd name="connsiteX9-41" fmla="*/ 523214 w 3640627"/>
                <a:gd name="connsiteY9-42" fmla="*/ 482971 h 923747"/>
                <a:gd name="connsiteX10-43" fmla="*/ 0 w 3640627"/>
                <a:gd name="connsiteY10-44" fmla="*/ 242051 h 923747"/>
                <a:gd name="connsiteX0-45" fmla="*/ 0 w 3640627"/>
                <a:gd name="connsiteY0-46" fmla="*/ 242051 h 923747"/>
                <a:gd name="connsiteX1-47" fmla="*/ 655168 w 3640627"/>
                <a:gd name="connsiteY1-48" fmla="*/ 16495 h 923747"/>
                <a:gd name="connsiteX2-49" fmla="*/ 1809765 w 3640627"/>
                <a:gd name="connsiteY2-50" fmla="*/ 511360 h 923747"/>
                <a:gd name="connsiteX3-51" fmla="*/ 2964363 w 3640627"/>
                <a:gd name="connsiteY3-52" fmla="*/ 0 h 923747"/>
                <a:gd name="connsiteX4-53" fmla="*/ 3640627 w 3640627"/>
                <a:gd name="connsiteY4-54" fmla="*/ 197946 h 923747"/>
                <a:gd name="connsiteX5-55" fmla="*/ 3195282 w 3640627"/>
                <a:gd name="connsiteY5-56" fmla="*/ 461874 h 923747"/>
                <a:gd name="connsiteX6-57" fmla="*/ 2980857 w 3640627"/>
                <a:gd name="connsiteY6-58" fmla="*/ 379396 h 923747"/>
                <a:gd name="connsiteX7-59" fmla="*/ 1826259 w 3640627"/>
                <a:gd name="connsiteY7-60" fmla="*/ 923747 h 923747"/>
                <a:gd name="connsiteX8-61" fmla="*/ 690067 w 3640627"/>
                <a:gd name="connsiteY8-62" fmla="*/ 412387 h 923747"/>
                <a:gd name="connsiteX9-63" fmla="*/ 523214 w 3640627"/>
                <a:gd name="connsiteY9-64" fmla="*/ 482971 h 923747"/>
                <a:gd name="connsiteX10-65" fmla="*/ 0 w 3640627"/>
                <a:gd name="connsiteY10-66" fmla="*/ 242051 h 923747"/>
                <a:gd name="connsiteX0-67" fmla="*/ 0 w 3640627"/>
                <a:gd name="connsiteY0-68" fmla="*/ 242051 h 946755"/>
                <a:gd name="connsiteX1-69" fmla="*/ 655168 w 3640627"/>
                <a:gd name="connsiteY1-70" fmla="*/ 16495 h 946755"/>
                <a:gd name="connsiteX2-71" fmla="*/ 1809765 w 3640627"/>
                <a:gd name="connsiteY2-72" fmla="*/ 511360 h 946755"/>
                <a:gd name="connsiteX3-73" fmla="*/ 2964363 w 3640627"/>
                <a:gd name="connsiteY3-74" fmla="*/ 0 h 946755"/>
                <a:gd name="connsiteX4-75" fmla="*/ 3640627 w 3640627"/>
                <a:gd name="connsiteY4-76" fmla="*/ 197946 h 946755"/>
                <a:gd name="connsiteX5-77" fmla="*/ 3195282 w 3640627"/>
                <a:gd name="connsiteY5-78" fmla="*/ 461874 h 946755"/>
                <a:gd name="connsiteX6-79" fmla="*/ 2980857 w 3640627"/>
                <a:gd name="connsiteY6-80" fmla="*/ 379396 h 946755"/>
                <a:gd name="connsiteX7-81" fmla="*/ 1876873 w 3640627"/>
                <a:gd name="connsiteY7-82" fmla="*/ 946755 h 946755"/>
                <a:gd name="connsiteX8-83" fmla="*/ 690067 w 3640627"/>
                <a:gd name="connsiteY8-84" fmla="*/ 412387 h 946755"/>
                <a:gd name="connsiteX9-85" fmla="*/ 523214 w 3640627"/>
                <a:gd name="connsiteY9-86" fmla="*/ 482971 h 946755"/>
                <a:gd name="connsiteX10-87" fmla="*/ 0 w 3640627"/>
                <a:gd name="connsiteY10-88" fmla="*/ 242051 h 946755"/>
                <a:gd name="connsiteX0-89" fmla="*/ 0 w 3640627"/>
                <a:gd name="connsiteY0-90" fmla="*/ 242051 h 946755"/>
                <a:gd name="connsiteX1-91" fmla="*/ 655168 w 3640627"/>
                <a:gd name="connsiteY1-92" fmla="*/ 16495 h 946755"/>
                <a:gd name="connsiteX2-93" fmla="*/ 1855778 w 3640627"/>
                <a:gd name="connsiteY2-94" fmla="*/ 534367 h 946755"/>
                <a:gd name="connsiteX3-95" fmla="*/ 2964363 w 3640627"/>
                <a:gd name="connsiteY3-96" fmla="*/ 0 h 946755"/>
                <a:gd name="connsiteX4-97" fmla="*/ 3640627 w 3640627"/>
                <a:gd name="connsiteY4-98" fmla="*/ 197946 h 946755"/>
                <a:gd name="connsiteX5-99" fmla="*/ 3195282 w 3640627"/>
                <a:gd name="connsiteY5-100" fmla="*/ 461874 h 946755"/>
                <a:gd name="connsiteX6-101" fmla="*/ 2980857 w 3640627"/>
                <a:gd name="connsiteY6-102" fmla="*/ 379396 h 946755"/>
                <a:gd name="connsiteX7-103" fmla="*/ 1876873 w 3640627"/>
                <a:gd name="connsiteY7-104" fmla="*/ 946755 h 946755"/>
                <a:gd name="connsiteX8-105" fmla="*/ 690067 w 3640627"/>
                <a:gd name="connsiteY8-106" fmla="*/ 412387 h 946755"/>
                <a:gd name="connsiteX9-107" fmla="*/ 523214 w 3640627"/>
                <a:gd name="connsiteY9-108" fmla="*/ 482971 h 946755"/>
                <a:gd name="connsiteX10-109" fmla="*/ 0 w 3640627"/>
                <a:gd name="connsiteY10-110" fmla="*/ 242051 h 946755"/>
                <a:gd name="connsiteX0-111" fmla="*/ 0 w 3640627"/>
                <a:gd name="connsiteY0-112" fmla="*/ 242051 h 946755"/>
                <a:gd name="connsiteX1-113" fmla="*/ 655168 w 3640627"/>
                <a:gd name="connsiteY1-114" fmla="*/ 16495 h 946755"/>
                <a:gd name="connsiteX2-115" fmla="*/ 1855778 w 3640627"/>
                <a:gd name="connsiteY2-116" fmla="*/ 534367 h 946755"/>
                <a:gd name="connsiteX3-117" fmla="*/ 2964363 w 3640627"/>
                <a:gd name="connsiteY3-118" fmla="*/ 0 h 946755"/>
                <a:gd name="connsiteX4-119" fmla="*/ 3640627 w 3640627"/>
                <a:gd name="connsiteY4-120" fmla="*/ 197946 h 946755"/>
                <a:gd name="connsiteX5-121" fmla="*/ 3195282 w 3640627"/>
                <a:gd name="connsiteY5-122" fmla="*/ 461874 h 946755"/>
                <a:gd name="connsiteX6-123" fmla="*/ 3008465 w 3640627"/>
                <a:gd name="connsiteY6-124" fmla="*/ 402404 h 946755"/>
                <a:gd name="connsiteX7-125" fmla="*/ 1876873 w 3640627"/>
                <a:gd name="connsiteY7-126" fmla="*/ 946755 h 946755"/>
                <a:gd name="connsiteX8-127" fmla="*/ 690067 w 3640627"/>
                <a:gd name="connsiteY8-128" fmla="*/ 412387 h 946755"/>
                <a:gd name="connsiteX9-129" fmla="*/ 523214 w 3640627"/>
                <a:gd name="connsiteY9-130" fmla="*/ 482971 h 946755"/>
                <a:gd name="connsiteX10-131" fmla="*/ 0 w 3640627"/>
                <a:gd name="connsiteY10-132" fmla="*/ 242051 h 946755"/>
                <a:gd name="connsiteX0-133" fmla="*/ 0 w 3723451"/>
                <a:gd name="connsiteY0-134" fmla="*/ 242051 h 946755"/>
                <a:gd name="connsiteX1-135" fmla="*/ 655168 w 3723451"/>
                <a:gd name="connsiteY1-136" fmla="*/ 16495 h 946755"/>
                <a:gd name="connsiteX2-137" fmla="*/ 1855778 w 3723451"/>
                <a:gd name="connsiteY2-138" fmla="*/ 534367 h 946755"/>
                <a:gd name="connsiteX3-139" fmla="*/ 2964363 w 3723451"/>
                <a:gd name="connsiteY3-140" fmla="*/ 0 h 946755"/>
                <a:gd name="connsiteX4-141" fmla="*/ 3723451 w 3723451"/>
                <a:gd name="connsiteY4-142" fmla="*/ 220954 h 946755"/>
                <a:gd name="connsiteX5-143" fmla="*/ 3195282 w 3723451"/>
                <a:gd name="connsiteY5-144" fmla="*/ 461874 h 946755"/>
                <a:gd name="connsiteX6-145" fmla="*/ 3008465 w 3723451"/>
                <a:gd name="connsiteY6-146" fmla="*/ 402404 h 946755"/>
                <a:gd name="connsiteX7-147" fmla="*/ 1876873 w 3723451"/>
                <a:gd name="connsiteY7-148" fmla="*/ 946755 h 946755"/>
                <a:gd name="connsiteX8-149" fmla="*/ 690067 w 3723451"/>
                <a:gd name="connsiteY8-150" fmla="*/ 412387 h 946755"/>
                <a:gd name="connsiteX9-151" fmla="*/ 523214 w 3723451"/>
                <a:gd name="connsiteY9-152" fmla="*/ 482971 h 946755"/>
                <a:gd name="connsiteX10-153" fmla="*/ 0 w 3723451"/>
                <a:gd name="connsiteY10-154" fmla="*/ 242051 h 946755"/>
                <a:gd name="connsiteX0-155" fmla="*/ 0 w 3723451"/>
                <a:gd name="connsiteY0-156" fmla="*/ 228246 h 932950"/>
                <a:gd name="connsiteX1-157" fmla="*/ 655168 w 3723451"/>
                <a:gd name="connsiteY1-158" fmla="*/ 2690 h 932950"/>
                <a:gd name="connsiteX2-159" fmla="*/ 1855778 w 3723451"/>
                <a:gd name="connsiteY2-160" fmla="*/ 520562 h 932950"/>
                <a:gd name="connsiteX3-161" fmla="*/ 3001174 w 3723451"/>
                <a:gd name="connsiteY3-162" fmla="*/ 0 h 932950"/>
                <a:gd name="connsiteX4-163" fmla="*/ 3723451 w 3723451"/>
                <a:gd name="connsiteY4-164" fmla="*/ 207149 h 932950"/>
                <a:gd name="connsiteX5-165" fmla="*/ 3195282 w 3723451"/>
                <a:gd name="connsiteY5-166" fmla="*/ 448069 h 932950"/>
                <a:gd name="connsiteX6-167" fmla="*/ 3008465 w 3723451"/>
                <a:gd name="connsiteY6-168" fmla="*/ 388599 h 932950"/>
                <a:gd name="connsiteX7-169" fmla="*/ 1876873 w 3723451"/>
                <a:gd name="connsiteY7-170" fmla="*/ 932950 h 932950"/>
                <a:gd name="connsiteX8-171" fmla="*/ 690067 w 3723451"/>
                <a:gd name="connsiteY8-172" fmla="*/ 398582 h 932950"/>
                <a:gd name="connsiteX9-173" fmla="*/ 523214 w 3723451"/>
                <a:gd name="connsiteY9-174" fmla="*/ 469166 h 932950"/>
                <a:gd name="connsiteX10-175" fmla="*/ 0 w 3723451"/>
                <a:gd name="connsiteY10-176" fmla="*/ 228246 h 932950"/>
                <a:gd name="connsiteX0-177" fmla="*/ 0 w 3723451"/>
                <a:gd name="connsiteY0-178" fmla="*/ 228246 h 932950"/>
                <a:gd name="connsiteX1-179" fmla="*/ 655168 w 3723451"/>
                <a:gd name="connsiteY1-180" fmla="*/ 2690 h 932950"/>
                <a:gd name="connsiteX2-181" fmla="*/ 1855778 w 3723451"/>
                <a:gd name="connsiteY2-182" fmla="*/ 520562 h 932950"/>
                <a:gd name="connsiteX3-183" fmla="*/ 3001174 w 3723451"/>
                <a:gd name="connsiteY3-184" fmla="*/ 0 h 932950"/>
                <a:gd name="connsiteX4-185" fmla="*/ 3723451 w 3723451"/>
                <a:gd name="connsiteY4-186" fmla="*/ 207149 h 932950"/>
                <a:gd name="connsiteX5-187" fmla="*/ 3195282 w 3723451"/>
                <a:gd name="connsiteY5-188" fmla="*/ 448069 h 932950"/>
                <a:gd name="connsiteX6-189" fmla="*/ 3013067 w 3723451"/>
                <a:gd name="connsiteY6-190" fmla="*/ 393200 h 932950"/>
                <a:gd name="connsiteX7-191" fmla="*/ 1876873 w 3723451"/>
                <a:gd name="connsiteY7-192" fmla="*/ 932950 h 932950"/>
                <a:gd name="connsiteX8-193" fmla="*/ 690067 w 3723451"/>
                <a:gd name="connsiteY8-194" fmla="*/ 398582 h 932950"/>
                <a:gd name="connsiteX9-195" fmla="*/ 523214 w 3723451"/>
                <a:gd name="connsiteY9-196" fmla="*/ 469166 h 932950"/>
                <a:gd name="connsiteX10-197" fmla="*/ 0 w 3723451"/>
                <a:gd name="connsiteY10-198" fmla="*/ 228246 h 932950"/>
                <a:gd name="connsiteX0-199" fmla="*/ 0 w 3723451"/>
                <a:gd name="connsiteY0-200" fmla="*/ 228246 h 932950"/>
                <a:gd name="connsiteX1-201" fmla="*/ 655168 w 3723451"/>
                <a:gd name="connsiteY1-202" fmla="*/ 2690 h 932950"/>
                <a:gd name="connsiteX2-203" fmla="*/ 1855778 w 3723451"/>
                <a:gd name="connsiteY2-204" fmla="*/ 520562 h 932950"/>
                <a:gd name="connsiteX3-205" fmla="*/ 3001174 w 3723451"/>
                <a:gd name="connsiteY3-206" fmla="*/ 0 h 932950"/>
                <a:gd name="connsiteX4-207" fmla="*/ 3723451 w 3723451"/>
                <a:gd name="connsiteY4-208" fmla="*/ 207149 h 932950"/>
                <a:gd name="connsiteX5-209" fmla="*/ 3186079 w 3723451"/>
                <a:gd name="connsiteY5-210" fmla="*/ 461874 h 932950"/>
                <a:gd name="connsiteX6-211" fmla="*/ 3013067 w 3723451"/>
                <a:gd name="connsiteY6-212" fmla="*/ 393200 h 932950"/>
                <a:gd name="connsiteX7-213" fmla="*/ 1876873 w 3723451"/>
                <a:gd name="connsiteY7-214" fmla="*/ 932950 h 932950"/>
                <a:gd name="connsiteX8-215" fmla="*/ 690067 w 3723451"/>
                <a:gd name="connsiteY8-216" fmla="*/ 398582 h 932950"/>
                <a:gd name="connsiteX9-217" fmla="*/ 523214 w 3723451"/>
                <a:gd name="connsiteY9-218" fmla="*/ 469166 h 932950"/>
                <a:gd name="connsiteX10-219" fmla="*/ 0 w 3723451"/>
                <a:gd name="connsiteY10-220" fmla="*/ 228246 h 932950"/>
                <a:gd name="connsiteX0-221" fmla="*/ 0 w 3723451"/>
                <a:gd name="connsiteY0-222" fmla="*/ 228246 h 932950"/>
                <a:gd name="connsiteX1-223" fmla="*/ 655168 w 3723451"/>
                <a:gd name="connsiteY1-224" fmla="*/ 2690 h 932950"/>
                <a:gd name="connsiteX2-225" fmla="*/ 1855778 w 3723451"/>
                <a:gd name="connsiteY2-226" fmla="*/ 520562 h 932950"/>
                <a:gd name="connsiteX3-227" fmla="*/ 3001174 w 3723451"/>
                <a:gd name="connsiteY3-228" fmla="*/ 0 h 932950"/>
                <a:gd name="connsiteX4-229" fmla="*/ 3723451 w 3723451"/>
                <a:gd name="connsiteY4-230" fmla="*/ 207149 h 932950"/>
                <a:gd name="connsiteX5-231" fmla="*/ 3186079 w 3723451"/>
                <a:gd name="connsiteY5-232" fmla="*/ 461874 h 932950"/>
                <a:gd name="connsiteX6-233" fmla="*/ 3013067 w 3723451"/>
                <a:gd name="connsiteY6-234" fmla="*/ 393200 h 932950"/>
                <a:gd name="connsiteX7-235" fmla="*/ 1876873 w 3723451"/>
                <a:gd name="connsiteY7-236" fmla="*/ 932950 h 932950"/>
                <a:gd name="connsiteX8-237" fmla="*/ 711613 w 3723451"/>
                <a:gd name="connsiteY8-238" fmla="*/ 413055 h 932950"/>
                <a:gd name="connsiteX9-239" fmla="*/ 523214 w 3723451"/>
                <a:gd name="connsiteY9-240" fmla="*/ 469166 h 932950"/>
                <a:gd name="connsiteX10-241" fmla="*/ 0 w 3723451"/>
                <a:gd name="connsiteY10-242" fmla="*/ 228246 h 93295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67" name="Freeform 966"/>
            <p:cNvSpPr/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-1" fmla="*/ 4602 w 1371198"/>
                <a:gd name="connsiteY0-2" fmla="*/ 0 h 800665"/>
                <a:gd name="connsiteX1-3" fmla="*/ 1371198 w 1371198"/>
                <a:gd name="connsiteY1-4" fmla="*/ 625807 h 800665"/>
                <a:gd name="connsiteX2-5" fmla="*/ 897260 w 1371198"/>
                <a:gd name="connsiteY2-6" fmla="*/ 800665 h 800665"/>
                <a:gd name="connsiteX3-7" fmla="*/ 0 w 1371198"/>
                <a:gd name="connsiteY3-8" fmla="*/ 404934 h 800665"/>
                <a:gd name="connsiteX4-9" fmla="*/ 4602 w 1371198"/>
                <a:gd name="connsiteY4-10" fmla="*/ 0 h 800665"/>
                <a:gd name="connsiteX0-11" fmla="*/ 0 w 1366596"/>
                <a:gd name="connsiteY0-12" fmla="*/ 0 h 800665"/>
                <a:gd name="connsiteX1-13" fmla="*/ 1366596 w 1366596"/>
                <a:gd name="connsiteY1-14" fmla="*/ 625807 h 800665"/>
                <a:gd name="connsiteX2-15" fmla="*/ 892658 w 1366596"/>
                <a:gd name="connsiteY2-16" fmla="*/ 800665 h 800665"/>
                <a:gd name="connsiteX3-17" fmla="*/ 4601 w 1366596"/>
                <a:gd name="connsiteY3-18" fmla="*/ 427942 h 800665"/>
                <a:gd name="connsiteX4-19" fmla="*/ 0 w 1366596"/>
                <a:gd name="connsiteY4-20" fmla="*/ 0 h 800665"/>
                <a:gd name="connsiteX0-21" fmla="*/ 0 w 1366596"/>
                <a:gd name="connsiteY0-22" fmla="*/ 0 h 800665"/>
                <a:gd name="connsiteX1-23" fmla="*/ 1366596 w 1366596"/>
                <a:gd name="connsiteY1-24" fmla="*/ 625807 h 800665"/>
                <a:gd name="connsiteX2-25" fmla="*/ 892658 w 1366596"/>
                <a:gd name="connsiteY2-26" fmla="*/ 800665 h 800665"/>
                <a:gd name="connsiteX3-27" fmla="*/ 4601 w 1366596"/>
                <a:gd name="connsiteY3-28" fmla="*/ 427942 h 800665"/>
                <a:gd name="connsiteX4-29" fmla="*/ 0 w 1366596"/>
                <a:gd name="connsiteY4-30" fmla="*/ 0 h 800665"/>
                <a:gd name="connsiteX0-31" fmla="*/ 0 w 1366596"/>
                <a:gd name="connsiteY0-32" fmla="*/ 0 h 800665"/>
                <a:gd name="connsiteX1-33" fmla="*/ 1366596 w 1366596"/>
                <a:gd name="connsiteY1-34" fmla="*/ 625807 h 800665"/>
                <a:gd name="connsiteX2-35" fmla="*/ 892658 w 1366596"/>
                <a:gd name="connsiteY2-36" fmla="*/ 800665 h 800665"/>
                <a:gd name="connsiteX3-37" fmla="*/ 4601 w 1366596"/>
                <a:gd name="connsiteY3-38" fmla="*/ 427942 h 800665"/>
                <a:gd name="connsiteX4-39" fmla="*/ 0 w 1366596"/>
                <a:gd name="connsiteY4-40" fmla="*/ 0 h 800665"/>
                <a:gd name="connsiteX0-41" fmla="*/ 0 w 1366596"/>
                <a:gd name="connsiteY0-42" fmla="*/ 0 h 809868"/>
                <a:gd name="connsiteX1-43" fmla="*/ 1366596 w 1366596"/>
                <a:gd name="connsiteY1-44" fmla="*/ 625807 h 809868"/>
                <a:gd name="connsiteX2-45" fmla="*/ 865050 w 1366596"/>
                <a:gd name="connsiteY2-46" fmla="*/ 809868 h 809868"/>
                <a:gd name="connsiteX3-47" fmla="*/ 4601 w 1366596"/>
                <a:gd name="connsiteY3-48" fmla="*/ 427942 h 809868"/>
                <a:gd name="connsiteX4-49" fmla="*/ 0 w 1366596"/>
                <a:gd name="connsiteY4-50" fmla="*/ 0 h 8098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68" name="Freeform 967"/>
            <p:cNvSpPr/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-1" fmla="*/ 1329786 w 1348191"/>
                <a:gd name="connsiteY0-2" fmla="*/ 0 h 791462"/>
                <a:gd name="connsiteX1-3" fmla="*/ 1348191 w 1348191"/>
                <a:gd name="connsiteY1-4" fmla="*/ 381926 h 791462"/>
                <a:gd name="connsiteX2-5" fmla="*/ 487742 w 1348191"/>
                <a:gd name="connsiteY2-6" fmla="*/ 791462 h 791462"/>
                <a:gd name="connsiteX3-7" fmla="*/ 0 w 1348191"/>
                <a:gd name="connsiteY3-8" fmla="*/ 612002 h 791462"/>
                <a:gd name="connsiteX4-9" fmla="*/ 1329786 w 1348191"/>
                <a:gd name="connsiteY4-10" fmla="*/ 0 h 79146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cxnSp>
          <p:nvCxnSpPr>
            <p:cNvPr id="969" name="Straight Connector 968"/>
            <p:cNvCxnSpPr>
              <a:endCxn id="964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0" name="Straight Connector 969"/>
            <p:cNvCxnSpPr/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71" name="Group 347"/>
          <p:cNvGrpSpPr/>
          <p:nvPr/>
        </p:nvGrpSpPr>
        <p:grpSpPr bwMode="auto">
          <a:xfrm>
            <a:off x="6056633" y="3656920"/>
            <a:ext cx="375153" cy="169148"/>
            <a:chOff x="1871277" y="1576300"/>
            <a:chExt cx="1128371" cy="437861"/>
          </a:xfrm>
        </p:grpSpPr>
        <p:sp>
          <p:nvSpPr>
            <p:cNvPr id="972" name="Oval 971"/>
            <p:cNvSpPr/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973" name="Rectangle 972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74" name="Oval 973"/>
            <p:cNvSpPr/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975" name="Freeform 974"/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-1" fmla="*/ 1486231 w 2944854"/>
                <a:gd name="connsiteY0-2" fmla="*/ 727041 h 1316375"/>
                <a:gd name="connsiteX1-3" fmla="*/ 257675 w 2944854"/>
                <a:gd name="connsiteY1-4" fmla="*/ 1302232 h 1316375"/>
                <a:gd name="connsiteX2-5" fmla="*/ 0 w 2944854"/>
                <a:gd name="connsiteY2-6" fmla="*/ 1228607 h 1316375"/>
                <a:gd name="connsiteX3-7" fmla="*/ 911064 w 2944854"/>
                <a:gd name="connsiteY3-8" fmla="*/ 837478 h 1316375"/>
                <a:gd name="connsiteX4-9" fmla="*/ 883456 w 2944854"/>
                <a:gd name="connsiteY4-10" fmla="*/ 450949 h 1316375"/>
                <a:gd name="connsiteX5-11" fmla="*/ 161047 w 2944854"/>
                <a:gd name="connsiteY5-12" fmla="*/ 119640 h 1316375"/>
                <a:gd name="connsiteX6-13" fmla="*/ 404917 w 2944854"/>
                <a:gd name="connsiteY6-14" fmla="*/ 50617 h 1316375"/>
                <a:gd name="connsiteX7-15" fmla="*/ 1477028 w 2944854"/>
                <a:gd name="connsiteY7-16" fmla="*/ 501566 h 1316375"/>
                <a:gd name="connsiteX8-17" fmla="*/ 2572146 w 2944854"/>
                <a:gd name="connsiteY8-18" fmla="*/ 0 h 1316375"/>
                <a:gd name="connsiteX9-19" fmla="*/ 2875834 w 2944854"/>
                <a:gd name="connsiteY9-20" fmla="*/ 96632 h 1316375"/>
                <a:gd name="connsiteX10-21" fmla="*/ 2079803 w 2944854"/>
                <a:gd name="connsiteY10-22" fmla="*/ 432543 h 1316375"/>
                <a:gd name="connsiteX11-23" fmla="*/ 2240850 w 2944854"/>
                <a:gd name="connsiteY11-24" fmla="*/ 920305 h 1316375"/>
                <a:gd name="connsiteX12-25" fmla="*/ 2944854 w 2944854"/>
                <a:gd name="connsiteY12-26" fmla="*/ 1228607 h 1316375"/>
                <a:gd name="connsiteX13-27" fmla="*/ 2756623 w 2944854"/>
                <a:gd name="connsiteY13-28" fmla="*/ 1316375 h 1316375"/>
                <a:gd name="connsiteX14-29" fmla="*/ 1486231 w 2944854"/>
                <a:gd name="connsiteY14-30" fmla="*/ 727041 h 1316375"/>
                <a:gd name="connsiteX0-31" fmla="*/ 1486231 w 3024520"/>
                <a:gd name="connsiteY0-32" fmla="*/ 727041 h 1316375"/>
                <a:gd name="connsiteX1-33" fmla="*/ 257675 w 3024520"/>
                <a:gd name="connsiteY1-34" fmla="*/ 1302232 h 1316375"/>
                <a:gd name="connsiteX2-35" fmla="*/ 0 w 3024520"/>
                <a:gd name="connsiteY2-36" fmla="*/ 1228607 h 1316375"/>
                <a:gd name="connsiteX3-37" fmla="*/ 911064 w 3024520"/>
                <a:gd name="connsiteY3-38" fmla="*/ 837478 h 1316375"/>
                <a:gd name="connsiteX4-39" fmla="*/ 883456 w 3024520"/>
                <a:gd name="connsiteY4-40" fmla="*/ 450949 h 1316375"/>
                <a:gd name="connsiteX5-41" fmla="*/ 161047 w 3024520"/>
                <a:gd name="connsiteY5-42" fmla="*/ 119640 h 1316375"/>
                <a:gd name="connsiteX6-43" fmla="*/ 404917 w 3024520"/>
                <a:gd name="connsiteY6-44" fmla="*/ 50617 h 1316375"/>
                <a:gd name="connsiteX7-45" fmla="*/ 1477028 w 3024520"/>
                <a:gd name="connsiteY7-46" fmla="*/ 501566 h 1316375"/>
                <a:gd name="connsiteX8-47" fmla="*/ 2572146 w 3024520"/>
                <a:gd name="connsiteY8-48" fmla="*/ 0 h 1316375"/>
                <a:gd name="connsiteX9-49" fmla="*/ 2875834 w 3024520"/>
                <a:gd name="connsiteY9-50" fmla="*/ 96632 h 1316375"/>
                <a:gd name="connsiteX10-51" fmla="*/ 2079803 w 3024520"/>
                <a:gd name="connsiteY10-52" fmla="*/ 432543 h 1316375"/>
                <a:gd name="connsiteX11-53" fmla="*/ 2240850 w 3024520"/>
                <a:gd name="connsiteY11-54" fmla="*/ 920305 h 1316375"/>
                <a:gd name="connsiteX12-55" fmla="*/ 3024520 w 3024520"/>
                <a:gd name="connsiteY12-56" fmla="*/ 1228607 h 1316375"/>
                <a:gd name="connsiteX13-57" fmla="*/ 2756623 w 3024520"/>
                <a:gd name="connsiteY13-58" fmla="*/ 1316375 h 1316375"/>
                <a:gd name="connsiteX14-59" fmla="*/ 1486231 w 3024520"/>
                <a:gd name="connsiteY14-60" fmla="*/ 727041 h 1316375"/>
                <a:gd name="connsiteX0-61" fmla="*/ 1537780 w 3076069"/>
                <a:gd name="connsiteY0-62" fmla="*/ 727041 h 1316375"/>
                <a:gd name="connsiteX1-63" fmla="*/ 309224 w 3076069"/>
                <a:gd name="connsiteY1-64" fmla="*/ 1302232 h 1316375"/>
                <a:gd name="connsiteX2-65" fmla="*/ 0 w 3076069"/>
                <a:gd name="connsiteY2-66" fmla="*/ 1228607 h 1316375"/>
                <a:gd name="connsiteX3-67" fmla="*/ 962613 w 3076069"/>
                <a:gd name="connsiteY3-68" fmla="*/ 837478 h 1316375"/>
                <a:gd name="connsiteX4-69" fmla="*/ 935005 w 3076069"/>
                <a:gd name="connsiteY4-70" fmla="*/ 450949 h 1316375"/>
                <a:gd name="connsiteX5-71" fmla="*/ 212596 w 3076069"/>
                <a:gd name="connsiteY5-72" fmla="*/ 119640 h 1316375"/>
                <a:gd name="connsiteX6-73" fmla="*/ 456466 w 3076069"/>
                <a:gd name="connsiteY6-74" fmla="*/ 50617 h 1316375"/>
                <a:gd name="connsiteX7-75" fmla="*/ 1528577 w 3076069"/>
                <a:gd name="connsiteY7-76" fmla="*/ 501566 h 1316375"/>
                <a:gd name="connsiteX8-77" fmla="*/ 2623695 w 3076069"/>
                <a:gd name="connsiteY8-78" fmla="*/ 0 h 1316375"/>
                <a:gd name="connsiteX9-79" fmla="*/ 2927383 w 3076069"/>
                <a:gd name="connsiteY9-80" fmla="*/ 96632 h 1316375"/>
                <a:gd name="connsiteX10-81" fmla="*/ 2131352 w 3076069"/>
                <a:gd name="connsiteY10-82" fmla="*/ 432543 h 1316375"/>
                <a:gd name="connsiteX11-83" fmla="*/ 2292399 w 3076069"/>
                <a:gd name="connsiteY11-84" fmla="*/ 920305 h 1316375"/>
                <a:gd name="connsiteX12-85" fmla="*/ 3076069 w 3076069"/>
                <a:gd name="connsiteY12-86" fmla="*/ 1228607 h 1316375"/>
                <a:gd name="connsiteX13-87" fmla="*/ 2808172 w 3076069"/>
                <a:gd name="connsiteY13-88" fmla="*/ 1316375 h 1316375"/>
                <a:gd name="connsiteX14-89" fmla="*/ 1537780 w 3076069"/>
                <a:gd name="connsiteY14-90" fmla="*/ 727041 h 1316375"/>
                <a:gd name="connsiteX0-91" fmla="*/ 1537780 w 3076069"/>
                <a:gd name="connsiteY0-92" fmla="*/ 727041 h 1321259"/>
                <a:gd name="connsiteX1-93" fmla="*/ 313981 w 3076069"/>
                <a:gd name="connsiteY1-94" fmla="*/ 1321259 h 1321259"/>
                <a:gd name="connsiteX2-95" fmla="*/ 0 w 3076069"/>
                <a:gd name="connsiteY2-96" fmla="*/ 1228607 h 1321259"/>
                <a:gd name="connsiteX3-97" fmla="*/ 962613 w 3076069"/>
                <a:gd name="connsiteY3-98" fmla="*/ 837478 h 1321259"/>
                <a:gd name="connsiteX4-99" fmla="*/ 935005 w 3076069"/>
                <a:gd name="connsiteY4-100" fmla="*/ 450949 h 1321259"/>
                <a:gd name="connsiteX5-101" fmla="*/ 212596 w 3076069"/>
                <a:gd name="connsiteY5-102" fmla="*/ 119640 h 1321259"/>
                <a:gd name="connsiteX6-103" fmla="*/ 456466 w 3076069"/>
                <a:gd name="connsiteY6-104" fmla="*/ 50617 h 1321259"/>
                <a:gd name="connsiteX7-105" fmla="*/ 1528577 w 3076069"/>
                <a:gd name="connsiteY7-106" fmla="*/ 501566 h 1321259"/>
                <a:gd name="connsiteX8-107" fmla="*/ 2623695 w 3076069"/>
                <a:gd name="connsiteY8-108" fmla="*/ 0 h 1321259"/>
                <a:gd name="connsiteX9-109" fmla="*/ 2927383 w 3076069"/>
                <a:gd name="connsiteY9-110" fmla="*/ 96632 h 1321259"/>
                <a:gd name="connsiteX10-111" fmla="*/ 2131352 w 3076069"/>
                <a:gd name="connsiteY10-112" fmla="*/ 432543 h 1321259"/>
                <a:gd name="connsiteX11-113" fmla="*/ 2292399 w 3076069"/>
                <a:gd name="connsiteY11-114" fmla="*/ 920305 h 1321259"/>
                <a:gd name="connsiteX12-115" fmla="*/ 3076069 w 3076069"/>
                <a:gd name="connsiteY12-116" fmla="*/ 1228607 h 1321259"/>
                <a:gd name="connsiteX13-117" fmla="*/ 2808172 w 3076069"/>
                <a:gd name="connsiteY13-118" fmla="*/ 1316375 h 1321259"/>
                <a:gd name="connsiteX14-119" fmla="*/ 1537780 w 3076069"/>
                <a:gd name="connsiteY14-120" fmla="*/ 727041 h 1321259"/>
                <a:gd name="connsiteX0-121" fmla="*/ 1537780 w 3076069"/>
                <a:gd name="connsiteY0-122" fmla="*/ 750825 h 1321259"/>
                <a:gd name="connsiteX1-123" fmla="*/ 313981 w 3076069"/>
                <a:gd name="connsiteY1-124" fmla="*/ 1321259 h 1321259"/>
                <a:gd name="connsiteX2-125" fmla="*/ 0 w 3076069"/>
                <a:gd name="connsiteY2-126" fmla="*/ 1228607 h 1321259"/>
                <a:gd name="connsiteX3-127" fmla="*/ 962613 w 3076069"/>
                <a:gd name="connsiteY3-128" fmla="*/ 837478 h 1321259"/>
                <a:gd name="connsiteX4-129" fmla="*/ 935005 w 3076069"/>
                <a:gd name="connsiteY4-130" fmla="*/ 450949 h 1321259"/>
                <a:gd name="connsiteX5-131" fmla="*/ 212596 w 3076069"/>
                <a:gd name="connsiteY5-132" fmla="*/ 119640 h 1321259"/>
                <a:gd name="connsiteX6-133" fmla="*/ 456466 w 3076069"/>
                <a:gd name="connsiteY6-134" fmla="*/ 50617 h 1321259"/>
                <a:gd name="connsiteX7-135" fmla="*/ 1528577 w 3076069"/>
                <a:gd name="connsiteY7-136" fmla="*/ 501566 h 1321259"/>
                <a:gd name="connsiteX8-137" fmla="*/ 2623695 w 3076069"/>
                <a:gd name="connsiteY8-138" fmla="*/ 0 h 1321259"/>
                <a:gd name="connsiteX9-139" fmla="*/ 2927383 w 3076069"/>
                <a:gd name="connsiteY9-140" fmla="*/ 96632 h 1321259"/>
                <a:gd name="connsiteX10-141" fmla="*/ 2131352 w 3076069"/>
                <a:gd name="connsiteY10-142" fmla="*/ 432543 h 1321259"/>
                <a:gd name="connsiteX11-143" fmla="*/ 2292399 w 3076069"/>
                <a:gd name="connsiteY11-144" fmla="*/ 920305 h 1321259"/>
                <a:gd name="connsiteX12-145" fmla="*/ 3076069 w 3076069"/>
                <a:gd name="connsiteY12-146" fmla="*/ 1228607 h 1321259"/>
                <a:gd name="connsiteX13-147" fmla="*/ 2808172 w 3076069"/>
                <a:gd name="connsiteY13-148" fmla="*/ 1316375 h 1321259"/>
                <a:gd name="connsiteX14-149" fmla="*/ 1537780 w 3076069"/>
                <a:gd name="connsiteY14-150" fmla="*/ 750825 h 132125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76" name="Freeform 975"/>
            <p:cNvSpPr/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-1" fmla="*/ 0 w 3640627"/>
                <a:gd name="connsiteY0-2" fmla="*/ 242051 h 923747"/>
                <a:gd name="connsiteX1-3" fmla="*/ 655168 w 3640627"/>
                <a:gd name="connsiteY1-4" fmla="*/ 16495 h 923747"/>
                <a:gd name="connsiteX2-5" fmla="*/ 1809765 w 3640627"/>
                <a:gd name="connsiteY2-6" fmla="*/ 511360 h 923747"/>
                <a:gd name="connsiteX3-7" fmla="*/ 2964363 w 3640627"/>
                <a:gd name="connsiteY3-8" fmla="*/ 0 h 923747"/>
                <a:gd name="connsiteX4-9" fmla="*/ 3640627 w 3640627"/>
                <a:gd name="connsiteY4-10" fmla="*/ 197946 h 923747"/>
                <a:gd name="connsiteX5-11" fmla="*/ 3195282 w 3640627"/>
                <a:gd name="connsiteY5-12" fmla="*/ 461874 h 923747"/>
                <a:gd name="connsiteX6-13" fmla="*/ 2980857 w 3640627"/>
                <a:gd name="connsiteY6-14" fmla="*/ 379396 h 923747"/>
                <a:gd name="connsiteX7-15" fmla="*/ 1826259 w 3640627"/>
                <a:gd name="connsiteY7-16" fmla="*/ 923747 h 923747"/>
                <a:gd name="connsiteX8-17" fmla="*/ 671662 w 3640627"/>
                <a:gd name="connsiteY8-18" fmla="*/ 412387 h 923747"/>
                <a:gd name="connsiteX9-19" fmla="*/ 523214 w 3640627"/>
                <a:gd name="connsiteY9-20" fmla="*/ 478369 h 923747"/>
                <a:gd name="connsiteX10-21" fmla="*/ 0 w 3640627"/>
                <a:gd name="connsiteY10-22" fmla="*/ 242051 h 923747"/>
                <a:gd name="connsiteX0-23" fmla="*/ 0 w 3640627"/>
                <a:gd name="connsiteY0-24" fmla="*/ 242051 h 923747"/>
                <a:gd name="connsiteX1-25" fmla="*/ 655168 w 3640627"/>
                <a:gd name="connsiteY1-26" fmla="*/ 16495 h 923747"/>
                <a:gd name="connsiteX2-27" fmla="*/ 1809765 w 3640627"/>
                <a:gd name="connsiteY2-28" fmla="*/ 511360 h 923747"/>
                <a:gd name="connsiteX3-29" fmla="*/ 2964363 w 3640627"/>
                <a:gd name="connsiteY3-30" fmla="*/ 0 h 923747"/>
                <a:gd name="connsiteX4-31" fmla="*/ 3640627 w 3640627"/>
                <a:gd name="connsiteY4-32" fmla="*/ 197946 h 923747"/>
                <a:gd name="connsiteX5-33" fmla="*/ 3195282 w 3640627"/>
                <a:gd name="connsiteY5-34" fmla="*/ 461874 h 923747"/>
                <a:gd name="connsiteX6-35" fmla="*/ 2980857 w 3640627"/>
                <a:gd name="connsiteY6-36" fmla="*/ 379396 h 923747"/>
                <a:gd name="connsiteX7-37" fmla="*/ 1826259 w 3640627"/>
                <a:gd name="connsiteY7-38" fmla="*/ 923747 h 923747"/>
                <a:gd name="connsiteX8-39" fmla="*/ 671662 w 3640627"/>
                <a:gd name="connsiteY8-40" fmla="*/ 412387 h 923747"/>
                <a:gd name="connsiteX9-41" fmla="*/ 523214 w 3640627"/>
                <a:gd name="connsiteY9-42" fmla="*/ 482971 h 923747"/>
                <a:gd name="connsiteX10-43" fmla="*/ 0 w 3640627"/>
                <a:gd name="connsiteY10-44" fmla="*/ 242051 h 923747"/>
                <a:gd name="connsiteX0-45" fmla="*/ 0 w 3640627"/>
                <a:gd name="connsiteY0-46" fmla="*/ 242051 h 923747"/>
                <a:gd name="connsiteX1-47" fmla="*/ 655168 w 3640627"/>
                <a:gd name="connsiteY1-48" fmla="*/ 16495 h 923747"/>
                <a:gd name="connsiteX2-49" fmla="*/ 1809765 w 3640627"/>
                <a:gd name="connsiteY2-50" fmla="*/ 511360 h 923747"/>
                <a:gd name="connsiteX3-51" fmla="*/ 2964363 w 3640627"/>
                <a:gd name="connsiteY3-52" fmla="*/ 0 h 923747"/>
                <a:gd name="connsiteX4-53" fmla="*/ 3640627 w 3640627"/>
                <a:gd name="connsiteY4-54" fmla="*/ 197946 h 923747"/>
                <a:gd name="connsiteX5-55" fmla="*/ 3195282 w 3640627"/>
                <a:gd name="connsiteY5-56" fmla="*/ 461874 h 923747"/>
                <a:gd name="connsiteX6-57" fmla="*/ 2980857 w 3640627"/>
                <a:gd name="connsiteY6-58" fmla="*/ 379396 h 923747"/>
                <a:gd name="connsiteX7-59" fmla="*/ 1826259 w 3640627"/>
                <a:gd name="connsiteY7-60" fmla="*/ 923747 h 923747"/>
                <a:gd name="connsiteX8-61" fmla="*/ 690067 w 3640627"/>
                <a:gd name="connsiteY8-62" fmla="*/ 412387 h 923747"/>
                <a:gd name="connsiteX9-63" fmla="*/ 523214 w 3640627"/>
                <a:gd name="connsiteY9-64" fmla="*/ 482971 h 923747"/>
                <a:gd name="connsiteX10-65" fmla="*/ 0 w 3640627"/>
                <a:gd name="connsiteY10-66" fmla="*/ 242051 h 923747"/>
                <a:gd name="connsiteX0-67" fmla="*/ 0 w 3640627"/>
                <a:gd name="connsiteY0-68" fmla="*/ 242051 h 946755"/>
                <a:gd name="connsiteX1-69" fmla="*/ 655168 w 3640627"/>
                <a:gd name="connsiteY1-70" fmla="*/ 16495 h 946755"/>
                <a:gd name="connsiteX2-71" fmla="*/ 1809765 w 3640627"/>
                <a:gd name="connsiteY2-72" fmla="*/ 511360 h 946755"/>
                <a:gd name="connsiteX3-73" fmla="*/ 2964363 w 3640627"/>
                <a:gd name="connsiteY3-74" fmla="*/ 0 h 946755"/>
                <a:gd name="connsiteX4-75" fmla="*/ 3640627 w 3640627"/>
                <a:gd name="connsiteY4-76" fmla="*/ 197946 h 946755"/>
                <a:gd name="connsiteX5-77" fmla="*/ 3195282 w 3640627"/>
                <a:gd name="connsiteY5-78" fmla="*/ 461874 h 946755"/>
                <a:gd name="connsiteX6-79" fmla="*/ 2980857 w 3640627"/>
                <a:gd name="connsiteY6-80" fmla="*/ 379396 h 946755"/>
                <a:gd name="connsiteX7-81" fmla="*/ 1876873 w 3640627"/>
                <a:gd name="connsiteY7-82" fmla="*/ 946755 h 946755"/>
                <a:gd name="connsiteX8-83" fmla="*/ 690067 w 3640627"/>
                <a:gd name="connsiteY8-84" fmla="*/ 412387 h 946755"/>
                <a:gd name="connsiteX9-85" fmla="*/ 523214 w 3640627"/>
                <a:gd name="connsiteY9-86" fmla="*/ 482971 h 946755"/>
                <a:gd name="connsiteX10-87" fmla="*/ 0 w 3640627"/>
                <a:gd name="connsiteY10-88" fmla="*/ 242051 h 946755"/>
                <a:gd name="connsiteX0-89" fmla="*/ 0 w 3640627"/>
                <a:gd name="connsiteY0-90" fmla="*/ 242051 h 946755"/>
                <a:gd name="connsiteX1-91" fmla="*/ 655168 w 3640627"/>
                <a:gd name="connsiteY1-92" fmla="*/ 16495 h 946755"/>
                <a:gd name="connsiteX2-93" fmla="*/ 1855778 w 3640627"/>
                <a:gd name="connsiteY2-94" fmla="*/ 534367 h 946755"/>
                <a:gd name="connsiteX3-95" fmla="*/ 2964363 w 3640627"/>
                <a:gd name="connsiteY3-96" fmla="*/ 0 h 946755"/>
                <a:gd name="connsiteX4-97" fmla="*/ 3640627 w 3640627"/>
                <a:gd name="connsiteY4-98" fmla="*/ 197946 h 946755"/>
                <a:gd name="connsiteX5-99" fmla="*/ 3195282 w 3640627"/>
                <a:gd name="connsiteY5-100" fmla="*/ 461874 h 946755"/>
                <a:gd name="connsiteX6-101" fmla="*/ 2980857 w 3640627"/>
                <a:gd name="connsiteY6-102" fmla="*/ 379396 h 946755"/>
                <a:gd name="connsiteX7-103" fmla="*/ 1876873 w 3640627"/>
                <a:gd name="connsiteY7-104" fmla="*/ 946755 h 946755"/>
                <a:gd name="connsiteX8-105" fmla="*/ 690067 w 3640627"/>
                <a:gd name="connsiteY8-106" fmla="*/ 412387 h 946755"/>
                <a:gd name="connsiteX9-107" fmla="*/ 523214 w 3640627"/>
                <a:gd name="connsiteY9-108" fmla="*/ 482971 h 946755"/>
                <a:gd name="connsiteX10-109" fmla="*/ 0 w 3640627"/>
                <a:gd name="connsiteY10-110" fmla="*/ 242051 h 946755"/>
                <a:gd name="connsiteX0-111" fmla="*/ 0 w 3640627"/>
                <a:gd name="connsiteY0-112" fmla="*/ 242051 h 946755"/>
                <a:gd name="connsiteX1-113" fmla="*/ 655168 w 3640627"/>
                <a:gd name="connsiteY1-114" fmla="*/ 16495 h 946755"/>
                <a:gd name="connsiteX2-115" fmla="*/ 1855778 w 3640627"/>
                <a:gd name="connsiteY2-116" fmla="*/ 534367 h 946755"/>
                <a:gd name="connsiteX3-117" fmla="*/ 2964363 w 3640627"/>
                <a:gd name="connsiteY3-118" fmla="*/ 0 h 946755"/>
                <a:gd name="connsiteX4-119" fmla="*/ 3640627 w 3640627"/>
                <a:gd name="connsiteY4-120" fmla="*/ 197946 h 946755"/>
                <a:gd name="connsiteX5-121" fmla="*/ 3195282 w 3640627"/>
                <a:gd name="connsiteY5-122" fmla="*/ 461874 h 946755"/>
                <a:gd name="connsiteX6-123" fmla="*/ 3008465 w 3640627"/>
                <a:gd name="connsiteY6-124" fmla="*/ 402404 h 946755"/>
                <a:gd name="connsiteX7-125" fmla="*/ 1876873 w 3640627"/>
                <a:gd name="connsiteY7-126" fmla="*/ 946755 h 946755"/>
                <a:gd name="connsiteX8-127" fmla="*/ 690067 w 3640627"/>
                <a:gd name="connsiteY8-128" fmla="*/ 412387 h 946755"/>
                <a:gd name="connsiteX9-129" fmla="*/ 523214 w 3640627"/>
                <a:gd name="connsiteY9-130" fmla="*/ 482971 h 946755"/>
                <a:gd name="connsiteX10-131" fmla="*/ 0 w 3640627"/>
                <a:gd name="connsiteY10-132" fmla="*/ 242051 h 946755"/>
                <a:gd name="connsiteX0-133" fmla="*/ 0 w 3723451"/>
                <a:gd name="connsiteY0-134" fmla="*/ 242051 h 946755"/>
                <a:gd name="connsiteX1-135" fmla="*/ 655168 w 3723451"/>
                <a:gd name="connsiteY1-136" fmla="*/ 16495 h 946755"/>
                <a:gd name="connsiteX2-137" fmla="*/ 1855778 w 3723451"/>
                <a:gd name="connsiteY2-138" fmla="*/ 534367 h 946755"/>
                <a:gd name="connsiteX3-139" fmla="*/ 2964363 w 3723451"/>
                <a:gd name="connsiteY3-140" fmla="*/ 0 h 946755"/>
                <a:gd name="connsiteX4-141" fmla="*/ 3723451 w 3723451"/>
                <a:gd name="connsiteY4-142" fmla="*/ 220954 h 946755"/>
                <a:gd name="connsiteX5-143" fmla="*/ 3195282 w 3723451"/>
                <a:gd name="connsiteY5-144" fmla="*/ 461874 h 946755"/>
                <a:gd name="connsiteX6-145" fmla="*/ 3008465 w 3723451"/>
                <a:gd name="connsiteY6-146" fmla="*/ 402404 h 946755"/>
                <a:gd name="connsiteX7-147" fmla="*/ 1876873 w 3723451"/>
                <a:gd name="connsiteY7-148" fmla="*/ 946755 h 946755"/>
                <a:gd name="connsiteX8-149" fmla="*/ 690067 w 3723451"/>
                <a:gd name="connsiteY8-150" fmla="*/ 412387 h 946755"/>
                <a:gd name="connsiteX9-151" fmla="*/ 523214 w 3723451"/>
                <a:gd name="connsiteY9-152" fmla="*/ 482971 h 946755"/>
                <a:gd name="connsiteX10-153" fmla="*/ 0 w 3723451"/>
                <a:gd name="connsiteY10-154" fmla="*/ 242051 h 946755"/>
                <a:gd name="connsiteX0-155" fmla="*/ 0 w 3723451"/>
                <a:gd name="connsiteY0-156" fmla="*/ 228246 h 932950"/>
                <a:gd name="connsiteX1-157" fmla="*/ 655168 w 3723451"/>
                <a:gd name="connsiteY1-158" fmla="*/ 2690 h 932950"/>
                <a:gd name="connsiteX2-159" fmla="*/ 1855778 w 3723451"/>
                <a:gd name="connsiteY2-160" fmla="*/ 520562 h 932950"/>
                <a:gd name="connsiteX3-161" fmla="*/ 3001174 w 3723451"/>
                <a:gd name="connsiteY3-162" fmla="*/ 0 h 932950"/>
                <a:gd name="connsiteX4-163" fmla="*/ 3723451 w 3723451"/>
                <a:gd name="connsiteY4-164" fmla="*/ 207149 h 932950"/>
                <a:gd name="connsiteX5-165" fmla="*/ 3195282 w 3723451"/>
                <a:gd name="connsiteY5-166" fmla="*/ 448069 h 932950"/>
                <a:gd name="connsiteX6-167" fmla="*/ 3008465 w 3723451"/>
                <a:gd name="connsiteY6-168" fmla="*/ 388599 h 932950"/>
                <a:gd name="connsiteX7-169" fmla="*/ 1876873 w 3723451"/>
                <a:gd name="connsiteY7-170" fmla="*/ 932950 h 932950"/>
                <a:gd name="connsiteX8-171" fmla="*/ 690067 w 3723451"/>
                <a:gd name="connsiteY8-172" fmla="*/ 398582 h 932950"/>
                <a:gd name="connsiteX9-173" fmla="*/ 523214 w 3723451"/>
                <a:gd name="connsiteY9-174" fmla="*/ 469166 h 932950"/>
                <a:gd name="connsiteX10-175" fmla="*/ 0 w 3723451"/>
                <a:gd name="connsiteY10-176" fmla="*/ 228246 h 932950"/>
                <a:gd name="connsiteX0-177" fmla="*/ 0 w 3723451"/>
                <a:gd name="connsiteY0-178" fmla="*/ 228246 h 932950"/>
                <a:gd name="connsiteX1-179" fmla="*/ 655168 w 3723451"/>
                <a:gd name="connsiteY1-180" fmla="*/ 2690 h 932950"/>
                <a:gd name="connsiteX2-181" fmla="*/ 1855778 w 3723451"/>
                <a:gd name="connsiteY2-182" fmla="*/ 520562 h 932950"/>
                <a:gd name="connsiteX3-183" fmla="*/ 3001174 w 3723451"/>
                <a:gd name="connsiteY3-184" fmla="*/ 0 h 932950"/>
                <a:gd name="connsiteX4-185" fmla="*/ 3723451 w 3723451"/>
                <a:gd name="connsiteY4-186" fmla="*/ 207149 h 932950"/>
                <a:gd name="connsiteX5-187" fmla="*/ 3195282 w 3723451"/>
                <a:gd name="connsiteY5-188" fmla="*/ 448069 h 932950"/>
                <a:gd name="connsiteX6-189" fmla="*/ 3013067 w 3723451"/>
                <a:gd name="connsiteY6-190" fmla="*/ 393200 h 932950"/>
                <a:gd name="connsiteX7-191" fmla="*/ 1876873 w 3723451"/>
                <a:gd name="connsiteY7-192" fmla="*/ 932950 h 932950"/>
                <a:gd name="connsiteX8-193" fmla="*/ 690067 w 3723451"/>
                <a:gd name="connsiteY8-194" fmla="*/ 398582 h 932950"/>
                <a:gd name="connsiteX9-195" fmla="*/ 523214 w 3723451"/>
                <a:gd name="connsiteY9-196" fmla="*/ 469166 h 932950"/>
                <a:gd name="connsiteX10-197" fmla="*/ 0 w 3723451"/>
                <a:gd name="connsiteY10-198" fmla="*/ 228246 h 932950"/>
                <a:gd name="connsiteX0-199" fmla="*/ 0 w 3723451"/>
                <a:gd name="connsiteY0-200" fmla="*/ 228246 h 932950"/>
                <a:gd name="connsiteX1-201" fmla="*/ 655168 w 3723451"/>
                <a:gd name="connsiteY1-202" fmla="*/ 2690 h 932950"/>
                <a:gd name="connsiteX2-203" fmla="*/ 1855778 w 3723451"/>
                <a:gd name="connsiteY2-204" fmla="*/ 520562 h 932950"/>
                <a:gd name="connsiteX3-205" fmla="*/ 3001174 w 3723451"/>
                <a:gd name="connsiteY3-206" fmla="*/ 0 h 932950"/>
                <a:gd name="connsiteX4-207" fmla="*/ 3723451 w 3723451"/>
                <a:gd name="connsiteY4-208" fmla="*/ 207149 h 932950"/>
                <a:gd name="connsiteX5-209" fmla="*/ 3186079 w 3723451"/>
                <a:gd name="connsiteY5-210" fmla="*/ 461874 h 932950"/>
                <a:gd name="connsiteX6-211" fmla="*/ 3013067 w 3723451"/>
                <a:gd name="connsiteY6-212" fmla="*/ 393200 h 932950"/>
                <a:gd name="connsiteX7-213" fmla="*/ 1876873 w 3723451"/>
                <a:gd name="connsiteY7-214" fmla="*/ 932950 h 932950"/>
                <a:gd name="connsiteX8-215" fmla="*/ 690067 w 3723451"/>
                <a:gd name="connsiteY8-216" fmla="*/ 398582 h 932950"/>
                <a:gd name="connsiteX9-217" fmla="*/ 523214 w 3723451"/>
                <a:gd name="connsiteY9-218" fmla="*/ 469166 h 932950"/>
                <a:gd name="connsiteX10-219" fmla="*/ 0 w 3723451"/>
                <a:gd name="connsiteY10-220" fmla="*/ 228246 h 932950"/>
                <a:gd name="connsiteX0-221" fmla="*/ 0 w 3723451"/>
                <a:gd name="connsiteY0-222" fmla="*/ 228246 h 932950"/>
                <a:gd name="connsiteX1-223" fmla="*/ 655168 w 3723451"/>
                <a:gd name="connsiteY1-224" fmla="*/ 2690 h 932950"/>
                <a:gd name="connsiteX2-225" fmla="*/ 1855778 w 3723451"/>
                <a:gd name="connsiteY2-226" fmla="*/ 520562 h 932950"/>
                <a:gd name="connsiteX3-227" fmla="*/ 3001174 w 3723451"/>
                <a:gd name="connsiteY3-228" fmla="*/ 0 h 932950"/>
                <a:gd name="connsiteX4-229" fmla="*/ 3723451 w 3723451"/>
                <a:gd name="connsiteY4-230" fmla="*/ 207149 h 932950"/>
                <a:gd name="connsiteX5-231" fmla="*/ 3186079 w 3723451"/>
                <a:gd name="connsiteY5-232" fmla="*/ 461874 h 932950"/>
                <a:gd name="connsiteX6-233" fmla="*/ 3013067 w 3723451"/>
                <a:gd name="connsiteY6-234" fmla="*/ 393200 h 932950"/>
                <a:gd name="connsiteX7-235" fmla="*/ 1876873 w 3723451"/>
                <a:gd name="connsiteY7-236" fmla="*/ 932950 h 932950"/>
                <a:gd name="connsiteX8-237" fmla="*/ 711613 w 3723451"/>
                <a:gd name="connsiteY8-238" fmla="*/ 413055 h 932950"/>
                <a:gd name="connsiteX9-239" fmla="*/ 523214 w 3723451"/>
                <a:gd name="connsiteY9-240" fmla="*/ 469166 h 932950"/>
                <a:gd name="connsiteX10-241" fmla="*/ 0 w 3723451"/>
                <a:gd name="connsiteY10-242" fmla="*/ 228246 h 93295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77" name="Freeform 976"/>
            <p:cNvSpPr/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-1" fmla="*/ 4602 w 1371198"/>
                <a:gd name="connsiteY0-2" fmla="*/ 0 h 800665"/>
                <a:gd name="connsiteX1-3" fmla="*/ 1371198 w 1371198"/>
                <a:gd name="connsiteY1-4" fmla="*/ 625807 h 800665"/>
                <a:gd name="connsiteX2-5" fmla="*/ 897260 w 1371198"/>
                <a:gd name="connsiteY2-6" fmla="*/ 800665 h 800665"/>
                <a:gd name="connsiteX3-7" fmla="*/ 0 w 1371198"/>
                <a:gd name="connsiteY3-8" fmla="*/ 404934 h 800665"/>
                <a:gd name="connsiteX4-9" fmla="*/ 4602 w 1371198"/>
                <a:gd name="connsiteY4-10" fmla="*/ 0 h 800665"/>
                <a:gd name="connsiteX0-11" fmla="*/ 0 w 1366596"/>
                <a:gd name="connsiteY0-12" fmla="*/ 0 h 800665"/>
                <a:gd name="connsiteX1-13" fmla="*/ 1366596 w 1366596"/>
                <a:gd name="connsiteY1-14" fmla="*/ 625807 h 800665"/>
                <a:gd name="connsiteX2-15" fmla="*/ 892658 w 1366596"/>
                <a:gd name="connsiteY2-16" fmla="*/ 800665 h 800665"/>
                <a:gd name="connsiteX3-17" fmla="*/ 4601 w 1366596"/>
                <a:gd name="connsiteY3-18" fmla="*/ 427942 h 800665"/>
                <a:gd name="connsiteX4-19" fmla="*/ 0 w 1366596"/>
                <a:gd name="connsiteY4-20" fmla="*/ 0 h 800665"/>
                <a:gd name="connsiteX0-21" fmla="*/ 0 w 1366596"/>
                <a:gd name="connsiteY0-22" fmla="*/ 0 h 800665"/>
                <a:gd name="connsiteX1-23" fmla="*/ 1366596 w 1366596"/>
                <a:gd name="connsiteY1-24" fmla="*/ 625807 h 800665"/>
                <a:gd name="connsiteX2-25" fmla="*/ 892658 w 1366596"/>
                <a:gd name="connsiteY2-26" fmla="*/ 800665 h 800665"/>
                <a:gd name="connsiteX3-27" fmla="*/ 4601 w 1366596"/>
                <a:gd name="connsiteY3-28" fmla="*/ 427942 h 800665"/>
                <a:gd name="connsiteX4-29" fmla="*/ 0 w 1366596"/>
                <a:gd name="connsiteY4-30" fmla="*/ 0 h 800665"/>
                <a:gd name="connsiteX0-31" fmla="*/ 0 w 1366596"/>
                <a:gd name="connsiteY0-32" fmla="*/ 0 h 800665"/>
                <a:gd name="connsiteX1-33" fmla="*/ 1366596 w 1366596"/>
                <a:gd name="connsiteY1-34" fmla="*/ 625807 h 800665"/>
                <a:gd name="connsiteX2-35" fmla="*/ 892658 w 1366596"/>
                <a:gd name="connsiteY2-36" fmla="*/ 800665 h 800665"/>
                <a:gd name="connsiteX3-37" fmla="*/ 4601 w 1366596"/>
                <a:gd name="connsiteY3-38" fmla="*/ 427942 h 800665"/>
                <a:gd name="connsiteX4-39" fmla="*/ 0 w 1366596"/>
                <a:gd name="connsiteY4-40" fmla="*/ 0 h 800665"/>
                <a:gd name="connsiteX0-41" fmla="*/ 0 w 1366596"/>
                <a:gd name="connsiteY0-42" fmla="*/ 0 h 809868"/>
                <a:gd name="connsiteX1-43" fmla="*/ 1366596 w 1366596"/>
                <a:gd name="connsiteY1-44" fmla="*/ 625807 h 809868"/>
                <a:gd name="connsiteX2-45" fmla="*/ 865050 w 1366596"/>
                <a:gd name="connsiteY2-46" fmla="*/ 809868 h 809868"/>
                <a:gd name="connsiteX3-47" fmla="*/ 4601 w 1366596"/>
                <a:gd name="connsiteY3-48" fmla="*/ 427942 h 809868"/>
                <a:gd name="connsiteX4-49" fmla="*/ 0 w 1366596"/>
                <a:gd name="connsiteY4-50" fmla="*/ 0 h 8098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78" name="Freeform 977"/>
            <p:cNvSpPr/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-1" fmla="*/ 1329786 w 1348191"/>
                <a:gd name="connsiteY0-2" fmla="*/ 0 h 791462"/>
                <a:gd name="connsiteX1-3" fmla="*/ 1348191 w 1348191"/>
                <a:gd name="connsiteY1-4" fmla="*/ 381926 h 791462"/>
                <a:gd name="connsiteX2-5" fmla="*/ 487742 w 1348191"/>
                <a:gd name="connsiteY2-6" fmla="*/ 791462 h 791462"/>
                <a:gd name="connsiteX3-7" fmla="*/ 0 w 1348191"/>
                <a:gd name="connsiteY3-8" fmla="*/ 612002 h 791462"/>
                <a:gd name="connsiteX4-9" fmla="*/ 1329786 w 1348191"/>
                <a:gd name="connsiteY4-10" fmla="*/ 0 h 79146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cxnSp>
          <p:nvCxnSpPr>
            <p:cNvPr id="979" name="Straight Connector 978"/>
            <p:cNvCxnSpPr>
              <a:endCxn id="974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0" name="Straight Connector 979"/>
            <p:cNvCxnSpPr/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81" name="Group 347"/>
          <p:cNvGrpSpPr/>
          <p:nvPr/>
        </p:nvGrpSpPr>
        <p:grpSpPr bwMode="auto">
          <a:xfrm>
            <a:off x="6970247" y="4493117"/>
            <a:ext cx="522452" cy="260369"/>
            <a:chOff x="1871277" y="1576300"/>
            <a:chExt cx="1128371" cy="437861"/>
          </a:xfrm>
        </p:grpSpPr>
        <p:sp>
          <p:nvSpPr>
            <p:cNvPr id="982" name="Oval 981"/>
            <p:cNvSpPr/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983" name="Rectangle 982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84" name="Oval 983"/>
            <p:cNvSpPr/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985" name="Freeform 984"/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-1" fmla="*/ 1486231 w 2944854"/>
                <a:gd name="connsiteY0-2" fmla="*/ 727041 h 1316375"/>
                <a:gd name="connsiteX1-3" fmla="*/ 257675 w 2944854"/>
                <a:gd name="connsiteY1-4" fmla="*/ 1302232 h 1316375"/>
                <a:gd name="connsiteX2-5" fmla="*/ 0 w 2944854"/>
                <a:gd name="connsiteY2-6" fmla="*/ 1228607 h 1316375"/>
                <a:gd name="connsiteX3-7" fmla="*/ 911064 w 2944854"/>
                <a:gd name="connsiteY3-8" fmla="*/ 837478 h 1316375"/>
                <a:gd name="connsiteX4-9" fmla="*/ 883456 w 2944854"/>
                <a:gd name="connsiteY4-10" fmla="*/ 450949 h 1316375"/>
                <a:gd name="connsiteX5-11" fmla="*/ 161047 w 2944854"/>
                <a:gd name="connsiteY5-12" fmla="*/ 119640 h 1316375"/>
                <a:gd name="connsiteX6-13" fmla="*/ 404917 w 2944854"/>
                <a:gd name="connsiteY6-14" fmla="*/ 50617 h 1316375"/>
                <a:gd name="connsiteX7-15" fmla="*/ 1477028 w 2944854"/>
                <a:gd name="connsiteY7-16" fmla="*/ 501566 h 1316375"/>
                <a:gd name="connsiteX8-17" fmla="*/ 2572146 w 2944854"/>
                <a:gd name="connsiteY8-18" fmla="*/ 0 h 1316375"/>
                <a:gd name="connsiteX9-19" fmla="*/ 2875834 w 2944854"/>
                <a:gd name="connsiteY9-20" fmla="*/ 96632 h 1316375"/>
                <a:gd name="connsiteX10-21" fmla="*/ 2079803 w 2944854"/>
                <a:gd name="connsiteY10-22" fmla="*/ 432543 h 1316375"/>
                <a:gd name="connsiteX11-23" fmla="*/ 2240850 w 2944854"/>
                <a:gd name="connsiteY11-24" fmla="*/ 920305 h 1316375"/>
                <a:gd name="connsiteX12-25" fmla="*/ 2944854 w 2944854"/>
                <a:gd name="connsiteY12-26" fmla="*/ 1228607 h 1316375"/>
                <a:gd name="connsiteX13-27" fmla="*/ 2756623 w 2944854"/>
                <a:gd name="connsiteY13-28" fmla="*/ 1316375 h 1316375"/>
                <a:gd name="connsiteX14-29" fmla="*/ 1486231 w 2944854"/>
                <a:gd name="connsiteY14-30" fmla="*/ 727041 h 1316375"/>
                <a:gd name="connsiteX0-31" fmla="*/ 1486231 w 3024520"/>
                <a:gd name="connsiteY0-32" fmla="*/ 727041 h 1316375"/>
                <a:gd name="connsiteX1-33" fmla="*/ 257675 w 3024520"/>
                <a:gd name="connsiteY1-34" fmla="*/ 1302232 h 1316375"/>
                <a:gd name="connsiteX2-35" fmla="*/ 0 w 3024520"/>
                <a:gd name="connsiteY2-36" fmla="*/ 1228607 h 1316375"/>
                <a:gd name="connsiteX3-37" fmla="*/ 911064 w 3024520"/>
                <a:gd name="connsiteY3-38" fmla="*/ 837478 h 1316375"/>
                <a:gd name="connsiteX4-39" fmla="*/ 883456 w 3024520"/>
                <a:gd name="connsiteY4-40" fmla="*/ 450949 h 1316375"/>
                <a:gd name="connsiteX5-41" fmla="*/ 161047 w 3024520"/>
                <a:gd name="connsiteY5-42" fmla="*/ 119640 h 1316375"/>
                <a:gd name="connsiteX6-43" fmla="*/ 404917 w 3024520"/>
                <a:gd name="connsiteY6-44" fmla="*/ 50617 h 1316375"/>
                <a:gd name="connsiteX7-45" fmla="*/ 1477028 w 3024520"/>
                <a:gd name="connsiteY7-46" fmla="*/ 501566 h 1316375"/>
                <a:gd name="connsiteX8-47" fmla="*/ 2572146 w 3024520"/>
                <a:gd name="connsiteY8-48" fmla="*/ 0 h 1316375"/>
                <a:gd name="connsiteX9-49" fmla="*/ 2875834 w 3024520"/>
                <a:gd name="connsiteY9-50" fmla="*/ 96632 h 1316375"/>
                <a:gd name="connsiteX10-51" fmla="*/ 2079803 w 3024520"/>
                <a:gd name="connsiteY10-52" fmla="*/ 432543 h 1316375"/>
                <a:gd name="connsiteX11-53" fmla="*/ 2240850 w 3024520"/>
                <a:gd name="connsiteY11-54" fmla="*/ 920305 h 1316375"/>
                <a:gd name="connsiteX12-55" fmla="*/ 3024520 w 3024520"/>
                <a:gd name="connsiteY12-56" fmla="*/ 1228607 h 1316375"/>
                <a:gd name="connsiteX13-57" fmla="*/ 2756623 w 3024520"/>
                <a:gd name="connsiteY13-58" fmla="*/ 1316375 h 1316375"/>
                <a:gd name="connsiteX14-59" fmla="*/ 1486231 w 3024520"/>
                <a:gd name="connsiteY14-60" fmla="*/ 727041 h 1316375"/>
                <a:gd name="connsiteX0-61" fmla="*/ 1537780 w 3076069"/>
                <a:gd name="connsiteY0-62" fmla="*/ 727041 h 1316375"/>
                <a:gd name="connsiteX1-63" fmla="*/ 309224 w 3076069"/>
                <a:gd name="connsiteY1-64" fmla="*/ 1302232 h 1316375"/>
                <a:gd name="connsiteX2-65" fmla="*/ 0 w 3076069"/>
                <a:gd name="connsiteY2-66" fmla="*/ 1228607 h 1316375"/>
                <a:gd name="connsiteX3-67" fmla="*/ 962613 w 3076069"/>
                <a:gd name="connsiteY3-68" fmla="*/ 837478 h 1316375"/>
                <a:gd name="connsiteX4-69" fmla="*/ 935005 w 3076069"/>
                <a:gd name="connsiteY4-70" fmla="*/ 450949 h 1316375"/>
                <a:gd name="connsiteX5-71" fmla="*/ 212596 w 3076069"/>
                <a:gd name="connsiteY5-72" fmla="*/ 119640 h 1316375"/>
                <a:gd name="connsiteX6-73" fmla="*/ 456466 w 3076069"/>
                <a:gd name="connsiteY6-74" fmla="*/ 50617 h 1316375"/>
                <a:gd name="connsiteX7-75" fmla="*/ 1528577 w 3076069"/>
                <a:gd name="connsiteY7-76" fmla="*/ 501566 h 1316375"/>
                <a:gd name="connsiteX8-77" fmla="*/ 2623695 w 3076069"/>
                <a:gd name="connsiteY8-78" fmla="*/ 0 h 1316375"/>
                <a:gd name="connsiteX9-79" fmla="*/ 2927383 w 3076069"/>
                <a:gd name="connsiteY9-80" fmla="*/ 96632 h 1316375"/>
                <a:gd name="connsiteX10-81" fmla="*/ 2131352 w 3076069"/>
                <a:gd name="connsiteY10-82" fmla="*/ 432543 h 1316375"/>
                <a:gd name="connsiteX11-83" fmla="*/ 2292399 w 3076069"/>
                <a:gd name="connsiteY11-84" fmla="*/ 920305 h 1316375"/>
                <a:gd name="connsiteX12-85" fmla="*/ 3076069 w 3076069"/>
                <a:gd name="connsiteY12-86" fmla="*/ 1228607 h 1316375"/>
                <a:gd name="connsiteX13-87" fmla="*/ 2808172 w 3076069"/>
                <a:gd name="connsiteY13-88" fmla="*/ 1316375 h 1316375"/>
                <a:gd name="connsiteX14-89" fmla="*/ 1537780 w 3076069"/>
                <a:gd name="connsiteY14-90" fmla="*/ 727041 h 1316375"/>
                <a:gd name="connsiteX0-91" fmla="*/ 1537780 w 3076069"/>
                <a:gd name="connsiteY0-92" fmla="*/ 727041 h 1321259"/>
                <a:gd name="connsiteX1-93" fmla="*/ 313981 w 3076069"/>
                <a:gd name="connsiteY1-94" fmla="*/ 1321259 h 1321259"/>
                <a:gd name="connsiteX2-95" fmla="*/ 0 w 3076069"/>
                <a:gd name="connsiteY2-96" fmla="*/ 1228607 h 1321259"/>
                <a:gd name="connsiteX3-97" fmla="*/ 962613 w 3076069"/>
                <a:gd name="connsiteY3-98" fmla="*/ 837478 h 1321259"/>
                <a:gd name="connsiteX4-99" fmla="*/ 935005 w 3076069"/>
                <a:gd name="connsiteY4-100" fmla="*/ 450949 h 1321259"/>
                <a:gd name="connsiteX5-101" fmla="*/ 212596 w 3076069"/>
                <a:gd name="connsiteY5-102" fmla="*/ 119640 h 1321259"/>
                <a:gd name="connsiteX6-103" fmla="*/ 456466 w 3076069"/>
                <a:gd name="connsiteY6-104" fmla="*/ 50617 h 1321259"/>
                <a:gd name="connsiteX7-105" fmla="*/ 1528577 w 3076069"/>
                <a:gd name="connsiteY7-106" fmla="*/ 501566 h 1321259"/>
                <a:gd name="connsiteX8-107" fmla="*/ 2623695 w 3076069"/>
                <a:gd name="connsiteY8-108" fmla="*/ 0 h 1321259"/>
                <a:gd name="connsiteX9-109" fmla="*/ 2927383 w 3076069"/>
                <a:gd name="connsiteY9-110" fmla="*/ 96632 h 1321259"/>
                <a:gd name="connsiteX10-111" fmla="*/ 2131352 w 3076069"/>
                <a:gd name="connsiteY10-112" fmla="*/ 432543 h 1321259"/>
                <a:gd name="connsiteX11-113" fmla="*/ 2292399 w 3076069"/>
                <a:gd name="connsiteY11-114" fmla="*/ 920305 h 1321259"/>
                <a:gd name="connsiteX12-115" fmla="*/ 3076069 w 3076069"/>
                <a:gd name="connsiteY12-116" fmla="*/ 1228607 h 1321259"/>
                <a:gd name="connsiteX13-117" fmla="*/ 2808172 w 3076069"/>
                <a:gd name="connsiteY13-118" fmla="*/ 1316375 h 1321259"/>
                <a:gd name="connsiteX14-119" fmla="*/ 1537780 w 3076069"/>
                <a:gd name="connsiteY14-120" fmla="*/ 727041 h 1321259"/>
                <a:gd name="connsiteX0-121" fmla="*/ 1537780 w 3076069"/>
                <a:gd name="connsiteY0-122" fmla="*/ 750825 h 1321259"/>
                <a:gd name="connsiteX1-123" fmla="*/ 313981 w 3076069"/>
                <a:gd name="connsiteY1-124" fmla="*/ 1321259 h 1321259"/>
                <a:gd name="connsiteX2-125" fmla="*/ 0 w 3076069"/>
                <a:gd name="connsiteY2-126" fmla="*/ 1228607 h 1321259"/>
                <a:gd name="connsiteX3-127" fmla="*/ 962613 w 3076069"/>
                <a:gd name="connsiteY3-128" fmla="*/ 837478 h 1321259"/>
                <a:gd name="connsiteX4-129" fmla="*/ 935005 w 3076069"/>
                <a:gd name="connsiteY4-130" fmla="*/ 450949 h 1321259"/>
                <a:gd name="connsiteX5-131" fmla="*/ 212596 w 3076069"/>
                <a:gd name="connsiteY5-132" fmla="*/ 119640 h 1321259"/>
                <a:gd name="connsiteX6-133" fmla="*/ 456466 w 3076069"/>
                <a:gd name="connsiteY6-134" fmla="*/ 50617 h 1321259"/>
                <a:gd name="connsiteX7-135" fmla="*/ 1528577 w 3076069"/>
                <a:gd name="connsiteY7-136" fmla="*/ 501566 h 1321259"/>
                <a:gd name="connsiteX8-137" fmla="*/ 2623695 w 3076069"/>
                <a:gd name="connsiteY8-138" fmla="*/ 0 h 1321259"/>
                <a:gd name="connsiteX9-139" fmla="*/ 2927383 w 3076069"/>
                <a:gd name="connsiteY9-140" fmla="*/ 96632 h 1321259"/>
                <a:gd name="connsiteX10-141" fmla="*/ 2131352 w 3076069"/>
                <a:gd name="connsiteY10-142" fmla="*/ 432543 h 1321259"/>
                <a:gd name="connsiteX11-143" fmla="*/ 2292399 w 3076069"/>
                <a:gd name="connsiteY11-144" fmla="*/ 920305 h 1321259"/>
                <a:gd name="connsiteX12-145" fmla="*/ 3076069 w 3076069"/>
                <a:gd name="connsiteY12-146" fmla="*/ 1228607 h 1321259"/>
                <a:gd name="connsiteX13-147" fmla="*/ 2808172 w 3076069"/>
                <a:gd name="connsiteY13-148" fmla="*/ 1316375 h 1321259"/>
                <a:gd name="connsiteX14-149" fmla="*/ 1537780 w 3076069"/>
                <a:gd name="connsiteY14-150" fmla="*/ 750825 h 132125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86" name="Freeform 985"/>
            <p:cNvSpPr/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-1" fmla="*/ 0 w 3640627"/>
                <a:gd name="connsiteY0-2" fmla="*/ 242051 h 923747"/>
                <a:gd name="connsiteX1-3" fmla="*/ 655168 w 3640627"/>
                <a:gd name="connsiteY1-4" fmla="*/ 16495 h 923747"/>
                <a:gd name="connsiteX2-5" fmla="*/ 1809765 w 3640627"/>
                <a:gd name="connsiteY2-6" fmla="*/ 511360 h 923747"/>
                <a:gd name="connsiteX3-7" fmla="*/ 2964363 w 3640627"/>
                <a:gd name="connsiteY3-8" fmla="*/ 0 h 923747"/>
                <a:gd name="connsiteX4-9" fmla="*/ 3640627 w 3640627"/>
                <a:gd name="connsiteY4-10" fmla="*/ 197946 h 923747"/>
                <a:gd name="connsiteX5-11" fmla="*/ 3195282 w 3640627"/>
                <a:gd name="connsiteY5-12" fmla="*/ 461874 h 923747"/>
                <a:gd name="connsiteX6-13" fmla="*/ 2980857 w 3640627"/>
                <a:gd name="connsiteY6-14" fmla="*/ 379396 h 923747"/>
                <a:gd name="connsiteX7-15" fmla="*/ 1826259 w 3640627"/>
                <a:gd name="connsiteY7-16" fmla="*/ 923747 h 923747"/>
                <a:gd name="connsiteX8-17" fmla="*/ 671662 w 3640627"/>
                <a:gd name="connsiteY8-18" fmla="*/ 412387 h 923747"/>
                <a:gd name="connsiteX9-19" fmla="*/ 523214 w 3640627"/>
                <a:gd name="connsiteY9-20" fmla="*/ 478369 h 923747"/>
                <a:gd name="connsiteX10-21" fmla="*/ 0 w 3640627"/>
                <a:gd name="connsiteY10-22" fmla="*/ 242051 h 923747"/>
                <a:gd name="connsiteX0-23" fmla="*/ 0 w 3640627"/>
                <a:gd name="connsiteY0-24" fmla="*/ 242051 h 923747"/>
                <a:gd name="connsiteX1-25" fmla="*/ 655168 w 3640627"/>
                <a:gd name="connsiteY1-26" fmla="*/ 16495 h 923747"/>
                <a:gd name="connsiteX2-27" fmla="*/ 1809765 w 3640627"/>
                <a:gd name="connsiteY2-28" fmla="*/ 511360 h 923747"/>
                <a:gd name="connsiteX3-29" fmla="*/ 2964363 w 3640627"/>
                <a:gd name="connsiteY3-30" fmla="*/ 0 h 923747"/>
                <a:gd name="connsiteX4-31" fmla="*/ 3640627 w 3640627"/>
                <a:gd name="connsiteY4-32" fmla="*/ 197946 h 923747"/>
                <a:gd name="connsiteX5-33" fmla="*/ 3195282 w 3640627"/>
                <a:gd name="connsiteY5-34" fmla="*/ 461874 h 923747"/>
                <a:gd name="connsiteX6-35" fmla="*/ 2980857 w 3640627"/>
                <a:gd name="connsiteY6-36" fmla="*/ 379396 h 923747"/>
                <a:gd name="connsiteX7-37" fmla="*/ 1826259 w 3640627"/>
                <a:gd name="connsiteY7-38" fmla="*/ 923747 h 923747"/>
                <a:gd name="connsiteX8-39" fmla="*/ 671662 w 3640627"/>
                <a:gd name="connsiteY8-40" fmla="*/ 412387 h 923747"/>
                <a:gd name="connsiteX9-41" fmla="*/ 523214 w 3640627"/>
                <a:gd name="connsiteY9-42" fmla="*/ 482971 h 923747"/>
                <a:gd name="connsiteX10-43" fmla="*/ 0 w 3640627"/>
                <a:gd name="connsiteY10-44" fmla="*/ 242051 h 923747"/>
                <a:gd name="connsiteX0-45" fmla="*/ 0 w 3640627"/>
                <a:gd name="connsiteY0-46" fmla="*/ 242051 h 923747"/>
                <a:gd name="connsiteX1-47" fmla="*/ 655168 w 3640627"/>
                <a:gd name="connsiteY1-48" fmla="*/ 16495 h 923747"/>
                <a:gd name="connsiteX2-49" fmla="*/ 1809765 w 3640627"/>
                <a:gd name="connsiteY2-50" fmla="*/ 511360 h 923747"/>
                <a:gd name="connsiteX3-51" fmla="*/ 2964363 w 3640627"/>
                <a:gd name="connsiteY3-52" fmla="*/ 0 h 923747"/>
                <a:gd name="connsiteX4-53" fmla="*/ 3640627 w 3640627"/>
                <a:gd name="connsiteY4-54" fmla="*/ 197946 h 923747"/>
                <a:gd name="connsiteX5-55" fmla="*/ 3195282 w 3640627"/>
                <a:gd name="connsiteY5-56" fmla="*/ 461874 h 923747"/>
                <a:gd name="connsiteX6-57" fmla="*/ 2980857 w 3640627"/>
                <a:gd name="connsiteY6-58" fmla="*/ 379396 h 923747"/>
                <a:gd name="connsiteX7-59" fmla="*/ 1826259 w 3640627"/>
                <a:gd name="connsiteY7-60" fmla="*/ 923747 h 923747"/>
                <a:gd name="connsiteX8-61" fmla="*/ 690067 w 3640627"/>
                <a:gd name="connsiteY8-62" fmla="*/ 412387 h 923747"/>
                <a:gd name="connsiteX9-63" fmla="*/ 523214 w 3640627"/>
                <a:gd name="connsiteY9-64" fmla="*/ 482971 h 923747"/>
                <a:gd name="connsiteX10-65" fmla="*/ 0 w 3640627"/>
                <a:gd name="connsiteY10-66" fmla="*/ 242051 h 923747"/>
                <a:gd name="connsiteX0-67" fmla="*/ 0 w 3640627"/>
                <a:gd name="connsiteY0-68" fmla="*/ 242051 h 946755"/>
                <a:gd name="connsiteX1-69" fmla="*/ 655168 w 3640627"/>
                <a:gd name="connsiteY1-70" fmla="*/ 16495 h 946755"/>
                <a:gd name="connsiteX2-71" fmla="*/ 1809765 w 3640627"/>
                <a:gd name="connsiteY2-72" fmla="*/ 511360 h 946755"/>
                <a:gd name="connsiteX3-73" fmla="*/ 2964363 w 3640627"/>
                <a:gd name="connsiteY3-74" fmla="*/ 0 h 946755"/>
                <a:gd name="connsiteX4-75" fmla="*/ 3640627 w 3640627"/>
                <a:gd name="connsiteY4-76" fmla="*/ 197946 h 946755"/>
                <a:gd name="connsiteX5-77" fmla="*/ 3195282 w 3640627"/>
                <a:gd name="connsiteY5-78" fmla="*/ 461874 h 946755"/>
                <a:gd name="connsiteX6-79" fmla="*/ 2980857 w 3640627"/>
                <a:gd name="connsiteY6-80" fmla="*/ 379396 h 946755"/>
                <a:gd name="connsiteX7-81" fmla="*/ 1876873 w 3640627"/>
                <a:gd name="connsiteY7-82" fmla="*/ 946755 h 946755"/>
                <a:gd name="connsiteX8-83" fmla="*/ 690067 w 3640627"/>
                <a:gd name="connsiteY8-84" fmla="*/ 412387 h 946755"/>
                <a:gd name="connsiteX9-85" fmla="*/ 523214 w 3640627"/>
                <a:gd name="connsiteY9-86" fmla="*/ 482971 h 946755"/>
                <a:gd name="connsiteX10-87" fmla="*/ 0 w 3640627"/>
                <a:gd name="connsiteY10-88" fmla="*/ 242051 h 946755"/>
                <a:gd name="connsiteX0-89" fmla="*/ 0 w 3640627"/>
                <a:gd name="connsiteY0-90" fmla="*/ 242051 h 946755"/>
                <a:gd name="connsiteX1-91" fmla="*/ 655168 w 3640627"/>
                <a:gd name="connsiteY1-92" fmla="*/ 16495 h 946755"/>
                <a:gd name="connsiteX2-93" fmla="*/ 1855778 w 3640627"/>
                <a:gd name="connsiteY2-94" fmla="*/ 534367 h 946755"/>
                <a:gd name="connsiteX3-95" fmla="*/ 2964363 w 3640627"/>
                <a:gd name="connsiteY3-96" fmla="*/ 0 h 946755"/>
                <a:gd name="connsiteX4-97" fmla="*/ 3640627 w 3640627"/>
                <a:gd name="connsiteY4-98" fmla="*/ 197946 h 946755"/>
                <a:gd name="connsiteX5-99" fmla="*/ 3195282 w 3640627"/>
                <a:gd name="connsiteY5-100" fmla="*/ 461874 h 946755"/>
                <a:gd name="connsiteX6-101" fmla="*/ 2980857 w 3640627"/>
                <a:gd name="connsiteY6-102" fmla="*/ 379396 h 946755"/>
                <a:gd name="connsiteX7-103" fmla="*/ 1876873 w 3640627"/>
                <a:gd name="connsiteY7-104" fmla="*/ 946755 h 946755"/>
                <a:gd name="connsiteX8-105" fmla="*/ 690067 w 3640627"/>
                <a:gd name="connsiteY8-106" fmla="*/ 412387 h 946755"/>
                <a:gd name="connsiteX9-107" fmla="*/ 523214 w 3640627"/>
                <a:gd name="connsiteY9-108" fmla="*/ 482971 h 946755"/>
                <a:gd name="connsiteX10-109" fmla="*/ 0 w 3640627"/>
                <a:gd name="connsiteY10-110" fmla="*/ 242051 h 946755"/>
                <a:gd name="connsiteX0-111" fmla="*/ 0 w 3640627"/>
                <a:gd name="connsiteY0-112" fmla="*/ 242051 h 946755"/>
                <a:gd name="connsiteX1-113" fmla="*/ 655168 w 3640627"/>
                <a:gd name="connsiteY1-114" fmla="*/ 16495 h 946755"/>
                <a:gd name="connsiteX2-115" fmla="*/ 1855778 w 3640627"/>
                <a:gd name="connsiteY2-116" fmla="*/ 534367 h 946755"/>
                <a:gd name="connsiteX3-117" fmla="*/ 2964363 w 3640627"/>
                <a:gd name="connsiteY3-118" fmla="*/ 0 h 946755"/>
                <a:gd name="connsiteX4-119" fmla="*/ 3640627 w 3640627"/>
                <a:gd name="connsiteY4-120" fmla="*/ 197946 h 946755"/>
                <a:gd name="connsiteX5-121" fmla="*/ 3195282 w 3640627"/>
                <a:gd name="connsiteY5-122" fmla="*/ 461874 h 946755"/>
                <a:gd name="connsiteX6-123" fmla="*/ 3008465 w 3640627"/>
                <a:gd name="connsiteY6-124" fmla="*/ 402404 h 946755"/>
                <a:gd name="connsiteX7-125" fmla="*/ 1876873 w 3640627"/>
                <a:gd name="connsiteY7-126" fmla="*/ 946755 h 946755"/>
                <a:gd name="connsiteX8-127" fmla="*/ 690067 w 3640627"/>
                <a:gd name="connsiteY8-128" fmla="*/ 412387 h 946755"/>
                <a:gd name="connsiteX9-129" fmla="*/ 523214 w 3640627"/>
                <a:gd name="connsiteY9-130" fmla="*/ 482971 h 946755"/>
                <a:gd name="connsiteX10-131" fmla="*/ 0 w 3640627"/>
                <a:gd name="connsiteY10-132" fmla="*/ 242051 h 946755"/>
                <a:gd name="connsiteX0-133" fmla="*/ 0 w 3723451"/>
                <a:gd name="connsiteY0-134" fmla="*/ 242051 h 946755"/>
                <a:gd name="connsiteX1-135" fmla="*/ 655168 w 3723451"/>
                <a:gd name="connsiteY1-136" fmla="*/ 16495 h 946755"/>
                <a:gd name="connsiteX2-137" fmla="*/ 1855778 w 3723451"/>
                <a:gd name="connsiteY2-138" fmla="*/ 534367 h 946755"/>
                <a:gd name="connsiteX3-139" fmla="*/ 2964363 w 3723451"/>
                <a:gd name="connsiteY3-140" fmla="*/ 0 h 946755"/>
                <a:gd name="connsiteX4-141" fmla="*/ 3723451 w 3723451"/>
                <a:gd name="connsiteY4-142" fmla="*/ 220954 h 946755"/>
                <a:gd name="connsiteX5-143" fmla="*/ 3195282 w 3723451"/>
                <a:gd name="connsiteY5-144" fmla="*/ 461874 h 946755"/>
                <a:gd name="connsiteX6-145" fmla="*/ 3008465 w 3723451"/>
                <a:gd name="connsiteY6-146" fmla="*/ 402404 h 946755"/>
                <a:gd name="connsiteX7-147" fmla="*/ 1876873 w 3723451"/>
                <a:gd name="connsiteY7-148" fmla="*/ 946755 h 946755"/>
                <a:gd name="connsiteX8-149" fmla="*/ 690067 w 3723451"/>
                <a:gd name="connsiteY8-150" fmla="*/ 412387 h 946755"/>
                <a:gd name="connsiteX9-151" fmla="*/ 523214 w 3723451"/>
                <a:gd name="connsiteY9-152" fmla="*/ 482971 h 946755"/>
                <a:gd name="connsiteX10-153" fmla="*/ 0 w 3723451"/>
                <a:gd name="connsiteY10-154" fmla="*/ 242051 h 946755"/>
                <a:gd name="connsiteX0-155" fmla="*/ 0 w 3723451"/>
                <a:gd name="connsiteY0-156" fmla="*/ 228246 h 932950"/>
                <a:gd name="connsiteX1-157" fmla="*/ 655168 w 3723451"/>
                <a:gd name="connsiteY1-158" fmla="*/ 2690 h 932950"/>
                <a:gd name="connsiteX2-159" fmla="*/ 1855778 w 3723451"/>
                <a:gd name="connsiteY2-160" fmla="*/ 520562 h 932950"/>
                <a:gd name="connsiteX3-161" fmla="*/ 3001174 w 3723451"/>
                <a:gd name="connsiteY3-162" fmla="*/ 0 h 932950"/>
                <a:gd name="connsiteX4-163" fmla="*/ 3723451 w 3723451"/>
                <a:gd name="connsiteY4-164" fmla="*/ 207149 h 932950"/>
                <a:gd name="connsiteX5-165" fmla="*/ 3195282 w 3723451"/>
                <a:gd name="connsiteY5-166" fmla="*/ 448069 h 932950"/>
                <a:gd name="connsiteX6-167" fmla="*/ 3008465 w 3723451"/>
                <a:gd name="connsiteY6-168" fmla="*/ 388599 h 932950"/>
                <a:gd name="connsiteX7-169" fmla="*/ 1876873 w 3723451"/>
                <a:gd name="connsiteY7-170" fmla="*/ 932950 h 932950"/>
                <a:gd name="connsiteX8-171" fmla="*/ 690067 w 3723451"/>
                <a:gd name="connsiteY8-172" fmla="*/ 398582 h 932950"/>
                <a:gd name="connsiteX9-173" fmla="*/ 523214 w 3723451"/>
                <a:gd name="connsiteY9-174" fmla="*/ 469166 h 932950"/>
                <a:gd name="connsiteX10-175" fmla="*/ 0 w 3723451"/>
                <a:gd name="connsiteY10-176" fmla="*/ 228246 h 932950"/>
                <a:gd name="connsiteX0-177" fmla="*/ 0 w 3723451"/>
                <a:gd name="connsiteY0-178" fmla="*/ 228246 h 932950"/>
                <a:gd name="connsiteX1-179" fmla="*/ 655168 w 3723451"/>
                <a:gd name="connsiteY1-180" fmla="*/ 2690 h 932950"/>
                <a:gd name="connsiteX2-181" fmla="*/ 1855778 w 3723451"/>
                <a:gd name="connsiteY2-182" fmla="*/ 520562 h 932950"/>
                <a:gd name="connsiteX3-183" fmla="*/ 3001174 w 3723451"/>
                <a:gd name="connsiteY3-184" fmla="*/ 0 h 932950"/>
                <a:gd name="connsiteX4-185" fmla="*/ 3723451 w 3723451"/>
                <a:gd name="connsiteY4-186" fmla="*/ 207149 h 932950"/>
                <a:gd name="connsiteX5-187" fmla="*/ 3195282 w 3723451"/>
                <a:gd name="connsiteY5-188" fmla="*/ 448069 h 932950"/>
                <a:gd name="connsiteX6-189" fmla="*/ 3013067 w 3723451"/>
                <a:gd name="connsiteY6-190" fmla="*/ 393200 h 932950"/>
                <a:gd name="connsiteX7-191" fmla="*/ 1876873 w 3723451"/>
                <a:gd name="connsiteY7-192" fmla="*/ 932950 h 932950"/>
                <a:gd name="connsiteX8-193" fmla="*/ 690067 w 3723451"/>
                <a:gd name="connsiteY8-194" fmla="*/ 398582 h 932950"/>
                <a:gd name="connsiteX9-195" fmla="*/ 523214 w 3723451"/>
                <a:gd name="connsiteY9-196" fmla="*/ 469166 h 932950"/>
                <a:gd name="connsiteX10-197" fmla="*/ 0 w 3723451"/>
                <a:gd name="connsiteY10-198" fmla="*/ 228246 h 932950"/>
                <a:gd name="connsiteX0-199" fmla="*/ 0 w 3723451"/>
                <a:gd name="connsiteY0-200" fmla="*/ 228246 h 932950"/>
                <a:gd name="connsiteX1-201" fmla="*/ 655168 w 3723451"/>
                <a:gd name="connsiteY1-202" fmla="*/ 2690 h 932950"/>
                <a:gd name="connsiteX2-203" fmla="*/ 1855778 w 3723451"/>
                <a:gd name="connsiteY2-204" fmla="*/ 520562 h 932950"/>
                <a:gd name="connsiteX3-205" fmla="*/ 3001174 w 3723451"/>
                <a:gd name="connsiteY3-206" fmla="*/ 0 h 932950"/>
                <a:gd name="connsiteX4-207" fmla="*/ 3723451 w 3723451"/>
                <a:gd name="connsiteY4-208" fmla="*/ 207149 h 932950"/>
                <a:gd name="connsiteX5-209" fmla="*/ 3186079 w 3723451"/>
                <a:gd name="connsiteY5-210" fmla="*/ 461874 h 932950"/>
                <a:gd name="connsiteX6-211" fmla="*/ 3013067 w 3723451"/>
                <a:gd name="connsiteY6-212" fmla="*/ 393200 h 932950"/>
                <a:gd name="connsiteX7-213" fmla="*/ 1876873 w 3723451"/>
                <a:gd name="connsiteY7-214" fmla="*/ 932950 h 932950"/>
                <a:gd name="connsiteX8-215" fmla="*/ 690067 w 3723451"/>
                <a:gd name="connsiteY8-216" fmla="*/ 398582 h 932950"/>
                <a:gd name="connsiteX9-217" fmla="*/ 523214 w 3723451"/>
                <a:gd name="connsiteY9-218" fmla="*/ 469166 h 932950"/>
                <a:gd name="connsiteX10-219" fmla="*/ 0 w 3723451"/>
                <a:gd name="connsiteY10-220" fmla="*/ 228246 h 932950"/>
                <a:gd name="connsiteX0-221" fmla="*/ 0 w 3723451"/>
                <a:gd name="connsiteY0-222" fmla="*/ 228246 h 932950"/>
                <a:gd name="connsiteX1-223" fmla="*/ 655168 w 3723451"/>
                <a:gd name="connsiteY1-224" fmla="*/ 2690 h 932950"/>
                <a:gd name="connsiteX2-225" fmla="*/ 1855778 w 3723451"/>
                <a:gd name="connsiteY2-226" fmla="*/ 520562 h 932950"/>
                <a:gd name="connsiteX3-227" fmla="*/ 3001174 w 3723451"/>
                <a:gd name="connsiteY3-228" fmla="*/ 0 h 932950"/>
                <a:gd name="connsiteX4-229" fmla="*/ 3723451 w 3723451"/>
                <a:gd name="connsiteY4-230" fmla="*/ 207149 h 932950"/>
                <a:gd name="connsiteX5-231" fmla="*/ 3186079 w 3723451"/>
                <a:gd name="connsiteY5-232" fmla="*/ 461874 h 932950"/>
                <a:gd name="connsiteX6-233" fmla="*/ 3013067 w 3723451"/>
                <a:gd name="connsiteY6-234" fmla="*/ 393200 h 932950"/>
                <a:gd name="connsiteX7-235" fmla="*/ 1876873 w 3723451"/>
                <a:gd name="connsiteY7-236" fmla="*/ 932950 h 932950"/>
                <a:gd name="connsiteX8-237" fmla="*/ 711613 w 3723451"/>
                <a:gd name="connsiteY8-238" fmla="*/ 413055 h 932950"/>
                <a:gd name="connsiteX9-239" fmla="*/ 523214 w 3723451"/>
                <a:gd name="connsiteY9-240" fmla="*/ 469166 h 932950"/>
                <a:gd name="connsiteX10-241" fmla="*/ 0 w 3723451"/>
                <a:gd name="connsiteY10-242" fmla="*/ 228246 h 93295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87" name="Freeform 986"/>
            <p:cNvSpPr/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-1" fmla="*/ 4602 w 1371198"/>
                <a:gd name="connsiteY0-2" fmla="*/ 0 h 800665"/>
                <a:gd name="connsiteX1-3" fmla="*/ 1371198 w 1371198"/>
                <a:gd name="connsiteY1-4" fmla="*/ 625807 h 800665"/>
                <a:gd name="connsiteX2-5" fmla="*/ 897260 w 1371198"/>
                <a:gd name="connsiteY2-6" fmla="*/ 800665 h 800665"/>
                <a:gd name="connsiteX3-7" fmla="*/ 0 w 1371198"/>
                <a:gd name="connsiteY3-8" fmla="*/ 404934 h 800665"/>
                <a:gd name="connsiteX4-9" fmla="*/ 4602 w 1371198"/>
                <a:gd name="connsiteY4-10" fmla="*/ 0 h 800665"/>
                <a:gd name="connsiteX0-11" fmla="*/ 0 w 1366596"/>
                <a:gd name="connsiteY0-12" fmla="*/ 0 h 800665"/>
                <a:gd name="connsiteX1-13" fmla="*/ 1366596 w 1366596"/>
                <a:gd name="connsiteY1-14" fmla="*/ 625807 h 800665"/>
                <a:gd name="connsiteX2-15" fmla="*/ 892658 w 1366596"/>
                <a:gd name="connsiteY2-16" fmla="*/ 800665 h 800665"/>
                <a:gd name="connsiteX3-17" fmla="*/ 4601 w 1366596"/>
                <a:gd name="connsiteY3-18" fmla="*/ 427942 h 800665"/>
                <a:gd name="connsiteX4-19" fmla="*/ 0 w 1366596"/>
                <a:gd name="connsiteY4-20" fmla="*/ 0 h 800665"/>
                <a:gd name="connsiteX0-21" fmla="*/ 0 w 1366596"/>
                <a:gd name="connsiteY0-22" fmla="*/ 0 h 800665"/>
                <a:gd name="connsiteX1-23" fmla="*/ 1366596 w 1366596"/>
                <a:gd name="connsiteY1-24" fmla="*/ 625807 h 800665"/>
                <a:gd name="connsiteX2-25" fmla="*/ 892658 w 1366596"/>
                <a:gd name="connsiteY2-26" fmla="*/ 800665 h 800665"/>
                <a:gd name="connsiteX3-27" fmla="*/ 4601 w 1366596"/>
                <a:gd name="connsiteY3-28" fmla="*/ 427942 h 800665"/>
                <a:gd name="connsiteX4-29" fmla="*/ 0 w 1366596"/>
                <a:gd name="connsiteY4-30" fmla="*/ 0 h 800665"/>
                <a:gd name="connsiteX0-31" fmla="*/ 0 w 1366596"/>
                <a:gd name="connsiteY0-32" fmla="*/ 0 h 800665"/>
                <a:gd name="connsiteX1-33" fmla="*/ 1366596 w 1366596"/>
                <a:gd name="connsiteY1-34" fmla="*/ 625807 h 800665"/>
                <a:gd name="connsiteX2-35" fmla="*/ 892658 w 1366596"/>
                <a:gd name="connsiteY2-36" fmla="*/ 800665 h 800665"/>
                <a:gd name="connsiteX3-37" fmla="*/ 4601 w 1366596"/>
                <a:gd name="connsiteY3-38" fmla="*/ 427942 h 800665"/>
                <a:gd name="connsiteX4-39" fmla="*/ 0 w 1366596"/>
                <a:gd name="connsiteY4-40" fmla="*/ 0 h 800665"/>
                <a:gd name="connsiteX0-41" fmla="*/ 0 w 1366596"/>
                <a:gd name="connsiteY0-42" fmla="*/ 0 h 809868"/>
                <a:gd name="connsiteX1-43" fmla="*/ 1366596 w 1366596"/>
                <a:gd name="connsiteY1-44" fmla="*/ 625807 h 809868"/>
                <a:gd name="connsiteX2-45" fmla="*/ 865050 w 1366596"/>
                <a:gd name="connsiteY2-46" fmla="*/ 809868 h 809868"/>
                <a:gd name="connsiteX3-47" fmla="*/ 4601 w 1366596"/>
                <a:gd name="connsiteY3-48" fmla="*/ 427942 h 809868"/>
                <a:gd name="connsiteX4-49" fmla="*/ 0 w 1366596"/>
                <a:gd name="connsiteY4-50" fmla="*/ 0 h 8098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88" name="Freeform 987"/>
            <p:cNvSpPr/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-1" fmla="*/ 1329786 w 1348191"/>
                <a:gd name="connsiteY0-2" fmla="*/ 0 h 791462"/>
                <a:gd name="connsiteX1-3" fmla="*/ 1348191 w 1348191"/>
                <a:gd name="connsiteY1-4" fmla="*/ 381926 h 791462"/>
                <a:gd name="connsiteX2-5" fmla="*/ 487742 w 1348191"/>
                <a:gd name="connsiteY2-6" fmla="*/ 791462 h 791462"/>
                <a:gd name="connsiteX3-7" fmla="*/ 0 w 1348191"/>
                <a:gd name="connsiteY3-8" fmla="*/ 612002 h 791462"/>
                <a:gd name="connsiteX4-9" fmla="*/ 1329786 w 1348191"/>
                <a:gd name="connsiteY4-10" fmla="*/ 0 h 79146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cxnSp>
          <p:nvCxnSpPr>
            <p:cNvPr id="989" name="Straight Connector 988"/>
            <p:cNvCxnSpPr>
              <a:endCxn id="984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0" name="Straight Connector 989"/>
            <p:cNvCxnSpPr/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91" name="Group 347"/>
          <p:cNvGrpSpPr/>
          <p:nvPr/>
        </p:nvGrpSpPr>
        <p:grpSpPr bwMode="auto">
          <a:xfrm>
            <a:off x="6260655" y="4818927"/>
            <a:ext cx="522452" cy="260369"/>
            <a:chOff x="1871277" y="1576300"/>
            <a:chExt cx="1128371" cy="437861"/>
          </a:xfrm>
        </p:grpSpPr>
        <p:sp>
          <p:nvSpPr>
            <p:cNvPr id="992" name="Oval 991"/>
            <p:cNvSpPr/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993" name="Rectangle 992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94" name="Oval 993"/>
            <p:cNvSpPr/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995" name="Freeform 994"/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-1" fmla="*/ 1486231 w 2944854"/>
                <a:gd name="connsiteY0-2" fmla="*/ 727041 h 1316375"/>
                <a:gd name="connsiteX1-3" fmla="*/ 257675 w 2944854"/>
                <a:gd name="connsiteY1-4" fmla="*/ 1302232 h 1316375"/>
                <a:gd name="connsiteX2-5" fmla="*/ 0 w 2944854"/>
                <a:gd name="connsiteY2-6" fmla="*/ 1228607 h 1316375"/>
                <a:gd name="connsiteX3-7" fmla="*/ 911064 w 2944854"/>
                <a:gd name="connsiteY3-8" fmla="*/ 837478 h 1316375"/>
                <a:gd name="connsiteX4-9" fmla="*/ 883456 w 2944854"/>
                <a:gd name="connsiteY4-10" fmla="*/ 450949 h 1316375"/>
                <a:gd name="connsiteX5-11" fmla="*/ 161047 w 2944854"/>
                <a:gd name="connsiteY5-12" fmla="*/ 119640 h 1316375"/>
                <a:gd name="connsiteX6-13" fmla="*/ 404917 w 2944854"/>
                <a:gd name="connsiteY6-14" fmla="*/ 50617 h 1316375"/>
                <a:gd name="connsiteX7-15" fmla="*/ 1477028 w 2944854"/>
                <a:gd name="connsiteY7-16" fmla="*/ 501566 h 1316375"/>
                <a:gd name="connsiteX8-17" fmla="*/ 2572146 w 2944854"/>
                <a:gd name="connsiteY8-18" fmla="*/ 0 h 1316375"/>
                <a:gd name="connsiteX9-19" fmla="*/ 2875834 w 2944854"/>
                <a:gd name="connsiteY9-20" fmla="*/ 96632 h 1316375"/>
                <a:gd name="connsiteX10-21" fmla="*/ 2079803 w 2944854"/>
                <a:gd name="connsiteY10-22" fmla="*/ 432543 h 1316375"/>
                <a:gd name="connsiteX11-23" fmla="*/ 2240850 w 2944854"/>
                <a:gd name="connsiteY11-24" fmla="*/ 920305 h 1316375"/>
                <a:gd name="connsiteX12-25" fmla="*/ 2944854 w 2944854"/>
                <a:gd name="connsiteY12-26" fmla="*/ 1228607 h 1316375"/>
                <a:gd name="connsiteX13-27" fmla="*/ 2756623 w 2944854"/>
                <a:gd name="connsiteY13-28" fmla="*/ 1316375 h 1316375"/>
                <a:gd name="connsiteX14-29" fmla="*/ 1486231 w 2944854"/>
                <a:gd name="connsiteY14-30" fmla="*/ 727041 h 1316375"/>
                <a:gd name="connsiteX0-31" fmla="*/ 1486231 w 3024520"/>
                <a:gd name="connsiteY0-32" fmla="*/ 727041 h 1316375"/>
                <a:gd name="connsiteX1-33" fmla="*/ 257675 w 3024520"/>
                <a:gd name="connsiteY1-34" fmla="*/ 1302232 h 1316375"/>
                <a:gd name="connsiteX2-35" fmla="*/ 0 w 3024520"/>
                <a:gd name="connsiteY2-36" fmla="*/ 1228607 h 1316375"/>
                <a:gd name="connsiteX3-37" fmla="*/ 911064 w 3024520"/>
                <a:gd name="connsiteY3-38" fmla="*/ 837478 h 1316375"/>
                <a:gd name="connsiteX4-39" fmla="*/ 883456 w 3024520"/>
                <a:gd name="connsiteY4-40" fmla="*/ 450949 h 1316375"/>
                <a:gd name="connsiteX5-41" fmla="*/ 161047 w 3024520"/>
                <a:gd name="connsiteY5-42" fmla="*/ 119640 h 1316375"/>
                <a:gd name="connsiteX6-43" fmla="*/ 404917 w 3024520"/>
                <a:gd name="connsiteY6-44" fmla="*/ 50617 h 1316375"/>
                <a:gd name="connsiteX7-45" fmla="*/ 1477028 w 3024520"/>
                <a:gd name="connsiteY7-46" fmla="*/ 501566 h 1316375"/>
                <a:gd name="connsiteX8-47" fmla="*/ 2572146 w 3024520"/>
                <a:gd name="connsiteY8-48" fmla="*/ 0 h 1316375"/>
                <a:gd name="connsiteX9-49" fmla="*/ 2875834 w 3024520"/>
                <a:gd name="connsiteY9-50" fmla="*/ 96632 h 1316375"/>
                <a:gd name="connsiteX10-51" fmla="*/ 2079803 w 3024520"/>
                <a:gd name="connsiteY10-52" fmla="*/ 432543 h 1316375"/>
                <a:gd name="connsiteX11-53" fmla="*/ 2240850 w 3024520"/>
                <a:gd name="connsiteY11-54" fmla="*/ 920305 h 1316375"/>
                <a:gd name="connsiteX12-55" fmla="*/ 3024520 w 3024520"/>
                <a:gd name="connsiteY12-56" fmla="*/ 1228607 h 1316375"/>
                <a:gd name="connsiteX13-57" fmla="*/ 2756623 w 3024520"/>
                <a:gd name="connsiteY13-58" fmla="*/ 1316375 h 1316375"/>
                <a:gd name="connsiteX14-59" fmla="*/ 1486231 w 3024520"/>
                <a:gd name="connsiteY14-60" fmla="*/ 727041 h 1316375"/>
                <a:gd name="connsiteX0-61" fmla="*/ 1537780 w 3076069"/>
                <a:gd name="connsiteY0-62" fmla="*/ 727041 h 1316375"/>
                <a:gd name="connsiteX1-63" fmla="*/ 309224 w 3076069"/>
                <a:gd name="connsiteY1-64" fmla="*/ 1302232 h 1316375"/>
                <a:gd name="connsiteX2-65" fmla="*/ 0 w 3076069"/>
                <a:gd name="connsiteY2-66" fmla="*/ 1228607 h 1316375"/>
                <a:gd name="connsiteX3-67" fmla="*/ 962613 w 3076069"/>
                <a:gd name="connsiteY3-68" fmla="*/ 837478 h 1316375"/>
                <a:gd name="connsiteX4-69" fmla="*/ 935005 w 3076069"/>
                <a:gd name="connsiteY4-70" fmla="*/ 450949 h 1316375"/>
                <a:gd name="connsiteX5-71" fmla="*/ 212596 w 3076069"/>
                <a:gd name="connsiteY5-72" fmla="*/ 119640 h 1316375"/>
                <a:gd name="connsiteX6-73" fmla="*/ 456466 w 3076069"/>
                <a:gd name="connsiteY6-74" fmla="*/ 50617 h 1316375"/>
                <a:gd name="connsiteX7-75" fmla="*/ 1528577 w 3076069"/>
                <a:gd name="connsiteY7-76" fmla="*/ 501566 h 1316375"/>
                <a:gd name="connsiteX8-77" fmla="*/ 2623695 w 3076069"/>
                <a:gd name="connsiteY8-78" fmla="*/ 0 h 1316375"/>
                <a:gd name="connsiteX9-79" fmla="*/ 2927383 w 3076069"/>
                <a:gd name="connsiteY9-80" fmla="*/ 96632 h 1316375"/>
                <a:gd name="connsiteX10-81" fmla="*/ 2131352 w 3076069"/>
                <a:gd name="connsiteY10-82" fmla="*/ 432543 h 1316375"/>
                <a:gd name="connsiteX11-83" fmla="*/ 2292399 w 3076069"/>
                <a:gd name="connsiteY11-84" fmla="*/ 920305 h 1316375"/>
                <a:gd name="connsiteX12-85" fmla="*/ 3076069 w 3076069"/>
                <a:gd name="connsiteY12-86" fmla="*/ 1228607 h 1316375"/>
                <a:gd name="connsiteX13-87" fmla="*/ 2808172 w 3076069"/>
                <a:gd name="connsiteY13-88" fmla="*/ 1316375 h 1316375"/>
                <a:gd name="connsiteX14-89" fmla="*/ 1537780 w 3076069"/>
                <a:gd name="connsiteY14-90" fmla="*/ 727041 h 1316375"/>
                <a:gd name="connsiteX0-91" fmla="*/ 1537780 w 3076069"/>
                <a:gd name="connsiteY0-92" fmla="*/ 727041 h 1321259"/>
                <a:gd name="connsiteX1-93" fmla="*/ 313981 w 3076069"/>
                <a:gd name="connsiteY1-94" fmla="*/ 1321259 h 1321259"/>
                <a:gd name="connsiteX2-95" fmla="*/ 0 w 3076069"/>
                <a:gd name="connsiteY2-96" fmla="*/ 1228607 h 1321259"/>
                <a:gd name="connsiteX3-97" fmla="*/ 962613 w 3076069"/>
                <a:gd name="connsiteY3-98" fmla="*/ 837478 h 1321259"/>
                <a:gd name="connsiteX4-99" fmla="*/ 935005 w 3076069"/>
                <a:gd name="connsiteY4-100" fmla="*/ 450949 h 1321259"/>
                <a:gd name="connsiteX5-101" fmla="*/ 212596 w 3076069"/>
                <a:gd name="connsiteY5-102" fmla="*/ 119640 h 1321259"/>
                <a:gd name="connsiteX6-103" fmla="*/ 456466 w 3076069"/>
                <a:gd name="connsiteY6-104" fmla="*/ 50617 h 1321259"/>
                <a:gd name="connsiteX7-105" fmla="*/ 1528577 w 3076069"/>
                <a:gd name="connsiteY7-106" fmla="*/ 501566 h 1321259"/>
                <a:gd name="connsiteX8-107" fmla="*/ 2623695 w 3076069"/>
                <a:gd name="connsiteY8-108" fmla="*/ 0 h 1321259"/>
                <a:gd name="connsiteX9-109" fmla="*/ 2927383 w 3076069"/>
                <a:gd name="connsiteY9-110" fmla="*/ 96632 h 1321259"/>
                <a:gd name="connsiteX10-111" fmla="*/ 2131352 w 3076069"/>
                <a:gd name="connsiteY10-112" fmla="*/ 432543 h 1321259"/>
                <a:gd name="connsiteX11-113" fmla="*/ 2292399 w 3076069"/>
                <a:gd name="connsiteY11-114" fmla="*/ 920305 h 1321259"/>
                <a:gd name="connsiteX12-115" fmla="*/ 3076069 w 3076069"/>
                <a:gd name="connsiteY12-116" fmla="*/ 1228607 h 1321259"/>
                <a:gd name="connsiteX13-117" fmla="*/ 2808172 w 3076069"/>
                <a:gd name="connsiteY13-118" fmla="*/ 1316375 h 1321259"/>
                <a:gd name="connsiteX14-119" fmla="*/ 1537780 w 3076069"/>
                <a:gd name="connsiteY14-120" fmla="*/ 727041 h 1321259"/>
                <a:gd name="connsiteX0-121" fmla="*/ 1537780 w 3076069"/>
                <a:gd name="connsiteY0-122" fmla="*/ 750825 h 1321259"/>
                <a:gd name="connsiteX1-123" fmla="*/ 313981 w 3076069"/>
                <a:gd name="connsiteY1-124" fmla="*/ 1321259 h 1321259"/>
                <a:gd name="connsiteX2-125" fmla="*/ 0 w 3076069"/>
                <a:gd name="connsiteY2-126" fmla="*/ 1228607 h 1321259"/>
                <a:gd name="connsiteX3-127" fmla="*/ 962613 w 3076069"/>
                <a:gd name="connsiteY3-128" fmla="*/ 837478 h 1321259"/>
                <a:gd name="connsiteX4-129" fmla="*/ 935005 w 3076069"/>
                <a:gd name="connsiteY4-130" fmla="*/ 450949 h 1321259"/>
                <a:gd name="connsiteX5-131" fmla="*/ 212596 w 3076069"/>
                <a:gd name="connsiteY5-132" fmla="*/ 119640 h 1321259"/>
                <a:gd name="connsiteX6-133" fmla="*/ 456466 w 3076069"/>
                <a:gd name="connsiteY6-134" fmla="*/ 50617 h 1321259"/>
                <a:gd name="connsiteX7-135" fmla="*/ 1528577 w 3076069"/>
                <a:gd name="connsiteY7-136" fmla="*/ 501566 h 1321259"/>
                <a:gd name="connsiteX8-137" fmla="*/ 2623695 w 3076069"/>
                <a:gd name="connsiteY8-138" fmla="*/ 0 h 1321259"/>
                <a:gd name="connsiteX9-139" fmla="*/ 2927383 w 3076069"/>
                <a:gd name="connsiteY9-140" fmla="*/ 96632 h 1321259"/>
                <a:gd name="connsiteX10-141" fmla="*/ 2131352 w 3076069"/>
                <a:gd name="connsiteY10-142" fmla="*/ 432543 h 1321259"/>
                <a:gd name="connsiteX11-143" fmla="*/ 2292399 w 3076069"/>
                <a:gd name="connsiteY11-144" fmla="*/ 920305 h 1321259"/>
                <a:gd name="connsiteX12-145" fmla="*/ 3076069 w 3076069"/>
                <a:gd name="connsiteY12-146" fmla="*/ 1228607 h 1321259"/>
                <a:gd name="connsiteX13-147" fmla="*/ 2808172 w 3076069"/>
                <a:gd name="connsiteY13-148" fmla="*/ 1316375 h 1321259"/>
                <a:gd name="connsiteX14-149" fmla="*/ 1537780 w 3076069"/>
                <a:gd name="connsiteY14-150" fmla="*/ 750825 h 132125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96" name="Freeform 995"/>
            <p:cNvSpPr/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-1" fmla="*/ 0 w 3640627"/>
                <a:gd name="connsiteY0-2" fmla="*/ 242051 h 923747"/>
                <a:gd name="connsiteX1-3" fmla="*/ 655168 w 3640627"/>
                <a:gd name="connsiteY1-4" fmla="*/ 16495 h 923747"/>
                <a:gd name="connsiteX2-5" fmla="*/ 1809765 w 3640627"/>
                <a:gd name="connsiteY2-6" fmla="*/ 511360 h 923747"/>
                <a:gd name="connsiteX3-7" fmla="*/ 2964363 w 3640627"/>
                <a:gd name="connsiteY3-8" fmla="*/ 0 h 923747"/>
                <a:gd name="connsiteX4-9" fmla="*/ 3640627 w 3640627"/>
                <a:gd name="connsiteY4-10" fmla="*/ 197946 h 923747"/>
                <a:gd name="connsiteX5-11" fmla="*/ 3195282 w 3640627"/>
                <a:gd name="connsiteY5-12" fmla="*/ 461874 h 923747"/>
                <a:gd name="connsiteX6-13" fmla="*/ 2980857 w 3640627"/>
                <a:gd name="connsiteY6-14" fmla="*/ 379396 h 923747"/>
                <a:gd name="connsiteX7-15" fmla="*/ 1826259 w 3640627"/>
                <a:gd name="connsiteY7-16" fmla="*/ 923747 h 923747"/>
                <a:gd name="connsiteX8-17" fmla="*/ 671662 w 3640627"/>
                <a:gd name="connsiteY8-18" fmla="*/ 412387 h 923747"/>
                <a:gd name="connsiteX9-19" fmla="*/ 523214 w 3640627"/>
                <a:gd name="connsiteY9-20" fmla="*/ 478369 h 923747"/>
                <a:gd name="connsiteX10-21" fmla="*/ 0 w 3640627"/>
                <a:gd name="connsiteY10-22" fmla="*/ 242051 h 923747"/>
                <a:gd name="connsiteX0-23" fmla="*/ 0 w 3640627"/>
                <a:gd name="connsiteY0-24" fmla="*/ 242051 h 923747"/>
                <a:gd name="connsiteX1-25" fmla="*/ 655168 w 3640627"/>
                <a:gd name="connsiteY1-26" fmla="*/ 16495 h 923747"/>
                <a:gd name="connsiteX2-27" fmla="*/ 1809765 w 3640627"/>
                <a:gd name="connsiteY2-28" fmla="*/ 511360 h 923747"/>
                <a:gd name="connsiteX3-29" fmla="*/ 2964363 w 3640627"/>
                <a:gd name="connsiteY3-30" fmla="*/ 0 h 923747"/>
                <a:gd name="connsiteX4-31" fmla="*/ 3640627 w 3640627"/>
                <a:gd name="connsiteY4-32" fmla="*/ 197946 h 923747"/>
                <a:gd name="connsiteX5-33" fmla="*/ 3195282 w 3640627"/>
                <a:gd name="connsiteY5-34" fmla="*/ 461874 h 923747"/>
                <a:gd name="connsiteX6-35" fmla="*/ 2980857 w 3640627"/>
                <a:gd name="connsiteY6-36" fmla="*/ 379396 h 923747"/>
                <a:gd name="connsiteX7-37" fmla="*/ 1826259 w 3640627"/>
                <a:gd name="connsiteY7-38" fmla="*/ 923747 h 923747"/>
                <a:gd name="connsiteX8-39" fmla="*/ 671662 w 3640627"/>
                <a:gd name="connsiteY8-40" fmla="*/ 412387 h 923747"/>
                <a:gd name="connsiteX9-41" fmla="*/ 523214 w 3640627"/>
                <a:gd name="connsiteY9-42" fmla="*/ 482971 h 923747"/>
                <a:gd name="connsiteX10-43" fmla="*/ 0 w 3640627"/>
                <a:gd name="connsiteY10-44" fmla="*/ 242051 h 923747"/>
                <a:gd name="connsiteX0-45" fmla="*/ 0 w 3640627"/>
                <a:gd name="connsiteY0-46" fmla="*/ 242051 h 923747"/>
                <a:gd name="connsiteX1-47" fmla="*/ 655168 w 3640627"/>
                <a:gd name="connsiteY1-48" fmla="*/ 16495 h 923747"/>
                <a:gd name="connsiteX2-49" fmla="*/ 1809765 w 3640627"/>
                <a:gd name="connsiteY2-50" fmla="*/ 511360 h 923747"/>
                <a:gd name="connsiteX3-51" fmla="*/ 2964363 w 3640627"/>
                <a:gd name="connsiteY3-52" fmla="*/ 0 h 923747"/>
                <a:gd name="connsiteX4-53" fmla="*/ 3640627 w 3640627"/>
                <a:gd name="connsiteY4-54" fmla="*/ 197946 h 923747"/>
                <a:gd name="connsiteX5-55" fmla="*/ 3195282 w 3640627"/>
                <a:gd name="connsiteY5-56" fmla="*/ 461874 h 923747"/>
                <a:gd name="connsiteX6-57" fmla="*/ 2980857 w 3640627"/>
                <a:gd name="connsiteY6-58" fmla="*/ 379396 h 923747"/>
                <a:gd name="connsiteX7-59" fmla="*/ 1826259 w 3640627"/>
                <a:gd name="connsiteY7-60" fmla="*/ 923747 h 923747"/>
                <a:gd name="connsiteX8-61" fmla="*/ 690067 w 3640627"/>
                <a:gd name="connsiteY8-62" fmla="*/ 412387 h 923747"/>
                <a:gd name="connsiteX9-63" fmla="*/ 523214 w 3640627"/>
                <a:gd name="connsiteY9-64" fmla="*/ 482971 h 923747"/>
                <a:gd name="connsiteX10-65" fmla="*/ 0 w 3640627"/>
                <a:gd name="connsiteY10-66" fmla="*/ 242051 h 923747"/>
                <a:gd name="connsiteX0-67" fmla="*/ 0 w 3640627"/>
                <a:gd name="connsiteY0-68" fmla="*/ 242051 h 946755"/>
                <a:gd name="connsiteX1-69" fmla="*/ 655168 w 3640627"/>
                <a:gd name="connsiteY1-70" fmla="*/ 16495 h 946755"/>
                <a:gd name="connsiteX2-71" fmla="*/ 1809765 w 3640627"/>
                <a:gd name="connsiteY2-72" fmla="*/ 511360 h 946755"/>
                <a:gd name="connsiteX3-73" fmla="*/ 2964363 w 3640627"/>
                <a:gd name="connsiteY3-74" fmla="*/ 0 h 946755"/>
                <a:gd name="connsiteX4-75" fmla="*/ 3640627 w 3640627"/>
                <a:gd name="connsiteY4-76" fmla="*/ 197946 h 946755"/>
                <a:gd name="connsiteX5-77" fmla="*/ 3195282 w 3640627"/>
                <a:gd name="connsiteY5-78" fmla="*/ 461874 h 946755"/>
                <a:gd name="connsiteX6-79" fmla="*/ 2980857 w 3640627"/>
                <a:gd name="connsiteY6-80" fmla="*/ 379396 h 946755"/>
                <a:gd name="connsiteX7-81" fmla="*/ 1876873 w 3640627"/>
                <a:gd name="connsiteY7-82" fmla="*/ 946755 h 946755"/>
                <a:gd name="connsiteX8-83" fmla="*/ 690067 w 3640627"/>
                <a:gd name="connsiteY8-84" fmla="*/ 412387 h 946755"/>
                <a:gd name="connsiteX9-85" fmla="*/ 523214 w 3640627"/>
                <a:gd name="connsiteY9-86" fmla="*/ 482971 h 946755"/>
                <a:gd name="connsiteX10-87" fmla="*/ 0 w 3640627"/>
                <a:gd name="connsiteY10-88" fmla="*/ 242051 h 946755"/>
                <a:gd name="connsiteX0-89" fmla="*/ 0 w 3640627"/>
                <a:gd name="connsiteY0-90" fmla="*/ 242051 h 946755"/>
                <a:gd name="connsiteX1-91" fmla="*/ 655168 w 3640627"/>
                <a:gd name="connsiteY1-92" fmla="*/ 16495 h 946755"/>
                <a:gd name="connsiteX2-93" fmla="*/ 1855778 w 3640627"/>
                <a:gd name="connsiteY2-94" fmla="*/ 534367 h 946755"/>
                <a:gd name="connsiteX3-95" fmla="*/ 2964363 w 3640627"/>
                <a:gd name="connsiteY3-96" fmla="*/ 0 h 946755"/>
                <a:gd name="connsiteX4-97" fmla="*/ 3640627 w 3640627"/>
                <a:gd name="connsiteY4-98" fmla="*/ 197946 h 946755"/>
                <a:gd name="connsiteX5-99" fmla="*/ 3195282 w 3640627"/>
                <a:gd name="connsiteY5-100" fmla="*/ 461874 h 946755"/>
                <a:gd name="connsiteX6-101" fmla="*/ 2980857 w 3640627"/>
                <a:gd name="connsiteY6-102" fmla="*/ 379396 h 946755"/>
                <a:gd name="connsiteX7-103" fmla="*/ 1876873 w 3640627"/>
                <a:gd name="connsiteY7-104" fmla="*/ 946755 h 946755"/>
                <a:gd name="connsiteX8-105" fmla="*/ 690067 w 3640627"/>
                <a:gd name="connsiteY8-106" fmla="*/ 412387 h 946755"/>
                <a:gd name="connsiteX9-107" fmla="*/ 523214 w 3640627"/>
                <a:gd name="connsiteY9-108" fmla="*/ 482971 h 946755"/>
                <a:gd name="connsiteX10-109" fmla="*/ 0 w 3640627"/>
                <a:gd name="connsiteY10-110" fmla="*/ 242051 h 946755"/>
                <a:gd name="connsiteX0-111" fmla="*/ 0 w 3640627"/>
                <a:gd name="connsiteY0-112" fmla="*/ 242051 h 946755"/>
                <a:gd name="connsiteX1-113" fmla="*/ 655168 w 3640627"/>
                <a:gd name="connsiteY1-114" fmla="*/ 16495 h 946755"/>
                <a:gd name="connsiteX2-115" fmla="*/ 1855778 w 3640627"/>
                <a:gd name="connsiteY2-116" fmla="*/ 534367 h 946755"/>
                <a:gd name="connsiteX3-117" fmla="*/ 2964363 w 3640627"/>
                <a:gd name="connsiteY3-118" fmla="*/ 0 h 946755"/>
                <a:gd name="connsiteX4-119" fmla="*/ 3640627 w 3640627"/>
                <a:gd name="connsiteY4-120" fmla="*/ 197946 h 946755"/>
                <a:gd name="connsiteX5-121" fmla="*/ 3195282 w 3640627"/>
                <a:gd name="connsiteY5-122" fmla="*/ 461874 h 946755"/>
                <a:gd name="connsiteX6-123" fmla="*/ 3008465 w 3640627"/>
                <a:gd name="connsiteY6-124" fmla="*/ 402404 h 946755"/>
                <a:gd name="connsiteX7-125" fmla="*/ 1876873 w 3640627"/>
                <a:gd name="connsiteY7-126" fmla="*/ 946755 h 946755"/>
                <a:gd name="connsiteX8-127" fmla="*/ 690067 w 3640627"/>
                <a:gd name="connsiteY8-128" fmla="*/ 412387 h 946755"/>
                <a:gd name="connsiteX9-129" fmla="*/ 523214 w 3640627"/>
                <a:gd name="connsiteY9-130" fmla="*/ 482971 h 946755"/>
                <a:gd name="connsiteX10-131" fmla="*/ 0 w 3640627"/>
                <a:gd name="connsiteY10-132" fmla="*/ 242051 h 946755"/>
                <a:gd name="connsiteX0-133" fmla="*/ 0 w 3723451"/>
                <a:gd name="connsiteY0-134" fmla="*/ 242051 h 946755"/>
                <a:gd name="connsiteX1-135" fmla="*/ 655168 w 3723451"/>
                <a:gd name="connsiteY1-136" fmla="*/ 16495 h 946755"/>
                <a:gd name="connsiteX2-137" fmla="*/ 1855778 w 3723451"/>
                <a:gd name="connsiteY2-138" fmla="*/ 534367 h 946755"/>
                <a:gd name="connsiteX3-139" fmla="*/ 2964363 w 3723451"/>
                <a:gd name="connsiteY3-140" fmla="*/ 0 h 946755"/>
                <a:gd name="connsiteX4-141" fmla="*/ 3723451 w 3723451"/>
                <a:gd name="connsiteY4-142" fmla="*/ 220954 h 946755"/>
                <a:gd name="connsiteX5-143" fmla="*/ 3195282 w 3723451"/>
                <a:gd name="connsiteY5-144" fmla="*/ 461874 h 946755"/>
                <a:gd name="connsiteX6-145" fmla="*/ 3008465 w 3723451"/>
                <a:gd name="connsiteY6-146" fmla="*/ 402404 h 946755"/>
                <a:gd name="connsiteX7-147" fmla="*/ 1876873 w 3723451"/>
                <a:gd name="connsiteY7-148" fmla="*/ 946755 h 946755"/>
                <a:gd name="connsiteX8-149" fmla="*/ 690067 w 3723451"/>
                <a:gd name="connsiteY8-150" fmla="*/ 412387 h 946755"/>
                <a:gd name="connsiteX9-151" fmla="*/ 523214 w 3723451"/>
                <a:gd name="connsiteY9-152" fmla="*/ 482971 h 946755"/>
                <a:gd name="connsiteX10-153" fmla="*/ 0 w 3723451"/>
                <a:gd name="connsiteY10-154" fmla="*/ 242051 h 946755"/>
                <a:gd name="connsiteX0-155" fmla="*/ 0 w 3723451"/>
                <a:gd name="connsiteY0-156" fmla="*/ 228246 h 932950"/>
                <a:gd name="connsiteX1-157" fmla="*/ 655168 w 3723451"/>
                <a:gd name="connsiteY1-158" fmla="*/ 2690 h 932950"/>
                <a:gd name="connsiteX2-159" fmla="*/ 1855778 w 3723451"/>
                <a:gd name="connsiteY2-160" fmla="*/ 520562 h 932950"/>
                <a:gd name="connsiteX3-161" fmla="*/ 3001174 w 3723451"/>
                <a:gd name="connsiteY3-162" fmla="*/ 0 h 932950"/>
                <a:gd name="connsiteX4-163" fmla="*/ 3723451 w 3723451"/>
                <a:gd name="connsiteY4-164" fmla="*/ 207149 h 932950"/>
                <a:gd name="connsiteX5-165" fmla="*/ 3195282 w 3723451"/>
                <a:gd name="connsiteY5-166" fmla="*/ 448069 h 932950"/>
                <a:gd name="connsiteX6-167" fmla="*/ 3008465 w 3723451"/>
                <a:gd name="connsiteY6-168" fmla="*/ 388599 h 932950"/>
                <a:gd name="connsiteX7-169" fmla="*/ 1876873 w 3723451"/>
                <a:gd name="connsiteY7-170" fmla="*/ 932950 h 932950"/>
                <a:gd name="connsiteX8-171" fmla="*/ 690067 w 3723451"/>
                <a:gd name="connsiteY8-172" fmla="*/ 398582 h 932950"/>
                <a:gd name="connsiteX9-173" fmla="*/ 523214 w 3723451"/>
                <a:gd name="connsiteY9-174" fmla="*/ 469166 h 932950"/>
                <a:gd name="connsiteX10-175" fmla="*/ 0 w 3723451"/>
                <a:gd name="connsiteY10-176" fmla="*/ 228246 h 932950"/>
                <a:gd name="connsiteX0-177" fmla="*/ 0 w 3723451"/>
                <a:gd name="connsiteY0-178" fmla="*/ 228246 h 932950"/>
                <a:gd name="connsiteX1-179" fmla="*/ 655168 w 3723451"/>
                <a:gd name="connsiteY1-180" fmla="*/ 2690 h 932950"/>
                <a:gd name="connsiteX2-181" fmla="*/ 1855778 w 3723451"/>
                <a:gd name="connsiteY2-182" fmla="*/ 520562 h 932950"/>
                <a:gd name="connsiteX3-183" fmla="*/ 3001174 w 3723451"/>
                <a:gd name="connsiteY3-184" fmla="*/ 0 h 932950"/>
                <a:gd name="connsiteX4-185" fmla="*/ 3723451 w 3723451"/>
                <a:gd name="connsiteY4-186" fmla="*/ 207149 h 932950"/>
                <a:gd name="connsiteX5-187" fmla="*/ 3195282 w 3723451"/>
                <a:gd name="connsiteY5-188" fmla="*/ 448069 h 932950"/>
                <a:gd name="connsiteX6-189" fmla="*/ 3013067 w 3723451"/>
                <a:gd name="connsiteY6-190" fmla="*/ 393200 h 932950"/>
                <a:gd name="connsiteX7-191" fmla="*/ 1876873 w 3723451"/>
                <a:gd name="connsiteY7-192" fmla="*/ 932950 h 932950"/>
                <a:gd name="connsiteX8-193" fmla="*/ 690067 w 3723451"/>
                <a:gd name="connsiteY8-194" fmla="*/ 398582 h 932950"/>
                <a:gd name="connsiteX9-195" fmla="*/ 523214 w 3723451"/>
                <a:gd name="connsiteY9-196" fmla="*/ 469166 h 932950"/>
                <a:gd name="connsiteX10-197" fmla="*/ 0 w 3723451"/>
                <a:gd name="connsiteY10-198" fmla="*/ 228246 h 932950"/>
                <a:gd name="connsiteX0-199" fmla="*/ 0 w 3723451"/>
                <a:gd name="connsiteY0-200" fmla="*/ 228246 h 932950"/>
                <a:gd name="connsiteX1-201" fmla="*/ 655168 w 3723451"/>
                <a:gd name="connsiteY1-202" fmla="*/ 2690 h 932950"/>
                <a:gd name="connsiteX2-203" fmla="*/ 1855778 w 3723451"/>
                <a:gd name="connsiteY2-204" fmla="*/ 520562 h 932950"/>
                <a:gd name="connsiteX3-205" fmla="*/ 3001174 w 3723451"/>
                <a:gd name="connsiteY3-206" fmla="*/ 0 h 932950"/>
                <a:gd name="connsiteX4-207" fmla="*/ 3723451 w 3723451"/>
                <a:gd name="connsiteY4-208" fmla="*/ 207149 h 932950"/>
                <a:gd name="connsiteX5-209" fmla="*/ 3186079 w 3723451"/>
                <a:gd name="connsiteY5-210" fmla="*/ 461874 h 932950"/>
                <a:gd name="connsiteX6-211" fmla="*/ 3013067 w 3723451"/>
                <a:gd name="connsiteY6-212" fmla="*/ 393200 h 932950"/>
                <a:gd name="connsiteX7-213" fmla="*/ 1876873 w 3723451"/>
                <a:gd name="connsiteY7-214" fmla="*/ 932950 h 932950"/>
                <a:gd name="connsiteX8-215" fmla="*/ 690067 w 3723451"/>
                <a:gd name="connsiteY8-216" fmla="*/ 398582 h 932950"/>
                <a:gd name="connsiteX9-217" fmla="*/ 523214 w 3723451"/>
                <a:gd name="connsiteY9-218" fmla="*/ 469166 h 932950"/>
                <a:gd name="connsiteX10-219" fmla="*/ 0 w 3723451"/>
                <a:gd name="connsiteY10-220" fmla="*/ 228246 h 932950"/>
                <a:gd name="connsiteX0-221" fmla="*/ 0 w 3723451"/>
                <a:gd name="connsiteY0-222" fmla="*/ 228246 h 932950"/>
                <a:gd name="connsiteX1-223" fmla="*/ 655168 w 3723451"/>
                <a:gd name="connsiteY1-224" fmla="*/ 2690 h 932950"/>
                <a:gd name="connsiteX2-225" fmla="*/ 1855778 w 3723451"/>
                <a:gd name="connsiteY2-226" fmla="*/ 520562 h 932950"/>
                <a:gd name="connsiteX3-227" fmla="*/ 3001174 w 3723451"/>
                <a:gd name="connsiteY3-228" fmla="*/ 0 h 932950"/>
                <a:gd name="connsiteX4-229" fmla="*/ 3723451 w 3723451"/>
                <a:gd name="connsiteY4-230" fmla="*/ 207149 h 932950"/>
                <a:gd name="connsiteX5-231" fmla="*/ 3186079 w 3723451"/>
                <a:gd name="connsiteY5-232" fmla="*/ 461874 h 932950"/>
                <a:gd name="connsiteX6-233" fmla="*/ 3013067 w 3723451"/>
                <a:gd name="connsiteY6-234" fmla="*/ 393200 h 932950"/>
                <a:gd name="connsiteX7-235" fmla="*/ 1876873 w 3723451"/>
                <a:gd name="connsiteY7-236" fmla="*/ 932950 h 932950"/>
                <a:gd name="connsiteX8-237" fmla="*/ 711613 w 3723451"/>
                <a:gd name="connsiteY8-238" fmla="*/ 413055 h 932950"/>
                <a:gd name="connsiteX9-239" fmla="*/ 523214 w 3723451"/>
                <a:gd name="connsiteY9-240" fmla="*/ 469166 h 932950"/>
                <a:gd name="connsiteX10-241" fmla="*/ 0 w 3723451"/>
                <a:gd name="connsiteY10-242" fmla="*/ 228246 h 93295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97" name="Freeform 996"/>
            <p:cNvSpPr/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-1" fmla="*/ 4602 w 1371198"/>
                <a:gd name="connsiteY0-2" fmla="*/ 0 h 800665"/>
                <a:gd name="connsiteX1-3" fmla="*/ 1371198 w 1371198"/>
                <a:gd name="connsiteY1-4" fmla="*/ 625807 h 800665"/>
                <a:gd name="connsiteX2-5" fmla="*/ 897260 w 1371198"/>
                <a:gd name="connsiteY2-6" fmla="*/ 800665 h 800665"/>
                <a:gd name="connsiteX3-7" fmla="*/ 0 w 1371198"/>
                <a:gd name="connsiteY3-8" fmla="*/ 404934 h 800665"/>
                <a:gd name="connsiteX4-9" fmla="*/ 4602 w 1371198"/>
                <a:gd name="connsiteY4-10" fmla="*/ 0 h 800665"/>
                <a:gd name="connsiteX0-11" fmla="*/ 0 w 1366596"/>
                <a:gd name="connsiteY0-12" fmla="*/ 0 h 800665"/>
                <a:gd name="connsiteX1-13" fmla="*/ 1366596 w 1366596"/>
                <a:gd name="connsiteY1-14" fmla="*/ 625807 h 800665"/>
                <a:gd name="connsiteX2-15" fmla="*/ 892658 w 1366596"/>
                <a:gd name="connsiteY2-16" fmla="*/ 800665 h 800665"/>
                <a:gd name="connsiteX3-17" fmla="*/ 4601 w 1366596"/>
                <a:gd name="connsiteY3-18" fmla="*/ 427942 h 800665"/>
                <a:gd name="connsiteX4-19" fmla="*/ 0 w 1366596"/>
                <a:gd name="connsiteY4-20" fmla="*/ 0 h 800665"/>
                <a:gd name="connsiteX0-21" fmla="*/ 0 w 1366596"/>
                <a:gd name="connsiteY0-22" fmla="*/ 0 h 800665"/>
                <a:gd name="connsiteX1-23" fmla="*/ 1366596 w 1366596"/>
                <a:gd name="connsiteY1-24" fmla="*/ 625807 h 800665"/>
                <a:gd name="connsiteX2-25" fmla="*/ 892658 w 1366596"/>
                <a:gd name="connsiteY2-26" fmla="*/ 800665 h 800665"/>
                <a:gd name="connsiteX3-27" fmla="*/ 4601 w 1366596"/>
                <a:gd name="connsiteY3-28" fmla="*/ 427942 h 800665"/>
                <a:gd name="connsiteX4-29" fmla="*/ 0 w 1366596"/>
                <a:gd name="connsiteY4-30" fmla="*/ 0 h 800665"/>
                <a:gd name="connsiteX0-31" fmla="*/ 0 w 1366596"/>
                <a:gd name="connsiteY0-32" fmla="*/ 0 h 800665"/>
                <a:gd name="connsiteX1-33" fmla="*/ 1366596 w 1366596"/>
                <a:gd name="connsiteY1-34" fmla="*/ 625807 h 800665"/>
                <a:gd name="connsiteX2-35" fmla="*/ 892658 w 1366596"/>
                <a:gd name="connsiteY2-36" fmla="*/ 800665 h 800665"/>
                <a:gd name="connsiteX3-37" fmla="*/ 4601 w 1366596"/>
                <a:gd name="connsiteY3-38" fmla="*/ 427942 h 800665"/>
                <a:gd name="connsiteX4-39" fmla="*/ 0 w 1366596"/>
                <a:gd name="connsiteY4-40" fmla="*/ 0 h 800665"/>
                <a:gd name="connsiteX0-41" fmla="*/ 0 w 1366596"/>
                <a:gd name="connsiteY0-42" fmla="*/ 0 h 809868"/>
                <a:gd name="connsiteX1-43" fmla="*/ 1366596 w 1366596"/>
                <a:gd name="connsiteY1-44" fmla="*/ 625807 h 809868"/>
                <a:gd name="connsiteX2-45" fmla="*/ 865050 w 1366596"/>
                <a:gd name="connsiteY2-46" fmla="*/ 809868 h 809868"/>
                <a:gd name="connsiteX3-47" fmla="*/ 4601 w 1366596"/>
                <a:gd name="connsiteY3-48" fmla="*/ 427942 h 809868"/>
                <a:gd name="connsiteX4-49" fmla="*/ 0 w 1366596"/>
                <a:gd name="connsiteY4-50" fmla="*/ 0 h 8098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998" name="Freeform 997"/>
            <p:cNvSpPr/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-1" fmla="*/ 1329786 w 1348191"/>
                <a:gd name="connsiteY0-2" fmla="*/ 0 h 791462"/>
                <a:gd name="connsiteX1-3" fmla="*/ 1348191 w 1348191"/>
                <a:gd name="connsiteY1-4" fmla="*/ 381926 h 791462"/>
                <a:gd name="connsiteX2-5" fmla="*/ 487742 w 1348191"/>
                <a:gd name="connsiteY2-6" fmla="*/ 791462 h 791462"/>
                <a:gd name="connsiteX3-7" fmla="*/ 0 w 1348191"/>
                <a:gd name="connsiteY3-8" fmla="*/ 612002 h 791462"/>
                <a:gd name="connsiteX4-9" fmla="*/ 1329786 w 1348191"/>
                <a:gd name="connsiteY4-10" fmla="*/ 0 h 79146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cxnSp>
          <p:nvCxnSpPr>
            <p:cNvPr id="999" name="Straight Connector 998"/>
            <p:cNvCxnSpPr>
              <a:endCxn id="994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0" name="Straight Connector 999"/>
            <p:cNvCxnSpPr/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01" name="Group 347"/>
          <p:cNvGrpSpPr/>
          <p:nvPr/>
        </p:nvGrpSpPr>
        <p:grpSpPr bwMode="auto">
          <a:xfrm>
            <a:off x="7693291" y="4813217"/>
            <a:ext cx="522452" cy="260369"/>
            <a:chOff x="1871277" y="1576300"/>
            <a:chExt cx="1128371" cy="437861"/>
          </a:xfrm>
        </p:grpSpPr>
        <p:sp>
          <p:nvSpPr>
            <p:cNvPr id="1002" name="Oval 1001"/>
            <p:cNvSpPr/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003" name="Rectangle 1002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004" name="Oval 1003"/>
            <p:cNvSpPr/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005" name="Freeform 1004"/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-1" fmla="*/ 1486231 w 2944854"/>
                <a:gd name="connsiteY0-2" fmla="*/ 727041 h 1316375"/>
                <a:gd name="connsiteX1-3" fmla="*/ 257675 w 2944854"/>
                <a:gd name="connsiteY1-4" fmla="*/ 1302232 h 1316375"/>
                <a:gd name="connsiteX2-5" fmla="*/ 0 w 2944854"/>
                <a:gd name="connsiteY2-6" fmla="*/ 1228607 h 1316375"/>
                <a:gd name="connsiteX3-7" fmla="*/ 911064 w 2944854"/>
                <a:gd name="connsiteY3-8" fmla="*/ 837478 h 1316375"/>
                <a:gd name="connsiteX4-9" fmla="*/ 883456 w 2944854"/>
                <a:gd name="connsiteY4-10" fmla="*/ 450949 h 1316375"/>
                <a:gd name="connsiteX5-11" fmla="*/ 161047 w 2944854"/>
                <a:gd name="connsiteY5-12" fmla="*/ 119640 h 1316375"/>
                <a:gd name="connsiteX6-13" fmla="*/ 404917 w 2944854"/>
                <a:gd name="connsiteY6-14" fmla="*/ 50617 h 1316375"/>
                <a:gd name="connsiteX7-15" fmla="*/ 1477028 w 2944854"/>
                <a:gd name="connsiteY7-16" fmla="*/ 501566 h 1316375"/>
                <a:gd name="connsiteX8-17" fmla="*/ 2572146 w 2944854"/>
                <a:gd name="connsiteY8-18" fmla="*/ 0 h 1316375"/>
                <a:gd name="connsiteX9-19" fmla="*/ 2875834 w 2944854"/>
                <a:gd name="connsiteY9-20" fmla="*/ 96632 h 1316375"/>
                <a:gd name="connsiteX10-21" fmla="*/ 2079803 w 2944854"/>
                <a:gd name="connsiteY10-22" fmla="*/ 432543 h 1316375"/>
                <a:gd name="connsiteX11-23" fmla="*/ 2240850 w 2944854"/>
                <a:gd name="connsiteY11-24" fmla="*/ 920305 h 1316375"/>
                <a:gd name="connsiteX12-25" fmla="*/ 2944854 w 2944854"/>
                <a:gd name="connsiteY12-26" fmla="*/ 1228607 h 1316375"/>
                <a:gd name="connsiteX13-27" fmla="*/ 2756623 w 2944854"/>
                <a:gd name="connsiteY13-28" fmla="*/ 1316375 h 1316375"/>
                <a:gd name="connsiteX14-29" fmla="*/ 1486231 w 2944854"/>
                <a:gd name="connsiteY14-30" fmla="*/ 727041 h 1316375"/>
                <a:gd name="connsiteX0-31" fmla="*/ 1486231 w 3024520"/>
                <a:gd name="connsiteY0-32" fmla="*/ 727041 h 1316375"/>
                <a:gd name="connsiteX1-33" fmla="*/ 257675 w 3024520"/>
                <a:gd name="connsiteY1-34" fmla="*/ 1302232 h 1316375"/>
                <a:gd name="connsiteX2-35" fmla="*/ 0 w 3024520"/>
                <a:gd name="connsiteY2-36" fmla="*/ 1228607 h 1316375"/>
                <a:gd name="connsiteX3-37" fmla="*/ 911064 w 3024520"/>
                <a:gd name="connsiteY3-38" fmla="*/ 837478 h 1316375"/>
                <a:gd name="connsiteX4-39" fmla="*/ 883456 w 3024520"/>
                <a:gd name="connsiteY4-40" fmla="*/ 450949 h 1316375"/>
                <a:gd name="connsiteX5-41" fmla="*/ 161047 w 3024520"/>
                <a:gd name="connsiteY5-42" fmla="*/ 119640 h 1316375"/>
                <a:gd name="connsiteX6-43" fmla="*/ 404917 w 3024520"/>
                <a:gd name="connsiteY6-44" fmla="*/ 50617 h 1316375"/>
                <a:gd name="connsiteX7-45" fmla="*/ 1477028 w 3024520"/>
                <a:gd name="connsiteY7-46" fmla="*/ 501566 h 1316375"/>
                <a:gd name="connsiteX8-47" fmla="*/ 2572146 w 3024520"/>
                <a:gd name="connsiteY8-48" fmla="*/ 0 h 1316375"/>
                <a:gd name="connsiteX9-49" fmla="*/ 2875834 w 3024520"/>
                <a:gd name="connsiteY9-50" fmla="*/ 96632 h 1316375"/>
                <a:gd name="connsiteX10-51" fmla="*/ 2079803 w 3024520"/>
                <a:gd name="connsiteY10-52" fmla="*/ 432543 h 1316375"/>
                <a:gd name="connsiteX11-53" fmla="*/ 2240850 w 3024520"/>
                <a:gd name="connsiteY11-54" fmla="*/ 920305 h 1316375"/>
                <a:gd name="connsiteX12-55" fmla="*/ 3024520 w 3024520"/>
                <a:gd name="connsiteY12-56" fmla="*/ 1228607 h 1316375"/>
                <a:gd name="connsiteX13-57" fmla="*/ 2756623 w 3024520"/>
                <a:gd name="connsiteY13-58" fmla="*/ 1316375 h 1316375"/>
                <a:gd name="connsiteX14-59" fmla="*/ 1486231 w 3024520"/>
                <a:gd name="connsiteY14-60" fmla="*/ 727041 h 1316375"/>
                <a:gd name="connsiteX0-61" fmla="*/ 1537780 w 3076069"/>
                <a:gd name="connsiteY0-62" fmla="*/ 727041 h 1316375"/>
                <a:gd name="connsiteX1-63" fmla="*/ 309224 w 3076069"/>
                <a:gd name="connsiteY1-64" fmla="*/ 1302232 h 1316375"/>
                <a:gd name="connsiteX2-65" fmla="*/ 0 w 3076069"/>
                <a:gd name="connsiteY2-66" fmla="*/ 1228607 h 1316375"/>
                <a:gd name="connsiteX3-67" fmla="*/ 962613 w 3076069"/>
                <a:gd name="connsiteY3-68" fmla="*/ 837478 h 1316375"/>
                <a:gd name="connsiteX4-69" fmla="*/ 935005 w 3076069"/>
                <a:gd name="connsiteY4-70" fmla="*/ 450949 h 1316375"/>
                <a:gd name="connsiteX5-71" fmla="*/ 212596 w 3076069"/>
                <a:gd name="connsiteY5-72" fmla="*/ 119640 h 1316375"/>
                <a:gd name="connsiteX6-73" fmla="*/ 456466 w 3076069"/>
                <a:gd name="connsiteY6-74" fmla="*/ 50617 h 1316375"/>
                <a:gd name="connsiteX7-75" fmla="*/ 1528577 w 3076069"/>
                <a:gd name="connsiteY7-76" fmla="*/ 501566 h 1316375"/>
                <a:gd name="connsiteX8-77" fmla="*/ 2623695 w 3076069"/>
                <a:gd name="connsiteY8-78" fmla="*/ 0 h 1316375"/>
                <a:gd name="connsiteX9-79" fmla="*/ 2927383 w 3076069"/>
                <a:gd name="connsiteY9-80" fmla="*/ 96632 h 1316375"/>
                <a:gd name="connsiteX10-81" fmla="*/ 2131352 w 3076069"/>
                <a:gd name="connsiteY10-82" fmla="*/ 432543 h 1316375"/>
                <a:gd name="connsiteX11-83" fmla="*/ 2292399 w 3076069"/>
                <a:gd name="connsiteY11-84" fmla="*/ 920305 h 1316375"/>
                <a:gd name="connsiteX12-85" fmla="*/ 3076069 w 3076069"/>
                <a:gd name="connsiteY12-86" fmla="*/ 1228607 h 1316375"/>
                <a:gd name="connsiteX13-87" fmla="*/ 2808172 w 3076069"/>
                <a:gd name="connsiteY13-88" fmla="*/ 1316375 h 1316375"/>
                <a:gd name="connsiteX14-89" fmla="*/ 1537780 w 3076069"/>
                <a:gd name="connsiteY14-90" fmla="*/ 727041 h 1316375"/>
                <a:gd name="connsiteX0-91" fmla="*/ 1537780 w 3076069"/>
                <a:gd name="connsiteY0-92" fmla="*/ 727041 h 1321259"/>
                <a:gd name="connsiteX1-93" fmla="*/ 313981 w 3076069"/>
                <a:gd name="connsiteY1-94" fmla="*/ 1321259 h 1321259"/>
                <a:gd name="connsiteX2-95" fmla="*/ 0 w 3076069"/>
                <a:gd name="connsiteY2-96" fmla="*/ 1228607 h 1321259"/>
                <a:gd name="connsiteX3-97" fmla="*/ 962613 w 3076069"/>
                <a:gd name="connsiteY3-98" fmla="*/ 837478 h 1321259"/>
                <a:gd name="connsiteX4-99" fmla="*/ 935005 w 3076069"/>
                <a:gd name="connsiteY4-100" fmla="*/ 450949 h 1321259"/>
                <a:gd name="connsiteX5-101" fmla="*/ 212596 w 3076069"/>
                <a:gd name="connsiteY5-102" fmla="*/ 119640 h 1321259"/>
                <a:gd name="connsiteX6-103" fmla="*/ 456466 w 3076069"/>
                <a:gd name="connsiteY6-104" fmla="*/ 50617 h 1321259"/>
                <a:gd name="connsiteX7-105" fmla="*/ 1528577 w 3076069"/>
                <a:gd name="connsiteY7-106" fmla="*/ 501566 h 1321259"/>
                <a:gd name="connsiteX8-107" fmla="*/ 2623695 w 3076069"/>
                <a:gd name="connsiteY8-108" fmla="*/ 0 h 1321259"/>
                <a:gd name="connsiteX9-109" fmla="*/ 2927383 w 3076069"/>
                <a:gd name="connsiteY9-110" fmla="*/ 96632 h 1321259"/>
                <a:gd name="connsiteX10-111" fmla="*/ 2131352 w 3076069"/>
                <a:gd name="connsiteY10-112" fmla="*/ 432543 h 1321259"/>
                <a:gd name="connsiteX11-113" fmla="*/ 2292399 w 3076069"/>
                <a:gd name="connsiteY11-114" fmla="*/ 920305 h 1321259"/>
                <a:gd name="connsiteX12-115" fmla="*/ 3076069 w 3076069"/>
                <a:gd name="connsiteY12-116" fmla="*/ 1228607 h 1321259"/>
                <a:gd name="connsiteX13-117" fmla="*/ 2808172 w 3076069"/>
                <a:gd name="connsiteY13-118" fmla="*/ 1316375 h 1321259"/>
                <a:gd name="connsiteX14-119" fmla="*/ 1537780 w 3076069"/>
                <a:gd name="connsiteY14-120" fmla="*/ 727041 h 1321259"/>
                <a:gd name="connsiteX0-121" fmla="*/ 1537780 w 3076069"/>
                <a:gd name="connsiteY0-122" fmla="*/ 750825 h 1321259"/>
                <a:gd name="connsiteX1-123" fmla="*/ 313981 w 3076069"/>
                <a:gd name="connsiteY1-124" fmla="*/ 1321259 h 1321259"/>
                <a:gd name="connsiteX2-125" fmla="*/ 0 w 3076069"/>
                <a:gd name="connsiteY2-126" fmla="*/ 1228607 h 1321259"/>
                <a:gd name="connsiteX3-127" fmla="*/ 962613 w 3076069"/>
                <a:gd name="connsiteY3-128" fmla="*/ 837478 h 1321259"/>
                <a:gd name="connsiteX4-129" fmla="*/ 935005 w 3076069"/>
                <a:gd name="connsiteY4-130" fmla="*/ 450949 h 1321259"/>
                <a:gd name="connsiteX5-131" fmla="*/ 212596 w 3076069"/>
                <a:gd name="connsiteY5-132" fmla="*/ 119640 h 1321259"/>
                <a:gd name="connsiteX6-133" fmla="*/ 456466 w 3076069"/>
                <a:gd name="connsiteY6-134" fmla="*/ 50617 h 1321259"/>
                <a:gd name="connsiteX7-135" fmla="*/ 1528577 w 3076069"/>
                <a:gd name="connsiteY7-136" fmla="*/ 501566 h 1321259"/>
                <a:gd name="connsiteX8-137" fmla="*/ 2623695 w 3076069"/>
                <a:gd name="connsiteY8-138" fmla="*/ 0 h 1321259"/>
                <a:gd name="connsiteX9-139" fmla="*/ 2927383 w 3076069"/>
                <a:gd name="connsiteY9-140" fmla="*/ 96632 h 1321259"/>
                <a:gd name="connsiteX10-141" fmla="*/ 2131352 w 3076069"/>
                <a:gd name="connsiteY10-142" fmla="*/ 432543 h 1321259"/>
                <a:gd name="connsiteX11-143" fmla="*/ 2292399 w 3076069"/>
                <a:gd name="connsiteY11-144" fmla="*/ 920305 h 1321259"/>
                <a:gd name="connsiteX12-145" fmla="*/ 3076069 w 3076069"/>
                <a:gd name="connsiteY12-146" fmla="*/ 1228607 h 1321259"/>
                <a:gd name="connsiteX13-147" fmla="*/ 2808172 w 3076069"/>
                <a:gd name="connsiteY13-148" fmla="*/ 1316375 h 1321259"/>
                <a:gd name="connsiteX14-149" fmla="*/ 1537780 w 3076069"/>
                <a:gd name="connsiteY14-150" fmla="*/ 750825 h 132125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006" name="Freeform 1005"/>
            <p:cNvSpPr/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-1" fmla="*/ 0 w 3640627"/>
                <a:gd name="connsiteY0-2" fmla="*/ 242051 h 923747"/>
                <a:gd name="connsiteX1-3" fmla="*/ 655168 w 3640627"/>
                <a:gd name="connsiteY1-4" fmla="*/ 16495 h 923747"/>
                <a:gd name="connsiteX2-5" fmla="*/ 1809765 w 3640627"/>
                <a:gd name="connsiteY2-6" fmla="*/ 511360 h 923747"/>
                <a:gd name="connsiteX3-7" fmla="*/ 2964363 w 3640627"/>
                <a:gd name="connsiteY3-8" fmla="*/ 0 h 923747"/>
                <a:gd name="connsiteX4-9" fmla="*/ 3640627 w 3640627"/>
                <a:gd name="connsiteY4-10" fmla="*/ 197946 h 923747"/>
                <a:gd name="connsiteX5-11" fmla="*/ 3195282 w 3640627"/>
                <a:gd name="connsiteY5-12" fmla="*/ 461874 h 923747"/>
                <a:gd name="connsiteX6-13" fmla="*/ 2980857 w 3640627"/>
                <a:gd name="connsiteY6-14" fmla="*/ 379396 h 923747"/>
                <a:gd name="connsiteX7-15" fmla="*/ 1826259 w 3640627"/>
                <a:gd name="connsiteY7-16" fmla="*/ 923747 h 923747"/>
                <a:gd name="connsiteX8-17" fmla="*/ 671662 w 3640627"/>
                <a:gd name="connsiteY8-18" fmla="*/ 412387 h 923747"/>
                <a:gd name="connsiteX9-19" fmla="*/ 523214 w 3640627"/>
                <a:gd name="connsiteY9-20" fmla="*/ 478369 h 923747"/>
                <a:gd name="connsiteX10-21" fmla="*/ 0 w 3640627"/>
                <a:gd name="connsiteY10-22" fmla="*/ 242051 h 923747"/>
                <a:gd name="connsiteX0-23" fmla="*/ 0 w 3640627"/>
                <a:gd name="connsiteY0-24" fmla="*/ 242051 h 923747"/>
                <a:gd name="connsiteX1-25" fmla="*/ 655168 w 3640627"/>
                <a:gd name="connsiteY1-26" fmla="*/ 16495 h 923747"/>
                <a:gd name="connsiteX2-27" fmla="*/ 1809765 w 3640627"/>
                <a:gd name="connsiteY2-28" fmla="*/ 511360 h 923747"/>
                <a:gd name="connsiteX3-29" fmla="*/ 2964363 w 3640627"/>
                <a:gd name="connsiteY3-30" fmla="*/ 0 h 923747"/>
                <a:gd name="connsiteX4-31" fmla="*/ 3640627 w 3640627"/>
                <a:gd name="connsiteY4-32" fmla="*/ 197946 h 923747"/>
                <a:gd name="connsiteX5-33" fmla="*/ 3195282 w 3640627"/>
                <a:gd name="connsiteY5-34" fmla="*/ 461874 h 923747"/>
                <a:gd name="connsiteX6-35" fmla="*/ 2980857 w 3640627"/>
                <a:gd name="connsiteY6-36" fmla="*/ 379396 h 923747"/>
                <a:gd name="connsiteX7-37" fmla="*/ 1826259 w 3640627"/>
                <a:gd name="connsiteY7-38" fmla="*/ 923747 h 923747"/>
                <a:gd name="connsiteX8-39" fmla="*/ 671662 w 3640627"/>
                <a:gd name="connsiteY8-40" fmla="*/ 412387 h 923747"/>
                <a:gd name="connsiteX9-41" fmla="*/ 523214 w 3640627"/>
                <a:gd name="connsiteY9-42" fmla="*/ 482971 h 923747"/>
                <a:gd name="connsiteX10-43" fmla="*/ 0 w 3640627"/>
                <a:gd name="connsiteY10-44" fmla="*/ 242051 h 923747"/>
                <a:gd name="connsiteX0-45" fmla="*/ 0 w 3640627"/>
                <a:gd name="connsiteY0-46" fmla="*/ 242051 h 923747"/>
                <a:gd name="connsiteX1-47" fmla="*/ 655168 w 3640627"/>
                <a:gd name="connsiteY1-48" fmla="*/ 16495 h 923747"/>
                <a:gd name="connsiteX2-49" fmla="*/ 1809765 w 3640627"/>
                <a:gd name="connsiteY2-50" fmla="*/ 511360 h 923747"/>
                <a:gd name="connsiteX3-51" fmla="*/ 2964363 w 3640627"/>
                <a:gd name="connsiteY3-52" fmla="*/ 0 h 923747"/>
                <a:gd name="connsiteX4-53" fmla="*/ 3640627 w 3640627"/>
                <a:gd name="connsiteY4-54" fmla="*/ 197946 h 923747"/>
                <a:gd name="connsiteX5-55" fmla="*/ 3195282 w 3640627"/>
                <a:gd name="connsiteY5-56" fmla="*/ 461874 h 923747"/>
                <a:gd name="connsiteX6-57" fmla="*/ 2980857 w 3640627"/>
                <a:gd name="connsiteY6-58" fmla="*/ 379396 h 923747"/>
                <a:gd name="connsiteX7-59" fmla="*/ 1826259 w 3640627"/>
                <a:gd name="connsiteY7-60" fmla="*/ 923747 h 923747"/>
                <a:gd name="connsiteX8-61" fmla="*/ 690067 w 3640627"/>
                <a:gd name="connsiteY8-62" fmla="*/ 412387 h 923747"/>
                <a:gd name="connsiteX9-63" fmla="*/ 523214 w 3640627"/>
                <a:gd name="connsiteY9-64" fmla="*/ 482971 h 923747"/>
                <a:gd name="connsiteX10-65" fmla="*/ 0 w 3640627"/>
                <a:gd name="connsiteY10-66" fmla="*/ 242051 h 923747"/>
                <a:gd name="connsiteX0-67" fmla="*/ 0 w 3640627"/>
                <a:gd name="connsiteY0-68" fmla="*/ 242051 h 946755"/>
                <a:gd name="connsiteX1-69" fmla="*/ 655168 w 3640627"/>
                <a:gd name="connsiteY1-70" fmla="*/ 16495 h 946755"/>
                <a:gd name="connsiteX2-71" fmla="*/ 1809765 w 3640627"/>
                <a:gd name="connsiteY2-72" fmla="*/ 511360 h 946755"/>
                <a:gd name="connsiteX3-73" fmla="*/ 2964363 w 3640627"/>
                <a:gd name="connsiteY3-74" fmla="*/ 0 h 946755"/>
                <a:gd name="connsiteX4-75" fmla="*/ 3640627 w 3640627"/>
                <a:gd name="connsiteY4-76" fmla="*/ 197946 h 946755"/>
                <a:gd name="connsiteX5-77" fmla="*/ 3195282 w 3640627"/>
                <a:gd name="connsiteY5-78" fmla="*/ 461874 h 946755"/>
                <a:gd name="connsiteX6-79" fmla="*/ 2980857 w 3640627"/>
                <a:gd name="connsiteY6-80" fmla="*/ 379396 h 946755"/>
                <a:gd name="connsiteX7-81" fmla="*/ 1876873 w 3640627"/>
                <a:gd name="connsiteY7-82" fmla="*/ 946755 h 946755"/>
                <a:gd name="connsiteX8-83" fmla="*/ 690067 w 3640627"/>
                <a:gd name="connsiteY8-84" fmla="*/ 412387 h 946755"/>
                <a:gd name="connsiteX9-85" fmla="*/ 523214 w 3640627"/>
                <a:gd name="connsiteY9-86" fmla="*/ 482971 h 946755"/>
                <a:gd name="connsiteX10-87" fmla="*/ 0 w 3640627"/>
                <a:gd name="connsiteY10-88" fmla="*/ 242051 h 946755"/>
                <a:gd name="connsiteX0-89" fmla="*/ 0 w 3640627"/>
                <a:gd name="connsiteY0-90" fmla="*/ 242051 h 946755"/>
                <a:gd name="connsiteX1-91" fmla="*/ 655168 w 3640627"/>
                <a:gd name="connsiteY1-92" fmla="*/ 16495 h 946755"/>
                <a:gd name="connsiteX2-93" fmla="*/ 1855778 w 3640627"/>
                <a:gd name="connsiteY2-94" fmla="*/ 534367 h 946755"/>
                <a:gd name="connsiteX3-95" fmla="*/ 2964363 w 3640627"/>
                <a:gd name="connsiteY3-96" fmla="*/ 0 h 946755"/>
                <a:gd name="connsiteX4-97" fmla="*/ 3640627 w 3640627"/>
                <a:gd name="connsiteY4-98" fmla="*/ 197946 h 946755"/>
                <a:gd name="connsiteX5-99" fmla="*/ 3195282 w 3640627"/>
                <a:gd name="connsiteY5-100" fmla="*/ 461874 h 946755"/>
                <a:gd name="connsiteX6-101" fmla="*/ 2980857 w 3640627"/>
                <a:gd name="connsiteY6-102" fmla="*/ 379396 h 946755"/>
                <a:gd name="connsiteX7-103" fmla="*/ 1876873 w 3640627"/>
                <a:gd name="connsiteY7-104" fmla="*/ 946755 h 946755"/>
                <a:gd name="connsiteX8-105" fmla="*/ 690067 w 3640627"/>
                <a:gd name="connsiteY8-106" fmla="*/ 412387 h 946755"/>
                <a:gd name="connsiteX9-107" fmla="*/ 523214 w 3640627"/>
                <a:gd name="connsiteY9-108" fmla="*/ 482971 h 946755"/>
                <a:gd name="connsiteX10-109" fmla="*/ 0 w 3640627"/>
                <a:gd name="connsiteY10-110" fmla="*/ 242051 h 946755"/>
                <a:gd name="connsiteX0-111" fmla="*/ 0 w 3640627"/>
                <a:gd name="connsiteY0-112" fmla="*/ 242051 h 946755"/>
                <a:gd name="connsiteX1-113" fmla="*/ 655168 w 3640627"/>
                <a:gd name="connsiteY1-114" fmla="*/ 16495 h 946755"/>
                <a:gd name="connsiteX2-115" fmla="*/ 1855778 w 3640627"/>
                <a:gd name="connsiteY2-116" fmla="*/ 534367 h 946755"/>
                <a:gd name="connsiteX3-117" fmla="*/ 2964363 w 3640627"/>
                <a:gd name="connsiteY3-118" fmla="*/ 0 h 946755"/>
                <a:gd name="connsiteX4-119" fmla="*/ 3640627 w 3640627"/>
                <a:gd name="connsiteY4-120" fmla="*/ 197946 h 946755"/>
                <a:gd name="connsiteX5-121" fmla="*/ 3195282 w 3640627"/>
                <a:gd name="connsiteY5-122" fmla="*/ 461874 h 946755"/>
                <a:gd name="connsiteX6-123" fmla="*/ 3008465 w 3640627"/>
                <a:gd name="connsiteY6-124" fmla="*/ 402404 h 946755"/>
                <a:gd name="connsiteX7-125" fmla="*/ 1876873 w 3640627"/>
                <a:gd name="connsiteY7-126" fmla="*/ 946755 h 946755"/>
                <a:gd name="connsiteX8-127" fmla="*/ 690067 w 3640627"/>
                <a:gd name="connsiteY8-128" fmla="*/ 412387 h 946755"/>
                <a:gd name="connsiteX9-129" fmla="*/ 523214 w 3640627"/>
                <a:gd name="connsiteY9-130" fmla="*/ 482971 h 946755"/>
                <a:gd name="connsiteX10-131" fmla="*/ 0 w 3640627"/>
                <a:gd name="connsiteY10-132" fmla="*/ 242051 h 946755"/>
                <a:gd name="connsiteX0-133" fmla="*/ 0 w 3723451"/>
                <a:gd name="connsiteY0-134" fmla="*/ 242051 h 946755"/>
                <a:gd name="connsiteX1-135" fmla="*/ 655168 w 3723451"/>
                <a:gd name="connsiteY1-136" fmla="*/ 16495 h 946755"/>
                <a:gd name="connsiteX2-137" fmla="*/ 1855778 w 3723451"/>
                <a:gd name="connsiteY2-138" fmla="*/ 534367 h 946755"/>
                <a:gd name="connsiteX3-139" fmla="*/ 2964363 w 3723451"/>
                <a:gd name="connsiteY3-140" fmla="*/ 0 h 946755"/>
                <a:gd name="connsiteX4-141" fmla="*/ 3723451 w 3723451"/>
                <a:gd name="connsiteY4-142" fmla="*/ 220954 h 946755"/>
                <a:gd name="connsiteX5-143" fmla="*/ 3195282 w 3723451"/>
                <a:gd name="connsiteY5-144" fmla="*/ 461874 h 946755"/>
                <a:gd name="connsiteX6-145" fmla="*/ 3008465 w 3723451"/>
                <a:gd name="connsiteY6-146" fmla="*/ 402404 h 946755"/>
                <a:gd name="connsiteX7-147" fmla="*/ 1876873 w 3723451"/>
                <a:gd name="connsiteY7-148" fmla="*/ 946755 h 946755"/>
                <a:gd name="connsiteX8-149" fmla="*/ 690067 w 3723451"/>
                <a:gd name="connsiteY8-150" fmla="*/ 412387 h 946755"/>
                <a:gd name="connsiteX9-151" fmla="*/ 523214 w 3723451"/>
                <a:gd name="connsiteY9-152" fmla="*/ 482971 h 946755"/>
                <a:gd name="connsiteX10-153" fmla="*/ 0 w 3723451"/>
                <a:gd name="connsiteY10-154" fmla="*/ 242051 h 946755"/>
                <a:gd name="connsiteX0-155" fmla="*/ 0 w 3723451"/>
                <a:gd name="connsiteY0-156" fmla="*/ 228246 h 932950"/>
                <a:gd name="connsiteX1-157" fmla="*/ 655168 w 3723451"/>
                <a:gd name="connsiteY1-158" fmla="*/ 2690 h 932950"/>
                <a:gd name="connsiteX2-159" fmla="*/ 1855778 w 3723451"/>
                <a:gd name="connsiteY2-160" fmla="*/ 520562 h 932950"/>
                <a:gd name="connsiteX3-161" fmla="*/ 3001174 w 3723451"/>
                <a:gd name="connsiteY3-162" fmla="*/ 0 h 932950"/>
                <a:gd name="connsiteX4-163" fmla="*/ 3723451 w 3723451"/>
                <a:gd name="connsiteY4-164" fmla="*/ 207149 h 932950"/>
                <a:gd name="connsiteX5-165" fmla="*/ 3195282 w 3723451"/>
                <a:gd name="connsiteY5-166" fmla="*/ 448069 h 932950"/>
                <a:gd name="connsiteX6-167" fmla="*/ 3008465 w 3723451"/>
                <a:gd name="connsiteY6-168" fmla="*/ 388599 h 932950"/>
                <a:gd name="connsiteX7-169" fmla="*/ 1876873 w 3723451"/>
                <a:gd name="connsiteY7-170" fmla="*/ 932950 h 932950"/>
                <a:gd name="connsiteX8-171" fmla="*/ 690067 w 3723451"/>
                <a:gd name="connsiteY8-172" fmla="*/ 398582 h 932950"/>
                <a:gd name="connsiteX9-173" fmla="*/ 523214 w 3723451"/>
                <a:gd name="connsiteY9-174" fmla="*/ 469166 h 932950"/>
                <a:gd name="connsiteX10-175" fmla="*/ 0 w 3723451"/>
                <a:gd name="connsiteY10-176" fmla="*/ 228246 h 932950"/>
                <a:gd name="connsiteX0-177" fmla="*/ 0 w 3723451"/>
                <a:gd name="connsiteY0-178" fmla="*/ 228246 h 932950"/>
                <a:gd name="connsiteX1-179" fmla="*/ 655168 w 3723451"/>
                <a:gd name="connsiteY1-180" fmla="*/ 2690 h 932950"/>
                <a:gd name="connsiteX2-181" fmla="*/ 1855778 w 3723451"/>
                <a:gd name="connsiteY2-182" fmla="*/ 520562 h 932950"/>
                <a:gd name="connsiteX3-183" fmla="*/ 3001174 w 3723451"/>
                <a:gd name="connsiteY3-184" fmla="*/ 0 h 932950"/>
                <a:gd name="connsiteX4-185" fmla="*/ 3723451 w 3723451"/>
                <a:gd name="connsiteY4-186" fmla="*/ 207149 h 932950"/>
                <a:gd name="connsiteX5-187" fmla="*/ 3195282 w 3723451"/>
                <a:gd name="connsiteY5-188" fmla="*/ 448069 h 932950"/>
                <a:gd name="connsiteX6-189" fmla="*/ 3013067 w 3723451"/>
                <a:gd name="connsiteY6-190" fmla="*/ 393200 h 932950"/>
                <a:gd name="connsiteX7-191" fmla="*/ 1876873 w 3723451"/>
                <a:gd name="connsiteY7-192" fmla="*/ 932950 h 932950"/>
                <a:gd name="connsiteX8-193" fmla="*/ 690067 w 3723451"/>
                <a:gd name="connsiteY8-194" fmla="*/ 398582 h 932950"/>
                <a:gd name="connsiteX9-195" fmla="*/ 523214 w 3723451"/>
                <a:gd name="connsiteY9-196" fmla="*/ 469166 h 932950"/>
                <a:gd name="connsiteX10-197" fmla="*/ 0 w 3723451"/>
                <a:gd name="connsiteY10-198" fmla="*/ 228246 h 932950"/>
                <a:gd name="connsiteX0-199" fmla="*/ 0 w 3723451"/>
                <a:gd name="connsiteY0-200" fmla="*/ 228246 h 932950"/>
                <a:gd name="connsiteX1-201" fmla="*/ 655168 w 3723451"/>
                <a:gd name="connsiteY1-202" fmla="*/ 2690 h 932950"/>
                <a:gd name="connsiteX2-203" fmla="*/ 1855778 w 3723451"/>
                <a:gd name="connsiteY2-204" fmla="*/ 520562 h 932950"/>
                <a:gd name="connsiteX3-205" fmla="*/ 3001174 w 3723451"/>
                <a:gd name="connsiteY3-206" fmla="*/ 0 h 932950"/>
                <a:gd name="connsiteX4-207" fmla="*/ 3723451 w 3723451"/>
                <a:gd name="connsiteY4-208" fmla="*/ 207149 h 932950"/>
                <a:gd name="connsiteX5-209" fmla="*/ 3186079 w 3723451"/>
                <a:gd name="connsiteY5-210" fmla="*/ 461874 h 932950"/>
                <a:gd name="connsiteX6-211" fmla="*/ 3013067 w 3723451"/>
                <a:gd name="connsiteY6-212" fmla="*/ 393200 h 932950"/>
                <a:gd name="connsiteX7-213" fmla="*/ 1876873 w 3723451"/>
                <a:gd name="connsiteY7-214" fmla="*/ 932950 h 932950"/>
                <a:gd name="connsiteX8-215" fmla="*/ 690067 w 3723451"/>
                <a:gd name="connsiteY8-216" fmla="*/ 398582 h 932950"/>
                <a:gd name="connsiteX9-217" fmla="*/ 523214 w 3723451"/>
                <a:gd name="connsiteY9-218" fmla="*/ 469166 h 932950"/>
                <a:gd name="connsiteX10-219" fmla="*/ 0 w 3723451"/>
                <a:gd name="connsiteY10-220" fmla="*/ 228246 h 932950"/>
                <a:gd name="connsiteX0-221" fmla="*/ 0 w 3723451"/>
                <a:gd name="connsiteY0-222" fmla="*/ 228246 h 932950"/>
                <a:gd name="connsiteX1-223" fmla="*/ 655168 w 3723451"/>
                <a:gd name="connsiteY1-224" fmla="*/ 2690 h 932950"/>
                <a:gd name="connsiteX2-225" fmla="*/ 1855778 w 3723451"/>
                <a:gd name="connsiteY2-226" fmla="*/ 520562 h 932950"/>
                <a:gd name="connsiteX3-227" fmla="*/ 3001174 w 3723451"/>
                <a:gd name="connsiteY3-228" fmla="*/ 0 h 932950"/>
                <a:gd name="connsiteX4-229" fmla="*/ 3723451 w 3723451"/>
                <a:gd name="connsiteY4-230" fmla="*/ 207149 h 932950"/>
                <a:gd name="connsiteX5-231" fmla="*/ 3186079 w 3723451"/>
                <a:gd name="connsiteY5-232" fmla="*/ 461874 h 932950"/>
                <a:gd name="connsiteX6-233" fmla="*/ 3013067 w 3723451"/>
                <a:gd name="connsiteY6-234" fmla="*/ 393200 h 932950"/>
                <a:gd name="connsiteX7-235" fmla="*/ 1876873 w 3723451"/>
                <a:gd name="connsiteY7-236" fmla="*/ 932950 h 932950"/>
                <a:gd name="connsiteX8-237" fmla="*/ 711613 w 3723451"/>
                <a:gd name="connsiteY8-238" fmla="*/ 413055 h 932950"/>
                <a:gd name="connsiteX9-239" fmla="*/ 523214 w 3723451"/>
                <a:gd name="connsiteY9-240" fmla="*/ 469166 h 932950"/>
                <a:gd name="connsiteX10-241" fmla="*/ 0 w 3723451"/>
                <a:gd name="connsiteY10-242" fmla="*/ 228246 h 93295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007" name="Freeform 1006"/>
            <p:cNvSpPr/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-1" fmla="*/ 4602 w 1371198"/>
                <a:gd name="connsiteY0-2" fmla="*/ 0 h 800665"/>
                <a:gd name="connsiteX1-3" fmla="*/ 1371198 w 1371198"/>
                <a:gd name="connsiteY1-4" fmla="*/ 625807 h 800665"/>
                <a:gd name="connsiteX2-5" fmla="*/ 897260 w 1371198"/>
                <a:gd name="connsiteY2-6" fmla="*/ 800665 h 800665"/>
                <a:gd name="connsiteX3-7" fmla="*/ 0 w 1371198"/>
                <a:gd name="connsiteY3-8" fmla="*/ 404934 h 800665"/>
                <a:gd name="connsiteX4-9" fmla="*/ 4602 w 1371198"/>
                <a:gd name="connsiteY4-10" fmla="*/ 0 h 800665"/>
                <a:gd name="connsiteX0-11" fmla="*/ 0 w 1366596"/>
                <a:gd name="connsiteY0-12" fmla="*/ 0 h 800665"/>
                <a:gd name="connsiteX1-13" fmla="*/ 1366596 w 1366596"/>
                <a:gd name="connsiteY1-14" fmla="*/ 625807 h 800665"/>
                <a:gd name="connsiteX2-15" fmla="*/ 892658 w 1366596"/>
                <a:gd name="connsiteY2-16" fmla="*/ 800665 h 800665"/>
                <a:gd name="connsiteX3-17" fmla="*/ 4601 w 1366596"/>
                <a:gd name="connsiteY3-18" fmla="*/ 427942 h 800665"/>
                <a:gd name="connsiteX4-19" fmla="*/ 0 w 1366596"/>
                <a:gd name="connsiteY4-20" fmla="*/ 0 h 800665"/>
                <a:gd name="connsiteX0-21" fmla="*/ 0 w 1366596"/>
                <a:gd name="connsiteY0-22" fmla="*/ 0 h 800665"/>
                <a:gd name="connsiteX1-23" fmla="*/ 1366596 w 1366596"/>
                <a:gd name="connsiteY1-24" fmla="*/ 625807 h 800665"/>
                <a:gd name="connsiteX2-25" fmla="*/ 892658 w 1366596"/>
                <a:gd name="connsiteY2-26" fmla="*/ 800665 h 800665"/>
                <a:gd name="connsiteX3-27" fmla="*/ 4601 w 1366596"/>
                <a:gd name="connsiteY3-28" fmla="*/ 427942 h 800665"/>
                <a:gd name="connsiteX4-29" fmla="*/ 0 w 1366596"/>
                <a:gd name="connsiteY4-30" fmla="*/ 0 h 800665"/>
                <a:gd name="connsiteX0-31" fmla="*/ 0 w 1366596"/>
                <a:gd name="connsiteY0-32" fmla="*/ 0 h 800665"/>
                <a:gd name="connsiteX1-33" fmla="*/ 1366596 w 1366596"/>
                <a:gd name="connsiteY1-34" fmla="*/ 625807 h 800665"/>
                <a:gd name="connsiteX2-35" fmla="*/ 892658 w 1366596"/>
                <a:gd name="connsiteY2-36" fmla="*/ 800665 h 800665"/>
                <a:gd name="connsiteX3-37" fmla="*/ 4601 w 1366596"/>
                <a:gd name="connsiteY3-38" fmla="*/ 427942 h 800665"/>
                <a:gd name="connsiteX4-39" fmla="*/ 0 w 1366596"/>
                <a:gd name="connsiteY4-40" fmla="*/ 0 h 800665"/>
                <a:gd name="connsiteX0-41" fmla="*/ 0 w 1366596"/>
                <a:gd name="connsiteY0-42" fmla="*/ 0 h 809868"/>
                <a:gd name="connsiteX1-43" fmla="*/ 1366596 w 1366596"/>
                <a:gd name="connsiteY1-44" fmla="*/ 625807 h 809868"/>
                <a:gd name="connsiteX2-45" fmla="*/ 865050 w 1366596"/>
                <a:gd name="connsiteY2-46" fmla="*/ 809868 h 809868"/>
                <a:gd name="connsiteX3-47" fmla="*/ 4601 w 1366596"/>
                <a:gd name="connsiteY3-48" fmla="*/ 427942 h 809868"/>
                <a:gd name="connsiteX4-49" fmla="*/ 0 w 1366596"/>
                <a:gd name="connsiteY4-50" fmla="*/ 0 h 8098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008" name="Freeform 1007"/>
            <p:cNvSpPr/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-1" fmla="*/ 1329786 w 1348191"/>
                <a:gd name="connsiteY0-2" fmla="*/ 0 h 791462"/>
                <a:gd name="connsiteX1-3" fmla="*/ 1348191 w 1348191"/>
                <a:gd name="connsiteY1-4" fmla="*/ 381926 h 791462"/>
                <a:gd name="connsiteX2-5" fmla="*/ 487742 w 1348191"/>
                <a:gd name="connsiteY2-6" fmla="*/ 791462 h 791462"/>
                <a:gd name="connsiteX3-7" fmla="*/ 0 w 1348191"/>
                <a:gd name="connsiteY3-8" fmla="*/ 612002 h 791462"/>
                <a:gd name="connsiteX4-9" fmla="*/ 1329786 w 1348191"/>
                <a:gd name="connsiteY4-10" fmla="*/ 0 h 79146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cxnSp>
          <p:nvCxnSpPr>
            <p:cNvPr id="1009" name="Straight Connector 1008"/>
            <p:cNvCxnSpPr>
              <a:endCxn id="1004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0" name="Straight Connector 1009"/>
            <p:cNvCxnSpPr/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1" name="Picture 9" descr="underline_base"/>
          <p:cNvPicPr>
            <a:picLocks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600" y="925513"/>
            <a:ext cx="4570413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5125" name="Rectangle 2"/>
          <p:cNvSpPr>
            <a:spLocks noGrp="1" noChangeArrowheads="1"/>
          </p:cNvSpPr>
          <p:nvPr>
            <p:ph type="title"/>
          </p:nvPr>
        </p:nvSpPr>
        <p:spPr>
          <a:xfrm>
            <a:off x="423863" y="244475"/>
            <a:ext cx="7772400" cy="898525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pitchFamily="34" charset="0"/>
                <a:cs typeface="+mj-cs"/>
              </a:rPr>
              <a:t>Link layer: context</a:t>
            </a:r>
            <a:endParaRPr lang="en-US" dirty="0">
              <a:latin typeface="Gill Sans MT" pitchFamily="34" charset="0"/>
              <a:cs typeface="+mj-cs"/>
            </a:endParaRPr>
          </a:p>
        </p:txBody>
      </p:sp>
      <p:sp>
        <p:nvSpPr>
          <p:cNvPr id="512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22263" y="1547813"/>
            <a:ext cx="4151312" cy="4648200"/>
          </a:xfrm>
        </p:spPr>
        <p:txBody>
          <a:bodyPr/>
          <a:lstStyle/>
          <a:p>
            <a:pPr>
              <a:defRPr/>
            </a:pPr>
            <a:r>
              <a:rPr lang="en-US" sz="2400" dirty="0">
                <a:latin typeface="Gill Sans MT" pitchFamily="34" charset="0"/>
                <a:cs typeface="+mn-cs"/>
              </a:rPr>
              <a:t>datagram transferred by different link protocols over different links:</a:t>
            </a:r>
            <a:endParaRPr lang="en-US" sz="2400" dirty="0">
              <a:latin typeface="Gill Sans MT" pitchFamily="34" charset="0"/>
              <a:cs typeface="+mn-cs"/>
            </a:endParaRPr>
          </a:p>
          <a:p>
            <a:pPr lvl="1">
              <a:defRPr/>
            </a:pPr>
            <a:r>
              <a:rPr lang="en-US" dirty="0">
                <a:latin typeface="Gill Sans MT" pitchFamily="34" charset="0"/>
              </a:rPr>
              <a:t>e.g., Ethernet on first link, frame relay on intermediate links, 802.11 on last link</a:t>
            </a:r>
            <a:endParaRPr lang="en-US" dirty="0">
              <a:latin typeface="Gill Sans MT" pitchFamily="34" charset="0"/>
            </a:endParaRPr>
          </a:p>
          <a:p>
            <a:pPr>
              <a:defRPr/>
            </a:pPr>
            <a:r>
              <a:rPr lang="en-US" sz="2400" dirty="0">
                <a:latin typeface="Gill Sans MT" pitchFamily="34" charset="0"/>
                <a:cs typeface="+mn-cs"/>
              </a:rPr>
              <a:t>each  link protocol provides different services</a:t>
            </a:r>
            <a:endParaRPr lang="en-US" sz="2400" dirty="0">
              <a:latin typeface="Gill Sans MT" pitchFamily="34" charset="0"/>
              <a:cs typeface="+mn-cs"/>
            </a:endParaRPr>
          </a:p>
          <a:p>
            <a:pPr lvl="1">
              <a:defRPr/>
            </a:pPr>
            <a:r>
              <a:rPr lang="en-US" dirty="0">
                <a:latin typeface="Gill Sans MT" pitchFamily="34" charset="0"/>
              </a:rPr>
              <a:t>e.g., may or may not provide rdt over link</a:t>
            </a:r>
            <a:endParaRPr lang="en-US" dirty="0">
              <a:latin typeface="Gill Sans MT" pitchFamily="34" charset="0"/>
            </a:endParaRPr>
          </a:p>
        </p:txBody>
      </p:sp>
      <p:sp>
        <p:nvSpPr>
          <p:cNvPr id="5127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618038" y="1479550"/>
            <a:ext cx="4187825" cy="4648200"/>
          </a:xfrm>
          <a:solidFill>
            <a:schemeClr val="bg1"/>
          </a:solidFill>
        </p:spPr>
        <p:txBody>
          <a:bodyPr/>
          <a:lstStyle/>
          <a:p>
            <a:pPr>
              <a:buFont typeface="Wingdings" panose="05000000000000000000" charset="0"/>
              <a:buNone/>
              <a:defRPr/>
            </a:pPr>
            <a:r>
              <a:rPr lang="en-US" i="1" dirty="0">
                <a:solidFill>
                  <a:srgbClr val="CC0000"/>
                </a:solidFill>
                <a:latin typeface="Gill Sans MT" pitchFamily="34" charset="0"/>
                <a:cs typeface="+mn-cs"/>
              </a:rPr>
              <a:t>transportation analogy:</a:t>
            </a:r>
            <a:endParaRPr lang="en-US" i="1" dirty="0">
              <a:solidFill>
                <a:srgbClr val="CC0000"/>
              </a:solidFill>
              <a:latin typeface="Gill Sans MT" pitchFamily="34" charset="0"/>
              <a:cs typeface="+mn-cs"/>
            </a:endParaRPr>
          </a:p>
          <a:p>
            <a:pPr>
              <a:defRPr/>
            </a:pPr>
            <a:r>
              <a:rPr lang="en-US" sz="2000" dirty="0">
                <a:latin typeface="Gill Sans MT" pitchFamily="34" charset="0"/>
                <a:cs typeface="+mn-cs"/>
              </a:rPr>
              <a:t>trip from Princeton to Lausanne</a:t>
            </a:r>
            <a:endParaRPr lang="en-US" sz="2000" dirty="0">
              <a:latin typeface="Gill Sans MT" pitchFamily="34" charset="0"/>
              <a:cs typeface="+mn-cs"/>
            </a:endParaRPr>
          </a:p>
          <a:p>
            <a:pPr lvl="1">
              <a:defRPr/>
            </a:pPr>
            <a:r>
              <a:rPr lang="en-US" sz="2000" dirty="0">
                <a:latin typeface="Gill Sans MT" pitchFamily="34" charset="0"/>
              </a:rPr>
              <a:t>limo: Princeton to JFK</a:t>
            </a:r>
            <a:endParaRPr lang="en-US" sz="2000" dirty="0">
              <a:latin typeface="Gill Sans MT" pitchFamily="34" charset="0"/>
            </a:endParaRPr>
          </a:p>
          <a:p>
            <a:pPr lvl="1">
              <a:defRPr/>
            </a:pPr>
            <a:r>
              <a:rPr lang="en-US" sz="2000" dirty="0">
                <a:latin typeface="Gill Sans MT" pitchFamily="34" charset="0"/>
              </a:rPr>
              <a:t>plane: JFK to Geneva</a:t>
            </a:r>
            <a:endParaRPr lang="en-US" sz="2000" dirty="0">
              <a:latin typeface="Gill Sans MT" pitchFamily="34" charset="0"/>
            </a:endParaRPr>
          </a:p>
          <a:p>
            <a:pPr lvl="1">
              <a:defRPr/>
            </a:pPr>
            <a:r>
              <a:rPr lang="en-US" sz="2000" dirty="0">
                <a:latin typeface="Gill Sans MT" pitchFamily="34" charset="0"/>
              </a:rPr>
              <a:t>train: Geneva to Lausanne</a:t>
            </a:r>
            <a:endParaRPr lang="en-US" sz="2000" dirty="0">
              <a:latin typeface="Gill Sans MT" pitchFamily="34" charset="0"/>
            </a:endParaRPr>
          </a:p>
          <a:p>
            <a:pPr>
              <a:defRPr/>
            </a:pPr>
            <a:r>
              <a:rPr lang="en-US" sz="2400" dirty="0">
                <a:latin typeface="Gill Sans MT" pitchFamily="34" charset="0"/>
                <a:cs typeface="+mn-cs"/>
              </a:rPr>
              <a:t>tourist = </a:t>
            </a:r>
            <a:r>
              <a:rPr lang="en-US" sz="2400" dirty="0">
                <a:solidFill>
                  <a:srgbClr val="CC0000"/>
                </a:solidFill>
                <a:latin typeface="Gill Sans MT" pitchFamily="34" charset="0"/>
                <a:cs typeface="+mn-cs"/>
              </a:rPr>
              <a:t>datagram</a:t>
            </a:r>
            <a:endParaRPr lang="en-US" sz="2400" dirty="0">
              <a:solidFill>
                <a:srgbClr val="CC0000"/>
              </a:solidFill>
              <a:latin typeface="Gill Sans MT" pitchFamily="34" charset="0"/>
              <a:cs typeface="+mn-cs"/>
            </a:endParaRPr>
          </a:p>
          <a:p>
            <a:pPr>
              <a:defRPr/>
            </a:pPr>
            <a:r>
              <a:rPr lang="en-US" sz="2400" dirty="0">
                <a:latin typeface="Gill Sans MT" pitchFamily="34" charset="0"/>
                <a:cs typeface="+mn-cs"/>
              </a:rPr>
              <a:t>transport segment = </a:t>
            </a:r>
            <a:r>
              <a:rPr lang="en-US" sz="2400" dirty="0">
                <a:solidFill>
                  <a:srgbClr val="CC0000"/>
                </a:solidFill>
                <a:latin typeface="Gill Sans MT" pitchFamily="34" charset="0"/>
                <a:cs typeface="+mn-cs"/>
              </a:rPr>
              <a:t>communication link</a:t>
            </a:r>
            <a:endParaRPr lang="en-US" sz="2400" dirty="0">
              <a:solidFill>
                <a:srgbClr val="CC0000"/>
              </a:solidFill>
              <a:latin typeface="Gill Sans MT" pitchFamily="34" charset="0"/>
              <a:cs typeface="+mn-cs"/>
            </a:endParaRPr>
          </a:p>
          <a:p>
            <a:pPr>
              <a:defRPr/>
            </a:pPr>
            <a:r>
              <a:rPr lang="en-US" sz="2400" dirty="0">
                <a:latin typeface="Gill Sans MT" pitchFamily="34" charset="0"/>
                <a:cs typeface="+mn-cs"/>
              </a:rPr>
              <a:t>transportation mode = </a:t>
            </a:r>
            <a:r>
              <a:rPr lang="en-US" sz="2400" dirty="0">
                <a:solidFill>
                  <a:srgbClr val="CC0000"/>
                </a:solidFill>
                <a:latin typeface="Gill Sans MT" pitchFamily="34" charset="0"/>
                <a:cs typeface="+mn-cs"/>
              </a:rPr>
              <a:t>link layer protocol</a:t>
            </a:r>
            <a:endParaRPr lang="en-US" sz="2400" dirty="0">
              <a:solidFill>
                <a:srgbClr val="CC0000"/>
              </a:solidFill>
              <a:latin typeface="Gill Sans MT" pitchFamily="34" charset="0"/>
              <a:cs typeface="+mn-cs"/>
            </a:endParaRPr>
          </a:p>
          <a:p>
            <a:pPr>
              <a:defRPr/>
            </a:pPr>
            <a:r>
              <a:rPr lang="en-US" sz="2400" dirty="0">
                <a:latin typeface="Gill Sans MT" pitchFamily="34" charset="0"/>
                <a:cs typeface="+mn-cs"/>
              </a:rPr>
              <a:t>travel agent = </a:t>
            </a:r>
            <a:r>
              <a:rPr lang="en-US" sz="2400" dirty="0">
                <a:solidFill>
                  <a:srgbClr val="CC0000"/>
                </a:solidFill>
                <a:latin typeface="Gill Sans MT" pitchFamily="34" charset="0"/>
                <a:cs typeface="+mn-cs"/>
              </a:rPr>
              <a:t>routing algorithm</a:t>
            </a:r>
            <a:endParaRPr lang="en-US" sz="2400" dirty="0">
              <a:solidFill>
                <a:srgbClr val="CC0000"/>
              </a:solidFill>
              <a:latin typeface="Gill Sans MT" pitchFamily="34" charset="0"/>
              <a:cs typeface="+mn-cs"/>
            </a:endParaRPr>
          </a:p>
          <a:p>
            <a:pPr lvl="1">
              <a:defRPr/>
            </a:pPr>
            <a:endParaRPr lang="en-US" sz="2000" dirty="0">
              <a:solidFill>
                <a:srgbClr val="CC0000"/>
              </a:solidFill>
              <a:latin typeface="Gill Sans MT" pitchFamily="34" charset="0"/>
            </a:endParaRP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r>
              <a:rPr lang="en-US" sz="1200" dirty="0">
                <a:latin typeface="Tahoma" panose="020B0604030504040204" charset="0"/>
              </a:rPr>
              <a:t>6</a:t>
            </a:r>
            <a:r>
              <a:rPr lang="en-US" sz="1200" dirty="0" smtClean="0">
                <a:latin typeface="Tahoma" panose="020B0604030504040204" charset="0"/>
              </a:rPr>
              <a:t>-</a:t>
            </a:r>
            <a:fld id="{8E8C6E93-DF5B-BC4B-80F9-500DED1EEDCC}" type="slidenum">
              <a:rPr lang="en-US" sz="1200">
                <a:latin typeface="Tahoma" panose="020B0604030504040204" charset="0"/>
              </a:rPr>
            </a:fld>
            <a:endParaRPr lang="en-US" sz="1200" dirty="0">
              <a:latin typeface="Tahoma" panose="020B0604030504040204" charset="0"/>
            </a:endParaRPr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pPr algn="r"/>
            <a:r>
              <a:rPr lang="en-US" sz="1200" dirty="0" smtClean="0">
                <a:solidFill>
                  <a:srgbClr val="000000"/>
                </a:solidFill>
                <a:latin typeface="Tahoma" panose="020B0604030504040204" charset="0"/>
                <a:cs typeface="Arial" panose="020B0604020202090204" pitchFamily="34" charset="0"/>
              </a:rPr>
              <a:t>Link Layer and LANs</a:t>
            </a:r>
            <a:endParaRPr lang="en-US" sz="1200" dirty="0">
              <a:solidFill>
                <a:srgbClr val="000000"/>
              </a:solidFill>
              <a:latin typeface="Tahoma" panose="020B060403050404020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9" name="Picture 4" descr="underline_base"/>
          <p:cNvPicPr>
            <a:picLocks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1041400"/>
            <a:ext cx="4570413" cy="173038"/>
          </a:xfrm>
          <a:prstGeom prst="rect">
            <a:avLst/>
          </a:prstGeom>
          <a:noFill/>
          <a:ln>
            <a:noFill/>
          </a:ln>
        </p:spPr>
      </p:pic>
      <p:sp>
        <p:nvSpPr>
          <p:cNvPr id="6149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6176963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pitchFamily="34" charset="0"/>
                <a:cs typeface="+mj-cs"/>
              </a:rPr>
              <a:t>Link layer services</a:t>
            </a:r>
            <a:endParaRPr lang="en-US" dirty="0">
              <a:latin typeface="Gill Sans MT" pitchFamily="34" charset="0"/>
              <a:cs typeface="+mj-cs"/>
            </a:endParaRPr>
          </a:p>
        </p:txBody>
      </p:sp>
      <p:sp>
        <p:nvSpPr>
          <p:cNvPr id="61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84188" y="1419225"/>
            <a:ext cx="7772400" cy="4648200"/>
          </a:xfrm>
        </p:spPr>
        <p:txBody>
          <a:bodyPr/>
          <a:lstStyle/>
          <a:p>
            <a:pPr>
              <a:lnSpc>
                <a:spcPct val="75000"/>
              </a:lnSpc>
              <a:defRPr/>
            </a:pPr>
            <a:r>
              <a:rPr lang="en-US" i="1" dirty="0">
                <a:solidFill>
                  <a:srgbClr val="CC0000"/>
                </a:solidFill>
                <a:latin typeface="Gill Sans MT" pitchFamily="34" charset="0"/>
                <a:cs typeface="+mn-cs"/>
              </a:rPr>
              <a:t>framing, link access:</a:t>
            </a:r>
            <a:r>
              <a:rPr lang="en-US" sz="3200" dirty="0">
                <a:latin typeface="Gill Sans MT" pitchFamily="34" charset="0"/>
                <a:cs typeface="+mn-cs"/>
              </a:rPr>
              <a:t> </a:t>
            </a:r>
            <a:endParaRPr lang="en-US" sz="3200" dirty="0">
              <a:latin typeface="Gill Sans MT" pitchFamily="34" charset="0"/>
              <a:cs typeface="+mn-cs"/>
            </a:endParaRPr>
          </a:p>
          <a:p>
            <a:pPr lvl="1">
              <a:lnSpc>
                <a:spcPct val="75000"/>
              </a:lnSpc>
              <a:defRPr/>
            </a:pPr>
            <a:r>
              <a:rPr lang="en-US" dirty="0">
                <a:latin typeface="Gill Sans MT" pitchFamily="34" charset="0"/>
              </a:rPr>
              <a:t>encapsulate datagram into frame, adding header, trailer</a:t>
            </a:r>
            <a:endParaRPr lang="en-US" dirty="0">
              <a:latin typeface="Gill Sans MT" pitchFamily="34" charset="0"/>
            </a:endParaRPr>
          </a:p>
          <a:p>
            <a:pPr lvl="1">
              <a:lnSpc>
                <a:spcPct val="75000"/>
              </a:lnSpc>
              <a:defRPr/>
            </a:pPr>
            <a:r>
              <a:rPr lang="en-US" dirty="0">
                <a:latin typeface="Gill Sans MT" pitchFamily="34" charset="0"/>
              </a:rPr>
              <a:t>channel access if shared medium</a:t>
            </a:r>
            <a:endParaRPr lang="en-US" dirty="0">
              <a:latin typeface="Gill Sans MT" pitchFamily="34" charset="0"/>
            </a:endParaRPr>
          </a:p>
          <a:p>
            <a:pPr lvl="1">
              <a:lnSpc>
                <a:spcPct val="75000"/>
              </a:lnSpc>
              <a:defRPr/>
            </a:pPr>
            <a:r>
              <a:rPr lang="ja-JP" altLang="en-US" dirty="0">
                <a:latin typeface="Gill Sans MT" pitchFamily="34" charset="0"/>
              </a:rPr>
              <a:t>“</a:t>
            </a:r>
            <a:r>
              <a:rPr lang="en-US" dirty="0">
                <a:latin typeface="Gill Sans MT" pitchFamily="34" charset="0"/>
              </a:rPr>
              <a:t>MAC</a:t>
            </a:r>
            <a:r>
              <a:rPr lang="ja-JP" altLang="en-US" dirty="0">
                <a:latin typeface="Gill Sans MT" pitchFamily="34" charset="0"/>
              </a:rPr>
              <a:t>”</a:t>
            </a:r>
            <a:r>
              <a:rPr lang="en-US" dirty="0">
                <a:latin typeface="Gill Sans MT" pitchFamily="34" charset="0"/>
              </a:rPr>
              <a:t> addresses used in frame headers to identify source, </a:t>
            </a:r>
            <a:r>
              <a:rPr lang="en-US" dirty="0" smtClean="0">
                <a:latin typeface="Gill Sans MT" pitchFamily="34" charset="0"/>
              </a:rPr>
              <a:t>destination  </a:t>
            </a:r>
            <a:endParaRPr lang="en-US" dirty="0">
              <a:latin typeface="Gill Sans MT" pitchFamily="34" charset="0"/>
            </a:endParaRPr>
          </a:p>
          <a:p>
            <a:pPr lvl="2">
              <a:lnSpc>
                <a:spcPct val="90000"/>
              </a:lnSpc>
              <a:defRPr/>
            </a:pPr>
            <a:r>
              <a:rPr lang="en-US" sz="2400" dirty="0">
                <a:latin typeface="Gill Sans MT" pitchFamily="34" charset="0"/>
              </a:rPr>
              <a:t>different from IP address!</a:t>
            </a:r>
            <a:endParaRPr lang="en-US" sz="2400" dirty="0">
              <a:latin typeface="Gill Sans MT" pitchFamily="34" charset="0"/>
            </a:endParaRPr>
          </a:p>
          <a:p>
            <a:pPr>
              <a:lnSpc>
                <a:spcPct val="75000"/>
              </a:lnSpc>
              <a:defRPr/>
            </a:pPr>
            <a:r>
              <a:rPr lang="en-US" i="1" dirty="0">
                <a:solidFill>
                  <a:srgbClr val="CC0000"/>
                </a:solidFill>
                <a:latin typeface="Gill Sans MT" pitchFamily="34" charset="0"/>
                <a:cs typeface="+mn-cs"/>
              </a:rPr>
              <a:t>reliable delivery between adjacent nodes</a:t>
            </a:r>
            <a:endParaRPr lang="en-US" i="1" dirty="0">
              <a:solidFill>
                <a:srgbClr val="CC0000"/>
              </a:solidFill>
              <a:latin typeface="Gill Sans MT" pitchFamily="34" charset="0"/>
              <a:cs typeface="+mn-cs"/>
            </a:endParaRPr>
          </a:p>
          <a:p>
            <a:pPr lvl="1">
              <a:lnSpc>
                <a:spcPct val="75000"/>
              </a:lnSpc>
              <a:defRPr/>
            </a:pPr>
            <a:r>
              <a:rPr lang="en-US" dirty="0">
                <a:latin typeface="Gill Sans MT" pitchFamily="34" charset="0"/>
              </a:rPr>
              <a:t>we learned how to do this already (chapter 3)!</a:t>
            </a:r>
            <a:endParaRPr lang="en-US" dirty="0">
              <a:latin typeface="Gill Sans MT" pitchFamily="34" charset="0"/>
            </a:endParaRPr>
          </a:p>
          <a:p>
            <a:pPr lvl="1">
              <a:lnSpc>
                <a:spcPct val="75000"/>
              </a:lnSpc>
              <a:defRPr/>
            </a:pPr>
            <a:r>
              <a:rPr lang="en-US" dirty="0">
                <a:latin typeface="Gill Sans MT" pitchFamily="34" charset="0"/>
              </a:rPr>
              <a:t>seldom used on low bit-error link (fiber, some twisted pair)</a:t>
            </a:r>
            <a:endParaRPr lang="en-US" dirty="0">
              <a:latin typeface="Gill Sans MT" pitchFamily="34" charset="0"/>
            </a:endParaRPr>
          </a:p>
          <a:p>
            <a:pPr lvl="1">
              <a:lnSpc>
                <a:spcPct val="75000"/>
              </a:lnSpc>
              <a:defRPr/>
            </a:pPr>
            <a:r>
              <a:rPr lang="en-US" dirty="0">
                <a:latin typeface="Gill Sans MT" pitchFamily="34" charset="0"/>
              </a:rPr>
              <a:t>wireless links: high error rates</a:t>
            </a:r>
            <a:endParaRPr lang="en-US" dirty="0">
              <a:latin typeface="Gill Sans MT" pitchFamily="34" charset="0"/>
            </a:endParaRPr>
          </a:p>
          <a:p>
            <a:pPr lvl="2">
              <a:lnSpc>
                <a:spcPct val="90000"/>
              </a:lnSpc>
              <a:defRPr/>
            </a:pPr>
            <a:r>
              <a:rPr lang="en-US" sz="2400" i="1" dirty="0">
                <a:solidFill>
                  <a:srgbClr val="CC0000"/>
                </a:solidFill>
                <a:latin typeface="Gill Sans MT" pitchFamily="34" charset="0"/>
              </a:rPr>
              <a:t>Q:</a:t>
            </a:r>
            <a:r>
              <a:rPr lang="en-US" sz="2400" dirty="0">
                <a:latin typeface="Gill Sans MT" pitchFamily="34" charset="0"/>
              </a:rPr>
              <a:t> why both link-level and end-end reliability?</a:t>
            </a:r>
            <a:endParaRPr lang="en-US" sz="2400" dirty="0">
              <a:latin typeface="Gill Sans MT" pitchFamily="34" charset="0"/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r>
              <a:rPr lang="en-US" sz="1200" dirty="0">
                <a:latin typeface="Tahoma" panose="020B0604030504040204" charset="0"/>
              </a:rPr>
              <a:t>6</a:t>
            </a:r>
            <a:r>
              <a:rPr lang="en-US" sz="1200" dirty="0" smtClean="0">
                <a:latin typeface="Tahoma" panose="020B0604030504040204" charset="0"/>
              </a:rPr>
              <a:t>-</a:t>
            </a:r>
            <a:fld id="{8E8C6E93-DF5B-BC4B-80F9-500DED1EEDCC}" type="slidenum">
              <a:rPr lang="en-US" sz="1200">
                <a:latin typeface="Tahoma" panose="020B0604030504040204" charset="0"/>
              </a:rPr>
            </a:fld>
            <a:endParaRPr lang="en-US" sz="1200" dirty="0">
              <a:latin typeface="Tahoma" panose="020B0604030504040204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pPr algn="r"/>
            <a:r>
              <a:rPr lang="en-US" sz="1200" dirty="0" smtClean="0">
                <a:solidFill>
                  <a:srgbClr val="000000"/>
                </a:solidFill>
                <a:latin typeface="Tahoma" panose="020B0604030504040204" charset="0"/>
                <a:cs typeface="Arial" panose="020B0604020202090204" pitchFamily="34" charset="0"/>
              </a:rPr>
              <a:t>Link Layer and LANs</a:t>
            </a:r>
            <a:endParaRPr lang="en-US" sz="1200" dirty="0">
              <a:solidFill>
                <a:srgbClr val="000000"/>
              </a:solidFill>
              <a:latin typeface="Tahoma" panose="020B060403050404020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7" name="Picture 7" descr="underline_base"/>
          <p:cNvPicPr>
            <a:picLocks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713" y="1028700"/>
            <a:ext cx="5942012" cy="173038"/>
          </a:xfrm>
          <a:prstGeom prst="rect">
            <a:avLst/>
          </a:prstGeom>
          <a:noFill/>
          <a:ln>
            <a:noFill/>
          </a:ln>
        </p:spPr>
      </p:pic>
      <p:sp>
        <p:nvSpPr>
          <p:cNvPr id="717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22288" y="1563688"/>
            <a:ext cx="7772400" cy="4648200"/>
          </a:xfrm>
        </p:spPr>
        <p:txBody>
          <a:bodyPr/>
          <a:lstStyle/>
          <a:p>
            <a:pPr>
              <a:defRPr/>
            </a:pPr>
            <a:r>
              <a:rPr lang="en-US" i="1" dirty="0">
                <a:solidFill>
                  <a:srgbClr val="CC0000"/>
                </a:solidFill>
                <a:latin typeface="Gill Sans MT" pitchFamily="34" charset="0"/>
                <a:cs typeface="+mn-cs"/>
              </a:rPr>
              <a:t>flow control:</a:t>
            </a:r>
            <a:r>
              <a:rPr lang="en-US" dirty="0">
                <a:solidFill>
                  <a:srgbClr val="CC0000"/>
                </a:solidFill>
                <a:latin typeface="Gill Sans MT" pitchFamily="34" charset="0"/>
                <a:cs typeface="+mn-cs"/>
              </a:rPr>
              <a:t> </a:t>
            </a:r>
            <a:endParaRPr lang="en-US" dirty="0">
              <a:solidFill>
                <a:srgbClr val="CC0000"/>
              </a:solidFill>
              <a:latin typeface="Gill Sans MT" pitchFamily="34" charset="0"/>
              <a:cs typeface="+mn-cs"/>
            </a:endParaRPr>
          </a:p>
          <a:p>
            <a:pPr lvl="1">
              <a:defRPr/>
            </a:pPr>
            <a:r>
              <a:rPr lang="en-US" sz="2000" dirty="0">
                <a:latin typeface="Gill Sans MT" pitchFamily="34" charset="0"/>
              </a:rPr>
              <a:t>pacing between adjacent sending and receiving nodes</a:t>
            </a:r>
            <a:endParaRPr lang="en-US" dirty="0">
              <a:latin typeface="Gill Sans MT" pitchFamily="34" charset="0"/>
            </a:endParaRPr>
          </a:p>
          <a:p>
            <a:pPr>
              <a:defRPr/>
            </a:pPr>
            <a:r>
              <a:rPr lang="en-US" i="1" dirty="0">
                <a:solidFill>
                  <a:srgbClr val="CC0000"/>
                </a:solidFill>
                <a:latin typeface="Gill Sans MT" pitchFamily="34" charset="0"/>
                <a:cs typeface="+mn-cs"/>
              </a:rPr>
              <a:t>error detection</a:t>
            </a:r>
            <a:r>
              <a:rPr lang="en-US" dirty="0">
                <a:solidFill>
                  <a:srgbClr val="CC0000"/>
                </a:solidFill>
                <a:latin typeface="Gill Sans MT" pitchFamily="34" charset="0"/>
                <a:cs typeface="+mn-cs"/>
              </a:rPr>
              <a:t>: </a:t>
            </a:r>
            <a:endParaRPr lang="en-US" dirty="0">
              <a:solidFill>
                <a:srgbClr val="CC0000"/>
              </a:solidFill>
              <a:latin typeface="Gill Sans MT" pitchFamily="34" charset="0"/>
              <a:cs typeface="+mn-cs"/>
            </a:endParaRPr>
          </a:p>
          <a:p>
            <a:pPr lvl="1">
              <a:defRPr/>
            </a:pPr>
            <a:r>
              <a:rPr lang="en-US" sz="2000" dirty="0">
                <a:latin typeface="Gill Sans MT" pitchFamily="34" charset="0"/>
              </a:rPr>
              <a:t>errors caused by signal attenuation, noise. </a:t>
            </a:r>
            <a:endParaRPr lang="en-US" sz="2000" dirty="0">
              <a:latin typeface="Gill Sans MT" pitchFamily="34" charset="0"/>
            </a:endParaRPr>
          </a:p>
          <a:p>
            <a:pPr lvl="1">
              <a:defRPr/>
            </a:pPr>
            <a:r>
              <a:rPr lang="en-US" sz="2000" dirty="0">
                <a:latin typeface="Gill Sans MT" pitchFamily="34" charset="0"/>
              </a:rPr>
              <a:t>receiver detects presence of errors: </a:t>
            </a:r>
            <a:endParaRPr lang="en-US" sz="2000" dirty="0">
              <a:latin typeface="Gill Sans MT" pitchFamily="34" charset="0"/>
            </a:endParaRPr>
          </a:p>
          <a:p>
            <a:pPr lvl="2">
              <a:defRPr/>
            </a:pPr>
            <a:r>
              <a:rPr lang="en-US" dirty="0">
                <a:latin typeface="Gill Sans MT" pitchFamily="34" charset="0"/>
              </a:rPr>
              <a:t>signals sender for retransmission or drops frame </a:t>
            </a:r>
            <a:endParaRPr lang="en-US" dirty="0">
              <a:latin typeface="Gill Sans MT" pitchFamily="34" charset="0"/>
            </a:endParaRPr>
          </a:p>
          <a:p>
            <a:pPr>
              <a:defRPr/>
            </a:pPr>
            <a:r>
              <a:rPr lang="en-US" i="1" dirty="0">
                <a:solidFill>
                  <a:srgbClr val="CC0000"/>
                </a:solidFill>
                <a:latin typeface="Gill Sans MT" pitchFamily="34" charset="0"/>
                <a:cs typeface="+mn-cs"/>
              </a:rPr>
              <a:t>error correction:</a:t>
            </a:r>
            <a:r>
              <a:rPr lang="en-US" dirty="0">
                <a:latin typeface="Gill Sans MT" pitchFamily="34" charset="0"/>
                <a:cs typeface="+mn-cs"/>
              </a:rPr>
              <a:t> </a:t>
            </a:r>
            <a:endParaRPr lang="en-US" dirty="0">
              <a:latin typeface="Gill Sans MT" pitchFamily="34" charset="0"/>
              <a:cs typeface="+mn-cs"/>
            </a:endParaRPr>
          </a:p>
          <a:p>
            <a:pPr lvl="1">
              <a:defRPr/>
            </a:pPr>
            <a:r>
              <a:rPr lang="en-US" sz="2000" dirty="0">
                <a:latin typeface="Gill Sans MT" pitchFamily="34" charset="0"/>
              </a:rPr>
              <a:t>receiver identifies </a:t>
            </a:r>
            <a:r>
              <a:rPr lang="en-US" sz="2000" i="1" dirty="0">
                <a:solidFill>
                  <a:srgbClr val="CC0000"/>
                </a:solidFill>
                <a:latin typeface="Gill Sans MT" pitchFamily="34" charset="0"/>
              </a:rPr>
              <a:t>and corrects</a:t>
            </a:r>
            <a:r>
              <a:rPr lang="en-US" sz="2000" dirty="0">
                <a:latin typeface="Gill Sans MT" pitchFamily="34" charset="0"/>
              </a:rPr>
              <a:t> bit error(s) without resorting to retransmission</a:t>
            </a:r>
            <a:endParaRPr lang="en-US" dirty="0">
              <a:latin typeface="Gill Sans MT" pitchFamily="34" charset="0"/>
            </a:endParaRPr>
          </a:p>
          <a:p>
            <a:pPr>
              <a:defRPr/>
            </a:pPr>
            <a:r>
              <a:rPr lang="en-US" i="1" dirty="0">
                <a:solidFill>
                  <a:srgbClr val="CC0000"/>
                </a:solidFill>
                <a:latin typeface="Gill Sans MT" pitchFamily="34" charset="0"/>
                <a:cs typeface="+mn-cs"/>
              </a:rPr>
              <a:t>half-duplex and full-duplex</a:t>
            </a:r>
            <a:endParaRPr lang="en-US" dirty="0">
              <a:solidFill>
                <a:srgbClr val="CC0000"/>
              </a:solidFill>
              <a:latin typeface="Gill Sans MT" pitchFamily="34" charset="0"/>
              <a:cs typeface="+mn-cs"/>
            </a:endParaRPr>
          </a:p>
          <a:p>
            <a:pPr lvl="1">
              <a:defRPr/>
            </a:pPr>
            <a:r>
              <a:rPr lang="en-US" sz="2000" dirty="0">
                <a:latin typeface="Gill Sans MT" pitchFamily="34" charset="0"/>
              </a:rPr>
              <a:t>with half duplex, nodes at both ends of link can transmit, but not at same time</a:t>
            </a:r>
            <a:endParaRPr lang="en-US" dirty="0">
              <a:latin typeface="Gill Sans MT" pitchFamily="34" charset="0"/>
            </a:endParaRP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6176963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pitchFamily="34" charset="0"/>
                <a:cs typeface="+mj-cs"/>
              </a:rPr>
              <a:t>Link layer services (more)</a:t>
            </a:r>
            <a:endParaRPr lang="en-US" dirty="0">
              <a:latin typeface="Gill Sans MT" pitchFamily="34" charset="0"/>
              <a:cs typeface="+mj-cs"/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r>
              <a:rPr lang="en-US" sz="1200" dirty="0">
                <a:latin typeface="Tahoma" panose="020B0604030504040204" charset="0"/>
              </a:rPr>
              <a:t>6</a:t>
            </a:r>
            <a:r>
              <a:rPr lang="en-US" sz="1200" dirty="0" smtClean="0">
                <a:latin typeface="Tahoma" panose="020B0604030504040204" charset="0"/>
              </a:rPr>
              <a:t>-</a:t>
            </a:r>
            <a:fld id="{8E8C6E93-DF5B-BC4B-80F9-500DED1EEDCC}" type="slidenum">
              <a:rPr lang="en-US" sz="1200">
                <a:latin typeface="Tahoma" panose="020B0604030504040204" charset="0"/>
              </a:rPr>
            </a:fld>
            <a:endParaRPr lang="en-US" sz="1200" dirty="0">
              <a:latin typeface="Tahoma" panose="020B0604030504040204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pPr algn="r"/>
            <a:r>
              <a:rPr lang="en-US" sz="1200" dirty="0" smtClean="0">
                <a:solidFill>
                  <a:srgbClr val="000000"/>
                </a:solidFill>
                <a:latin typeface="Tahoma" panose="020B0604030504040204" charset="0"/>
                <a:cs typeface="Arial" panose="020B0604020202090204" pitchFamily="34" charset="0"/>
              </a:rPr>
              <a:t>Link Layer and LANs</a:t>
            </a:r>
            <a:endParaRPr lang="en-US" sz="1200" dirty="0">
              <a:solidFill>
                <a:srgbClr val="000000"/>
              </a:solidFill>
              <a:latin typeface="Tahoma" panose="020B060403050404020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268" name="Freeform 92"/>
          <p:cNvSpPr/>
          <p:nvPr/>
        </p:nvSpPr>
        <p:spPr bwMode="auto">
          <a:xfrm>
            <a:off x="5656263" y="2616200"/>
            <a:ext cx="2308225" cy="3028950"/>
          </a:xfrm>
          <a:custGeom>
            <a:avLst/>
            <a:gdLst>
              <a:gd name="T0" fmla="*/ 0 w 1454"/>
              <a:gd name="T1" fmla="*/ 2743200 h 1908"/>
              <a:gd name="T2" fmla="*/ 31750 w 1454"/>
              <a:gd name="T3" fmla="*/ 2668588 h 1908"/>
              <a:gd name="T4" fmla="*/ 446088 w 1454"/>
              <a:gd name="T5" fmla="*/ 0 h 1908"/>
              <a:gd name="T6" fmla="*/ 1978025 w 1454"/>
              <a:gd name="T7" fmla="*/ 477838 h 1908"/>
              <a:gd name="T8" fmla="*/ 2308225 w 1454"/>
              <a:gd name="T9" fmla="*/ 2370138 h 1908"/>
              <a:gd name="T10" fmla="*/ 393700 w 1454"/>
              <a:gd name="T11" fmla="*/ 3028950 h 1908"/>
              <a:gd name="T12" fmla="*/ 0 w 1454"/>
              <a:gd name="T13" fmla="*/ 2743200 h 190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454" h="1908">
                <a:moveTo>
                  <a:pt x="0" y="1728"/>
                </a:moveTo>
                <a:cubicBezTo>
                  <a:pt x="15" y="1684"/>
                  <a:pt x="4" y="1697"/>
                  <a:pt x="20" y="1681"/>
                </a:cubicBezTo>
                <a:lnTo>
                  <a:pt x="281" y="0"/>
                </a:lnTo>
                <a:lnTo>
                  <a:pt x="1246" y="301"/>
                </a:lnTo>
                <a:lnTo>
                  <a:pt x="1454" y="1493"/>
                </a:lnTo>
                <a:lnTo>
                  <a:pt x="248" y="1908"/>
                </a:lnTo>
                <a:lnTo>
                  <a:pt x="0" y="1728"/>
                </a:lnTo>
                <a:close/>
              </a:path>
            </a:pathLst>
          </a:custGeom>
          <a:gradFill rotWithShape="1">
            <a:gsLst>
              <a:gs pos="0">
                <a:srgbClr val="000099"/>
              </a:gs>
              <a:gs pos="50000">
                <a:schemeClr val="bg1"/>
              </a:gs>
              <a:gs pos="100000">
                <a:srgbClr val="000099"/>
              </a:gs>
            </a:gsLst>
            <a:lin ang="18900000" scaled="1"/>
          </a:gradFill>
          <a:ln>
            <a:noFill/>
          </a:ln>
          <a:effectLst/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pic>
        <p:nvPicPr>
          <p:cNvPr id="54276" name="Picture 88" descr="underline_base"/>
          <p:cNvPicPr>
            <a:picLocks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363" y="887413"/>
            <a:ext cx="7769225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8198" name="Rectangle 2"/>
          <p:cNvSpPr>
            <a:spLocks noGrp="1" noChangeArrowheads="1"/>
          </p:cNvSpPr>
          <p:nvPr>
            <p:ph type="title"/>
          </p:nvPr>
        </p:nvSpPr>
        <p:spPr>
          <a:xfrm>
            <a:off x="384175" y="100013"/>
            <a:ext cx="8251825" cy="1143000"/>
          </a:xfrm>
        </p:spPr>
        <p:txBody>
          <a:bodyPr/>
          <a:lstStyle/>
          <a:p>
            <a:pPr>
              <a:defRPr/>
            </a:pPr>
            <a:r>
              <a:rPr lang="en-US" sz="4000" dirty="0">
                <a:latin typeface="Gill Sans MT" pitchFamily="34" charset="0"/>
                <a:cs typeface="+mj-cs"/>
              </a:rPr>
              <a:t>Where is the link layer implemented?</a:t>
            </a:r>
            <a:endParaRPr lang="en-US" sz="4000" dirty="0">
              <a:latin typeface="Gill Sans MT" pitchFamily="34" charset="0"/>
              <a:cs typeface="+mj-cs"/>
            </a:endParaRPr>
          </a:p>
        </p:txBody>
      </p:sp>
      <p:sp>
        <p:nvSpPr>
          <p:cNvPr id="819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98463" y="1243013"/>
            <a:ext cx="4075112" cy="4659312"/>
          </a:xfrm>
        </p:spPr>
        <p:txBody>
          <a:bodyPr/>
          <a:lstStyle/>
          <a:p>
            <a:pPr>
              <a:defRPr/>
            </a:pPr>
            <a:r>
              <a:rPr lang="en-US" sz="2400" dirty="0">
                <a:latin typeface="Gill Sans MT" pitchFamily="34" charset="0"/>
                <a:cs typeface="+mn-cs"/>
              </a:rPr>
              <a:t>in each and every host</a:t>
            </a:r>
            <a:endParaRPr lang="en-US" sz="2400" dirty="0">
              <a:latin typeface="Gill Sans MT" pitchFamily="34" charset="0"/>
              <a:cs typeface="+mn-cs"/>
            </a:endParaRPr>
          </a:p>
          <a:p>
            <a:pPr>
              <a:defRPr/>
            </a:pPr>
            <a:r>
              <a:rPr lang="en-US" sz="2400" dirty="0">
                <a:latin typeface="Gill Sans MT" pitchFamily="34" charset="0"/>
                <a:cs typeface="+mn-cs"/>
              </a:rPr>
              <a:t>link layer implemented in </a:t>
            </a:r>
            <a:r>
              <a:rPr lang="ja-JP" altLang="en-US" sz="2400" dirty="0">
                <a:latin typeface="Gill Sans MT" pitchFamily="34" charset="0"/>
                <a:cs typeface="+mn-cs"/>
              </a:rPr>
              <a:t>“</a:t>
            </a:r>
            <a:r>
              <a:rPr lang="en-US" sz="2400" dirty="0">
                <a:latin typeface="Gill Sans MT" pitchFamily="34" charset="0"/>
                <a:cs typeface="+mn-cs"/>
              </a:rPr>
              <a:t>adaptor</a:t>
            </a:r>
            <a:r>
              <a:rPr lang="ja-JP" altLang="en-US" sz="2400" dirty="0">
                <a:latin typeface="Gill Sans MT" pitchFamily="34" charset="0"/>
                <a:cs typeface="+mn-cs"/>
              </a:rPr>
              <a:t>”</a:t>
            </a:r>
            <a:r>
              <a:rPr lang="en-US" sz="2400" dirty="0">
                <a:latin typeface="Gill Sans MT" pitchFamily="34" charset="0"/>
                <a:cs typeface="+mn-cs"/>
              </a:rPr>
              <a:t> (aka </a:t>
            </a:r>
            <a:r>
              <a:rPr lang="en-US" sz="2400" i="1" dirty="0">
                <a:solidFill>
                  <a:srgbClr val="CC0000"/>
                </a:solidFill>
                <a:latin typeface="Gill Sans MT" pitchFamily="34" charset="0"/>
                <a:cs typeface="+mn-cs"/>
              </a:rPr>
              <a:t>network interface card</a:t>
            </a:r>
            <a:r>
              <a:rPr lang="en-US" sz="2400" dirty="0">
                <a:latin typeface="Gill Sans MT" pitchFamily="34" charset="0"/>
                <a:cs typeface="+mn-cs"/>
              </a:rPr>
              <a:t> NIC</a:t>
            </a:r>
            <a:r>
              <a:rPr lang="en-US" sz="2400" dirty="0" smtClean="0">
                <a:latin typeface="Gill Sans MT" pitchFamily="34" charset="0"/>
                <a:cs typeface="+mn-cs"/>
              </a:rPr>
              <a:t>) or on a chip</a:t>
            </a:r>
            <a:endParaRPr lang="en-US" sz="2400" dirty="0">
              <a:latin typeface="Gill Sans MT" pitchFamily="34" charset="0"/>
              <a:cs typeface="+mn-cs"/>
            </a:endParaRPr>
          </a:p>
          <a:p>
            <a:pPr lvl="1">
              <a:defRPr/>
            </a:pPr>
            <a:r>
              <a:rPr lang="en-US" dirty="0">
                <a:latin typeface="Gill Sans MT" pitchFamily="34" charset="0"/>
              </a:rPr>
              <a:t>Ethernet card, 802.11 </a:t>
            </a:r>
            <a:r>
              <a:rPr lang="en-US" dirty="0" smtClean="0">
                <a:latin typeface="Gill Sans MT" pitchFamily="34" charset="0"/>
              </a:rPr>
              <a:t>card; Ethernet chipset</a:t>
            </a:r>
            <a:endParaRPr lang="en-US" dirty="0">
              <a:latin typeface="Gill Sans MT" pitchFamily="34" charset="0"/>
            </a:endParaRPr>
          </a:p>
          <a:p>
            <a:pPr lvl="1">
              <a:defRPr/>
            </a:pPr>
            <a:r>
              <a:rPr lang="en-US" dirty="0">
                <a:latin typeface="Gill Sans MT" pitchFamily="34" charset="0"/>
              </a:rPr>
              <a:t>implements link, physical layer</a:t>
            </a:r>
            <a:endParaRPr lang="en-US" dirty="0">
              <a:latin typeface="Gill Sans MT" pitchFamily="34" charset="0"/>
            </a:endParaRPr>
          </a:p>
          <a:p>
            <a:pPr>
              <a:defRPr/>
            </a:pPr>
            <a:r>
              <a:rPr lang="en-US" sz="2400" dirty="0">
                <a:latin typeface="Gill Sans MT" pitchFamily="34" charset="0"/>
                <a:cs typeface="+mn-cs"/>
              </a:rPr>
              <a:t>attaches into </a:t>
            </a:r>
            <a:r>
              <a:rPr lang="en-US" sz="2400" dirty="0" smtClean="0">
                <a:latin typeface="Gill Sans MT" pitchFamily="34" charset="0"/>
                <a:cs typeface="+mn-cs"/>
              </a:rPr>
              <a:t>host’s </a:t>
            </a:r>
            <a:r>
              <a:rPr lang="en-US" sz="2400" dirty="0">
                <a:latin typeface="Gill Sans MT" pitchFamily="34" charset="0"/>
                <a:cs typeface="+mn-cs"/>
              </a:rPr>
              <a:t>system buses</a:t>
            </a:r>
            <a:endParaRPr lang="en-US" sz="2400" dirty="0">
              <a:latin typeface="Gill Sans MT" pitchFamily="34" charset="0"/>
              <a:cs typeface="+mn-cs"/>
            </a:endParaRPr>
          </a:p>
          <a:p>
            <a:pPr>
              <a:defRPr/>
            </a:pPr>
            <a:r>
              <a:rPr lang="en-US" sz="2400" dirty="0">
                <a:latin typeface="Gill Sans MT" pitchFamily="34" charset="0"/>
                <a:cs typeface="+mn-cs"/>
              </a:rPr>
              <a:t>combination of hardware, software, firmware</a:t>
            </a:r>
            <a:endParaRPr lang="en-US" sz="2400" dirty="0">
              <a:latin typeface="Gill Sans MT" pitchFamily="34" charset="0"/>
              <a:cs typeface="+mn-cs"/>
            </a:endParaRPr>
          </a:p>
          <a:p>
            <a:pPr lvl="1">
              <a:defRPr/>
            </a:pPr>
            <a:endParaRPr lang="en-US" dirty="0">
              <a:latin typeface="Gill Sans MT" pitchFamily="34" charset="0"/>
            </a:endParaRPr>
          </a:p>
        </p:txBody>
      </p:sp>
      <p:sp>
        <p:nvSpPr>
          <p:cNvPr id="8200" name="Rectangle 42"/>
          <p:cNvSpPr>
            <a:spLocks noChangeArrowheads="1"/>
          </p:cNvSpPr>
          <p:nvPr/>
        </p:nvSpPr>
        <p:spPr bwMode="auto">
          <a:xfrm>
            <a:off x="6129338" y="2614613"/>
            <a:ext cx="1836737" cy="240188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8201" name="Rectangle 44"/>
          <p:cNvSpPr>
            <a:spLocks noChangeArrowheads="1"/>
          </p:cNvSpPr>
          <p:nvPr/>
        </p:nvSpPr>
        <p:spPr bwMode="auto">
          <a:xfrm>
            <a:off x="6578600" y="4552950"/>
            <a:ext cx="666750" cy="2825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8202" name="Rectangle 45"/>
          <p:cNvSpPr>
            <a:spLocks noChangeArrowheads="1"/>
          </p:cNvSpPr>
          <p:nvPr/>
        </p:nvSpPr>
        <p:spPr bwMode="auto">
          <a:xfrm>
            <a:off x="6578600" y="3965575"/>
            <a:ext cx="657225" cy="51911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r>
              <a:rPr lang="en-US" sz="1200" i="0" dirty="0">
                <a:latin typeface="Arial" panose="020B0604020202090204" pitchFamily="34" charset="0"/>
                <a:cs typeface="+mn-cs"/>
              </a:rPr>
              <a:t>controller</a:t>
            </a:r>
            <a:endParaRPr lang="en-US" sz="1200" i="0" dirty="0">
              <a:latin typeface="Arial" panose="020B0604020202090204" pitchFamily="34" charset="0"/>
              <a:cs typeface="+mn-cs"/>
            </a:endParaRPr>
          </a:p>
        </p:txBody>
      </p:sp>
      <p:sp>
        <p:nvSpPr>
          <p:cNvPr id="8203" name="Text Box 46"/>
          <p:cNvSpPr txBox="1">
            <a:spLocks noChangeArrowheads="1"/>
          </p:cNvSpPr>
          <p:nvPr/>
        </p:nvSpPr>
        <p:spPr bwMode="auto">
          <a:xfrm>
            <a:off x="6384925" y="4562475"/>
            <a:ext cx="1036638" cy="4556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 algn="ctr" eaLnBrk="1" hangingPunct="1">
              <a:defRPr/>
            </a:pPr>
            <a:r>
              <a:rPr lang="en-US" sz="1200" i="0" dirty="0" smtClean="0">
                <a:latin typeface="Arial" panose="020B0604020202090204" pitchFamily="34" charset="0"/>
                <a:cs typeface="+mn-cs"/>
              </a:rPr>
              <a:t>physical</a:t>
            </a:r>
            <a:endParaRPr lang="en-US" sz="1200" i="0" dirty="0" smtClean="0">
              <a:latin typeface="Arial" panose="020B0604020202090204" pitchFamily="34" charset="0"/>
              <a:cs typeface="+mn-cs"/>
            </a:endParaRPr>
          </a:p>
          <a:p>
            <a:pPr algn="ctr" eaLnBrk="1" hangingPunct="1">
              <a:defRPr/>
            </a:pPr>
            <a:r>
              <a:rPr lang="en-US" sz="1200" i="0" dirty="0" smtClean="0">
                <a:latin typeface="Arial" panose="020B0604020202090204" pitchFamily="34" charset="0"/>
                <a:cs typeface="+mn-cs"/>
              </a:rPr>
              <a:t>transmission</a:t>
            </a:r>
            <a:endParaRPr lang="en-US" sz="1200" i="0" dirty="0" smtClean="0">
              <a:latin typeface="Arial" panose="020B0604020202090204" pitchFamily="34" charset="0"/>
              <a:cs typeface="+mn-cs"/>
            </a:endParaRPr>
          </a:p>
        </p:txBody>
      </p:sp>
      <p:sp>
        <p:nvSpPr>
          <p:cNvPr id="54283" name="Freeform 47"/>
          <p:cNvSpPr/>
          <p:nvPr/>
        </p:nvSpPr>
        <p:spPr bwMode="auto">
          <a:xfrm>
            <a:off x="6630988" y="3484563"/>
            <a:ext cx="200025" cy="460375"/>
          </a:xfrm>
          <a:custGeom>
            <a:avLst/>
            <a:gdLst>
              <a:gd name="T0" fmla="*/ 0 w 361"/>
              <a:gd name="T1" fmla="*/ 0 h 478"/>
              <a:gd name="T2" fmla="*/ 0 w 361"/>
              <a:gd name="T3" fmla="*/ 2147483647 h 478"/>
              <a:gd name="T4" fmla="*/ 2147483647 w 361"/>
              <a:gd name="T5" fmla="*/ 2147483647 h 478"/>
              <a:gd name="T6" fmla="*/ 2147483647 w 361"/>
              <a:gd name="T7" fmla="*/ 2147483647 h 478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361" h="478">
                <a:moveTo>
                  <a:pt x="0" y="0"/>
                </a:moveTo>
                <a:lnTo>
                  <a:pt x="0" y="230"/>
                </a:lnTo>
                <a:lnTo>
                  <a:pt x="361" y="230"/>
                </a:lnTo>
                <a:lnTo>
                  <a:pt x="359" y="478"/>
                </a:lnTo>
              </a:path>
            </a:pathLst>
          </a:custGeom>
          <a:noFill/>
          <a:ln w="38100" cmpd="sng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endParaRPr lang="en-US" dirty="0"/>
          </a:p>
        </p:txBody>
      </p:sp>
      <p:sp>
        <p:nvSpPr>
          <p:cNvPr id="8205" name="Line 48"/>
          <p:cNvSpPr>
            <a:spLocks noChangeShapeType="1"/>
          </p:cNvSpPr>
          <p:nvPr/>
        </p:nvSpPr>
        <p:spPr bwMode="auto">
          <a:xfrm>
            <a:off x="6496050" y="3657600"/>
            <a:ext cx="1358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8206" name="Line 49"/>
          <p:cNvSpPr>
            <a:spLocks noChangeShapeType="1"/>
          </p:cNvSpPr>
          <p:nvPr/>
        </p:nvSpPr>
        <p:spPr bwMode="auto">
          <a:xfrm flipV="1">
            <a:off x="6891338" y="3665538"/>
            <a:ext cx="0" cy="3000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8207" name="Rectangle 50"/>
          <p:cNvSpPr>
            <a:spLocks noChangeArrowheads="1"/>
          </p:cNvSpPr>
          <p:nvPr/>
        </p:nvSpPr>
        <p:spPr bwMode="auto">
          <a:xfrm>
            <a:off x="6384925" y="2967038"/>
            <a:ext cx="657225" cy="519112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  <a:miter lim="800000"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r>
              <a:rPr lang="en-US" sz="1200" i="0" dirty="0">
                <a:latin typeface="Arial" panose="020B0604020202090204" pitchFamily="34" charset="0"/>
                <a:cs typeface="+mn-cs"/>
              </a:rPr>
              <a:t>cpu</a:t>
            </a:r>
            <a:endParaRPr lang="en-US" sz="1200" i="0" dirty="0">
              <a:latin typeface="Arial" panose="020B0604020202090204" pitchFamily="34" charset="0"/>
              <a:cs typeface="+mn-cs"/>
            </a:endParaRPr>
          </a:p>
        </p:txBody>
      </p:sp>
      <p:sp>
        <p:nvSpPr>
          <p:cNvPr id="8208" name="Rectangle 51"/>
          <p:cNvSpPr>
            <a:spLocks noChangeArrowheads="1"/>
          </p:cNvSpPr>
          <p:nvPr/>
        </p:nvSpPr>
        <p:spPr bwMode="auto">
          <a:xfrm>
            <a:off x="7204075" y="2968625"/>
            <a:ext cx="657225" cy="51911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r>
              <a:rPr lang="en-US" sz="1200" i="0" dirty="0">
                <a:latin typeface="Arial" panose="020B0604020202090204" pitchFamily="34" charset="0"/>
                <a:cs typeface="+mn-cs"/>
              </a:rPr>
              <a:t>memory</a:t>
            </a:r>
            <a:endParaRPr lang="en-US" sz="1200" i="0" dirty="0">
              <a:latin typeface="Arial" panose="020B0604020202090204" pitchFamily="34" charset="0"/>
              <a:cs typeface="+mn-cs"/>
            </a:endParaRPr>
          </a:p>
        </p:txBody>
      </p:sp>
      <p:sp>
        <p:nvSpPr>
          <p:cNvPr id="8209" name="Line 52"/>
          <p:cNvSpPr>
            <a:spLocks noChangeShapeType="1"/>
          </p:cNvSpPr>
          <p:nvPr/>
        </p:nvSpPr>
        <p:spPr bwMode="auto">
          <a:xfrm flipH="1" flipV="1">
            <a:off x="6688138" y="3487738"/>
            <a:ext cx="1587" cy="1698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8210" name="Line 53"/>
          <p:cNvSpPr>
            <a:spLocks noChangeShapeType="1"/>
          </p:cNvSpPr>
          <p:nvPr/>
        </p:nvSpPr>
        <p:spPr bwMode="auto">
          <a:xfrm flipH="1" flipV="1">
            <a:off x="7561263" y="3489325"/>
            <a:ext cx="1587" cy="171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8211" name="Text Box 54"/>
          <p:cNvSpPr txBox="1">
            <a:spLocks noChangeArrowheads="1"/>
          </p:cNvSpPr>
          <p:nvPr/>
        </p:nvSpPr>
        <p:spPr bwMode="auto">
          <a:xfrm>
            <a:off x="8008938" y="3786188"/>
            <a:ext cx="879475" cy="63976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 eaLnBrk="1" hangingPunct="1">
              <a:defRPr/>
            </a:pPr>
            <a:r>
              <a:rPr lang="en-US" sz="1200" dirty="0" smtClean="0">
                <a:latin typeface="Arial" panose="020B0604020202090204" pitchFamily="34" charset="0"/>
                <a:cs typeface="+mn-cs"/>
              </a:rPr>
              <a:t>host </a:t>
            </a:r>
            <a:endParaRPr lang="en-US" sz="1200" dirty="0" smtClean="0">
              <a:latin typeface="Arial" panose="020B0604020202090204" pitchFamily="34" charset="0"/>
              <a:cs typeface="+mn-cs"/>
            </a:endParaRPr>
          </a:p>
          <a:p>
            <a:pPr eaLnBrk="1" hangingPunct="1">
              <a:defRPr/>
            </a:pPr>
            <a:r>
              <a:rPr lang="en-US" sz="1200" dirty="0" smtClean="0">
                <a:latin typeface="Arial" panose="020B0604020202090204" pitchFamily="34" charset="0"/>
                <a:cs typeface="+mn-cs"/>
              </a:rPr>
              <a:t>bus </a:t>
            </a:r>
            <a:endParaRPr lang="en-US" sz="1200" dirty="0" smtClean="0">
              <a:latin typeface="Arial" panose="020B0604020202090204" pitchFamily="34" charset="0"/>
              <a:cs typeface="+mn-cs"/>
            </a:endParaRPr>
          </a:p>
          <a:p>
            <a:pPr eaLnBrk="1" hangingPunct="1">
              <a:defRPr/>
            </a:pPr>
            <a:r>
              <a:rPr lang="en-US" sz="1200" dirty="0" smtClean="0">
                <a:latin typeface="Arial" panose="020B0604020202090204" pitchFamily="34" charset="0"/>
                <a:cs typeface="+mn-cs"/>
              </a:rPr>
              <a:t>(e.g., PCI)</a:t>
            </a:r>
            <a:endParaRPr lang="en-US" sz="1200" dirty="0" smtClean="0">
              <a:latin typeface="Arial" panose="020B0604020202090204" pitchFamily="34" charset="0"/>
              <a:cs typeface="+mn-cs"/>
            </a:endParaRPr>
          </a:p>
        </p:txBody>
      </p:sp>
      <p:sp>
        <p:nvSpPr>
          <p:cNvPr id="8212" name="Line 55"/>
          <p:cNvSpPr>
            <a:spLocks noChangeShapeType="1"/>
          </p:cNvSpPr>
          <p:nvPr/>
        </p:nvSpPr>
        <p:spPr bwMode="auto">
          <a:xfrm flipH="1">
            <a:off x="6891338" y="4273550"/>
            <a:ext cx="12700" cy="3397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8213" name="Line 56"/>
          <p:cNvSpPr>
            <a:spLocks noChangeShapeType="1"/>
          </p:cNvSpPr>
          <p:nvPr/>
        </p:nvSpPr>
        <p:spPr bwMode="auto">
          <a:xfrm>
            <a:off x="6889750" y="4806950"/>
            <a:ext cx="0" cy="3667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8214" name="Line 57"/>
          <p:cNvSpPr>
            <a:spLocks noChangeShapeType="1"/>
          </p:cNvSpPr>
          <p:nvPr/>
        </p:nvSpPr>
        <p:spPr bwMode="auto">
          <a:xfrm flipH="1" flipV="1">
            <a:off x="7686675" y="3662363"/>
            <a:ext cx="382588" cy="268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8215" name="Text Box 58"/>
          <p:cNvSpPr txBox="1">
            <a:spLocks noChangeArrowheads="1"/>
          </p:cNvSpPr>
          <p:nvPr/>
        </p:nvSpPr>
        <p:spPr bwMode="auto">
          <a:xfrm>
            <a:off x="7296150" y="5356225"/>
            <a:ext cx="1273175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 eaLnBrk="1" hangingPunct="1">
              <a:defRPr/>
            </a:pPr>
            <a:r>
              <a:rPr lang="en-US" sz="1200" dirty="0" smtClean="0">
                <a:latin typeface="Arial" panose="020B0604020202090204" pitchFamily="34" charset="0"/>
                <a:cs typeface="+mn-cs"/>
              </a:rPr>
              <a:t>network adapter</a:t>
            </a:r>
            <a:endParaRPr lang="en-US" sz="1200" dirty="0" smtClean="0">
              <a:latin typeface="Arial" panose="020B0604020202090204" pitchFamily="34" charset="0"/>
              <a:cs typeface="+mn-cs"/>
            </a:endParaRPr>
          </a:p>
          <a:p>
            <a:pPr eaLnBrk="1" hangingPunct="1">
              <a:defRPr/>
            </a:pPr>
            <a:r>
              <a:rPr lang="en-US" sz="1200" dirty="0" smtClean="0">
                <a:latin typeface="Arial" panose="020B0604020202090204" pitchFamily="34" charset="0"/>
                <a:cs typeface="+mn-cs"/>
              </a:rPr>
              <a:t>card</a:t>
            </a:r>
            <a:endParaRPr lang="en-US" sz="1200" dirty="0" smtClean="0">
              <a:latin typeface="Arial" panose="020B0604020202090204" pitchFamily="34" charset="0"/>
              <a:cs typeface="+mn-cs"/>
            </a:endParaRPr>
          </a:p>
        </p:txBody>
      </p:sp>
      <p:sp>
        <p:nvSpPr>
          <p:cNvPr id="8216" name="Line 59"/>
          <p:cNvSpPr>
            <a:spLocks noChangeShapeType="1"/>
          </p:cNvSpPr>
          <p:nvPr/>
        </p:nvSpPr>
        <p:spPr bwMode="auto">
          <a:xfrm flipH="1" flipV="1">
            <a:off x="7504113" y="4679950"/>
            <a:ext cx="271462" cy="7508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8217" name="Rectangle 43"/>
          <p:cNvSpPr>
            <a:spLocks noChangeArrowheads="1"/>
          </p:cNvSpPr>
          <p:nvPr/>
        </p:nvSpPr>
        <p:spPr bwMode="auto">
          <a:xfrm>
            <a:off x="6351588" y="3854450"/>
            <a:ext cx="1122362" cy="1082675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306260" name="Group 84"/>
          <p:cNvGrpSpPr/>
          <p:nvPr/>
        </p:nvGrpSpPr>
        <p:grpSpPr bwMode="auto">
          <a:xfrm>
            <a:off x="5091113" y="2743200"/>
            <a:ext cx="1466850" cy="2065338"/>
            <a:chOff x="2691" y="1728"/>
            <a:chExt cx="924" cy="1301"/>
          </a:xfrm>
        </p:grpSpPr>
        <p:sp>
          <p:nvSpPr>
            <p:cNvPr id="54303" name="Freeform 62"/>
            <p:cNvSpPr/>
            <p:nvPr/>
          </p:nvSpPr>
          <p:spPr bwMode="auto">
            <a:xfrm>
              <a:off x="3225" y="2509"/>
              <a:ext cx="390" cy="520"/>
            </a:xfrm>
            <a:custGeom>
              <a:avLst/>
              <a:gdLst>
                <a:gd name="T0" fmla="*/ 390 w 390"/>
                <a:gd name="T1" fmla="*/ 0 h 520"/>
                <a:gd name="T2" fmla="*/ 0 w 390"/>
                <a:gd name="T3" fmla="*/ 221 h 520"/>
                <a:gd name="T4" fmla="*/ 3 w 390"/>
                <a:gd name="T5" fmla="*/ 433 h 520"/>
                <a:gd name="T6" fmla="*/ 388 w 390"/>
                <a:gd name="T7" fmla="*/ 520 h 520"/>
                <a:gd name="T8" fmla="*/ 390 w 390"/>
                <a:gd name="T9" fmla="*/ 0 h 5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90" h="520">
                  <a:moveTo>
                    <a:pt x="390" y="0"/>
                  </a:moveTo>
                  <a:lnTo>
                    <a:pt x="0" y="221"/>
                  </a:lnTo>
                  <a:lnTo>
                    <a:pt x="3" y="433"/>
                  </a:lnTo>
                  <a:lnTo>
                    <a:pt x="388" y="520"/>
                  </a:lnTo>
                  <a:lnTo>
                    <a:pt x="390" y="0"/>
                  </a:lnTo>
                  <a:close/>
                </a:path>
              </a:pathLst>
            </a:custGeom>
            <a:gradFill rotWithShape="1">
              <a:gsLst>
                <a:gs pos="0">
                  <a:srgbClr val="FF0000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4304" name="Freeform 63"/>
            <p:cNvSpPr/>
            <p:nvPr/>
          </p:nvSpPr>
          <p:spPr bwMode="auto">
            <a:xfrm>
              <a:off x="3222" y="1767"/>
              <a:ext cx="275" cy="443"/>
            </a:xfrm>
            <a:custGeom>
              <a:avLst/>
              <a:gdLst>
                <a:gd name="T0" fmla="*/ 264 w 275"/>
                <a:gd name="T1" fmla="*/ 108 h 443"/>
                <a:gd name="T2" fmla="*/ 0 w 275"/>
                <a:gd name="T3" fmla="*/ 0 h 443"/>
                <a:gd name="T4" fmla="*/ 2 w 275"/>
                <a:gd name="T5" fmla="*/ 443 h 443"/>
                <a:gd name="T6" fmla="*/ 275 w 275"/>
                <a:gd name="T7" fmla="*/ 412 h 443"/>
                <a:gd name="T8" fmla="*/ 264 w 275"/>
                <a:gd name="T9" fmla="*/ 108 h 44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5" h="443">
                  <a:moveTo>
                    <a:pt x="264" y="108"/>
                  </a:moveTo>
                  <a:lnTo>
                    <a:pt x="0" y="0"/>
                  </a:lnTo>
                  <a:lnTo>
                    <a:pt x="2" y="443"/>
                  </a:lnTo>
                  <a:lnTo>
                    <a:pt x="275" y="412"/>
                  </a:lnTo>
                  <a:lnTo>
                    <a:pt x="264" y="108"/>
                  </a:lnTo>
                  <a:close/>
                </a:path>
              </a:pathLst>
            </a:custGeom>
            <a:gradFill rotWithShape="1">
              <a:gsLst>
                <a:gs pos="0">
                  <a:srgbClr val="FF0000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26" name="Rectangle 64"/>
            <p:cNvSpPr>
              <a:spLocks noChangeArrowheads="1"/>
            </p:cNvSpPr>
            <p:nvPr/>
          </p:nvSpPr>
          <p:spPr bwMode="auto">
            <a:xfrm>
              <a:off x="2737" y="1775"/>
              <a:ext cx="489" cy="52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227" name="Text Box 65"/>
            <p:cNvSpPr txBox="1">
              <a:spLocks noChangeArrowheads="1"/>
            </p:cNvSpPr>
            <p:nvPr/>
          </p:nvSpPr>
          <p:spPr bwMode="auto">
            <a:xfrm>
              <a:off x="2691" y="1728"/>
              <a:ext cx="572" cy="51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 algn="ctr" eaLnBrk="1" hangingPunct="1">
                <a:defRPr/>
              </a:pPr>
              <a:r>
                <a:rPr lang="en-US" sz="1200" i="0" dirty="0" smtClean="0">
                  <a:latin typeface="Arial" panose="020B0604020202090204" pitchFamily="34" charset="0"/>
                  <a:cs typeface="+mn-cs"/>
                </a:rPr>
                <a:t>application</a:t>
              </a:r>
              <a:endParaRPr lang="en-US" sz="1200" i="0" dirty="0" smtClean="0">
                <a:latin typeface="Arial" panose="020B0604020202090204" pitchFamily="34" charset="0"/>
                <a:cs typeface="+mn-cs"/>
              </a:endParaRPr>
            </a:p>
            <a:p>
              <a:pPr algn="ctr" eaLnBrk="1" hangingPunct="1">
                <a:defRPr/>
              </a:pPr>
              <a:r>
                <a:rPr lang="en-US" sz="1200" i="0" dirty="0" smtClean="0">
                  <a:latin typeface="Arial" panose="020B0604020202090204" pitchFamily="34" charset="0"/>
                  <a:cs typeface="+mn-cs"/>
                </a:rPr>
                <a:t>transport</a:t>
              </a:r>
              <a:endParaRPr lang="en-US" sz="1200" i="0" dirty="0" smtClean="0">
                <a:latin typeface="Arial" panose="020B0604020202090204" pitchFamily="34" charset="0"/>
                <a:cs typeface="+mn-cs"/>
              </a:endParaRPr>
            </a:p>
            <a:p>
              <a:pPr algn="ctr" eaLnBrk="1" hangingPunct="1">
                <a:defRPr/>
              </a:pPr>
              <a:r>
                <a:rPr lang="en-US" sz="1200" i="0" dirty="0" smtClean="0">
                  <a:latin typeface="Arial" panose="020B0604020202090204" pitchFamily="34" charset="0"/>
                  <a:cs typeface="+mn-cs"/>
                </a:rPr>
                <a:t>network</a:t>
              </a:r>
              <a:endParaRPr lang="en-US" sz="1200" i="0" dirty="0" smtClean="0">
                <a:latin typeface="Arial" panose="020B0604020202090204" pitchFamily="34" charset="0"/>
                <a:cs typeface="+mn-cs"/>
              </a:endParaRPr>
            </a:p>
            <a:p>
              <a:pPr algn="ctr" eaLnBrk="1" hangingPunct="1">
                <a:defRPr/>
              </a:pPr>
              <a:r>
                <a:rPr lang="en-US" sz="1200" i="0" dirty="0" smtClean="0">
                  <a:latin typeface="Arial" panose="020B0604020202090204" pitchFamily="34" charset="0"/>
                  <a:cs typeface="+mn-cs"/>
                </a:rPr>
                <a:t>link</a:t>
              </a:r>
              <a:endParaRPr lang="en-US" sz="1200" i="0" dirty="0" smtClean="0">
                <a:latin typeface="Arial" panose="020B0604020202090204" pitchFamily="34" charset="0"/>
                <a:cs typeface="+mn-cs"/>
              </a:endParaRPr>
            </a:p>
          </p:txBody>
        </p:sp>
        <p:sp>
          <p:nvSpPr>
            <p:cNvPr id="8228" name="Line 66"/>
            <p:cNvSpPr>
              <a:spLocks noChangeShapeType="1"/>
            </p:cNvSpPr>
            <p:nvPr/>
          </p:nvSpPr>
          <p:spPr bwMode="auto">
            <a:xfrm>
              <a:off x="2737" y="1886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229" name="Line 67"/>
            <p:cNvSpPr>
              <a:spLocks noChangeShapeType="1"/>
            </p:cNvSpPr>
            <p:nvPr/>
          </p:nvSpPr>
          <p:spPr bwMode="auto">
            <a:xfrm>
              <a:off x="2737" y="1991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230" name="Line 68"/>
            <p:cNvSpPr>
              <a:spLocks noChangeShapeType="1"/>
            </p:cNvSpPr>
            <p:nvPr/>
          </p:nvSpPr>
          <p:spPr bwMode="auto">
            <a:xfrm>
              <a:off x="2735" y="2098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231" name="Line 69"/>
            <p:cNvSpPr>
              <a:spLocks noChangeShapeType="1"/>
            </p:cNvSpPr>
            <p:nvPr/>
          </p:nvSpPr>
          <p:spPr bwMode="auto">
            <a:xfrm>
              <a:off x="2738" y="2206"/>
              <a:ext cx="484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232" name="Rectangle 70"/>
            <p:cNvSpPr>
              <a:spLocks noChangeArrowheads="1"/>
            </p:cNvSpPr>
            <p:nvPr/>
          </p:nvSpPr>
          <p:spPr bwMode="auto">
            <a:xfrm>
              <a:off x="2695" y="2212"/>
              <a:ext cx="552" cy="1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233" name="Line 71"/>
            <p:cNvSpPr>
              <a:spLocks noChangeShapeType="1"/>
            </p:cNvSpPr>
            <p:nvPr/>
          </p:nvSpPr>
          <p:spPr bwMode="auto">
            <a:xfrm>
              <a:off x="2738" y="2224"/>
              <a:ext cx="0" cy="6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234" name="Line 72"/>
            <p:cNvSpPr>
              <a:spLocks noChangeShapeType="1"/>
            </p:cNvSpPr>
            <p:nvPr/>
          </p:nvSpPr>
          <p:spPr bwMode="auto">
            <a:xfrm>
              <a:off x="3225" y="2218"/>
              <a:ext cx="0" cy="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235" name="Rectangle 73"/>
            <p:cNvSpPr>
              <a:spLocks noChangeArrowheads="1"/>
            </p:cNvSpPr>
            <p:nvPr/>
          </p:nvSpPr>
          <p:spPr bwMode="auto">
            <a:xfrm>
              <a:off x="2737" y="2415"/>
              <a:ext cx="489" cy="5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236" name="Text Box 74"/>
            <p:cNvSpPr txBox="1">
              <a:spLocks noChangeArrowheads="1"/>
            </p:cNvSpPr>
            <p:nvPr/>
          </p:nvSpPr>
          <p:spPr bwMode="auto">
            <a:xfrm>
              <a:off x="2745" y="2345"/>
              <a:ext cx="462" cy="63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 algn="ctr" eaLnBrk="1" hangingPunct="1">
                <a:defRPr/>
              </a:pPr>
              <a:endParaRPr lang="en-US" sz="1200" i="0" dirty="0" smtClean="0">
                <a:latin typeface="Arial" panose="020B0604020202090204" pitchFamily="34" charset="0"/>
                <a:cs typeface="+mn-cs"/>
              </a:endParaRPr>
            </a:p>
            <a:p>
              <a:pPr algn="ctr" eaLnBrk="1" hangingPunct="1">
                <a:defRPr/>
              </a:pPr>
              <a:endParaRPr lang="en-US" sz="1200" i="0" dirty="0" smtClean="0">
                <a:latin typeface="Arial" panose="020B0604020202090204" pitchFamily="34" charset="0"/>
                <a:cs typeface="+mn-cs"/>
              </a:endParaRPr>
            </a:p>
            <a:p>
              <a:pPr algn="ctr" eaLnBrk="1" hangingPunct="1">
                <a:defRPr/>
              </a:pPr>
              <a:endParaRPr lang="en-US" sz="1200" i="0" dirty="0" smtClean="0">
                <a:latin typeface="Arial" panose="020B0604020202090204" pitchFamily="34" charset="0"/>
                <a:cs typeface="+mn-cs"/>
              </a:endParaRPr>
            </a:p>
            <a:p>
              <a:pPr algn="ctr" eaLnBrk="1" hangingPunct="1">
                <a:defRPr/>
              </a:pPr>
              <a:r>
                <a:rPr lang="en-US" sz="1200" i="0" dirty="0" smtClean="0">
                  <a:latin typeface="Arial" panose="020B0604020202090204" pitchFamily="34" charset="0"/>
                  <a:cs typeface="+mn-cs"/>
                </a:rPr>
                <a:t>link</a:t>
              </a:r>
              <a:endParaRPr lang="en-US" sz="1200" i="0" dirty="0" smtClean="0">
                <a:latin typeface="Arial" panose="020B0604020202090204" pitchFamily="34" charset="0"/>
                <a:cs typeface="+mn-cs"/>
              </a:endParaRPr>
            </a:p>
            <a:p>
              <a:pPr algn="ctr" eaLnBrk="1" hangingPunct="1">
                <a:defRPr/>
              </a:pPr>
              <a:r>
                <a:rPr lang="en-US" sz="1200" i="0" dirty="0" smtClean="0">
                  <a:latin typeface="Arial" panose="020B0604020202090204" pitchFamily="34" charset="0"/>
                  <a:cs typeface="+mn-cs"/>
                </a:rPr>
                <a:t>physical</a:t>
              </a:r>
              <a:endParaRPr lang="en-US" sz="1200" i="0" dirty="0" smtClean="0">
                <a:latin typeface="Arial" panose="020B0604020202090204" pitchFamily="34" charset="0"/>
                <a:cs typeface="+mn-cs"/>
              </a:endParaRPr>
            </a:p>
          </p:txBody>
        </p:sp>
        <p:sp>
          <p:nvSpPr>
            <p:cNvPr id="8237" name="Line 75"/>
            <p:cNvSpPr>
              <a:spLocks noChangeShapeType="1"/>
            </p:cNvSpPr>
            <p:nvPr/>
          </p:nvSpPr>
          <p:spPr bwMode="auto">
            <a:xfrm>
              <a:off x="2737" y="2526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238" name="Line 76"/>
            <p:cNvSpPr>
              <a:spLocks noChangeShapeType="1"/>
            </p:cNvSpPr>
            <p:nvPr/>
          </p:nvSpPr>
          <p:spPr bwMode="auto">
            <a:xfrm>
              <a:off x="2737" y="2632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239" name="Line 77"/>
            <p:cNvSpPr>
              <a:spLocks noChangeShapeType="1"/>
            </p:cNvSpPr>
            <p:nvPr/>
          </p:nvSpPr>
          <p:spPr bwMode="auto">
            <a:xfrm>
              <a:off x="2735" y="2721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240" name="Line 78"/>
            <p:cNvSpPr>
              <a:spLocks noChangeShapeType="1"/>
            </p:cNvSpPr>
            <p:nvPr/>
          </p:nvSpPr>
          <p:spPr bwMode="auto">
            <a:xfrm>
              <a:off x="2733" y="2836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241" name="Rectangle 79"/>
            <p:cNvSpPr>
              <a:spLocks noChangeArrowheads="1"/>
            </p:cNvSpPr>
            <p:nvPr/>
          </p:nvSpPr>
          <p:spPr bwMode="auto">
            <a:xfrm>
              <a:off x="2719" y="2390"/>
              <a:ext cx="518" cy="29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242" name="Line 80"/>
            <p:cNvSpPr>
              <a:spLocks noChangeShapeType="1"/>
            </p:cNvSpPr>
            <p:nvPr/>
          </p:nvSpPr>
          <p:spPr bwMode="auto">
            <a:xfrm>
              <a:off x="2737" y="2614"/>
              <a:ext cx="0" cy="6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243" name="Line 81"/>
            <p:cNvSpPr>
              <a:spLocks noChangeShapeType="1"/>
            </p:cNvSpPr>
            <p:nvPr/>
          </p:nvSpPr>
          <p:spPr bwMode="auto">
            <a:xfrm>
              <a:off x="3226" y="2614"/>
              <a:ext cx="0" cy="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244" name="Rectangle 82"/>
            <p:cNvSpPr>
              <a:spLocks noChangeArrowheads="1"/>
            </p:cNvSpPr>
            <p:nvPr/>
          </p:nvSpPr>
          <p:spPr bwMode="auto">
            <a:xfrm>
              <a:off x="2736" y="1778"/>
              <a:ext cx="490" cy="431"/>
            </a:xfrm>
            <a:prstGeom prst="rect">
              <a:avLst/>
            </a:prstGeom>
            <a:noFill/>
            <a:ln w="12700">
              <a:solidFill>
                <a:srgbClr val="FF0000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245" name="Rectangle 83"/>
            <p:cNvSpPr>
              <a:spLocks noChangeArrowheads="1"/>
            </p:cNvSpPr>
            <p:nvPr/>
          </p:nvSpPr>
          <p:spPr bwMode="auto">
            <a:xfrm>
              <a:off x="2733" y="2721"/>
              <a:ext cx="489" cy="219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pic>
        <p:nvPicPr>
          <p:cNvPr id="8219" name="Picture 8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3300" y="1122363"/>
            <a:ext cx="1350963" cy="1350962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8220" name="Picture 8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1317625"/>
            <a:ext cx="1143000" cy="1171575"/>
          </a:xfrm>
          <a:prstGeom prst="rect">
            <a:avLst/>
          </a:prstGeom>
          <a:noFill/>
          <a:ln>
            <a:noFill/>
          </a:ln>
          <a:effectLst/>
        </p:spPr>
      </p:pic>
      <p:grpSp>
        <p:nvGrpSpPr>
          <p:cNvPr id="54300" name="Group 89"/>
          <p:cNvGrpSpPr/>
          <p:nvPr/>
        </p:nvGrpSpPr>
        <p:grpSpPr bwMode="auto">
          <a:xfrm>
            <a:off x="5062538" y="5251450"/>
            <a:ext cx="1109662" cy="1095375"/>
            <a:chOff x="-44" y="1473"/>
            <a:chExt cx="981" cy="1105"/>
          </a:xfrm>
        </p:grpSpPr>
        <p:pic>
          <p:nvPicPr>
            <p:cNvPr id="54301" name="Picture 90" descr="desktop_computer_stylized_medium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302" name="Freeform 91"/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</p:spPr>
          <p:txBody>
            <a:bodyPr wrap="none"/>
            <a:lstStyle/>
            <a:p>
              <a:endParaRPr lang="en-US" dirty="0"/>
            </a:p>
          </p:txBody>
        </p:sp>
      </p:grpSp>
      <p:sp>
        <p:nvSpPr>
          <p:cNvPr id="5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r>
              <a:rPr lang="en-US" sz="1200" dirty="0">
                <a:latin typeface="Tahoma" panose="020B0604030504040204" charset="0"/>
              </a:rPr>
              <a:t>6</a:t>
            </a:r>
            <a:r>
              <a:rPr lang="en-US" sz="1200" dirty="0" smtClean="0">
                <a:latin typeface="Tahoma" panose="020B0604030504040204" charset="0"/>
              </a:rPr>
              <a:t>-</a:t>
            </a:r>
            <a:fld id="{8E8C6E93-DF5B-BC4B-80F9-500DED1EEDCC}" type="slidenum">
              <a:rPr lang="en-US" sz="1200">
                <a:latin typeface="Tahoma" panose="020B0604030504040204" charset="0"/>
              </a:rPr>
            </a:fld>
            <a:endParaRPr lang="en-US" sz="1200" dirty="0">
              <a:latin typeface="Tahoma" panose="020B0604030504040204" charset="0"/>
            </a:endParaRPr>
          </a:p>
        </p:txBody>
      </p:sp>
      <p:sp>
        <p:nvSpPr>
          <p:cNvPr id="55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pPr algn="r"/>
            <a:r>
              <a:rPr lang="en-US" sz="1200" dirty="0" smtClean="0">
                <a:solidFill>
                  <a:srgbClr val="000000"/>
                </a:solidFill>
                <a:latin typeface="Tahoma" panose="020B0604030504040204" charset="0"/>
                <a:cs typeface="Arial" panose="020B0604020202090204" pitchFamily="34" charset="0"/>
              </a:rPr>
              <a:t>Link Layer and LANs</a:t>
            </a:r>
            <a:endParaRPr lang="en-US" sz="1200" dirty="0">
              <a:solidFill>
                <a:srgbClr val="000000"/>
              </a:solidFill>
              <a:latin typeface="Tahoma" panose="020B060403050404020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306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2"/>
          <p:cNvSpPr>
            <a:spLocks noGrp="1" noChangeArrowheads="1"/>
          </p:cNvSpPr>
          <p:nvPr>
            <p:ph type="title"/>
          </p:nvPr>
        </p:nvSpPr>
        <p:spPr>
          <a:xfrm>
            <a:off x="455613" y="88900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pitchFamily="34" charset="0"/>
                <a:cs typeface="+mj-cs"/>
              </a:rPr>
              <a:t>Adaptors communicating</a:t>
            </a:r>
            <a:endParaRPr lang="en-US" dirty="0">
              <a:latin typeface="Gill Sans MT" pitchFamily="34" charset="0"/>
              <a:cs typeface="+mj-cs"/>
            </a:endParaRPr>
          </a:p>
        </p:txBody>
      </p:sp>
      <p:sp>
        <p:nvSpPr>
          <p:cNvPr id="922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25450" y="4275138"/>
            <a:ext cx="4067175" cy="1935162"/>
          </a:xfrm>
        </p:spPr>
        <p:txBody>
          <a:bodyPr/>
          <a:lstStyle/>
          <a:p>
            <a:pPr>
              <a:defRPr/>
            </a:pPr>
            <a:r>
              <a:rPr lang="en-US" sz="2400" dirty="0">
                <a:latin typeface="Gill Sans MT" pitchFamily="34" charset="0"/>
                <a:cs typeface="+mn-cs"/>
              </a:rPr>
              <a:t>sending side:</a:t>
            </a:r>
            <a:endParaRPr lang="en-US" sz="2400" dirty="0">
              <a:latin typeface="Gill Sans MT" pitchFamily="34" charset="0"/>
              <a:cs typeface="+mn-cs"/>
            </a:endParaRPr>
          </a:p>
          <a:p>
            <a:pPr lvl="1">
              <a:defRPr/>
            </a:pPr>
            <a:r>
              <a:rPr lang="en-US" dirty="0">
                <a:latin typeface="Gill Sans MT" pitchFamily="34" charset="0"/>
              </a:rPr>
              <a:t>encapsulates datagram in frame</a:t>
            </a:r>
            <a:endParaRPr lang="en-US" dirty="0">
              <a:latin typeface="Gill Sans MT" pitchFamily="34" charset="0"/>
            </a:endParaRPr>
          </a:p>
          <a:p>
            <a:pPr lvl="1">
              <a:defRPr/>
            </a:pPr>
            <a:r>
              <a:rPr lang="en-US" dirty="0">
                <a:latin typeface="Gill Sans MT" pitchFamily="34" charset="0"/>
              </a:rPr>
              <a:t>adds error checking bits, rdt, flow control, etc.</a:t>
            </a:r>
            <a:endParaRPr lang="en-US" dirty="0">
              <a:latin typeface="Gill Sans MT" pitchFamily="34" charset="0"/>
            </a:endParaRPr>
          </a:p>
        </p:txBody>
      </p:sp>
      <p:sp>
        <p:nvSpPr>
          <p:cNvPr id="9222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508500" y="4273550"/>
            <a:ext cx="4090988" cy="1851025"/>
          </a:xfrm>
        </p:spPr>
        <p:txBody>
          <a:bodyPr/>
          <a:lstStyle/>
          <a:p>
            <a:pPr>
              <a:defRPr/>
            </a:pPr>
            <a:r>
              <a:rPr lang="en-US" sz="2400" dirty="0">
                <a:latin typeface="Gill Sans MT" pitchFamily="34" charset="0"/>
                <a:cs typeface="+mn-cs"/>
              </a:rPr>
              <a:t>receiving side</a:t>
            </a:r>
            <a:endParaRPr lang="en-US" sz="2400" dirty="0">
              <a:latin typeface="Gill Sans MT" pitchFamily="34" charset="0"/>
              <a:cs typeface="+mn-cs"/>
            </a:endParaRPr>
          </a:p>
          <a:p>
            <a:pPr lvl="1">
              <a:defRPr/>
            </a:pPr>
            <a:r>
              <a:rPr lang="en-US" dirty="0">
                <a:latin typeface="Gill Sans MT" pitchFamily="34" charset="0"/>
              </a:rPr>
              <a:t>looks for errors, rdt, flow control, </a:t>
            </a:r>
            <a:r>
              <a:rPr lang="en-US" dirty="0" smtClean="0">
                <a:latin typeface="Gill Sans MT" pitchFamily="34" charset="0"/>
              </a:rPr>
              <a:t>etc.</a:t>
            </a:r>
            <a:endParaRPr lang="en-US" dirty="0">
              <a:latin typeface="Gill Sans MT" pitchFamily="34" charset="0"/>
            </a:endParaRPr>
          </a:p>
          <a:p>
            <a:pPr lvl="1">
              <a:defRPr/>
            </a:pPr>
            <a:r>
              <a:rPr lang="en-US" dirty="0">
                <a:latin typeface="Gill Sans MT" pitchFamily="34" charset="0"/>
              </a:rPr>
              <a:t>extracts datagram, passes to upper layer at receiving </a:t>
            </a:r>
            <a:r>
              <a:rPr lang="en-US" dirty="0" smtClean="0">
                <a:latin typeface="Gill Sans MT" pitchFamily="34" charset="0"/>
              </a:rPr>
              <a:t>side</a:t>
            </a:r>
            <a:endParaRPr lang="en-US" dirty="0">
              <a:latin typeface="Gill Sans MT" pitchFamily="34" charset="0"/>
            </a:endParaRPr>
          </a:p>
        </p:txBody>
      </p:sp>
      <p:sp>
        <p:nvSpPr>
          <p:cNvPr id="9223" name="Rectangle 27"/>
          <p:cNvSpPr>
            <a:spLocks noChangeArrowheads="1"/>
          </p:cNvSpPr>
          <p:nvPr/>
        </p:nvSpPr>
        <p:spPr bwMode="auto">
          <a:xfrm>
            <a:off x="4113213" y="3394075"/>
            <a:ext cx="1444625" cy="21272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224" name="Rectangle 28"/>
          <p:cNvSpPr>
            <a:spLocks noChangeArrowheads="1"/>
          </p:cNvSpPr>
          <p:nvPr/>
        </p:nvSpPr>
        <p:spPr bwMode="auto">
          <a:xfrm>
            <a:off x="1957388" y="1373188"/>
            <a:ext cx="1944687" cy="1770062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225" name="Line 29"/>
          <p:cNvSpPr>
            <a:spLocks noChangeShapeType="1"/>
          </p:cNvSpPr>
          <p:nvPr/>
        </p:nvSpPr>
        <p:spPr bwMode="auto">
          <a:xfrm>
            <a:off x="2052638" y="1892300"/>
            <a:ext cx="0" cy="393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226" name="Rectangle 30"/>
          <p:cNvSpPr>
            <a:spLocks noChangeArrowheads="1"/>
          </p:cNvSpPr>
          <p:nvPr/>
        </p:nvSpPr>
        <p:spPr bwMode="auto">
          <a:xfrm>
            <a:off x="2193925" y="2212975"/>
            <a:ext cx="1187450" cy="866775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prstDash val="dash"/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227" name="Rectangle 31"/>
          <p:cNvSpPr>
            <a:spLocks noChangeArrowheads="1"/>
          </p:cNvSpPr>
          <p:nvPr/>
        </p:nvSpPr>
        <p:spPr bwMode="auto">
          <a:xfrm>
            <a:off x="2435225" y="2773363"/>
            <a:ext cx="704850" cy="2254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228" name="Rectangle 32"/>
          <p:cNvSpPr>
            <a:spLocks noChangeArrowheads="1"/>
          </p:cNvSpPr>
          <p:nvPr/>
        </p:nvSpPr>
        <p:spPr bwMode="auto">
          <a:xfrm>
            <a:off x="2435225" y="2301875"/>
            <a:ext cx="695325" cy="415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r>
              <a:rPr lang="en-US" sz="1200" i="0" dirty="0">
                <a:latin typeface="Arial" panose="020B0604020202090204" pitchFamily="34" charset="0"/>
                <a:cs typeface="+mn-cs"/>
              </a:rPr>
              <a:t>controller</a:t>
            </a:r>
            <a:endParaRPr lang="en-US" sz="1200" i="0" dirty="0">
              <a:latin typeface="Arial" panose="020B0604020202090204" pitchFamily="34" charset="0"/>
              <a:cs typeface="+mn-cs"/>
            </a:endParaRPr>
          </a:p>
        </p:txBody>
      </p:sp>
      <p:sp>
        <p:nvSpPr>
          <p:cNvPr id="9229" name="Line 33"/>
          <p:cNvSpPr>
            <a:spLocks noChangeShapeType="1"/>
          </p:cNvSpPr>
          <p:nvPr/>
        </p:nvSpPr>
        <p:spPr bwMode="auto">
          <a:xfrm>
            <a:off x="2346325" y="2055813"/>
            <a:ext cx="1438275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230" name="Line 34"/>
          <p:cNvSpPr>
            <a:spLocks noChangeShapeType="1"/>
          </p:cNvSpPr>
          <p:nvPr/>
        </p:nvSpPr>
        <p:spPr bwMode="auto">
          <a:xfrm flipV="1">
            <a:off x="2763838" y="2062163"/>
            <a:ext cx="0" cy="239712"/>
          </a:xfrm>
          <a:prstGeom prst="line">
            <a:avLst/>
          </a:prstGeom>
          <a:noFill/>
          <a:ln w="9525">
            <a:solidFill>
              <a:schemeClr val="tx2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231" name="Rectangle 35"/>
          <p:cNvSpPr>
            <a:spLocks noChangeArrowheads="1"/>
          </p:cNvSpPr>
          <p:nvPr/>
        </p:nvSpPr>
        <p:spPr bwMode="auto">
          <a:xfrm>
            <a:off x="2228850" y="1501775"/>
            <a:ext cx="695325" cy="415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  <a:miter lim="800000"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lang="en-US" sz="1400" i="0" dirty="0">
              <a:latin typeface="Arial" panose="020B0604020202090204" pitchFamily="34" charset="0"/>
              <a:cs typeface="+mn-cs"/>
            </a:endParaRPr>
          </a:p>
        </p:txBody>
      </p:sp>
      <p:sp>
        <p:nvSpPr>
          <p:cNvPr id="9232" name="Rectangle 36"/>
          <p:cNvSpPr>
            <a:spLocks noChangeArrowheads="1"/>
          </p:cNvSpPr>
          <p:nvPr/>
        </p:nvSpPr>
        <p:spPr bwMode="auto">
          <a:xfrm>
            <a:off x="3095625" y="1503363"/>
            <a:ext cx="695325" cy="415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  <a:miter lim="800000"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lang="en-US" sz="1400" i="0" dirty="0">
              <a:latin typeface="Arial" panose="020B0604020202090204" pitchFamily="34" charset="0"/>
              <a:cs typeface="+mn-cs"/>
            </a:endParaRPr>
          </a:p>
        </p:txBody>
      </p:sp>
      <p:sp>
        <p:nvSpPr>
          <p:cNvPr id="9233" name="Line 37"/>
          <p:cNvSpPr>
            <a:spLocks noChangeShapeType="1"/>
          </p:cNvSpPr>
          <p:nvPr/>
        </p:nvSpPr>
        <p:spPr bwMode="auto">
          <a:xfrm flipH="1" flipV="1">
            <a:off x="2551113" y="1917700"/>
            <a:ext cx="1587" cy="138113"/>
          </a:xfrm>
          <a:prstGeom prst="line">
            <a:avLst/>
          </a:prstGeom>
          <a:noFill/>
          <a:ln w="9525">
            <a:solidFill>
              <a:schemeClr val="tx2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234" name="Line 38"/>
          <p:cNvSpPr>
            <a:spLocks noChangeShapeType="1"/>
          </p:cNvSpPr>
          <p:nvPr/>
        </p:nvSpPr>
        <p:spPr bwMode="auto">
          <a:xfrm flipH="1" flipV="1">
            <a:off x="3475038" y="1920875"/>
            <a:ext cx="0" cy="136525"/>
          </a:xfrm>
          <a:prstGeom prst="line">
            <a:avLst/>
          </a:prstGeom>
          <a:noFill/>
          <a:ln w="9525">
            <a:solidFill>
              <a:schemeClr val="tx2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235" name="Rectangle 39"/>
          <p:cNvSpPr>
            <a:spLocks noChangeArrowheads="1"/>
          </p:cNvSpPr>
          <p:nvPr/>
        </p:nvSpPr>
        <p:spPr bwMode="auto">
          <a:xfrm>
            <a:off x="5832475" y="1430338"/>
            <a:ext cx="1944688" cy="1731962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236" name="Rectangle 40"/>
          <p:cNvSpPr>
            <a:spLocks noChangeArrowheads="1"/>
          </p:cNvSpPr>
          <p:nvPr/>
        </p:nvSpPr>
        <p:spPr bwMode="auto">
          <a:xfrm>
            <a:off x="6069013" y="2232025"/>
            <a:ext cx="1187450" cy="866775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prstDash val="dash"/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237" name="Rectangle 41"/>
          <p:cNvSpPr>
            <a:spLocks noChangeArrowheads="1"/>
          </p:cNvSpPr>
          <p:nvPr/>
        </p:nvSpPr>
        <p:spPr bwMode="auto">
          <a:xfrm>
            <a:off x="6310313" y="2792413"/>
            <a:ext cx="703262" cy="2254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238" name="Rectangle 42"/>
          <p:cNvSpPr>
            <a:spLocks noChangeArrowheads="1"/>
          </p:cNvSpPr>
          <p:nvPr/>
        </p:nvSpPr>
        <p:spPr bwMode="auto">
          <a:xfrm>
            <a:off x="6310313" y="2320925"/>
            <a:ext cx="695325" cy="415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r>
              <a:rPr lang="en-US" sz="1200" i="0" dirty="0">
                <a:latin typeface="Arial" panose="020B0604020202090204" pitchFamily="34" charset="0"/>
                <a:cs typeface="+mn-cs"/>
              </a:rPr>
              <a:t>controller</a:t>
            </a:r>
            <a:endParaRPr lang="en-US" sz="1200" i="0" dirty="0">
              <a:latin typeface="Arial" panose="020B0604020202090204" pitchFamily="34" charset="0"/>
              <a:cs typeface="+mn-cs"/>
            </a:endParaRPr>
          </a:p>
        </p:txBody>
      </p:sp>
      <p:sp>
        <p:nvSpPr>
          <p:cNvPr id="9239" name="Line 43"/>
          <p:cNvSpPr>
            <a:spLocks noChangeShapeType="1"/>
          </p:cNvSpPr>
          <p:nvPr/>
        </p:nvSpPr>
        <p:spPr bwMode="auto">
          <a:xfrm>
            <a:off x="6221413" y="2074863"/>
            <a:ext cx="1438275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240" name="Line 44"/>
          <p:cNvSpPr>
            <a:spLocks noChangeShapeType="1"/>
          </p:cNvSpPr>
          <p:nvPr/>
        </p:nvSpPr>
        <p:spPr bwMode="auto">
          <a:xfrm flipV="1">
            <a:off x="6638925" y="2081213"/>
            <a:ext cx="0" cy="239712"/>
          </a:xfrm>
          <a:prstGeom prst="line">
            <a:avLst/>
          </a:prstGeom>
          <a:noFill/>
          <a:ln w="9525">
            <a:solidFill>
              <a:schemeClr val="tx2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241" name="Rectangle 45"/>
          <p:cNvSpPr>
            <a:spLocks noChangeArrowheads="1"/>
          </p:cNvSpPr>
          <p:nvPr/>
        </p:nvSpPr>
        <p:spPr bwMode="auto">
          <a:xfrm>
            <a:off x="6103938" y="1520825"/>
            <a:ext cx="695325" cy="415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  <a:miter lim="800000"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lang="en-US" sz="1400" i="0" dirty="0">
              <a:latin typeface="Arial" panose="020B0604020202090204" pitchFamily="34" charset="0"/>
              <a:cs typeface="+mn-cs"/>
            </a:endParaRPr>
          </a:p>
        </p:txBody>
      </p:sp>
      <p:sp>
        <p:nvSpPr>
          <p:cNvPr id="9242" name="Rectangle 46"/>
          <p:cNvSpPr>
            <a:spLocks noChangeArrowheads="1"/>
          </p:cNvSpPr>
          <p:nvPr/>
        </p:nvSpPr>
        <p:spPr bwMode="auto">
          <a:xfrm>
            <a:off x="6970713" y="1522413"/>
            <a:ext cx="695325" cy="415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  <a:miter lim="800000"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lang="en-US" sz="1400" i="0" dirty="0">
              <a:latin typeface="Arial" panose="020B0604020202090204" pitchFamily="34" charset="0"/>
              <a:cs typeface="+mn-cs"/>
            </a:endParaRPr>
          </a:p>
        </p:txBody>
      </p:sp>
      <p:sp>
        <p:nvSpPr>
          <p:cNvPr id="9243" name="Line 47"/>
          <p:cNvSpPr>
            <a:spLocks noChangeShapeType="1"/>
          </p:cNvSpPr>
          <p:nvPr/>
        </p:nvSpPr>
        <p:spPr bwMode="auto">
          <a:xfrm flipH="1" flipV="1">
            <a:off x="6426200" y="1936750"/>
            <a:ext cx="1588" cy="138113"/>
          </a:xfrm>
          <a:prstGeom prst="line">
            <a:avLst/>
          </a:prstGeom>
          <a:noFill/>
          <a:ln w="9525">
            <a:solidFill>
              <a:schemeClr val="tx2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244" name="Line 48"/>
          <p:cNvSpPr>
            <a:spLocks noChangeShapeType="1"/>
          </p:cNvSpPr>
          <p:nvPr/>
        </p:nvSpPr>
        <p:spPr bwMode="auto">
          <a:xfrm flipH="1" flipV="1">
            <a:off x="7350125" y="1939925"/>
            <a:ext cx="0" cy="136525"/>
          </a:xfrm>
          <a:prstGeom prst="line">
            <a:avLst/>
          </a:prstGeom>
          <a:noFill/>
          <a:ln w="9525">
            <a:solidFill>
              <a:schemeClr val="tx2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245" name="Text Box 49"/>
          <p:cNvSpPr txBox="1">
            <a:spLocks noChangeArrowheads="1"/>
          </p:cNvSpPr>
          <p:nvPr/>
        </p:nvSpPr>
        <p:spPr bwMode="auto">
          <a:xfrm>
            <a:off x="1935163" y="3059113"/>
            <a:ext cx="1335087" cy="3365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 eaLnBrk="1" hangingPunct="1">
              <a:defRPr/>
            </a:pPr>
            <a:r>
              <a:rPr lang="en-US" sz="1600" dirty="0" smtClean="0">
                <a:latin typeface="Arial" panose="020B0604020202090204" pitchFamily="34" charset="0"/>
                <a:cs typeface="+mn-cs"/>
              </a:rPr>
              <a:t>sending host</a:t>
            </a:r>
            <a:endParaRPr lang="en-US" sz="1600" dirty="0" smtClean="0">
              <a:latin typeface="Arial" panose="020B0604020202090204" pitchFamily="34" charset="0"/>
              <a:cs typeface="+mn-cs"/>
            </a:endParaRPr>
          </a:p>
        </p:txBody>
      </p:sp>
      <p:sp>
        <p:nvSpPr>
          <p:cNvPr id="9246" name="Text Box 50"/>
          <p:cNvSpPr txBox="1">
            <a:spLocks noChangeArrowheads="1"/>
          </p:cNvSpPr>
          <p:nvPr/>
        </p:nvSpPr>
        <p:spPr bwMode="auto">
          <a:xfrm>
            <a:off x="5727700" y="3057525"/>
            <a:ext cx="1438275" cy="3365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 eaLnBrk="1" hangingPunct="1">
              <a:defRPr/>
            </a:pPr>
            <a:r>
              <a:rPr lang="en-US" sz="1600" dirty="0" smtClean="0">
                <a:latin typeface="Arial" panose="020B0604020202090204" pitchFamily="34" charset="0"/>
                <a:cs typeface="+mn-cs"/>
              </a:rPr>
              <a:t>receiving host</a:t>
            </a:r>
            <a:endParaRPr lang="en-US" sz="1600" dirty="0" smtClean="0">
              <a:latin typeface="Arial" panose="020B0604020202090204" pitchFamily="34" charset="0"/>
              <a:cs typeface="+mn-cs"/>
            </a:endParaRPr>
          </a:p>
        </p:txBody>
      </p:sp>
      <p:sp>
        <p:nvSpPr>
          <p:cNvPr id="9247" name="Rectangle 51"/>
          <p:cNvSpPr>
            <a:spLocks noChangeArrowheads="1"/>
          </p:cNvSpPr>
          <p:nvPr/>
        </p:nvSpPr>
        <p:spPr bwMode="auto">
          <a:xfrm>
            <a:off x="1512888" y="1966913"/>
            <a:ext cx="717550" cy="16986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248" name="Text Box 52"/>
          <p:cNvSpPr txBox="1">
            <a:spLocks noChangeArrowheads="1"/>
          </p:cNvSpPr>
          <p:nvPr/>
        </p:nvSpPr>
        <p:spPr bwMode="auto">
          <a:xfrm>
            <a:off x="1476375" y="1922463"/>
            <a:ext cx="825500" cy="27463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 eaLnBrk="1" hangingPunct="1">
              <a:defRPr/>
            </a:pPr>
            <a:r>
              <a:rPr lang="en-US" sz="1200" i="0" dirty="0" smtClean="0">
                <a:latin typeface="Arial" panose="020B0604020202090204" pitchFamily="34" charset="0"/>
                <a:cs typeface="+mn-cs"/>
              </a:rPr>
              <a:t>datagram</a:t>
            </a:r>
            <a:endParaRPr lang="en-US" sz="1200" i="0" dirty="0" smtClean="0">
              <a:latin typeface="Arial" panose="020B0604020202090204" pitchFamily="34" charset="0"/>
              <a:cs typeface="+mn-cs"/>
            </a:endParaRPr>
          </a:p>
        </p:txBody>
      </p:sp>
      <p:sp>
        <p:nvSpPr>
          <p:cNvPr id="9249" name="Line 53"/>
          <p:cNvSpPr>
            <a:spLocks noChangeShapeType="1"/>
          </p:cNvSpPr>
          <p:nvPr/>
        </p:nvSpPr>
        <p:spPr bwMode="auto">
          <a:xfrm>
            <a:off x="5961063" y="1870075"/>
            <a:ext cx="0" cy="3921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250" name="Rectangle 54"/>
          <p:cNvSpPr>
            <a:spLocks noChangeArrowheads="1"/>
          </p:cNvSpPr>
          <p:nvPr/>
        </p:nvSpPr>
        <p:spPr bwMode="auto">
          <a:xfrm>
            <a:off x="5422900" y="1985963"/>
            <a:ext cx="715963" cy="16986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251" name="Text Box 55"/>
          <p:cNvSpPr txBox="1">
            <a:spLocks noChangeArrowheads="1"/>
          </p:cNvSpPr>
          <p:nvPr/>
        </p:nvSpPr>
        <p:spPr bwMode="auto">
          <a:xfrm>
            <a:off x="5386388" y="1941513"/>
            <a:ext cx="823912" cy="27463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 eaLnBrk="1" hangingPunct="1">
              <a:defRPr/>
            </a:pPr>
            <a:r>
              <a:rPr lang="en-US" sz="1200" i="0" dirty="0" smtClean="0">
                <a:latin typeface="Arial" panose="020B0604020202090204" pitchFamily="34" charset="0"/>
                <a:cs typeface="+mn-cs"/>
              </a:rPr>
              <a:t>datagram</a:t>
            </a:r>
            <a:endParaRPr lang="en-US" sz="1200" i="0" dirty="0" smtClean="0">
              <a:latin typeface="Arial" panose="020B0604020202090204" pitchFamily="34" charset="0"/>
              <a:cs typeface="+mn-cs"/>
            </a:endParaRPr>
          </a:p>
        </p:txBody>
      </p:sp>
      <p:sp>
        <p:nvSpPr>
          <p:cNvPr id="56355" name="Freeform 56"/>
          <p:cNvSpPr/>
          <p:nvPr/>
        </p:nvSpPr>
        <p:spPr bwMode="auto">
          <a:xfrm>
            <a:off x="2768600" y="2903538"/>
            <a:ext cx="3883025" cy="447675"/>
          </a:xfrm>
          <a:custGeom>
            <a:avLst/>
            <a:gdLst>
              <a:gd name="T0" fmla="*/ 0 w 2597"/>
              <a:gd name="T1" fmla="*/ 0 h 384"/>
              <a:gd name="T2" fmla="*/ 0 w 2597"/>
              <a:gd name="T3" fmla="*/ 2147483647 h 384"/>
              <a:gd name="T4" fmla="*/ 2147483647 w 2597"/>
              <a:gd name="T5" fmla="*/ 2147483647 h 384"/>
              <a:gd name="T6" fmla="*/ 2147483647 w 2597"/>
              <a:gd name="T7" fmla="*/ 2147483647 h 38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597" h="384">
                <a:moveTo>
                  <a:pt x="0" y="0"/>
                </a:moveTo>
                <a:lnTo>
                  <a:pt x="0" y="384"/>
                </a:lnTo>
                <a:lnTo>
                  <a:pt x="2597" y="384"/>
                </a:lnTo>
                <a:lnTo>
                  <a:pt x="2597" y="18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endParaRPr lang="en-US" dirty="0"/>
          </a:p>
        </p:txBody>
      </p:sp>
      <p:sp>
        <p:nvSpPr>
          <p:cNvPr id="9253" name="Rectangle 57"/>
          <p:cNvSpPr>
            <a:spLocks noChangeArrowheads="1"/>
          </p:cNvSpPr>
          <p:nvPr/>
        </p:nvSpPr>
        <p:spPr bwMode="auto">
          <a:xfrm>
            <a:off x="4681538" y="3419475"/>
            <a:ext cx="717550" cy="1698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254" name="Text Box 58"/>
          <p:cNvSpPr txBox="1">
            <a:spLocks noChangeArrowheads="1"/>
          </p:cNvSpPr>
          <p:nvPr/>
        </p:nvSpPr>
        <p:spPr bwMode="auto">
          <a:xfrm>
            <a:off x="4654550" y="3375025"/>
            <a:ext cx="823913" cy="274638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 eaLnBrk="1" hangingPunct="1">
              <a:defRPr/>
            </a:pPr>
            <a:r>
              <a:rPr lang="en-US" sz="1200" i="0" dirty="0" smtClean="0">
                <a:latin typeface="Arial" panose="020B0604020202090204" pitchFamily="34" charset="0"/>
                <a:cs typeface="+mn-cs"/>
              </a:rPr>
              <a:t>datagram</a:t>
            </a:r>
            <a:endParaRPr lang="en-US" sz="1200" i="0" dirty="0" smtClean="0">
              <a:latin typeface="Arial" panose="020B0604020202090204" pitchFamily="34" charset="0"/>
              <a:cs typeface="+mn-cs"/>
            </a:endParaRPr>
          </a:p>
        </p:txBody>
      </p:sp>
      <p:sp>
        <p:nvSpPr>
          <p:cNvPr id="9255" name="Line 59"/>
          <p:cNvSpPr>
            <a:spLocks noChangeShapeType="1"/>
          </p:cNvSpPr>
          <p:nvPr/>
        </p:nvSpPr>
        <p:spPr bwMode="auto">
          <a:xfrm>
            <a:off x="5654675" y="3511550"/>
            <a:ext cx="2762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256" name="Text Box 60"/>
          <p:cNvSpPr txBox="1">
            <a:spLocks noChangeArrowheads="1"/>
          </p:cNvSpPr>
          <p:nvPr/>
        </p:nvSpPr>
        <p:spPr bwMode="auto">
          <a:xfrm>
            <a:off x="2244725" y="3668713"/>
            <a:ext cx="704850" cy="3365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 eaLnBrk="1" hangingPunct="1">
              <a:defRPr/>
            </a:pPr>
            <a:r>
              <a:rPr lang="en-US" sz="1600" dirty="0" smtClean="0">
                <a:latin typeface="Arial" panose="020B0604020202090204" pitchFamily="34" charset="0"/>
                <a:cs typeface="+mn-cs"/>
              </a:rPr>
              <a:t>frame</a:t>
            </a:r>
            <a:endParaRPr lang="en-US" sz="1600" dirty="0" smtClean="0">
              <a:latin typeface="Arial" panose="020B0604020202090204" pitchFamily="34" charset="0"/>
              <a:cs typeface="+mn-cs"/>
            </a:endParaRPr>
          </a:p>
        </p:txBody>
      </p:sp>
      <p:sp>
        <p:nvSpPr>
          <p:cNvPr id="9257" name="Line 61"/>
          <p:cNvSpPr>
            <a:spLocks noChangeShapeType="1"/>
          </p:cNvSpPr>
          <p:nvPr/>
        </p:nvSpPr>
        <p:spPr bwMode="auto">
          <a:xfrm flipV="1">
            <a:off x="2873375" y="3575050"/>
            <a:ext cx="1155700" cy="212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pic>
        <p:nvPicPr>
          <p:cNvPr id="56361" name="Picture 63" descr="underline_base"/>
          <p:cNvPicPr>
            <a:picLocks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100" y="914400"/>
            <a:ext cx="5484813" cy="173038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r>
              <a:rPr lang="en-US" sz="1200" dirty="0">
                <a:latin typeface="Tahoma" panose="020B0604030504040204" charset="0"/>
              </a:rPr>
              <a:t>6</a:t>
            </a:r>
            <a:r>
              <a:rPr lang="en-US" sz="1200" dirty="0" smtClean="0">
                <a:latin typeface="Tahoma" panose="020B0604030504040204" charset="0"/>
              </a:rPr>
              <a:t>-</a:t>
            </a:r>
            <a:fld id="{8E8C6E93-DF5B-BC4B-80F9-500DED1EEDCC}" type="slidenum">
              <a:rPr lang="en-US" sz="1200">
                <a:latin typeface="Tahoma" panose="020B0604030504040204" charset="0"/>
              </a:rPr>
            </a:fld>
            <a:endParaRPr lang="en-US" sz="1200" dirty="0">
              <a:latin typeface="Tahoma" panose="020B0604030504040204" charset="0"/>
            </a:endParaRPr>
          </a:p>
        </p:txBody>
      </p:sp>
      <p:sp>
        <p:nvSpPr>
          <p:cNvPr id="44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pPr algn="r"/>
            <a:r>
              <a:rPr lang="en-US" sz="1200" dirty="0" smtClean="0">
                <a:solidFill>
                  <a:srgbClr val="000000"/>
                </a:solidFill>
                <a:latin typeface="Tahoma" panose="020B0604030504040204" charset="0"/>
                <a:cs typeface="Arial" panose="020B0604020202090204" pitchFamily="34" charset="0"/>
              </a:rPr>
              <a:t>Link Layer and LANs</a:t>
            </a:r>
            <a:endParaRPr lang="en-US" sz="1200" dirty="0">
              <a:solidFill>
                <a:srgbClr val="000000"/>
              </a:solidFill>
              <a:latin typeface="Tahoma" panose="020B060403050404020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71" name="Picture 5" descr="underline_base"/>
          <p:cNvPicPr>
            <a:picLocks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025" y="1028700"/>
            <a:ext cx="5942013" cy="173038"/>
          </a:xfrm>
          <a:prstGeom prst="rect">
            <a:avLst/>
          </a:prstGeom>
          <a:noFill/>
          <a:ln>
            <a:noFill/>
          </a:ln>
        </p:spPr>
      </p:pic>
      <p:sp>
        <p:nvSpPr>
          <p:cNvPr id="30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Gill Sans MT" pitchFamily="34" charset="0"/>
                <a:cs typeface="+mj-cs"/>
              </a:rPr>
              <a:t>Link layer, </a:t>
            </a:r>
            <a:r>
              <a:rPr lang="en-US" sz="4000" dirty="0">
                <a:latin typeface="Gill Sans MT" pitchFamily="34" charset="0"/>
                <a:cs typeface="+mj-cs"/>
              </a:rPr>
              <a:t>LAN</a:t>
            </a:r>
            <a:r>
              <a:rPr lang="en-US" dirty="0">
                <a:latin typeface="Gill Sans MT" pitchFamily="34" charset="0"/>
                <a:cs typeface="+mj-cs"/>
              </a:rPr>
              <a:t>s: outline</a:t>
            </a:r>
            <a:endParaRPr lang="en-US" dirty="0">
              <a:latin typeface="Gill Sans MT" pitchFamily="34" charset="0"/>
              <a:cs typeface="+mj-cs"/>
            </a:endParaRPr>
          </a:p>
        </p:txBody>
      </p:sp>
      <p:sp>
        <p:nvSpPr>
          <p:cNvPr id="307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600200"/>
            <a:ext cx="3922713" cy="4648200"/>
          </a:xfrm>
        </p:spPr>
        <p:txBody>
          <a:bodyPr/>
          <a:lstStyle/>
          <a:p>
            <a:pPr marL="457200" indent="-457200">
              <a:buFont typeface="Wingdings" panose="05000000000000000000" charset="0"/>
              <a:buNone/>
              <a:defRPr/>
            </a:pPr>
            <a:r>
              <a:rPr lang="en-US" dirty="0" smtClean="0">
                <a:solidFill>
                  <a:srgbClr val="000099"/>
                </a:solidFill>
                <a:latin typeface="Gill Sans MT" pitchFamily="34" charset="0"/>
                <a:cs typeface="+mn-cs"/>
              </a:rPr>
              <a:t>6.1</a:t>
            </a:r>
            <a:r>
              <a:rPr lang="en-US" dirty="0" smtClean="0">
                <a:solidFill>
                  <a:srgbClr val="CC0000"/>
                </a:solidFill>
                <a:latin typeface="Gill Sans MT" pitchFamily="34" charset="0"/>
                <a:cs typeface="+mn-cs"/>
              </a:rPr>
              <a:t> </a:t>
            </a:r>
            <a:r>
              <a:rPr lang="en-US" dirty="0">
                <a:latin typeface="Gill Sans MT" pitchFamily="34" charset="0"/>
                <a:cs typeface="+mn-cs"/>
              </a:rPr>
              <a:t>introduction, services</a:t>
            </a:r>
            <a:endParaRPr lang="en-US" dirty="0">
              <a:latin typeface="Gill Sans MT" pitchFamily="34" charset="0"/>
              <a:cs typeface="+mn-cs"/>
            </a:endParaRPr>
          </a:p>
          <a:p>
            <a:pPr marL="457200" indent="-457200">
              <a:buFont typeface="Wingdings" panose="05000000000000000000" charset="0"/>
              <a:buNone/>
              <a:defRPr/>
            </a:pPr>
            <a:r>
              <a:rPr lang="en-US" dirty="0" smtClean="0">
                <a:solidFill>
                  <a:srgbClr val="CC0000"/>
                </a:solidFill>
                <a:latin typeface="Gill Sans MT" pitchFamily="34" charset="0"/>
                <a:cs typeface="+mn-cs"/>
              </a:rPr>
              <a:t>6.2 </a:t>
            </a:r>
            <a:r>
              <a:rPr lang="en-US" dirty="0">
                <a:solidFill>
                  <a:srgbClr val="CC0000"/>
                </a:solidFill>
                <a:latin typeface="Gill Sans MT" pitchFamily="34" charset="0"/>
                <a:cs typeface="+mn-cs"/>
              </a:rPr>
              <a:t>error detection, correction </a:t>
            </a:r>
            <a:endParaRPr lang="en-US" dirty="0">
              <a:solidFill>
                <a:srgbClr val="CC0000"/>
              </a:solidFill>
              <a:latin typeface="Gill Sans MT" pitchFamily="34" charset="0"/>
              <a:cs typeface="+mn-cs"/>
            </a:endParaRPr>
          </a:p>
          <a:p>
            <a:pPr marL="457200" indent="-457200">
              <a:buFont typeface="Wingdings" panose="05000000000000000000" charset="0"/>
              <a:buNone/>
              <a:defRPr/>
            </a:pPr>
            <a:r>
              <a:rPr lang="en-US" dirty="0" smtClean="0">
                <a:solidFill>
                  <a:srgbClr val="000099"/>
                </a:solidFill>
                <a:latin typeface="Gill Sans MT" pitchFamily="34" charset="0"/>
                <a:cs typeface="+mn-cs"/>
              </a:rPr>
              <a:t>6.3</a:t>
            </a:r>
            <a:r>
              <a:rPr lang="en-US" dirty="0" smtClean="0">
                <a:latin typeface="Gill Sans MT" pitchFamily="34" charset="0"/>
                <a:cs typeface="+mn-cs"/>
              </a:rPr>
              <a:t> </a:t>
            </a:r>
            <a:r>
              <a:rPr lang="en-US" dirty="0">
                <a:latin typeface="Gill Sans MT" pitchFamily="34" charset="0"/>
                <a:cs typeface="+mn-cs"/>
              </a:rPr>
              <a:t>multiple access protocols</a:t>
            </a:r>
            <a:endParaRPr lang="en-US" dirty="0">
              <a:latin typeface="Gill Sans MT" pitchFamily="34" charset="0"/>
              <a:cs typeface="+mn-cs"/>
            </a:endParaRPr>
          </a:p>
          <a:p>
            <a:pPr marL="457200" indent="-457200">
              <a:buFont typeface="Wingdings" panose="05000000000000000000" charset="0"/>
              <a:buNone/>
              <a:defRPr/>
            </a:pPr>
            <a:r>
              <a:rPr lang="en-US" dirty="0" smtClean="0">
                <a:solidFill>
                  <a:srgbClr val="000099"/>
                </a:solidFill>
                <a:latin typeface="Gill Sans MT" pitchFamily="34" charset="0"/>
                <a:cs typeface="+mn-cs"/>
              </a:rPr>
              <a:t>6.4</a:t>
            </a:r>
            <a:r>
              <a:rPr lang="en-US" dirty="0" smtClean="0">
                <a:latin typeface="Gill Sans MT" pitchFamily="34" charset="0"/>
                <a:cs typeface="+mn-cs"/>
              </a:rPr>
              <a:t> LANs</a:t>
            </a:r>
            <a:endParaRPr lang="en-US" dirty="0">
              <a:latin typeface="Gill Sans MT" pitchFamily="34" charset="0"/>
              <a:cs typeface="+mn-cs"/>
            </a:endParaRPr>
          </a:p>
          <a:p>
            <a:pPr lvl="1">
              <a:defRPr/>
            </a:pPr>
            <a:r>
              <a:rPr lang="en-US" dirty="0" smtClean="0">
                <a:latin typeface="Gill Sans MT" pitchFamily="34" charset="0"/>
              </a:rPr>
              <a:t>addressing, ARP</a:t>
            </a:r>
            <a:endParaRPr lang="en-US" dirty="0" smtClean="0">
              <a:latin typeface="Gill Sans MT" pitchFamily="34" charset="0"/>
            </a:endParaRPr>
          </a:p>
          <a:p>
            <a:pPr lvl="1">
              <a:defRPr/>
            </a:pPr>
            <a:r>
              <a:rPr lang="en-US" dirty="0" smtClean="0">
                <a:latin typeface="Gill Sans MT" pitchFamily="34" charset="0"/>
              </a:rPr>
              <a:t>Ethernet</a:t>
            </a:r>
            <a:endParaRPr lang="en-US" dirty="0" smtClean="0">
              <a:latin typeface="Gill Sans MT" pitchFamily="34" charset="0"/>
            </a:endParaRPr>
          </a:p>
          <a:p>
            <a:pPr lvl="1">
              <a:defRPr/>
            </a:pPr>
            <a:r>
              <a:rPr lang="en-US" dirty="0">
                <a:latin typeface="Gill Sans MT" pitchFamily="34" charset="0"/>
              </a:rPr>
              <a:t>s</a:t>
            </a:r>
            <a:r>
              <a:rPr lang="en-US" dirty="0" smtClean="0">
                <a:latin typeface="Gill Sans MT" pitchFamily="34" charset="0"/>
              </a:rPr>
              <a:t>witches</a:t>
            </a:r>
            <a:endParaRPr lang="en-US" dirty="0" smtClean="0">
              <a:latin typeface="Gill Sans MT" pitchFamily="34" charset="0"/>
            </a:endParaRPr>
          </a:p>
          <a:p>
            <a:pPr marL="457200" lvl="1" indent="0">
              <a:buNone/>
              <a:defRPr/>
            </a:pPr>
            <a:endParaRPr lang="en-US" dirty="0">
              <a:latin typeface="Gill Sans MT" pitchFamily="34" charset="0"/>
            </a:endParaRPr>
          </a:p>
        </p:txBody>
      </p:sp>
      <p:sp>
        <p:nvSpPr>
          <p:cNvPr id="3079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495800" y="1600200"/>
            <a:ext cx="4054475" cy="4648200"/>
          </a:xfrm>
        </p:spPr>
        <p:txBody>
          <a:bodyPr/>
          <a:lstStyle/>
          <a:p>
            <a:pPr marL="457200" indent="-457200">
              <a:buFont typeface="Wingdings" panose="05000000000000000000" charset="0"/>
              <a:buNone/>
              <a:defRPr/>
            </a:pPr>
            <a:r>
              <a:rPr lang="en-US" dirty="0" smtClean="0">
                <a:solidFill>
                  <a:srgbClr val="000099"/>
                </a:solidFill>
                <a:latin typeface="Gill Sans MT" pitchFamily="34" charset="0"/>
                <a:cs typeface="+mn-cs"/>
              </a:rPr>
              <a:t>6.7</a:t>
            </a:r>
            <a:r>
              <a:rPr lang="en-US" dirty="0" smtClean="0">
                <a:latin typeface="Gill Sans MT" pitchFamily="34" charset="0"/>
                <a:cs typeface="+mn-cs"/>
              </a:rPr>
              <a:t> </a:t>
            </a:r>
            <a:r>
              <a:rPr lang="en-US" dirty="0">
                <a:latin typeface="Gill Sans MT" pitchFamily="34" charset="0"/>
                <a:cs typeface="+mn-cs"/>
              </a:rPr>
              <a:t>a day in the life of a web request</a:t>
            </a:r>
            <a:endParaRPr lang="en-US" dirty="0">
              <a:latin typeface="Gill Sans MT" pitchFamily="34" charset="0"/>
              <a:cs typeface="+mn-cs"/>
            </a:endParaRPr>
          </a:p>
          <a:p>
            <a:pPr marL="457200" indent="-457200">
              <a:buFont typeface="Wingdings" panose="05000000000000000000" charset="0"/>
              <a:buNone/>
              <a:defRPr/>
            </a:pPr>
            <a:endParaRPr lang="en-US" sz="2600" dirty="0">
              <a:latin typeface="Gill Sans MT" pitchFamily="34" charset="0"/>
              <a:cs typeface="+mn-cs"/>
            </a:endParaRP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r>
              <a:rPr lang="en-US" sz="1200" dirty="0">
                <a:latin typeface="Tahoma" panose="020B0604030504040204" charset="0"/>
              </a:rPr>
              <a:t>6</a:t>
            </a:r>
            <a:r>
              <a:rPr lang="en-US" sz="1200" dirty="0" smtClean="0">
                <a:latin typeface="Tahoma" panose="020B0604030504040204" charset="0"/>
              </a:rPr>
              <a:t>-</a:t>
            </a:r>
            <a:fld id="{8E8C6E93-DF5B-BC4B-80F9-500DED1EEDCC}" type="slidenum">
              <a:rPr lang="en-US" sz="1200">
                <a:latin typeface="Tahoma" panose="020B0604030504040204" charset="0"/>
              </a:rPr>
            </a:fld>
            <a:endParaRPr lang="en-US" sz="1200" dirty="0">
              <a:latin typeface="Tahoma" panose="020B0604030504040204" charset="0"/>
            </a:endParaRPr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pPr algn="r"/>
            <a:r>
              <a:rPr lang="en-US" sz="1200" dirty="0" smtClean="0">
                <a:solidFill>
                  <a:srgbClr val="000000"/>
                </a:solidFill>
                <a:latin typeface="Tahoma" panose="020B0604030504040204" charset="0"/>
                <a:cs typeface="Arial" panose="020B0604020202090204" pitchFamily="34" charset="0"/>
              </a:rPr>
              <a:t>Link Layer and LANs</a:t>
            </a:r>
            <a:endParaRPr lang="en-US" sz="1200" dirty="0">
              <a:solidFill>
                <a:srgbClr val="000000"/>
              </a:solidFill>
              <a:latin typeface="Tahoma" panose="020B060403050404020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44475"/>
            <a:ext cx="7772400" cy="10160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pitchFamily="34" charset="0"/>
                <a:cs typeface="+mj-cs"/>
              </a:rPr>
              <a:t>Error detection</a:t>
            </a:r>
            <a:endParaRPr lang="en-US" dirty="0">
              <a:latin typeface="Gill Sans MT" pitchFamily="34" charset="0"/>
              <a:cs typeface="+mj-cs"/>
            </a:endParaRPr>
          </a:p>
        </p:txBody>
      </p:sp>
      <p:pic>
        <p:nvPicPr>
          <p:cNvPr id="60420" name="Picture 3" descr="521 Error Detection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5900" y="3322638"/>
            <a:ext cx="5670550" cy="3109912"/>
          </a:xfrm>
          <a:prstGeom prst="rect">
            <a:avLst/>
          </a:prstGeom>
          <a:noFill/>
          <a:ln>
            <a:noFill/>
          </a:ln>
        </p:spPr>
      </p:pic>
      <p:sp>
        <p:nvSpPr>
          <p:cNvPr id="11270" name="Text Box 4"/>
          <p:cNvSpPr txBox="1">
            <a:spLocks noChangeArrowheads="1"/>
          </p:cNvSpPr>
          <p:nvPr/>
        </p:nvSpPr>
        <p:spPr bwMode="auto">
          <a:xfrm>
            <a:off x="533400" y="1312863"/>
            <a:ext cx="8331200" cy="1920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2000" i="0" dirty="0" smtClean="0">
                <a:latin typeface="Arial" panose="020B0604020202090204" pitchFamily="34" charset="0"/>
                <a:cs typeface="+mn-cs"/>
              </a:rPr>
              <a:t>EDC= Error Detection and Correction bits (redundancy)</a:t>
            </a:r>
            <a:endParaRPr lang="en-US" sz="2000" i="0" dirty="0" smtClean="0">
              <a:latin typeface="Arial" panose="020B0604020202090204" pitchFamily="34" charset="0"/>
              <a:cs typeface="+mn-cs"/>
            </a:endParaRPr>
          </a:p>
          <a:p>
            <a:pPr>
              <a:defRPr/>
            </a:pPr>
            <a:r>
              <a:rPr lang="en-US" sz="2000" i="0" dirty="0" smtClean="0">
                <a:latin typeface="Arial" panose="020B0604020202090204" pitchFamily="34" charset="0"/>
                <a:cs typeface="+mn-cs"/>
              </a:rPr>
              <a:t>D    = Data protected by error checking, may include header fields </a:t>
            </a:r>
            <a:br>
              <a:rPr lang="en-US" sz="2000" i="0" dirty="0" smtClean="0">
                <a:latin typeface="Arial" panose="020B0604020202090204" pitchFamily="34" charset="0"/>
                <a:cs typeface="+mn-cs"/>
              </a:rPr>
            </a:br>
            <a:endParaRPr lang="en-US" sz="2000" i="0" dirty="0" smtClean="0">
              <a:latin typeface="Arial" panose="020B0604020202090204" pitchFamily="34" charset="0"/>
              <a:cs typeface="+mn-cs"/>
            </a:endParaRPr>
          </a:p>
          <a:p>
            <a:pPr>
              <a:buFontTx/>
              <a:buChar char="•"/>
              <a:defRPr/>
            </a:pPr>
            <a:r>
              <a:rPr lang="en-US" sz="2000" i="0" dirty="0" smtClean="0">
                <a:latin typeface="Arial" panose="020B0604020202090204" pitchFamily="34" charset="0"/>
                <a:cs typeface="+mn-cs"/>
              </a:rPr>
              <a:t> Error detection not 100% reliable!</a:t>
            </a:r>
            <a:endParaRPr lang="en-US" sz="2000" i="0" dirty="0" smtClean="0">
              <a:latin typeface="Arial" panose="020B0604020202090204" pitchFamily="34" charset="0"/>
              <a:cs typeface="+mn-cs"/>
            </a:endParaRPr>
          </a:p>
          <a:p>
            <a:pPr lvl="1">
              <a:buFontTx/>
              <a:buChar char="•"/>
              <a:defRPr/>
            </a:pPr>
            <a:r>
              <a:rPr lang="en-US" sz="2000" i="0" dirty="0" smtClean="0">
                <a:latin typeface="Arial" panose="020B0604020202090204" pitchFamily="34" charset="0"/>
                <a:cs typeface="+mn-cs"/>
              </a:rPr>
              <a:t> protocol may miss some errors, but rarely</a:t>
            </a:r>
            <a:endParaRPr lang="en-US" sz="2000" i="0" dirty="0" smtClean="0">
              <a:latin typeface="Arial" panose="020B0604020202090204" pitchFamily="34" charset="0"/>
              <a:cs typeface="+mn-cs"/>
            </a:endParaRPr>
          </a:p>
          <a:p>
            <a:pPr lvl="1">
              <a:buFontTx/>
              <a:buChar char="•"/>
              <a:defRPr/>
            </a:pPr>
            <a:r>
              <a:rPr lang="en-US" sz="2000" i="0" dirty="0" smtClean="0">
                <a:latin typeface="Arial" panose="020B0604020202090204" pitchFamily="34" charset="0"/>
                <a:cs typeface="+mn-cs"/>
              </a:rPr>
              <a:t> larger EDC field yields better detection and correction</a:t>
            </a:r>
            <a:endParaRPr lang="en-US" sz="2000" i="0" dirty="0" smtClean="0">
              <a:latin typeface="Arial" panose="020B0604020202090204" pitchFamily="34" charset="0"/>
              <a:cs typeface="+mn-cs"/>
            </a:endParaRPr>
          </a:p>
        </p:txBody>
      </p:sp>
      <p:sp>
        <p:nvSpPr>
          <p:cNvPr id="11271" name="Rectangle 6"/>
          <p:cNvSpPr>
            <a:spLocks noChangeArrowheads="1"/>
          </p:cNvSpPr>
          <p:nvPr/>
        </p:nvSpPr>
        <p:spPr bwMode="auto">
          <a:xfrm>
            <a:off x="5384800" y="3916363"/>
            <a:ext cx="176213" cy="1936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1272" name="Text Box 5"/>
          <p:cNvSpPr txBox="1">
            <a:spLocks noChangeArrowheads="1"/>
          </p:cNvSpPr>
          <p:nvPr/>
        </p:nvSpPr>
        <p:spPr bwMode="auto">
          <a:xfrm>
            <a:off x="4773613" y="3873500"/>
            <a:ext cx="942975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1400" i="0" dirty="0" smtClean="0">
                <a:latin typeface="Arial" panose="020B0604020202090204" pitchFamily="34" charset="0"/>
                <a:cs typeface="+mn-cs"/>
              </a:rPr>
              <a:t>otherwise</a:t>
            </a:r>
            <a:endParaRPr lang="en-US" sz="1400" i="0" dirty="0" smtClean="0">
              <a:latin typeface="Arial" panose="020B0604020202090204" pitchFamily="34" charset="0"/>
              <a:cs typeface="+mn-cs"/>
            </a:endParaRPr>
          </a:p>
        </p:txBody>
      </p:sp>
      <p:pic>
        <p:nvPicPr>
          <p:cNvPr id="60424" name="Picture 7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200" y="971165"/>
            <a:ext cx="3737081" cy="175062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r>
              <a:rPr lang="en-US" sz="1200" dirty="0">
                <a:latin typeface="Tahoma" panose="020B0604030504040204" charset="0"/>
              </a:rPr>
              <a:t>6</a:t>
            </a:r>
            <a:r>
              <a:rPr lang="en-US" sz="1200" dirty="0" smtClean="0">
                <a:latin typeface="Tahoma" panose="020B0604030504040204" charset="0"/>
              </a:rPr>
              <a:t>-</a:t>
            </a:r>
            <a:fld id="{8E8C6E93-DF5B-BC4B-80F9-500DED1EEDCC}" type="slidenum">
              <a:rPr lang="en-US" sz="1200">
                <a:latin typeface="Tahoma" panose="020B0604030504040204" charset="0"/>
              </a:rPr>
            </a:fld>
            <a:endParaRPr lang="en-US" sz="1200" dirty="0">
              <a:latin typeface="Tahoma" panose="020B0604030504040204" charset="0"/>
            </a:endParaRPr>
          </a:p>
        </p:txBody>
      </p:sp>
      <p:sp>
        <p:nvSpPr>
          <p:cNvPr id="11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pPr algn="r"/>
            <a:r>
              <a:rPr lang="en-US" sz="1200" dirty="0" smtClean="0">
                <a:solidFill>
                  <a:srgbClr val="000000"/>
                </a:solidFill>
                <a:latin typeface="Tahoma" panose="020B0604030504040204" charset="0"/>
                <a:cs typeface="Arial" panose="020B0604020202090204" pitchFamily="34" charset="0"/>
              </a:rPr>
              <a:t>Link Layer and LANs</a:t>
            </a:r>
            <a:endParaRPr lang="en-US" sz="1200" dirty="0">
              <a:solidFill>
                <a:srgbClr val="000000"/>
              </a:solidFill>
              <a:latin typeface="Tahoma" panose="020B060403050404020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67" name="Picture 11" descr="underline_base"/>
          <p:cNvPicPr>
            <a:picLocks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150" y="936625"/>
            <a:ext cx="3656013" cy="173038"/>
          </a:xfrm>
          <a:prstGeom prst="rect">
            <a:avLst/>
          </a:prstGeom>
          <a:noFill/>
          <a:ln>
            <a:noFill/>
          </a:ln>
        </p:spPr>
      </p:pic>
      <p:sp>
        <p:nvSpPr>
          <p:cNvPr id="12293" name="Rectangle 2"/>
          <p:cNvSpPr>
            <a:spLocks noGrp="1" noChangeArrowheads="1"/>
          </p:cNvSpPr>
          <p:nvPr>
            <p:ph type="title"/>
          </p:nvPr>
        </p:nvSpPr>
        <p:spPr>
          <a:xfrm>
            <a:off x="469900" y="285750"/>
            <a:ext cx="5334000" cy="8382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pitchFamily="34" charset="0"/>
                <a:cs typeface="+mj-cs"/>
              </a:rPr>
              <a:t>Parity checking</a:t>
            </a:r>
            <a:endParaRPr lang="en-US" dirty="0">
              <a:latin typeface="Gill Sans MT" pitchFamily="34" charset="0"/>
              <a:cs typeface="+mj-cs"/>
            </a:endParaRPr>
          </a:p>
        </p:txBody>
      </p:sp>
      <p:pic>
        <p:nvPicPr>
          <p:cNvPr id="62469" name="Picture 3" descr="522 Single Bit Parit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75" y="2727325"/>
            <a:ext cx="2609850" cy="9080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95" name="Text Box 4"/>
          <p:cNvSpPr txBox="1">
            <a:spLocks noChangeArrowheads="1"/>
          </p:cNvSpPr>
          <p:nvPr/>
        </p:nvSpPr>
        <p:spPr bwMode="auto">
          <a:xfrm>
            <a:off x="661988" y="1416050"/>
            <a:ext cx="2819400" cy="107721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marL="233680" indent="-23368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2400" dirty="0" smtClean="0">
                <a:solidFill>
                  <a:srgbClr val="CC0000"/>
                </a:solidFill>
                <a:latin typeface="Arial" panose="020B0604020202090204" pitchFamily="34" charset="0"/>
                <a:cs typeface="+mn-cs"/>
              </a:rPr>
              <a:t>single bit parity:</a:t>
            </a:r>
            <a:r>
              <a:rPr lang="en-US" sz="2400" b="1" dirty="0" smtClean="0">
                <a:solidFill>
                  <a:srgbClr val="CC0000"/>
                </a:solidFill>
                <a:latin typeface="Arial" panose="020B0604020202090204" pitchFamily="34" charset="0"/>
                <a:cs typeface="+mn-cs"/>
              </a:rPr>
              <a:t> </a:t>
            </a:r>
            <a:endParaRPr lang="en-US" sz="2400" b="1" dirty="0" smtClean="0">
              <a:solidFill>
                <a:srgbClr val="CC0000"/>
              </a:solidFill>
              <a:latin typeface="Arial" panose="020B0604020202090204" pitchFamily="34" charset="0"/>
              <a:cs typeface="+mn-cs"/>
            </a:endParaRPr>
          </a:p>
          <a:p>
            <a:pPr marL="342900" indent="-342900"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000" dirty="0" smtClean="0">
                <a:latin typeface="Arial" panose="020B0604020202090204" pitchFamily="34" charset="0"/>
                <a:cs typeface="+mn-cs"/>
              </a:rPr>
              <a:t>d</a:t>
            </a:r>
            <a:r>
              <a:rPr lang="en-US" sz="2000" i="0" dirty="0" smtClean="0">
                <a:latin typeface="Arial" panose="020B0604020202090204" pitchFamily="34" charset="0"/>
                <a:cs typeface="+mn-cs"/>
              </a:rPr>
              <a:t>etect single bit errors</a:t>
            </a:r>
            <a:endParaRPr lang="en-US" sz="2000" i="0" dirty="0" smtClean="0">
              <a:latin typeface="Arial" panose="020B0604020202090204" pitchFamily="34" charset="0"/>
              <a:cs typeface="+mn-cs"/>
            </a:endParaRPr>
          </a:p>
        </p:txBody>
      </p:sp>
      <p:pic>
        <p:nvPicPr>
          <p:cNvPr id="62471" name="Picture 5" descr="523 Double Bit Parit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0213" y="2327275"/>
            <a:ext cx="3751262" cy="411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97" name="Text Box 6"/>
          <p:cNvSpPr txBox="1">
            <a:spLocks noChangeArrowheads="1"/>
          </p:cNvSpPr>
          <p:nvPr/>
        </p:nvSpPr>
        <p:spPr bwMode="auto">
          <a:xfrm>
            <a:off x="3825875" y="1409700"/>
            <a:ext cx="4484211" cy="769441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2400" dirty="0" smtClean="0">
                <a:solidFill>
                  <a:srgbClr val="CC0000"/>
                </a:solidFill>
                <a:latin typeface="Arial" panose="020B0604020202090204" pitchFamily="34" charset="0"/>
                <a:cs typeface="+mn-cs"/>
              </a:rPr>
              <a:t>two-dimensional bit parity:</a:t>
            </a:r>
            <a:endParaRPr lang="en-US" sz="2400" dirty="0" smtClean="0">
              <a:solidFill>
                <a:srgbClr val="CC0000"/>
              </a:solidFill>
              <a:latin typeface="Arial" panose="020B0604020202090204" pitchFamily="34" charset="0"/>
              <a:cs typeface="+mn-cs"/>
            </a:endParaRPr>
          </a:p>
          <a:p>
            <a:pPr marL="342900" indent="-342900"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000" i="0" dirty="0" smtClean="0">
                <a:latin typeface="Arial" panose="020B0604020202090204" pitchFamily="34" charset="0"/>
                <a:cs typeface="+mn-cs"/>
              </a:rPr>
              <a:t> detect and correct single bit errors</a:t>
            </a:r>
            <a:endParaRPr lang="en-US" sz="2000" i="0" dirty="0" smtClean="0">
              <a:latin typeface="Arial" panose="020B0604020202090204" pitchFamily="34" charset="0"/>
              <a:cs typeface="+mn-cs"/>
            </a:endParaRPr>
          </a:p>
        </p:txBody>
      </p:sp>
      <p:sp>
        <p:nvSpPr>
          <p:cNvPr id="12298" name="Oval 7"/>
          <p:cNvSpPr>
            <a:spLocks noChangeArrowheads="1"/>
          </p:cNvSpPr>
          <p:nvPr/>
        </p:nvSpPr>
        <p:spPr bwMode="auto">
          <a:xfrm>
            <a:off x="4572000" y="5338763"/>
            <a:ext cx="163513" cy="211137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2299" name="Oval 9"/>
          <p:cNvSpPr>
            <a:spLocks noChangeArrowheads="1"/>
          </p:cNvSpPr>
          <p:nvPr/>
        </p:nvSpPr>
        <p:spPr bwMode="auto">
          <a:xfrm>
            <a:off x="6248400" y="5334000"/>
            <a:ext cx="147638" cy="207963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62475" name="TextBox 1"/>
          <p:cNvSpPr txBox="1">
            <a:spLocks noChangeArrowheads="1"/>
          </p:cNvSpPr>
          <p:nvPr/>
        </p:nvSpPr>
        <p:spPr bwMode="auto">
          <a:xfrm>
            <a:off x="4503738" y="5241925"/>
            <a:ext cx="307975" cy="33813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  <a:cs typeface="MS PGothic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r>
              <a:rPr lang="en-US" sz="1600" i="0" dirty="0">
                <a:latin typeface="Courier New" panose="02070409020205090404" charset="0"/>
                <a:cs typeface="Courier New" panose="02070409020205090404" charset="0"/>
              </a:rPr>
              <a:t>0</a:t>
            </a:r>
            <a:endParaRPr lang="en-US" sz="1600" i="0" dirty="0">
              <a:latin typeface="Courier New" panose="02070409020205090404" charset="0"/>
              <a:cs typeface="Courier New" panose="02070409020205090404" charset="0"/>
            </a:endParaRPr>
          </a:p>
        </p:txBody>
      </p:sp>
      <p:sp>
        <p:nvSpPr>
          <p:cNvPr id="62476" name="TextBox 13"/>
          <p:cNvSpPr txBox="1">
            <a:spLocks noChangeArrowheads="1"/>
          </p:cNvSpPr>
          <p:nvPr/>
        </p:nvSpPr>
        <p:spPr bwMode="auto">
          <a:xfrm>
            <a:off x="6162675" y="5232400"/>
            <a:ext cx="307975" cy="33813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  <a:cs typeface="MS PGothic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r>
              <a:rPr lang="en-US" sz="1600" i="0" dirty="0">
                <a:latin typeface="Courier New" panose="02070409020205090404" charset="0"/>
                <a:cs typeface="Courier New" panose="02070409020205090404" charset="0"/>
              </a:rPr>
              <a:t>0</a:t>
            </a:r>
            <a:endParaRPr lang="en-US" sz="1600" i="0" dirty="0">
              <a:latin typeface="Courier New" panose="02070409020205090404" charset="0"/>
              <a:cs typeface="Courier New" panose="02070409020205090404" charset="0"/>
            </a:endParaRPr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r>
              <a:rPr lang="en-US" sz="1200" dirty="0">
                <a:latin typeface="Tahoma" panose="020B0604030504040204" charset="0"/>
              </a:rPr>
              <a:t>6</a:t>
            </a:r>
            <a:r>
              <a:rPr lang="en-US" sz="1200" dirty="0" smtClean="0">
                <a:latin typeface="Tahoma" panose="020B0604030504040204" charset="0"/>
              </a:rPr>
              <a:t>-</a:t>
            </a:r>
            <a:fld id="{8E8C6E93-DF5B-BC4B-80F9-500DED1EEDCC}" type="slidenum">
              <a:rPr lang="en-US" sz="1200">
                <a:latin typeface="Tahoma" panose="020B0604030504040204" charset="0"/>
              </a:rPr>
            </a:fld>
            <a:endParaRPr lang="en-US" sz="1200" dirty="0">
              <a:latin typeface="Tahoma" panose="020B0604030504040204" charset="0"/>
            </a:endParaRPr>
          </a:p>
        </p:txBody>
      </p:sp>
      <p:sp>
        <p:nvSpPr>
          <p:cNvPr id="15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pPr algn="r"/>
            <a:r>
              <a:rPr lang="en-US" sz="1200" dirty="0" smtClean="0">
                <a:solidFill>
                  <a:srgbClr val="000000"/>
                </a:solidFill>
                <a:latin typeface="Tahoma" panose="020B0604030504040204" charset="0"/>
                <a:cs typeface="Arial" panose="020B0604020202090204" pitchFamily="34" charset="0"/>
              </a:rPr>
              <a:t>Link Layer and LANs</a:t>
            </a:r>
            <a:endParaRPr lang="en-US" sz="1200" dirty="0">
              <a:solidFill>
                <a:srgbClr val="000000"/>
              </a:solidFill>
              <a:latin typeface="Tahoma" panose="020B0604030504040204" charset="0"/>
              <a:cs typeface="Arial" panose="020B0604020202090204" pitchFamily="34" charset="0"/>
            </a:endParaRPr>
          </a:p>
        </p:txBody>
      </p:sp>
      <p:sp>
        <p:nvSpPr>
          <p:cNvPr id="16" name="TextBox 1"/>
          <p:cNvSpPr txBox="1">
            <a:spLocks noChangeArrowheads="1"/>
          </p:cNvSpPr>
          <p:nvPr/>
        </p:nvSpPr>
        <p:spPr bwMode="auto">
          <a:xfrm>
            <a:off x="339826" y="6198762"/>
            <a:ext cx="4507165" cy="5232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r>
              <a:rPr lang="en-US" sz="1400" dirty="0" smtClean="0"/>
              <a:t>* Check </a:t>
            </a:r>
            <a:r>
              <a:rPr lang="en-US" sz="1400" dirty="0"/>
              <a:t>out the online interactive exercises for more </a:t>
            </a:r>
            <a:r>
              <a:rPr lang="en-US" sz="1400" dirty="0" smtClean="0"/>
              <a:t>examples: h</a:t>
            </a:r>
            <a:r>
              <a:rPr lang="en-US" sz="1200" dirty="0" smtClean="0"/>
              <a:t>ttp</a:t>
            </a:r>
            <a:r>
              <a:rPr lang="en-US" sz="1200" dirty="0"/>
              <a:t>://gaia.cs.umass.edu/kurose_ross/interactive/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3838"/>
            <a:ext cx="7772400" cy="1014412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pitchFamily="34" charset="0"/>
                <a:cs typeface="+mj-cs"/>
              </a:rPr>
              <a:t>Internet checksum </a:t>
            </a:r>
            <a:r>
              <a:rPr lang="en-US" sz="3600" dirty="0">
                <a:latin typeface="Gill Sans MT" pitchFamily="34" charset="0"/>
                <a:cs typeface="+mj-cs"/>
              </a:rPr>
              <a:t>(review)</a:t>
            </a:r>
            <a:endParaRPr lang="en-US" sz="3600" dirty="0">
              <a:latin typeface="Gill Sans MT" pitchFamily="34" charset="0"/>
              <a:cs typeface="+mj-cs"/>
            </a:endParaRPr>
          </a:p>
        </p:txBody>
      </p:sp>
      <p:sp>
        <p:nvSpPr>
          <p:cNvPr id="1331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2625" y="2519363"/>
            <a:ext cx="3657600" cy="3495675"/>
          </a:xfrm>
        </p:spPr>
        <p:txBody>
          <a:bodyPr/>
          <a:lstStyle/>
          <a:p>
            <a:pPr>
              <a:lnSpc>
                <a:spcPct val="75000"/>
              </a:lnSpc>
              <a:buFont typeface="Wingdings" panose="05000000000000000000" charset="0"/>
              <a:buNone/>
              <a:defRPr/>
            </a:pPr>
            <a:r>
              <a:rPr lang="en-US" i="1" dirty="0">
                <a:solidFill>
                  <a:srgbClr val="CC0000"/>
                </a:solidFill>
                <a:latin typeface="Gill Sans MT" pitchFamily="34" charset="0"/>
                <a:cs typeface="+mn-cs"/>
              </a:rPr>
              <a:t>sender:</a:t>
            </a:r>
            <a:endParaRPr lang="en-US" i="1" dirty="0">
              <a:solidFill>
                <a:srgbClr val="CC0000"/>
              </a:solidFill>
              <a:latin typeface="Gill Sans MT" pitchFamily="34" charset="0"/>
              <a:cs typeface="+mn-cs"/>
            </a:endParaRPr>
          </a:p>
          <a:p>
            <a:pPr>
              <a:lnSpc>
                <a:spcPct val="75000"/>
              </a:lnSpc>
              <a:defRPr/>
            </a:pPr>
            <a:r>
              <a:rPr lang="en-US" sz="2400" dirty="0">
                <a:latin typeface="Gill Sans MT" pitchFamily="34" charset="0"/>
                <a:cs typeface="+mn-cs"/>
              </a:rPr>
              <a:t>treat segment contents as sequence of 16-bit integers</a:t>
            </a:r>
            <a:endParaRPr lang="en-US" sz="2400" dirty="0">
              <a:latin typeface="Gill Sans MT" pitchFamily="34" charset="0"/>
              <a:cs typeface="+mn-cs"/>
            </a:endParaRPr>
          </a:p>
          <a:p>
            <a:pPr>
              <a:lnSpc>
                <a:spcPct val="75000"/>
              </a:lnSpc>
              <a:defRPr/>
            </a:pPr>
            <a:r>
              <a:rPr lang="en-US" sz="2400" dirty="0">
                <a:latin typeface="Gill Sans MT" pitchFamily="34" charset="0"/>
                <a:cs typeface="+mn-cs"/>
              </a:rPr>
              <a:t>checksum: addition (1</a:t>
            </a:r>
            <a:r>
              <a:rPr lang="ja-JP" altLang="en-US" sz="2400">
                <a:latin typeface="Gill Sans MT" pitchFamily="34" charset="0"/>
                <a:cs typeface="+mn-cs"/>
              </a:rPr>
              <a:t>’</a:t>
            </a:r>
            <a:r>
              <a:rPr lang="en-US" sz="2400" dirty="0">
                <a:latin typeface="Gill Sans MT" pitchFamily="34" charset="0"/>
                <a:cs typeface="+mn-cs"/>
              </a:rPr>
              <a:t>s complement sum) of segment contents</a:t>
            </a:r>
            <a:endParaRPr lang="en-US" sz="2400" dirty="0">
              <a:latin typeface="Gill Sans MT" pitchFamily="34" charset="0"/>
              <a:cs typeface="+mn-cs"/>
            </a:endParaRPr>
          </a:p>
          <a:p>
            <a:pPr>
              <a:lnSpc>
                <a:spcPct val="75000"/>
              </a:lnSpc>
              <a:defRPr/>
            </a:pPr>
            <a:r>
              <a:rPr lang="en-US" sz="2400" dirty="0">
                <a:latin typeface="Gill Sans MT" pitchFamily="34" charset="0"/>
                <a:cs typeface="+mn-cs"/>
              </a:rPr>
              <a:t>sender puts checksum value into UDP checksum field</a:t>
            </a:r>
            <a:endParaRPr lang="en-US" sz="2400" dirty="0">
              <a:latin typeface="Gill Sans MT" pitchFamily="34" charset="0"/>
              <a:cs typeface="+mn-cs"/>
            </a:endParaRPr>
          </a:p>
          <a:p>
            <a:pPr>
              <a:lnSpc>
                <a:spcPct val="75000"/>
              </a:lnSpc>
              <a:buFont typeface="Wingdings" panose="05000000000000000000" charset="0"/>
              <a:buNone/>
              <a:defRPr/>
            </a:pPr>
            <a:endParaRPr lang="en-US" dirty="0">
              <a:latin typeface="Gill Sans MT" pitchFamily="34" charset="0"/>
              <a:cs typeface="+mn-cs"/>
            </a:endParaRPr>
          </a:p>
          <a:p>
            <a:pPr>
              <a:lnSpc>
                <a:spcPct val="75000"/>
              </a:lnSpc>
              <a:defRPr/>
            </a:pPr>
            <a:endParaRPr lang="en-US" dirty="0">
              <a:latin typeface="Gill Sans MT" pitchFamily="34" charset="0"/>
              <a:cs typeface="+mn-cs"/>
            </a:endParaRPr>
          </a:p>
        </p:txBody>
      </p:sp>
      <p:sp>
        <p:nvSpPr>
          <p:cNvPr id="13318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648200" y="2552700"/>
            <a:ext cx="4057650" cy="3414713"/>
          </a:xfrm>
        </p:spPr>
        <p:txBody>
          <a:bodyPr/>
          <a:lstStyle/>
          <a:p>
            <a:pPr>
              <a:lnSpc>
                <a:spcPct val="75000"/>
              </a:lnSpc>
              <a:buFont typeface="Wingdings" panose="05000000000000000000" charset="0"/>
              <a:buNone/>
              <a:defRPr/>
            </a:pPr>
            <a:r>
              <a:rPr lang="en-US" sz="2400" i="1" dirty="0">
                <a:solidFill>
                  <a:srgbClr val="CC0000"/>
                </a:solidFill>
                <a:latin typeface="Gill Sans MT" pitchFamily="34" charset="0"/>
                <a:cs typeface="+mn-cs"/>
              </a:rPr>
              <a:t>receiver:</a:t>
            </a:r>
            <a:endParaRPr lang="en-US" sz="2400" i="1" dirty="0">
              <a:solidFill>
                <a:srgbClr val="CC0000"/>
              </a:solidFill>
              <a:latin typeface="Gill Sans MT" pitchFamily="34" charset="0"/>
              <a:cs typeface="+mn-cs"/>
            </a:endParaRPr>
          </a:p>
          <a:p>
            <a:pPr>
              <a:lnSpc>
                <a:spcPct val="75000"/>
              </a:lnSpc>
              <a:defRPr/>
            </a:pPr>
            <a:r>
              <a:rPr lang="en-US" sz="2400" dirty="0">
                <a:latin typeface="Gill Sans MT" pitchFamily="34" charset="0"/>
                <a:cs typeface="+mn-cs"/>
              </a:rPr>
              <a:t>compute checksum of received segment</a:t>
            </a:r>
            <a:endParaRPr lang="en-US" sz="2400" dirty="0">
              <a:latin typeface="Gill Sans MT" pitchFamily="34" charset="0"/>
              <a:cs typeface="+mn-cs"/>
            </a:endParaRPr>
          </a:p>
          <a:p>
            <a:pPr>
              <a:lnSpc>
                <a:spcPct val="75000"/>
              </a:lnSpc>
              <a:defRPr/>
            </a:pPr>
            <a:r>
              <a:rPr lang="en-US" sz="2400" dirty="0">
                <a:latin typeface="Gill Sans MT" pitchFamily="34" charset="0"/>
                <a:cs typeface="+mn-cs"/>
              </a:rPr>
              <a:t>check if computed checksum equals checksum field value:</a:t>
            </a:r>
            <a:endParaRPr lang="en-US" sz="2400" dirty="0">
              <a:latin typeface="Gill Sans MT" pitchFamily="34" charset="0"/>
              <a:cs typeface="+mn-cs"/>
            </a:endParaRPr>
          </a:p>
          <a:p>
            <a:pPr lvl="1">
              <a:lnSpc>
                <a:spcPct val="75000"/>
              </a:lnSpc>
              <a:defRPr/>
            </a:pPr>
            <a:r>
              <a:rPr lang="en-US" dirty="0">
                <a:latin typeface="Gill Sans MT" pitchFamily="34" charset="0"/>
              </a:rPr>
              <a:t>NO - error detected</a:t>
            </a:r>
            <a:endParaRPr lang="en-US" dirty="0">
              <a:latin typeface="Gill Sans MT" pitchFamily="34" charset="0"/>
            </a:endParaRPr>
          </a:p>
          <a:p>
            <a:pPr lvl="1">
              <a:lnSpc>
                <a:spcPct val="75000"/>
              </a:lnSpc>
              <a:defRPr/>
            </a:pPr>
            <a:r>
              <a:rPr lang="en-US" dirty="0">
                <a:latin typeface="Gill Sans MT" pitchFamily="34" charset="0"/>
              </a:rPr>
              <a:t>YES - no error detected. </a:t>
            </a:r>
            <a:r>
              <a:rPr lang="en-US" i="1" dirty="0">
                <a:latin typeface="Gill Sans MT" pitchFamily="34" charset="0"/>
              </a:rPr>
              <a:t>But maybe errors nonetheless?</a:t>
            </a:r>
            <a:r>
              <a:rPr lang="en-US" dirty="0">
                <a:latin typeface="Gill Sans MT" pitchFamily="34" charset="0"/>
              </a:rPr>
              <a:t> </a:t>
            </a:r>
            <a:endParaRPr lang="en-US" sz="2000" dirty="0">
              <a:latin typeface="Gill Sans MT" pitchFamily="34" charset="0"/>
            </a:endParaRPr>
          </a:p>
        </p:txBody>
      </p:sp>
      <p:sp>
        <p:nvSpPr>
          <p:cNvPr id="13319" name="Rectangle 5"/>
          <p:cNvSpPr>
            <a:spLocks noChangeArrowheads="1"/>
          </p:cNvSpPr>
          <p:nvPr/>
        </p:nvSpPr>
        <p:spPr bwMode="auto">
          <a:xfrm>
            <a:off x="695325" y="1457325"/>
            <a:ext cx="7924800" cy="847725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/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charset="0"/>
              <a:buNone/>
              <a:defRPr/>
            </a:pPr>
            <a:r>
              <a:rPr lang="en-US" sz="2800" dirty="0">
                <a:solidFill>
                  <a:srgbClr val="CC0000"/>
                </a:solidFill>
                <a:latin typeface="Gill Sans MT" pitchFamily="34" charset="0"/>
                <a:cs typeface="+mn-cs"/>
              </a:rPr>
              <a:t>goal:</a:t>
            </a:r>
            <a:r>
              <a:rPr lang="en-US" sz="2400" i="0" dirty="0">
                <a:latin typeface="Gill Sans MT" pitchFamily="34" charset="0"/>
                <a:cs typeface="+mn-cs"/>
              </a:rPr>
              <a:t> detect </a:t>
            </a:r>
            <a:r>
              <a:rPr lang="ja-JP" altLang="en-US" sz="2400" i="0">
                <a:latin typeface="Gill Sans MT" pitchFamily="34" charset="0"/>
                <a:cs typeface="+mn-cs"/>
              </a:rPr>
              <a:t>“</a:t>
            </a:r>
            <a:r>
              <a:rPr lang="en-US" sz="2400" i="0" dirty="0">
                <a:latin typeface="Gill Sans MT" pitchFamily="34" charset="0"/>
                <a:cs typeface="+mn-cs"/>
              </a:rPr>
              <a:t>errors</a:t>
            </a:r>
            <a:r>
              <a:rPr lang="ja-JP" altLang="en-US" sz="2400" i="0">
                <a:latin typeface="Gill Sans MT" pitchFamily="34" charset="0"/>
                <a:cs typeface="+mn-cs"/>
              </a:rPr>
              <a:t>”</a:t>
            </a:r>
            <a:r>
              <a:rPr lang="en-US" sz="2400" i="0" dirty="0">
                <a:latin typeface="Gill Sans MT" pitchFamily="34" charset="0"/>
                <a:cs typeface="+mn-cs"/>
              </a:rPr>
              <a:t> (e.g., flipped bits) in transmitted packet (note: used at transport layer</a:t>
            </a:r>
            <a:r>
              <a:rPr lang="en-US" sz="2400" dirty="0">
                <a:latin typeface="Gill Sans MT" pitchFamily="34" charset="0"/>
                <a:cs typeface="+mn-cs"/>
              </a:rPr>
              <a:t> only</a:t>
            </a:r>
            <a:r>
              <a:rPr lang="en-US" sz="2400" i="0" dirty="0">
                <a:latin typeface="Gill Sans MT" pitchFamily="34" charset="0"/>
                <a:cs typeface="+mn-cs"/>
              </a:rPr>
              <a:t>)</a:t>
            </a:r>
            <a:endParaRPr lang="en-US" sz="2400" i="0" dirty="0">
              <a:latin typeface="Gill Sans MT" pitchFamily="34" charset="0"/>
              <a:cs typeface="+mn-cs"/>
            </a:endParaRPr>
          </a:p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charset="0"/>
              <a:buChar char="v"/>
              <a:defRPr/>
            </a:pPr>
            <a:endParaRPr lang="en-US" sz="2400" i="0" dirty="0">
              <a:latin typeface="Gill Sans MT" pitchFamily="34" charset="0"/>
              <a:cs typeface="+mn-cs"/>
            </a:endParaRPr>
          </a:p>
        </p:txBody>
      </p:sp>
      <p:pic>
        <p:nvPicPr>
          <p:cNvPr id="64519" name="Picture 8" descr="underline_base"/>
          <p:cNvPicPr>
            <a:picLocks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550" y="962025"/>
            <a:ext cx="5942013" cy="173038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r>
              <a:rPr lang="en-US" sz="1200" dirty="0">
                <a:latin typeface="Tahoma" panose="020B0604030504040204" charset="0"/>
              </a:rPr>
              <a:t>6</a:t>
            </a:r>
            <a:r>
              <a:rPr lang="en-US" sz="1200" dirty="0" smtClean="0">
                <a:latin typeface="Tahoma" panose="020B0604030504040204" charset="0"/>
              </a:rPr>
              <a:t>-</a:t>
            </a:r>
            <a:fld id="{8E8C6E93-DF5B-BC4B-80F9-500DED1EEDCC}" type="slidenum">
              <a:rPr lang="en-US" sz="1200">
                <a:latin typeface="Tahoma" panose="020B0604030504040204" charset="0"/>
              </a:rPr>
            </a:fld>
            <a:endParaRPr lang="en-US" sz="1200" dirty="0">
              <a:latin typeface="Tahoma" panose="020B0604030504040204" charset="0"/>
            </a:endParaRPr>
          </a:p>
        </p:txBody>
      </p:sp>
      <p:sp>
        <p:nvSpPr>
          <p:cNvPr id="10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pPr algn="r"/>
            <a:r>
              <a:rPr lang="en-US" sz="1200" dirty="0" smtClean="0">
                <a:solidFill>
                  <a:srgbClr val="000000"/>
                </a:solidFill>
                <a:latin typeface="Tahoma" panose="020B0604030504040204" charset="0"/>
                <a:cs typeface="Arial" panose="020B0604020202090204" pitchFamily="34" charset="0"/>
              </a:rPr>
              <a:t>Link Layer and LANs</a:t>
            </a:r>
            <a:endParaRPr lang="en-US" sz="1200" dirty="0">
              <a:solidFill>
                <a:srgbClr val="000000"/>
              </a:solidFill>
              <a:latin typeface="Tahoma" panose="020B060403050404020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63" name="Picture 5" descr="underline_base"/>
          <p:cNvPicPr>
            <a:picLocks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275" y="922338"/>
            <a:ext cx="5484813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14341" name="Rectangle 2"/>
          <p:cNvSpPr>
            <a:spLocks noGrp="1" noChangeArrowheads="1"/>
          </p:cNvSpPr>
          <p:nvPr>
            <p:ph type="title"/>
          </p:nvPr>
        </p:nvSpPr>
        <p:spPr>
          <a:xfrm>
            <a:off x="466725" y="211138"/>
            <a:ext cx="8231188" cy="1004887"/>
          </a:xfrm>
        </p:spPr>
        <p:txBody>
          <a:bodyPr/>
          <a:lstStyle/>
          <a:p>
            <a:pPr>
              <a:defRPr/>
            </a:pPr>
            <a:r>
              <a:rPr lang="en-US" sz="4000" dirty="0">
                <a:latin typeface="Gill Sans MT" pitchFamily="34" charset="0"/>
                <a:cs typeface="+mj-cs"/>
              </a:rPr>
              <a:t>Cyclic redundancy check</a:t>
            </a:r>
            <a:endParaRPr lang="en-US" sz="4800" dirty="0">
              <a:latin typeface="Gill Sans MT" pitchFamily="34" charset="0"/>
              <a:cs typeface="+mj-cs"/>
            </a:endParaRPr>
          </a:p>
        </p:txBody>
      </p:sp>
      <p:sp>
        <p:nvSpPr>
          <p:cNvPr id="143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47688" y="1319213"/>
            <a:ext cx="7772400" cy="3360737"/>
          </a:xfrm>
        </p:spPr>
        <p:txBody>
          <a:bodyPr/>
          <a:lstStyle/>
          <a:p>
            <a:pPr>
              <a:defRPr/>
            </a:pPr>
            <a:r>
              <a:rPr lang="en-US" sz="2400" dirty="0">
                <a:latin typeface="Gill Sans MT" pitchFamily="34" charset="0"/>
                <a:cs typeface="+mn-cs"/>
              </a:rPr>
              <a:t>more powerful error-detection coding</a:t>
            </a:r>
            <a:endParaRPr lang="en-US" sz="2400" dirty="0">
              <a:latin typeface="Gill Sans MT" pitchFamily="34" charset="0"/>
              <a:cs typeface="+mn-cs"/>
            </a:endParaRPr>
          </a:p>
          <a:p>
            <a:pPr>
              <a:defRPr/>
            </a:pPr>
            <a:r>
              <a:rPr lang="en-US" sz="2400" dirty="0">
                <a:latin typeface="Gill Sans MT" pitchFamily="34" charset="0"/>
                <a:cs typeface="+mn-cs"/>
              </a:rPr>
              <a:t>view data bits, </a:t>
            </a:r>
            <a:r>
              <a:rPr lang="en-US" sz="2400" dirty="0">
                <a:solidFill>
                  <a:srgbClr val="CC0000"/>
                </a:solidFill>
                <a:latin typeface="Gill Sans MT" pitchFamily="34" charset="0"/>
                <a:cs typeface="+mn-cs"/>
              </a:rPr>
              <a:t>D</a:t>
            </a:r>
            <a:r>
              <a:rPr lang="en-US" sz="2400" dirty="0">
                <a:latin typeface="Gill Sans MT" pitchFamily="34" charset="0"/>
                <a:cs typeface="+mn-cs"/>
              </a:rPr>
              <a:t>, as a binary number</a:t>
            </a:r>
            <a:endParaRPr lang="en-US" sz="2400" dirty="0">
              <a:latin typeface="Gill Sans MT" pitchFamily="34" charset="0"/>
              <a:cs typeface="+mn-cs"/>
            </a:endParaRPr>
          </a:p>
          <a:p>
            <a:pPr>
              <a:defRPr/>
            </a:pPr>
            <a:r>
              <a:rPr lang="en-US" sz="2400" dirty="0">
                <a:latin typeface="Gill Sans MT" pitchFamily="34" charset="0"/>
                <a:cs typeface="+mn-cs"/>
              </a:rPr>
              <a:t>choose r+1 bit pattern (generator), </a:t>
            </a:r>
            <a:r>
              <a:rPr lang="en-US" sz="2400" dirty="0">
                <a:solidFill>
                  <a:srgbClr val="CC0000"/>
                </a:solidFill>
                <a:latin typeface="Gill Sans MT" pitchFamily="34" charset="0"/>
                <a:cs typeface="+mn-cs"/>
              </a:rPr>
              <a:t>G</a:t>
            </a:r>
            <a:r>
              <a:rPr lang="en-US" sz="2400" dirty="0">
                <a:latin typeface="Gill Sans MT" pitchFamily="34" charset="0"/>
                <a:cs typeface="+mn-cs"/>
              </a:rPr>
              <a:t> </a:t>
            </a:r>
            <a:endParaRPr lang="en-US" sz="2400" dirty="0">
              <a:latin typeface="Gill Sans MT" pitchFamily="34" charset="0"/>
              <a:cs typeface="+mn-cs"/>
            </a:endParaRPr>
          </a:p>
          <a:p>
            <a:pPr>
              <a:defRPr/>
            </a:pPr>
            <a:r>
              <a:rPr lang="en-US" sz="2400" dirty="0">
                <a:latin typeface="Gill Sans MT" pitchFamily="34" charset="0"/>
                <a:cs typeface="+mn-cs"/>
              </a:rPr>
              <a:t>goal: choose r CRC bits, </a:t>
            </a:r>
            <a:r>
              <a:rPr lang="en-US" sz="2400" dirty="0">
                <a:solidFill>
                  <a:srgbClr val="CC0000"/>
                </a:solidFill>
                <a:latin typeface="Gill Sans MT" pitchFamily="34" charset="0"/>
                <a:cs typeface="+mn-cs"/>
              </a:rPr>
              <a:t>R</a:t>
            </a:r>
            <a:r>
              <a:rPr lang="en-US" sz="2400" dirty="0">
                <a:latin typeface="Gill Sans MT" pitchFamily="34" charset="0"/>
                <a:cs typeface="+mn-cs"/>
              </a:rPr>
              <a:t>, such that</a:t>
            </a:r>
            <a:endParaRPr lang="en-US" sz="2400" dirty="0">
              <a:latin typeface="Gill Sans MT" pitchFamily="34" charset="0"/>
              <a:cs typeface="+mn-cs"/>
            </a:endParaRPr>
          </a:p>
          <a:p>
            <a:pPr lvl="1">
              <a:defRPr/>
            </a:pPr>
            <a:r>
              <a:rPr lang="en-US" sz="2000" dirty="0">
                <a:latin typeface="Gill Sans MT" pitchFamily="34" charset="0"/>
              </a:rPr>
              <a:t> &lt;D,R&gt; exactly divisible by G (modulo 2) </a:t>
            </a:r>
            <a:endParaRPr lang="en-US" sz="2000" dirty="0">
              <a:latin typeface="Gill Sans MT" pitchFamily="34" charset="0"/>
            </a:endParaRPr>
          </a:p>
          <a:p>
            <a:pPr lvl="1">
              <a:defRPr/>
            </a:pPr>
            <a:r>
              <a:rPr lang="en-US" sz="2000" dirty="0">
                <a:latin typeface="Gill Sans MT" pitchFamily="34" charset="0"/>
              </a:rPr>
              <a:t>receiver knows G, divides &lt;D,R&gt; by G.  If non-zero remainder: error detected!</a:t>
            </a:r>
            <a:endParaRPr lang="en-US" sz="2000" dirty="0">
              <a:latin typeface="Gill Sans MT" pitchFamily="34" charset="0"/>
            </a:endParaRPr>
          </a:p>
          <a:p>
            <a:pPr lvl="1">
              <a:defRPr/>
            </a:pPr>
            <a:r>
              <a:rPr lang="en-US" sz="2000" dirty="0">
                <a:latin typeface="Gill Sans MT" pitchFamily="34" charset="0"/>
              </a:rPr>
              <a:t>can detect all burst errors less than r+1 bits</a:t>
            </a:r>
            <a:endParaRPr lang="en-US" sz="2000" dirty="0">
              <a:latin typeface="Gill Sans MT" pitchFamily="34" charset="0"/>
            </a:endParaRPr>
          </a:p>
          <a:p>
            <a:pPr>
              <a:defRPr/>
            </a:pPr>
            <a:r>
              <a:rPr lang="en-US" sz="2400" dirty="0">
                <a:latin typeface="Gill Sans MT" pitchFamily="34" charset="0"/>
                <a:cs typeface="+mn-cs"/>
              </a:rPr>
              <a:t>widely used in practice (Ethernet, 802.11 WiFi, ATM)</a:t>
            </a:r>
            <a:endParaRPr lang="en-US" sz="2400" dirty="0">
              <a:latin typeface="Gill Sans MT" pitchFamily="34" charset="0"/>
              <a:cs typeface="+mn-cs"/>
            </a:endParaRPr>
          </a:p>
        </p:txBody>
      </p:sp>
      <p:pic>
        <p:nvPicPr>
          <p:cNvPr id="66566" name="Picture 4" descr="524 CRC cod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4950" y="4743450"/>
            <a:ext cx="5738813" cy="15875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r>
              <a:rPr lang="en-US" sz="1200" dirty="0">
                <a:latin typeface="Tahoma" panose="020B0604030504040204" charset="0"/>
              </a:rPr>
              <a:t>6</a:t>
            </a:r>
            <a:r>
              <a:rPr lang="en-US" sz="1200" dirty="0" smtClean="0">
                <a:latin typeface="Tahoma" panose="020B0604030504040204" charset="0"/>
              </a:rPr>
              <a:t>-</a:t>
            </a:r>
            <a:fld id="{8E8C6E93-DF5B-BC4B-80F9-500DED1EEDCC}" type="slidenum">
              <a:rPr lang="en-US" sz="1200">
                <a:latin typeface="Tahoma" panose="020B0604030504040204" charset="0"/>
              </a:rPr>
            </a:fld>
            <a:endParaRPr lang="en-US" sz="1200" dirty="0">
              <a:latin typeface="Tahoma" panose="020B0604030504040204" charset="0"/>
            </a:endParaRPr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pPr algn="r"/>
            <a:r>
              <a:rPr lang="en-US" sz="1200" dirty="0" smtClean="0">
                <a:solidFill>
                  <a:srgbClr val="000000"/>
                </a:solidFill>
                <a:latin typeface="Tahoma" panose="020B0604030504040204" charset="0"/>
                <a:cs typeface="Arial" panose="020B0604020202090204" pitchFamily="34" charset="0"/>
              </a:rPr>
              <a:t>Link Layer and LANs</a:t>
            </a:r>
            <a:endParaRPr lang="en-US" sz="1200" dirty="0">
              <a:solidFill>
                <a:srgbClr val="000000"/>
              </a:solidFill>
              <a:latin typeface="Tahoma" panose="020B060403050404020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5" name="Rectangle 3"/>
          <p:cNvSpPr>
            <a:spLocks noGrp="1" noChangeArrowheads="1"/>
          </p:cNvSpPr>
          <p:nvPr>
            <p:ph type="title"/>
          </p:nvPr>
        </p:nvSpPr>
        <p:spPr>
          <a:xfrm>
            <a:off x="533400" y="128588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sz="4000" dirty="0">
                <a:latin typeface="Gill Sans MT" pitchFamily="34" charset="0"/>
                <a:cs typeface="+mj-cs"/>
              </a:rPr>
              <a:t>CRC example</a:t>
            </a:r>
            <a:endParaRPr lang="en-US" dirty="0">
              <a:latin typeface="Gill Sans MT" pitchFamily="34" charset="0"/>
              <a:cs typeface="+mj-cs"/>
            </a:endParaRPr>
          </a:p>
        </p:txBody>
      </p:sp>
      <p:sp>
        <p:nvSpPr>
          <p:cNvPr id="15366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581025" y="1447800"/>
            <a:ext cx="3711575" cy="3244850"/>
          </a:xfrm>
        </p:spPr>
        <p:txBody>
          <a:bodyPr/>
          <a:lstStyle/>
          <a:p>
            <a:pPr>
              <a:lnSpc>
                <a:spcPct val="75000"/>
              </a:lnSpc>
              <a:buFont typeface="Wingdings" panose="05000000000000000000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pitchFamily="34" charset="0"/>
                <a:cs typeface="+mn-cs"/>
              </a:rPr>
              <a:t>want:</a:t>
            </a:r>
            <a:endParaRPr lang="en-US" sz="3200" dirty="0">
              <a:solidFill>
                <a:srgbClr val="000099"/>
              </a:solidFill>
              <a:latin typeface="Gill Sans MT" pitchFamily="34" charset="0"/>
              <a:cs typeface="+mn-cs"/>
            </a:endParaRPr>
          </a:p>
          <a:p>
            <a:pPr lvl="1">
              <a:lnSpc>
                <a:spcPct val="75000"/>
              </a:lnSpc>
              <a:buFont typeface="Wingdings" panose="05000000000000000000" charset="0"/>
              <a:buNone/>
              <a:defRPr/>
            </a:pPr>
            <a:r>
              <a:rPr lang="en-US" sz="2800" dirty="0">
                <a:latin typeface="Gill Sans MT" pitchFamily="34" charset="0"/>
              </a:rPr>
              <a:t>D</a:t>
            </a:r>
            <a:r>
              <a:rPr lang="en-US" sz="2800" baseline="26000" dirty="0">
                <a:latin typeface="Gill Sans MT" pitchFamily="34" charset="0"/>
              </a:rPr>
              <a:t>.</a:t>
            </a:r>
            <a:r>
              <a:rPr lang="en-US" sz="2800" dirty="0">
                <a:latin typeface="Gill Sans MT" pitchFamily="34" charset="0"/>
              </a:rPr>
              <a:t>2</a:t>
            </a:r>
            <a:r>
              <a:rPr lang="en-US" sz="2800" baseline="30000" dirty="0">
                <a:latin typeface="Gill Sans MT" pitchFamily="34" charset="0"/>
              </a:rPr>
              <a:t>r</a:t>
            </a:r>
            <a:r>
              <a:rPr lang="en-US" sz="2800" dirty="0">
                <a:latin typeface="Gill Sans MT" pitchFamily="34" charset="0"/>
              </a:rPr>
              <a:t> XOR R = nG</a:t>
            </a:r>
            <a:endParaRPr lang="en-US" sz="2800" dirty="0">
              <a:latin typeface="Gill Sans MT" pitchFamily="34" charset="0"/>
            </a:endParaRPr>
          </a:p>
          <a:p>
            <a:pPr>
              <a:lnSpc>
                <a:spcPct val="75000"/>
              </a:lnSpc>
              <a:buFont typeface="Wingdings" panose="05000000000000000000" charset="0"/>
              <a:buNone/>
              <a:defRPr/>
            </a:pPr>
            <a:r>
              <a:rPr lang="en-US" i="1" dirty="0">
                <a:solidFill>
                  <a:srgbClr val="000099"/>
                </a:solidFill>
                <a:latin typeface="Gill Sans MT" pitchFamily="34" charset="0"/>
                <a:cs typeface="+mn-cs"/>
              </a:rPr>
              <a:t>equivalently:</a:t>
            </a:r>
            <a:endParaRPr lang="en-US" sz="3200" dirty="0">
              <a:solidFill>
                <a:srgbClr val="000099"/>
              </a:solidFill>
              <a:latin typeface="Gill Sans MT" pitchFamily="34" charset="0"/>
              <a:cs typeface="+mn-cs"/>
            </a:endParaRPr>
          </a:p>
          <a:p>
            <a:pPr lvl="1">
              <a:lnSpc>
                <a:spcPct val="75000"/>
              </a:lnSpc>
              <a:buFont typeface="Wingdings" panose="05000000000000000000" charset="0"/>
              <a:buNone/>
              <a:defRPr/>
            </a:pPr>
            <a:r>
              <a:rPr lang="en-US" sz="2800" dirty="0">
                <a:latin typeface="Gill Sans MT" pitchFamily="34" charset="0"/>
              </a:rPr>
              <a:t>D</a:t>
            </a:r>
            <a:r>
              <a:rPr lang="en-US" sz="2800" baseline="26000" dirty="0">
                <a:latin typeface="Gill Sans MT" pitchFamily="34" charset="0"/>
              </a:rPr>
              <a:t>.</a:t>
            </a:r>
            <a:r>
              <a:rPr lang="en-US" sz="2800" dirty="0">
                <a:latin typeface="Gill Sans MT" pitchFamily="34" charset="0"/>
              </a:rPr>
              <a:t>2</a:t>
            </a:r>
            <a:r>
              <a:rPr lang="en-US" sz="2800" baseline="30000" dirty="0">
                <a:latin typeface="Gill Sans MT" pitchFamily="34" charset="0"/>
              </a:rPr>
              <a:t>r</a:t>
            </a:r>
            <a:r>
              <a:rPr lang="en-US" sz="2800" dirty="0">
                <a:latin typeface="Gill Sans MT" pitchFamily="34" charset="0"/>
              </a:rPr>
              <a:t> = nG XOR R </a:t>
            </a:r>
            <a:endParaRPr lang="en-US" sz="2800" dirty="0">
              <a:latin typeface="Gill Sans MT" pitchFamily="34" charset="0"/>
            </a:endParaRPr>
          </a:p>
          <a:p>
            <a:pPr>
              <a:lnSpc>
                <a:spcPct val="75000"/>
              </a:lnSpc>
              <a:buFont typeface="Wingdings" panose="05000000000000000000" charset="0"/>
              <a:buNone/>
              <a:defRPr/>
            </a:pPr>
            <a:r>
              <a:rPr lang="en-US" i="1" dirty="0">
                <a:solidFill>
                  <a:srgbClr val="000099"/>
                </a:solidFill>
                <a:latin typeface="Gill Sans MT" pitchFamily="34" charset="0"/>
                <a:cs typeface="+mn-cs"/>
              </a:rPr>
              <a:t>equivalently:</a:t>
            </a:r>
            <a:r>
              <a:rPr lang="en-US" dirty="0">
                <a:latin typeface="Gill Sans MT" pitchFamily="34" charset="0"/>
                <a:cs typeface="+mn-cs"/>
              </a:rPr>
              <a:t>  </a:t>
            </a:r>
            <a:endParaRPr lang="en-US" dirty="0">
              <a:latin typeface="Gill Sans MT" pitchFamily="34" charset="0"/>
              <a:cs typeface="+mn-cs"/>
            </a:endParaRPr>
          </a:p>
          <a:p>
            <a:pPr>
              <a:lnSpc>
                <a:spcPct val="75000"/>
              </a:lnSpc>
              <a:buFont typeface="Wingdings" panose="05000000000000000000" charset="0"/>
              <a:buNone/>
              <a:defRPr/>
            </a:pPr>
            <a:r>
              <a:rPr lang="en-US" dirty="0">
                <a:latin typeface="Gill Sans MT" pitchFamily="34" charset="0"/>
                <a:cs typeface="+mn-cs"/>
              </a:rPr>
              <a:t>    if we divide D</a:t>
            </a:r>
            <a:r>
              <a:rPr lang="en-US" baseline="26000" dirty="0">
                <a:latin typeface="Gill Sans MT" pitchFamily="34" charset="0"/>
                <a:cs typeface="+mn-cs"/>
              </a:rPr>
              <a:t>.</a:t>
            </a:r>
            <a:r>
              <a:rPr lang="en-US" dirty="0">
                <a:latin typeface="Gill Sans MT" pitchFamily="34" charset="0"/>
                <a:cs typeface="+mn-cs"/>
              </a:rPr>
              <a:t>2</a:t>
            </a:r>
            <a:r>
              <a:rPr lang="en-US" baseline="30000" dirty="0">
                <a:latin typeface="Gill Sans MT" pitchFamily="34" charset="0"/>
                <a:cs typeface="+mn-cs"/>
              </a:rPr>
              <a:t>r</a:t>
            </a:r>
            <a:r>
              <a:rPr lang="en-US" dirty="0">
                <a:latin typeface="Gill Sans MT" pitchFamily="34" charset="0"/>
                <a:cs typeface="+mn-cs"/>
              </a:rPr>
              <a:t> by G, want remainder R to satisfy:</a:t>
            </a:r>
            <a:endParaRPr lang="en-US" sz="3200" dirty="0">
              <a:latin typeface="Gill Sans MT" pitchFamily="34" charset="0"/>
              <a:cs typeface="+mn-cs"/>
            </a:endParaRPr>
          </a:p>
        </p:txBody>
      </p:sp>
      <p:sp>
        <p:nvSpPr>
          <p:cNvPr id="15367" name="Text Box 5"/>
          <p:cNvSpPr txBox="1">
            <a:spLocks noChangeArrowheads="1"/>
          </p:cNvSpPr>
          <p:nvPr/>
        </p:nvSpPr>
        <p:spPr bwMode="auto">
          <a:xfrm>
            <a:off x="1227138" y="4957763"/>
            <a:ext cx="3767137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2400" dirty="0" smtClean="0">
                <a:latin typeface="Arial" panose="020B0604020202090204" pitchFamily="34" charset="0"/>
                <a:cs typeface="+mn-cs"/>
              </a:rPr>
              <a:t>R</a:t>
            </a:r>
            <a:r>
              <a:rPr lang="en-US" dirty="0" smtClean="0">
                <a:latin typeface="Arial" panose="020B0604020202090204" pitchFamily="34" charset="0"/>
                <a:cs typeface="+mn-cs"/>
              </a:rPr>
              <a:t> = remainder[           ]</a:t>
            </a:r>
            <a:endParaRPr lang="en-US" dirty="0" smtClean="0">
              <a:latin typeface="Arial" panose="020B0604020202090204" pitchFamily="34" charset="0"/>
              <a:cs typeface="+mn-cs"/>
            </a:endParaRPr>
          </a:p>
        </p:txBody>
      </p:sp>
      <p:sp>
        <p:nvSpPr>
          <p:cNvPr id="15368" name="Text Box 6"/>
          <p:cNvSpPr txBox="1">
            <a:spLocks noChangeArrowheads="1"/>
          </p:cNvSpPr>
          <p:nvPr/>
        </p:nvSpPr>
        <p:spPr bwMode="auto">
          <a:xfrm>
            <a:off x="2641600" y="4797425"/>
            <a:ext cx="1336675" cy="82232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 algn="ctr">
              <a:defRPr/>
            </a:pPr>
            <a:r>
              <a:rPr lang="en-US" sz="2400" dirty="0" smtClean="0">
                <a:latin typeface="Arial" panose="020B0604020202090204" pitchFamily="34" charset="0"/>
                <a:cs typeface="+mn-cs"/>
              </a:rPr>
              <a:t>D</a:t>
            </a:r>
            <a:r>
              <a:rPr lang="en-US" sz="2400" baseline="26000" dirty="0" smtClean="0">
                <a:latin typeface="Arial" panose="020B0604020202090204" pitchFamily="34" charset="0"/>
                <a:cs typeface="+mn-cs"/>
              </a:rPr>
              <a:t>.</a:t>
            </a:r>
            <a:r>
              <a:rPr lang="en-US" sz="2400" dirty="0" smtClean="0">
                <a:latin typeface="Arial" panose="020B0604020202090204" pitchFamily="34" charset="0"/>
                <a:cs typeface="+mn-cs"/>
              </a:rPr>
              <a:t>2</a:t>
            </a:r>
            <a:r>
              <a:rPr lang="en-US" sz="2400" baseline="30000" dirty="0" smtClean="0">
                <a:latin typeface="Arial" panose="020B0604020202090204" pitchFamily="34" charset="0"/>
                <a:cs typeface="+mn-cs"/>
              </a:rPr>
              <a:t>r</a:t>
            </a:r>
            <a:endParaRPr lang="en-US" sz="2400" baseline="30000" dirty="0" smtClean="0">
              <a:latin typeface="Arial" panose="020B0604020202090204" pitchFamily="34" charset="0"/>
              <a:cs typeface="+mn-cs"/>
            </a:endParaRPr>
          </a:p>
          <a:p>
            <a:pPr algn="ctr">
              <a:defRPr/>
            </a:pPr>
            <a:r>
              <a:rPr lang="en-US" sz="2400" dirty="0" smtClean="0">
                <a:latin typeface="Arial" panose="020B0604020202090204" pitchFamily="34" charset="0"/>
                <a:cs typeface="+mn-cs"/>
              </a:rPr>
              <a:t>G</a:t>
            </a:r>
            <a:endParaRPr lang="en-US" sz="2400" dirty="0" smtClean="0">
              <a:latin typeface="Arial" panose="020B0604020202090204" pitchFamily="34" charset="0"/>
              <a:cs typeface="+mn-cs"/>
            </a:endParaRPr>
          </a:p>
        </p:txBody>
      </p:sp>
      <p:sp>
        <p:nvSpPr>
          <p:cNvPr id="15369" name="Line 7"/>
          <p:cNvSpPr>
            <a:spLocks noChangeShapeType="1"/>
          </p:cNvSpPr>
          <p:nvPr/>
        </p:nvSpPr>
        <p:spPr bwMode="auto">
          <a:xfrm>
            <a:off x="2984500" y="5213350"/>
            <a:ext cx="6318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5370" name="Rectangle 8"/>
          <p:cNvSpPr>
            <a:spLocks noChangeArrowheads="1"/>
          </p:cNvSpPr>
          <p:nvPr/>
        </p:nvSpPr>
        <p:spPr bwMode="auto">
          <a:xfrm>
            <a:off x="1055688" y="4622800"/>
            <a:ext cx="3201987" cy="1190625"/>
          </a:xfrm>
          <a:prstGeom prst="rect">
            <a:avLst/>
          </a:prstGeom>
          <a:noFill/>
          <a:ln w="19050">
            <a:solidFill>
              <a:srgbClr val="CC0000"/>
            </a:solidFill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pic>
        <p:nvPicPr>
          <p:cNvPr id="68617" name="Picture 9" descr="underline_base"/>
          <p:cNvPicPr>
            <a:picLocks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513" y="914400"/>
            <a:ext cx="2970212" cy="173038"/>
          </a:xfrm>
          <a:prstGeom prst="rect">
            <a:avLst/>
          </a:prstGeom>
          <a:noFill/>
          <a:ln>
            <a:noFill/>
          </a:ln>
        </p:spPr>
      </p:pic>
      <p:pic>
        <p:nvPicPr>
          <p:cNvPr id="68618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8988" y="1028700"/>
            <a:ext cx="4106862" cy="5024438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r>
              <a:rPr lang="en-US" sz="1200" dirty="0">
                <a:latin typeface="Tahoma" panose="020B0604030504040204" charset="0"/>
              </a:rPr>
              <a:t>6</a:t>
            </a:r>
            <a:r>
              <a:rPr lang="en-US" sz="1200" dirty="0" smtClean="0">
                <a:latin typeface="Tahoma" panose="020B0604030504040204" charset="0"/>
              </a:rPr>
              <a:t>-</a:t>
            </a:r>
            <a:fld id="{8E8C6E93-DF5B-BC4B-80F9-500DED1EEDCC}" type="slidenum">
              <a:rPr lang="en-US" sz="1200">
                <a:latin typeface="Tahoma" panose="020B0604030504040204" charset="0"/>
              </a:rPr>
            </a:fld>
            <a:endParaRPr lang="en-US" sz="1200" dirty="0">
              <a:latin typeface="Tahoma" panose="020B0604030504040204" charset="0"/>
            </a:endParaRPr>
          </a:p>
        </p:txBody>
      </p:sp>
      <p:sp>
        <p:nvSpPr>
          <p:cNvPr id="1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pPr algn="r"/>
            <a:r>
              <a:rPr lang="en-US" sz="1200" dirty="0" smtClean="0">
                <a:solidFill>
                  <a:srgbClr val="000000"/>
                </a:solidFill>
                <a:latin typeface="Tahoma" panose="020B0604030504040204" charset="0"/>
                <a:cs typeface="Arial" panose="020B0604020202090204" pitchFamily="34" charset="0"/>
              </a:rPr>
              <a:t>Link Layer and LANs</a:t>
            </a:r>
            <a:endParaRPr lang="en-US" sz="1200" dirty="0">
              <a:solidFill>
                <a:srgbClr val="000000"/>
              </a:solidFill>
              <a:latin typeface="Tahoma" panose="020B0604030504040204" charset="0"/>
              <a:cs typeface="Arial" panose="020B0604020202090204" pitchFamily="34" charset="0"/>
            </a:endParaRPr>
          </a:p>
        </p:txBody>
      </p:sp>
      <p:sp>
        <p:nvSpPr>
          <p:cNvPr id="14" name="TextBox 1"/>
          <p:cNvSpPr txBox="1">
            <a:spLocks noChangeArrowheads="1"/>
          </p:cNvSpPr>
          <p:nvPr/>
        </p:nvSpPr>
        <p:spPr bwMode="auto">
          <a:xfrm>
            <a:off x="339826" y="6198762"/>
            <a:ext cx="4507165" cy="5232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r>
              <a:rPr lang="en-US" sz="1400" dirty="0" smtClean="0"/>
              <a:t>* Check </a:t>
            </a:r>
            <a:r>
              <a:rPr lang="en-US" sz="1400" dirty="0"/>
              <a:t>out the online interactive exercises for more </a:t>
            </a:r>
            <a:r>
              <a:rPr lang="en-US" sz="1400" dirty="0" smtClean="0"/>
              <a:t>examples: h</a:t>
            </a:r>
            <a:r>
              <a:rPr lang="en-US" sz="1200" dirty="0" smtClean="0"/>
              <a:t>ttp</a:t>
            </a:r>
            <a:r>
              <a:rPr lang="en-US" sz="1200" dirty="0"/>
              <a:t>://gaia.cs.umass.edu/kurose_ross/interactive/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59" name="Picture 5" descr="underline_base"/>
          <p:cNvPicPr>
            <a:picLocks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025" y="1028700"/>
            <a:ext cx="5942013" cy="173038"/>
          </a:xfrm>
          <a:prstGeom prst="rect">
            <a:avLst/>
          </a:prstGeom>
          <a:noFill/>
          <a:ln>
            <a:noFill/>
          </a:ln>
        </p:spPr>
      </p:pic>
      <p:sp>
        <p:nvSpPr>
          <p:cNvPr id="30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Gill Sans MT" pitchFamily="34" charset="0"/>
                <a:cs typeface="+mj-cs"/>
              </a:rPr>
              <a:t>Link layer, </a:t>
            </a:r>
            <a:r>
              <a:rPr lang="en-US" sz="4000" dirty="0">
                <a:latin typeface="Gill Sans MT" pitchFamily="34" charset="0"/>
                <a:cs typeface="+mj-cs"/>
              </a:rPr>
              <a:t>LAN</a:t>
            </a:r>
            <a:r>
              <a:rPr lang="en-US" dirty="0">
                <a:latin typeface="Gill Sans MT" pitchFamily="34" charset="0"/>
                <a:cs typeface="+mj-cs"/>
              </a:rPr>
              <a:t>s: outline</a:t>
            </a:r>
            <a:endParaRPr lang="en-US" dirty="0">
              <a:latin typeface="Gill Sans MT" pitchFamily="34" charset="0"/>
              <a:cs typeface="+mj-cs"/>
            </a:endParaRPr>
          </a:p>
        </p:txBody>
      </p:sp>
      <p:sp>
        <p:nvSpPr>
          <p:cNvPr id="307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600200"/>
            <a:ext cx="3922713" cy="4648200"/>
          </a:xfrm>
        </p:spPr>
        <p:txBody>
          <a:bodyPr/>
          <a:lstStyle/>
          <a:p>
            <a:pPr marL="457200" indent="-457200">
              <a:buFont typeface="Wingdings" panose="05000000000000000000" charset="0"/>
              <a:buNone/>
              <a:defRPr/>
            </a:pPr>
            <a:r>
              <a:rPr lang="en-US" dirty="0" smtClean="0">
                <a:solidFill>
                  <a:srgbClr val="000099"/>
                </a:solidFill>
                <a:latin typeface="Gill Sans MT" pitchFamily="34" charset="0"/>
                <a:cs typeface="+mn-cs"/>
              </a:rPr>
              <a:t>6.1</a:t>
            </a:r>
            <a:r>
              <a:rPr lang="en-US" dirty="0" smtClean="0">
                <a:solidFill>
                  <a:srgbClr val="CC0000"/>
                </a:solidFill>
                <a:latin typeface="Gill Sans MT" pitchFamily="34" charset="0"/>
                <a:cs typeface="+mn-cs"/>
              </a:rPr>
              <a:t> </a:t>
            </a:r>
            <a:r>
              <a:rPr lang="en-US" dirty="0">
                <a:latin typeface="Gill Sans MT" pitchFamily="34" charset="0"/>
                <a:cs typeface="+mn-cs"/>
              </a:rPr>
              <a:t>introduction, services</a:t>
            </a:r>
            <a:endParaRPr lang="en-US" dirty="0">
              <a:latin typeface="Gill Sans MT" pitchFamily="34" charset="0"/>
              <a:cs typeface="+mn-cs"/>
            </a:endParaRPr>
          </a:p>
          <a:p>
            <a:pPr marL="457200" indent="-457200">
              <a:buFont typeface="Wingdings" panose="05000000000000000000" charset="0"/>
              <a:buNone/>
              <a:defRPr/>
            </a:pPr>
            <a:r>
              <a:rPr lang="en-US" dirty="0" smtClean="0">
                <a:solidFill>
                  <a:srgbClr val="000099"/>
                </a:solidFill>
                <a:latin typeface="Gill Sans MT" pitchFamily="34" charset="0"/>
                <a:cs typeface="+mn-cs"/>
              </a:rPr>
              <a:t>6.2</a:t>
            </a:r>
            <a:r>
              <a:rPr lang="en-US" dirty="0" smtClean="0">
                <a:solidFill>
                  <a:srgbClr val="CC0000"/>
                </a:solidFill>
                <a:latin typeface="Gill Sans MT" pitchFamily="34" charset="0"/>
                <a:cs typeface="+mn-cs"/>
              </a:rPr>
              <a:t> </a:t>
            </a:r>
            <a:r>
              <a:rPr lang="en-US" dirty="0">
                <a:latin typeface="Gill Sans MT" pitchFamily="34" charset="0"/>
                <a:cs typeface="+mn-cs"/>
              </a:rPr>
              <a:t>error detection, correction </a:t>
            </a:r>
            <a:endParaRPr lang="en-US" dirty="0">
              <a:latin typeface="Gill Sans MT" pitchFamily="34" charset="0"/>
              <a:cs typeface="+mn-cs"/>
            </a:endParaRPr>
          </a:p>
          <a:p>
            <a:pPr marL="457200" indent="-457200">
              <a:buFont typeface="Wingdings" panose="05000000000000000000" charset="0"/>
              <a:buNone/>
              <a:defRPr/>
            </a:pPr>
            <a:r>
              <a:rPr lang="en-US" dirty="0" smtClean="0">
                <a:solidFill>
                  <a:srgbClr val="CC0000"/>
                </a:solidFill>
                <a:latin typeface="Gill Sans MT" pitchFamily="34" charset="0"/>
                <a:cs typeface="+mn-cs"/>
              </a:rPr>
              <a:t>6.3 </a:t>
            </a:r>
            <a:r>
              <a:rPr lang="en-US" dirty="0">
                <a:solidFill>
                  <a:srgbClr val="CC0000"/>
                </a:solidFill>
                <a:latin typeface="Gill Sans MT" pitchFamily="34" charset="0"/>
                <a:cs typeface="+mn-cs"/>
              </a:rPr>
              <a:t>multiple access protocols</a:t>
            </a:r>
            <a:endParaRPr lang="en-US" dirty="0">
              <a:solidFill>
                <a:srgbClr val="CC0000"/>
              </a:solidFill>
              <a:latin typeface="Gill Sans MT" pitchFamily="34" charset="0"/>
              <a:cs typeface="+mn-cs"/>
            </a:endParaRPr>
          </a:p>
          <a:p>
            <a:pPr marL="457200" indent="-457200">
              <a:buFont typeface="Wingdings" panose="05000000000000000000" charset="0"/>
              <a:buNone/>
              <a:defRPr/>
            </a:pPr>
            <a:r>
              <a:rPr lang="en-US" dirty="0" smtClean="0">
                <a:solidFill>
                  <a:srgbClr val="000099"/>
                </a:solidFill>
                <a:latin typeface="Gill Sans MT" pitchFamily="34" charset="0"/>
                <a:cs typeface="+mn-cs"/>
              </a:rPr>
              <a:t>6.4</a:t>
            </a:r>
            <a:r>
              <a:rPr lang="en-US" dirty="0" smtClean="0">
                <a:latin typeface="Gill Sans MT" pitchFamily="34" charset="0"/>
                <a:cs typeface="+mn-cs"/>
              </a:rPr>
              <a:t> LANs</a:t>
            </a:r>
            <a:endParaRPr lang="en-US" dirty="0">
              <a:latin typeface="Gill Sans MT" pitchFamily="34" charset="0"/>
              <a:cs typeface="+mn-cs"/>
            </a:endParaRPr>
          </a:p>
          <a:p>
            <a:pPr lvl="1">
              <a:defRPr/>
            </a:pPr>
            <a:r>
              <a:rPr lang="en-US" dirty="0" smtClean="0">
                <a:latin typeface="Gill Sans MT" pitchFamily="34" charset="0"/>
              </a:rPr>
              <a:t>addressing, ARP</a:t>
            </a:r>
            <a:endParaRPr lang="en-US" dirty="0" smtClean="0">
              <a:latin typeface="Gill Sans MT" pitchFamily="34" charset="0"/>
            </a:endParaRPr>
          </a:p>
          <a:p>
            <a:pPr lvl="1">
              <a:defRPr/>
            </a:pPr>
            <a:r>
              <a:rPr lang="en-US" dirty="0" smtClean="0">
                <a:latin typeface="Gill Sans MT" pitchFamily="34" charset="0"/>
              </a:rPr>
              <a:t>Ethernet</a:t>
            </a:r>
            <a:endParaRPr lang="en-US" dirty="0" smtClean="0">
              <a:latin typeface="Gill Sans MT" pitchFamily="34" charset="0"/>
            </a:endParaRPr>
          </a:p>
          <a:p>
            <a:pPr lvl="1">
              <a:defRPr/>
            </a:pPr>
            <a:r>
              <a:rPr lang="en-US" dirty="0">
                <a:latin typeface="Gill Sans MT" pitchFamily="34" charset="0"/>
              </a:rPr>
              <a:t>s</a:t>
            </a:r>
            <a:r>
              <a:rPr lang="en-US" dirty="0" smtClean="0">
                <a:latin typeface="Gill Sans MT" pitchFamily="34" charset="0"/>
              </a:rPr>
              <a:t>witches</a:t>
            </a:r>
            <a:endParaRPr lang="en-US" dirty="0" smtClean="0">
              <a:latin typeface="Gill Sans MT" pitchFamily="34" charset="0"/>
            </a:endParaRPr>
          </a:p>
          <a:p>
            <a:pPr marL="457200" lvl="1" indent="0">
              <a:buNone/>
              <a:defRPr/>
            </a:pPr>
            <a:endParaRPr lang="en-US" dirty="0">
              <a:latin typeface="Gill Sans MT" pitchFamily="34" charset="0"/>
            </a:endParaRPr>
          </a:p>
        </p:txBody>
      </p:sp>
      <p:sp>
        <p:nvSpPr>
          <p:cNvPr id="3079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495800" y="1600200"/>
            <a:ext cx="4054475" cy="4648200"/>
          </a:xfrm>
        </p:spPr>
        <p:txBody>
          <a:bodyPr/>
          <a:lstStyle/>
          <a:p>
            <a:pPr marL="457200" indent="-457200">
              <a:buFont typeface="Wingdings" panose="05000000000000000000" charset="0"/>
              <a:buNone/>
              <a:defRPr/>
            </a:pPr>
            <a:r>
              <a:rPr lang="en-US" dirty="0" smtClean="0">
                <a:solidFill>
                  <a:srgbClr val="000099"/>
                </a:solidFill>
                <a:latin typeface="Gill Sans MT" pitchFamily="34" charset="0"/>
                <a:cs typeface="+mn-cs"/>
              </a:rPr>
              <a:t>6.7</a:t>
            </a:r>
            <a:r>
              <a:rPr lang="en-US" dirty="0" smtClean="0">
                <a:latin typeface="Gill Sans MT" pitchFamily="34" charset="0"/>
                <a:cs typeface="+mn-cs"/>
              </a:rPr>
              <a:t> </a:t>
            </a:r>
            <a:r>
              <a:rPr lang="en-US" dirty="0">
                <a:latin typeface="Gill Sans MT" pitchFamily="34" charset="0"/>
                <a:cs typeface="+mn-cs"/>
              </a:rPr>
              <a:t>a day in the life of a web request</a:t>
            </a:r>
            <a:endParaRPr lang="en-US" dirty="0">
              <a:latin typeface="Gill Sans MT" pitchFamily="34" charset="0"/>
              <a:cs typeface="+mn-cs"/>
            </a:endParaRPr>
          </a:p>
          <a:p>
            <a:pPr marL="457200" indent="-457200">
              <a:buFont typeface="Wingdings" panose="05000000000000000000" charset="0"/>
              <a:buNone/>
              <a:defRPr/>
            </a:pPr>
            <a:endParaRPr lang="en-US" sz="2600" dirty="0">
              <a:latin typeface="Gill Sans MT" pitchFamily="34" charset="0"/>
              <a:cs typeface="+mn-cs"/>
            </a:endParaRP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r>
              <a:rPr lang="en-US" sz="1200" dirty="0">
                <a:latin typeface="Tahoma" panose="020B0604030504040204" charset="0"/>
              </a:rPr>
              <a:t>6</a:t>
            </a:r>
            <a:r>
              <a:rPr lang="en-US" sz="1200" dirty="0" smtClean="0">
                <a:latin typeface="Tahoma" panose="020B0604030504040204" charset="0"/>
              </a:rPr>
              <a:t>-</a:t>
            </a:r>
            <a:fld id="{8E8C6E93-DF5B-BC4B-80F9-500DED1EEDCC}" type="slidenum">
              <a:rPr lang="en-US" sz="1200">
                <a:latin typeface="Tahoma" panose="020B0604030504040204" charset="0"/>
              </a:rPr>
            </a:fld>
            <a:endParaRPr lang="en-US" sz="1200" dirty="0">
              <a:latin typeface="Tahoma" panose="020B0604030504040204" charset="0"/>
            </a:endParaRPr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pPr algn="r"/>
            <a:r>
              <a:rPr lang="en-US" sz="1200" dirty="0" smtClean="0">
                <a:solidFill>
                  <a:srgbClr val="000000"/>
                </a:solidFill>
                <a:latin typeface="Tahoma" panose="020B0604030504040204" charset="0"/>
                <a:cs typeface="Arial" panose="020B0604020202090204" pitchFamily="34" charset="0"/>
              </a:rPr>
              <a:t>Link Layer and LANs</a:t>
            </a:r>
            <a:endParaRPr lang="en-US" sz="1200" dirty="0">
              <a:solidFill>
                <a:srgbClr val="000000"/>
              </a:solidFill>
              <a:latin typeface="Tahoma" panose="020B060403050404020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707" name="Picture 712" descr="underline_base"/>
          <p:cNvPicPr>
            <a:picLocks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975" y="836613"/>
            <a:ext cx="6856413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17413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57150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sz="4000" dirty="0">
                <a:latin typeface="Gill Sans MT" pitchFamily="34" charset="0"/>
                <a:cs typeface="+mj-cs"/>
              </a:rPr>
              <a:t>Multiple access links, protocols</a:t>
            </a:r>
            <a:endParaRPr lang="en-US" sz="4800" dirty="0">
              <a:latin typeface="Gill Sans MT" pitchFamily="34" charset="0"/>
              <a:cs typeface="+mj-cs"/>
            </a:endParaRPr>
          </a:p>
        </p:txBody>
      </p:sp>
      <p:sp>
        <p:nvSpPr>
          <p:cNvPr id="174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55625" y="1109663"/>
            <a:ext cx="7772400" cy="3292475"/>
          </a:xfrm>
        </p:spPr>
        <p:txBody>
          <a:bodyPr/>
          <a:lstStyle/>
          <a:p>
            <a:pPr>
              <a:buFont typeface="Wingdings" panose="05000000000000000000" charset="0"/>
              <a:buNone/>
              <a:defRPr/>
            </a:pPr>
            <a:r>
              <a:rPr lang="en-US" dirty="0">
                <a:latin typeface="Gill Sans MT" pitchFamily="34" charset="0"/>
                <a:cs typeface="+mn-cs"/>
              </a:rPr>
              <a:t>two types of </a:t>
            </a:r>
            <a:r>
              <a:rPr lang="ja-JP" altLang="en-US">
                <a:latin typeface="Gill Sans MT" pitchFamily="34" charset="0"/>
                <a:cs typeface="+mn-cs"/>
              </a:rPr>
              <a:t>“</a:t>
            </a:r>
            <a:r>
              <a:rPr lang="en-US" dirty="0">
                <a:latin typeface="Gill Sans MT" pitchFamily="34" charset="0"/>
                <a:cs typeface="+mn-cs"/>
              </a:rPr>
              <a:t>links</a:t>
            </a:r>
            <a:r>
              <a:rPr lang="ja-JP" altLang="en-US">
                <a:latin typeface="Gill Sans MT" pitchFamily="34" charset="0"/>
                <a:cs typeface="+mn-cs"/>
              </a:rPr>
              <a:t>”</a:t>
            </a:r>
            <a:r>
              <a:rPr lang="en-US" dirty="0">
                <a:latin typeface="Gill Sans MT" pitchFamily="34" charset="0"/>
                <a:cs typeface="+mn-cs"/>
              </a:rPr>
              <a:t>:</a:t>
            </a:r>
            <a:endParaRPr lang="en-US" dirty="0">
              <a:latin typeface="Gill Sans MT" pitchFamily="34" charset="0"/>
              <a:cs typeface="+mn-cs"/>
            </a:endParaRPr>
          </a:p>
          <a:p>
            <a:pPr>
              <a:defRPr/>
            </a:pPr>
            <a:r>
              <a:rPr lang="en-US" dirty="0">
                <a:latin typeface="Gill Sans MT" pitchFamily="34" charset="0"/>
                <a:cs typeface="+mn-cs"/>
              </a:rPr>
              <a:t>point-to-point</a:t>
            </a:r>
            <a:endParaRPr lang="en-US" dirty="0">
              <a:latin typeface="Gill Sans MT" pitchFamily="34" charset="0"/>
              <a:cs typeface="+mn-cs"/>
            </a:endParaRPr>
          </a:p>
          <a:p>
            <a:pPr lvl="1">
              <a:defRPr/>
            </a:pPr>
            <a:r>
              <a:rPr lang="en-US" sz="2000" dirty="0">
                <a:latin typeface="Gill Sans MT" pitchFamily="34" charset="0"/>
              </a:rPr>
              <a:t>PPP for dial-up access</a:t>
            </a:r>
            <a:endParaRPr lang="en-US" sz="2000" dirty="0">
              <a:latin typeface="Gill Sans MT" pitchFamily="34" charset="0"/>
            </a:endParaRPr>
          </a:p>
          <a:p>
            <a:pPr lvl="1">
              <a:defRPr/>
            </a:pPr>
            <a:r>
              <a:rPr lang="en-US" sz="2000" dirty="0">
                <a:latin typeface="Gill Sans MT" pitchFamily="34" charset="0"/>
              </a:rPr>
              <a:t>point-to-point link between Ethernet switch, host</a:t>
            </a:r>
            <a:endParaRPr lang="en-US" sz="2000" dirty="0">
              <a:latin typeface="Gill Sans MT" pitchFamily="34" charset="0"/>
            </a:endParaRPr>
          </a:p>
          <a:p>
            <a:pPr>
              <a:defRPr/>
            </a:pPr>
            <a:r>
              <a:rPr lang="en-US" i="1" dirty="0">
                <a:solidFill>
                  <a:srgbClr val="CC0000"/>
                </a:solidFill>
                <a:latin typeface="Gill Sans MT" pitchFamily="34" charset="0"/>
                <a:cs typeface="+mn-cs"/>
              </a:rPr>
              <a:t>broadcast (shared wire or medium)</a:t>
            </a:r>
            <a:endParaRPr lang="en-US" i="1" dirty="0">
              <a:solidFill>
                <a:srgbClr val="CC0000"/>
              </a:solidFill>
              <a:latin typeface="Gill Sans MT" pitchFamily="34" charset="0"/>
              <a:cs typeface="+mn-cs"/>
            </a:endParaRPr>
          </a:p>
          <a:p>
            <a:pPr lvl="1">
              <a:defRPr/>
            </a:pPr>
            <a:r>
              <a:rPr lang="en-US" sz="2000" dirty="0">
                <a:latin typeface="Gill Sans MT" pitchFamily="34" charset="0"/>
              </a:rPr>
              <a:t>old-fashioned Ethernet</a:t>
            </a:r>
            <a:endParaRPr lang="en-US" sz="2000" dirty="0">
              <a:latin typeface="Gill Sans MT" pitchFamily="34" charset="0"/>
            </a:endParaRPr>
          </a:p>
          <a:p>
            <a:pPr lvl="1">
              <a:defRPr/>
            </a:pPr>
            <a:r>
              <a:rPr lang="en-US" sz="2000" dirty="0">
                <a:latin typeface="Gill Sans MT" pitchFamily="34" charset="0"/>
              </a:rPr>
              <a:t>upstream HFC</a:t>
            </a:r>
            <a:endParaRPr lang="en-US" sz="2000" dirty="0">
              <a:latin typeface="Gill Sans MT" pitchFamily="34" charset="0"/>
            </a:endParaRPr>
          </a:p>
          <a:p>
            <a:pPr lvl="1">
              <a:defRPr/>
            </a:pPr>
            <a:r>
              <a:rPr lang="en-US" sz="2000" dirty="0">
                <a:latin typeface="Gill Sans MT" pitchFamily="34" charset="0"/>
              </a:rPr>
              <a:t>802.11 wireless LAN</a:t>
            </a:r>
            <a:endParaRPr lang="en-US" dirty="0">
              <a:latin typeface="Gill Sans MT" pitchFamily="34" charset="0"/>
            </a:endParaRPr>
          </a:p>
          <a:p>
            <a:pPr>
              <a:defRPr/>
            </a:pPr>
            <a:endParaRPr lang="en-US" dirty="0">
              <a:latin typeface="Gill Sans MT" pitchFamily="34" charset="0"/>
              <a:cs typeface="+mn-cs"/>
            </a:endParaRPr>
          </a:p>
        </p:txBody>
      </p:sp>
      <p:sp>
        <p:nvSpPr>
          <p:cNvPr id="17415" name="Text Box 5"/>
          <p:cNvSpPr txBox="1">
            <a:spLocks noChangeArrowheads="1"/>
          </p:cNvSpPr>
          <p:nvPr/>
        </p:nvSpPr>
        <p:spPr bwMode="auto">
          <a:xfrm>
            <a:off x="933450" y="5694363"/>
            <a:ext cx="1601788" cy="45402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 algn="ctr">
              <a:lnSpc>
                <a:spcPct val="85000"/>
              </a:lnSpc>
              <a:defRPr/>
            </a:pPr>
            <a:r>
              <a:rPr lang="en-US" sz="1400" i="0" dirty="0" smtClean="0">
                <a:latin typeface="Arial" panose="020B0604020202090204" pitchFamily="34" charset="0"/>
                <a:cs typeface="+mn-cs"/>
              </a:rPr>
              <a:t>shared wire (e.g., </a:t>
            </a:r>
            <a:endParaRPr lang="en-US" sz="1400" i="0" dirty="0" smtClean="0">
              <a:latin typeface="Arial" panose="020B0604020202090204" pitchFamily="34" charset="0"/>
              <a:cs typeface="+mn-cs"/>
            </a:endParaRPr>
          </a:p>
          <a:p>
            <a:pPr algn="ctr">
              <a:lnSpc>
                <a:spcPct val="85000"/>
              </a:lnSpc>
              <a:defRPr/>
            </a:pPr>
            <a:r>
              <a:rPr lang="en-US" sz="1400" i="0" dirty="0" smtClean="0">
                <a:latin typeface="Arial" panose="020B0604020202090204" pitchFamily="34" charset="0"/>
                <a:cs typeface="+mn-cs"/>
              </a:rPr>
              <a:t>cabled Ethernet)</a:t>
            </a:r>
            <a:endParaRPr lang="en-US" sz="1400" i="0" dirty="0" smtClean="0">
              <a:latin typeface="Arial" panose="020B0604020202090204" pitchFamily="34" charset="0"/>
              <a:cs typeface="+mn-cs"/>
            </a:endParaRPr>
          </a:p>
        </p:txBody>
      </p:sp>
      <p:sp>
        <p:nvSpPr>
          <p:cNvPr id="17416" name="Text Box 6"/>
          <p:cNvSpPr txBox="1">
            <a:spLocks noChangeArrowheads="1"/>
          </p:cNvSpPr>
          <p:nvPr/>
        </p:nvSpPr>
        <p:spPr bwMode="auto">
          <a:xfrm>
            <a:off x="2781300" y="5683250"/>
            <a:ext cx="1690688" cy="45402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 algn="ctr">
              <a:lnSpc>
                <a:spcPct val="85000"/>
              </a:lnSpc>
              <a:defRPr/>
            </a:pPr>
            <a:r>
              <a:rPr lang="en-US" sz="1400" i="0" dirty="0" smtClean="0">
                <a:latin typeface="Arial" panose="020B0604020202090204" pitchFamily="34" charset="0"/>
                <a:cs typeface="+mn-cs"/>
              </a:rPr>
              <a:t>shared RF</a:t>
            </a:r>
            <a:endParaRPr lang="en-US" sz="1400" i="0" dirty="0" smtClean="0">
              <a:latin typeface="Arial" panose="020B0604020202090204" pitchFamily="34" charset="0"/>
              <a:cs typeface="+mn-cs"/>
            </a:endParaRPr>
          </a:p>
          <a:p>
            <a:pPr algn="ctr">
              <a:lnSpc>
                <a:spcPct val="85000"/>
              </a:lnSpc>
              <a:defRPr/>
            </a:pPr>
            <a:r>
              <a:rPr lang="en-US" sz="1400" i="0" dirty="0" smtClean="0">
                <a:latin typeface="Arial" panose="020B0604020202090204" pitchFamily="34" charset="0"/>
                <a:cs typeface="+mn-cs"/>
              </a:rPr>
              <a:t> (e.g., 802.11 WiFi)</a:t>
            </a:r>
            <a:endParaRPr lang="en-US" sz="1400" i="0" dirty="0" smtClean="0">
              <a:latin typeface="Arial" panose="020B0604020202090204" pitchFamily="34" charset="0"/>
              <a:cs typeface="+mn-cs"/>
            </a:endParaRPr>
          </a:p>
        </p:txBody>
      </p:sp>
      <p:sp>
        <p:nvSpPr>
          <p:cNvPr id="17417" name="Text Box 7"/>
          <p:cNvSpPr txBox="1">
            <a:spLocks noChangeArrowheads="1"/>
          </p:cNvSpPr>
          <p:nvPr/>
        </p:nvSpPr>
        <p:spPr bwMode="auto">
          <a:xfrm>
            <a:off x="5070475" y="5691188"/>
            <a:ext cx="1011238" cy="45402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 algn="ctr">
              <a:lnSpc>
                <a:spcPct val="85000"/>
              </a:lnSpc>
              <a:defRPr/>
            </a:pPr>
            <a:r>
              <a:rPr lang="en-US" sz="1400" i="0" dirty="0" smtClean="0">
                <a:latin typeface="Arial" panose="020B0604020202090204" pitchFamily="34" charset="0"/>
                <a:cs typeface="+mn-cs"/>
              </a:rPr>
              <a:t>shared RF</a:t>
            </a:r>
            <a:endParaRPr lang="en-US" sz="1400" i="0" dirty="0" smtClean="0">
              <a:latin typeface="Arial" panose="020B0604020202090204" pitchFamily="34" charset="0"/>
              <a:cs typeface="+mn-cs"/>
            </a:endParaRPr>
          </a:p>
          <a:p>
            <a:pPr algn="ctr">
              <a:lnSpc>
                <a:spcPct val="85000"/>
              </a:lnSpc>
              <a:defRPr/>
            </a:pPr>
            <a:r>
              <a:rPr lang="en-US" sz="1400" i="0" dirty="0" smtClean="0">
                <a:latin typeface="Arial" panose="020B0604020202090204" pitchFamily="34" charset="0"/>
                <a:cs typeface="+mn-cs"/>
              </a:rPr>
              <a:t>(satellite) </a:t>
            </a:r>
            <a:endParaRPr lang="en-US" sz="1400" i="0" dirty="0" smtClean="0">
              <a:latin typeface="Arial" panose="020B0604020202090204" pitchFamily="34" charset="0"/>
              <a:cs typeface="+mn-cs"/>
            </a:endParaRPr>
          </a:p>
        </p:txBody>
      </p:sp>
      <p:sp>
        <p:nvSpPr>
          <p:cNvPr id="17418" name="Text Box 8"/>
          <p:cNvSpPr txBox="1">
            <a:spLocks noChangeArrowheads="1"/>
          </p:cNvSpPr>
          <p:nvPr/>
        </p:nvSpPr>
        <p:spPr bwMode="auto">
          <a:xfrm>
            <a:off x="6543675" y="5700713"/>
            <a:ext cx="1976438" cy="6350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 algn="ctr">
              <a:lnSpc>
                <a:spcPct val="85000"/>
              </a:lnSpc>
              <a:defRPr/>
            </a:pPr>
            <a:r>
              <a:rPr lang="en-US" sz="1400" i="0" dirty="0" smtClean="0">
                <a:latin typeface="Arial" panose="020B0604020202090204" pitchFamily="34" charset="0"/>
                <a:cs typeface="+mn-cs"/>
              </a:rPr>
              <a:t>humans at a</a:t>
            </a:r>
            <a:endParaRPr lang="en-US" sz="1400" i="0" dirty="0" smtClean="0">
              <a:latin typeface="Arial" panose="020B0604020202090204" pitchFamily="34" charset="0"/>
              <a:cs typeface="+mn-cs"/>
            </a:endParaRPr>
          </a:p>
          <a:p>
            <a:pPr algn="ctr">
              <a:lnSpc>
                <a:spcPct val="85000"/>
              </a:lnSpc>
              <a:defRPr/>
            </a:pPr>
            <a:r>
              <a:rPr lang="en-US" sz="1400" i="0" dirty="0" smtClean="0">
                <a:latin typeface="Arial" panose="020B0604020202090204" pitchFamily="34" charset="0"/>
                <a:cs typeface="+mn-cs"/>
              </a:rPr>
              <a:t>cocktail party </a:t>
            </a:r>
            <a:endParaRPr lang="en-US" sz="1400" i="0" dirty="0" smtClean="0">
              <a:latin typeface="Arial" panose="020B0604020202090204" pitchFamily="34" charset="0"/>
              <a:cs typeface="+mn-cs"/>
            </a:endParaRPr>
          </a:p>
          <a:p>
            <a:pPr algn="ctr">
              <a:lnSpc>
                <a:spcPct val="85000"/>
              </a:lnSpc>
              <a:defRPr/>
            </a:pPr>
            <a:r>
              <a:rPr lang="en-US" sz="1400" i="0" dirty="0" smtClean="0">
                <a:latin typeface="Arial" panose="020B0604020202090204" pitchFamily="34" charset="0"/>
                <a:cs typeface="+mn-cs"/>
              </a:rPr>
              <a:t>(shared air, acoustical)</a:t>
            </a:r>
            <a:endParaRPr lang="en-US" sz="1400" i="0" dirty="0" smtClean="0">
              <a:latin typeface="Arial" panose="020B0604020202090204" pitchFamily="34" charset="0"/>
              <a:cs typeface="+mn-cs"/>
            </a:endParaRPr>
          </a:p>
        </p:txBody>
      </p:sp>
      <p:sp>
        <p:nvSpPr>
          <p:cNvPr id="17419" name="Line 173"/>
          <p:cNvSpPr>
            <a:spLocks noChangeShapeType="1"/>
          </p:cNvSpPr>
          <p:nvPr/>
        </p:nvSpPr>
        <p:spPr bwMode="auto">
          <a:xfrm flipH="1">
            <a:off x="1544638" y="4522788"/>
            <a:ext cx="466725" cy="890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7420" name="Line 174"/>
          <p:cNvSpPr>
            <a:spLocks noChangeShapeType="1"/>
          </p:cNvSpPr>
          <p:nvPr/>
        </p:nvSpPr>
        <p:spPr bwMode="auto">
          <a:xfrm>
            <a:off x="1527175" y="4994275"/>
            <a:ext cx="242888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7421" name="Line 175"/>
          <p:cNvSpPr>
            <a:spLocks noChangeShapeType="1"/>
          </p:cNvSpPr>
          <p:nvPr/>
        </p:nvSpPr>
        <p:spPr bwMode="auto">
          <a:xfrm>
            <a:off x="1392238" y="5330825"/>
            <a:ext cx="1905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7422" name="Line 176"/>
          <p:cNvSpPr>
            <a:spLocks noChangeShapeType="1"/>
          </p:cNvSpPr>
          <p:nvPr/>
        </p:nvSpPr>
        <p:spPr bwMode="auto">
          <a:xfrm flipV="1">
            <a:off x="1836738" y="4854575"/>
            <a:ext cx="177800" cy="7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72718" name="Group 382"/>
          <p:cNvGrpSpPr/>
          <p:nvPr/>
        </p:nvGrpSpPr>
        <p:grpSpPr bwMode="auto">
          <a:xfrm>
            <a:off x="4808538" y="5362575"/>
            <a:ext cx="288925" cy="220663"/>
            <a:chOff x="2274" y="2821"/>
            <a:chExt cx="215" cy="238"/>
          </a:xfrm>
        </p:grpSpPr>
        <p:sp>
          <p:nvSpPr>
            <p:cNvPr id="72903" name="Freeform 383"/>
            <p:cNvSpPr>
              <a:spLocks noEditPoints="1"/>
            </p:cNvSpPr>
            <p:nvPr/>
          </p:nvSpPr>
          <p:spPr bwMode="auto">
            <a:xfrm>
              <a:off x="2274" y="3034"/>
              <a:ext cx="215" cy="25"/>
            </a:xfrm>
            <a:custGeom>
              <a:avLst/>
              <a:gdLst>
                <a:gd name="T0" fmla="*/ 1 w 430"/>
                <a:gd name="T1" fmla="*/ 1 h 50"/>
                <a:gd name="T2" fmla="*/ 0 w 430"/>
                <a:gd name="T3" fmla="*/ 1 h 50"/>
                <a:gd name="T4" fmla="*/ 0 w 430"/>
                <a:gd name="T5" fmla="*/ 1 h 50"/>
                <a:gd name="T6" fmla="*/ 7 w 430"/>
                <a:gd name="T7" fmla="*/ 1 h 50"/>
                <a:gd name="T8" fmla="*/ 7 w 430"/>
                <a:gd name="T9" fmla="*/ 1 h 50"/>
                <a:gd name="T10" fmla="*/ 6 w 430"/>
                <a:gd name="T11" fmla="*/ 1 h 50"/>
                <a:gd name="T12" fmla="*/ 6 w 430"/>
                <a:gd name="T13" fmla="*/ 0 h 50"/>
                <a:gd name="T14" fmla="*/ 1 w 430"/>
                <a:gd name="T15" fmla="*/ 0 h 50"/>
                <a:gd name="T16" fmla="*/ 1 w 430"/>
                <a:gd name="T17" fmla="*/ 1 h 50"/>
                <a:gd name="T18" fmla="*/ 6 w 430"/>
                <a:gd name="T19" fmla="*/ 1 h 50"/>
                <a:gd name="T20" fmla="*/ 1 w 430"/>
                <a:gd name="T21" fmla="*/ 1 h 50"/>
                <a:gd name="T22" fmla="*/ 6 w 430"/>
                <a:gd name="T23" fmla="*/ 1 h 5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430" h="50">
                  <a:moveTo>
                    <a:pt x="26" y="18"/>
                  </a:moveTo>
                  <a:lnTo>
                    <a:pt x="0" y="18"/>
                  </a:lnTo>
                  <a:lnTo>
                    <a:pt x="0" y="50"/>
                  </a:lnTo>
                  <a:lnTo>
                    <a:pt x="430" y="50"/>
                  </a:lnTo>
                  <a:lnTo>
                    <a:pt x="430" y="18"/>
                  </a:lnTo>
                  <a:lnTo>
                    <a:pt x="376" y="18"/>
                  </a:lnTo>
                  <a:lnTo>
                    <a:pt x="376" y="0"/>
                  </a:lnTo>
                  <a:lnTo>
                    <a:pt x="26" y="0"/>
                  </a:lnTo>
                  <a:lnTo>
                    <a:pt x="26" y="18"/>
                  </a:lnTo>
                  <a:close/>
                  <a:moveTo>
                    <a:pt x="376" y="18"/>
                  </a:moveTo>
                  <a:lnTo>
                    <a:pt x="33" y="18"/>
                  </a:lnTo>
                  <a:lnTo>
                    <a:pt x="376" y="18"/>
                  </a:lnTo>
                  <a:close/>
                </a:path>
              </a:pathLst>
            </a:custGeom>
            <a:solidFill>
              <a:srgbClr val="3333FF"/>
            </a:solidFill>
            <a:ln>
              <a:noFill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904" name="Line 384"/>
            <p:cNvSpPr>
              <a:spLocks noChangeShapeType="1"/>
            </p:cNvSpPr>
            <p:nvPr/>
          </p:nvSpPr>
          <p:spPr bwMode="auto">
            <a:xfrm>
              <a:off x="2317" y="2951"/>
              <a:ext cx="30" cy="1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905" name="Freeform 385"/>
            <p:cNvSpPr/>
            <p:nvPr/>
          </p:nvSpPr>
          <p:spPr bwMode="auto">
            <a:xfrm>
              <a:off x="2317" y="2923"/>
              <a:ext cx="44" cy="109"/>
            </a:xfrm>
            <a:custGeom>
              <a:avLst/>
              <a:gdLst>
                <a:gd name="T0" fmla="*/ 2 w 87"/>
                <a:gd name="T1" fmla="*/ 3 h 219"/>
                <a:gd name="T2" fmla="*/ 0 w 87"/>
                <a:gd name="T3" fmla="*/ 0 h 219"/>
                <a:gd name="T4" fmla="*/ 1 w 87"/>
                <a:gd name="T5" fmla="*/ 0 h 2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7" h="219">
                  <a:moveTo>
                    <a:pt x="87" y="219"/>
                  </a:moveTo>
                  <a:lnTo>
                    <a:pt x="0" y="55"/>
                  </a:lnTo>
                  <a:lnTo>
                    <a:pt x="28" y="0"/>
                  </a:lnTo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906" name="Line 386"/>
            <p:cNvSpPr>
              <a:spLocks noChangeShapeType="1"/>
            </p:cNvSpPr>
            <p:nvPr/>
          </p:nvSpPr>
          <p:spPr bwMode="auto">
            <a:xfrm flipV="1">
              <a:off x="2300" y="2951"/>
              <a:ext cx="47" cy="83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907" name="Freeform 387"/>
            <p:cNvSpPr/>
            <p:nvPr/>
          </p:nvSpPr>
          <p:spPr bwMode="auto">
            <a:xfrm>
              <a:off x="2317" y="3005"/>
              <a:ext cx="86" cy="27"/>
            </a:xfrm>
            <a:custGeom>
              <a:avLst/>
              <a:gdLst>
                <a:gd name="T0" fmla="*/ 1 w 172"/>
                <a:gd name="T1" fmla="*/ 0 h 55"/>
                <a:gd name="T2" fmla="*/ 0 w 172"/>
                <a:gd name="T3" fmla="*/ 0 h 55"/>
                <a:gd name="T4" fmla="*/ 3 w 172"/>
                <a:gd name="T5" fmla="*/ 0 h 55"/>
                <a:gd name="T6" fmla="*/ 3 w 172"/>
                <a:gd name="T7" fmla="*/ 0 h 5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2" h="55">
                  <a:moveTo>
                    <a:pt x="28" y="55"/>
                  </a:moveTo>
                  <a:lnTo>
                    <a:pt x="0" y="0"/>
                  </a:lnTo>
                  <a:lnTo>
                    <a:pt x="172" y="0"/>
                  </a:lnTo>
                  <a:lnTo>
                    <a:pt x="146" y="55"/>
                  </a:lnTo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908" name="Line 388"/>
            <p:cNvSpPr>
              <a:spLocks noChangeShapeType="1"/>
            </p:cNvSpPr>
            <p:nvPr/>
          </p:nvSpPr>
          <p:spPr bwMode="auto">
            <a:xfrm flipH="1" flipV="1">
              <a:off x="2375" y="2960"/>
              <a:ext cx="46" cy="74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909" name="Freeform 389"/>
            <p:cNvSpPr/>
            <p:nvPr/>
          </p:nvSpPr>
          <p:spPr bwMode="auto">
            <a:xfrm>
              <a:off x="2274" y="3034"/>
              <a:ext cx="215" cy="25"/>
            </a:xfrm>
            <a:custGeom>
              <a:avLst/>
              <a:gdLst>
                <a:gd name="T0" fmla="*/ 1 w 430"/>
                <a:gd name="T1" fmla="*/ 1 h 50"/>
                <a:gd name="T2" fmla="*/ 0 w 430"/>
                <a:gd name="T3" fmla="*/ 1 h 50"/>
                <a:gd name="T4" fmla="*/ 0 w 430"/>
                <a:gd name="T5" fmla="*/ 1 h 50"/>
                <a:gd name="T6" fmla="*/ 7 w 430"/>
                <a:gd name="T7" fmla="*/ 1 h 50"/>
                <a:gd name="T8" fmla="*/ 7 w 430"/>
                <a:gd name="T9" fmla="*/ 1 h 50"/>
                <a:gd name="T10" fmla="*/ 6 w 430"/>
                <a:gd name="T11" fmla="*/ 1 h 50"/>
                <a:gd name="T12" fmla="*/ 6 w 430"/>
                <a:gd name="T13" fmla="*/ 0 h 50"/>
                <a:gd name="T14" fmla="*/ 1 w 430"/>
                <a:gd name="T15" fmla="*/ 0 h 50"/>
                <a:gd name="T16" fmla="*/ 1 w 430"/>
                <a:gd name="T17" fmla="*/ 1 h 5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30" h="50">
                  <a:moveTo>
                    <a:pt x="26" y="18"/>
                  </a:moveTo>
                  <a:lnTo>
                    <a:pt x="0" y="18"/>
                  </a:lnTo>
                  <a:lnTo>
                    <a:pt x="0" y="50"/>
                  </a:lnTo>
                  <a:lnTo>
                    <a:pt x="430" y="50"/>
                  </a:lnTo>
                  <a:lnTo>
                    <a:pt x="430" y="18"/>
                  </a:lnTo>
                  <a:lnTo>
                    <a:pt x="376" y="18"/>
                  </a:lnTo>
                  <a:lnTo>
                    <a:pt x="376" y="0"/>
                  </a:lnTo>
                  <a:lnTo>
                    <a:pt x="26" y="0"/>
                  </a:lnTo>
                  <a:lnTo>
                    <a:pt x="26" y="18"/>
                  </a:lnTo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910" name="Freeform 390"/>
            <p:cNvSpPr/>
            <p:nvPr/>
          </p:nvSpPr>
          <p:spPr bwMode="auto">
            <a:xfrm>
              <a:off x="2290" y="3043"/>
              <a:ext cx="171" cy="1"/>
            </a:xfrm>
            <a:custGeom>
              <a:avLst/>
              <a:gdLst>
                <a:gd name="T0" fmla="*/ 5 w 343"/>
                <a:gd name="T1" fmla="*/ 0 h 1"/>
                <a:gd name="T2" fmla="*/ 0 w 343"/>
                <a:gd name="T3" fmla="*/ 0 h 1"/>
                <a:gd name="T4" fmla="*/ 5 w 343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3" h="1">
                  <a:moveTo>
                    <a:pt x="343" y="0"/>
                  </a:moveTo>
                  <a:lnTo>
                    <a:pt x="0" y="0"/>
                  </a:lnTo>
                  <a:lnTo>
                    <a:pt x="343" y="0"/>
                  </a:lnTo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911" name="Rectangle 391"/>
            <p:cNvSpPr>
              <a:spLocks noChangeArrowheads="1"/>
            </p:cNvSpPr>
            <p:nvPr/>
          </p:nvSpPr>
          <p:spPr bwMode="auto">
            <a:xfrm>
              <a:off x="2347" y="2951"/>
              <a:ext cx="27" cy="83"/>
            </a:xfrm>
            <a:prstGeom prst="rect">
              <a:avLst/>
            </a:prstGeom>
            <a:solidFill>
              <a:srgbClr val="3333FF"/>
            </a:solidFill>
            <a:ln w="6350">
              <a:solidFill>
                <a:srgbClr val="000000"/>
              </a:solidFill>
              <a:miter lim="800000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912" name="Freeform 392"/>
            <p:cNvSpPr>
              <a:spLocks noEditPoints="1"/>
            </p:cNvSpPr>
            <p:nvPr/>
          </p:nvSpPr>
          <p:spPr bwMode="auto">
            <a:xfrm>
              <a:off x="2281" y="2821"/>
              <a:ext cx="208" cy="175"/>
            </a:xfrm>
            <a:custGeom>
              <a:avLst/>
              <a:gdLst>
                <a:gd name="T0" fmla="*/ 1 w 415"/>
                <a:gd name="T1" fmla="*/ 1 h 350"/>
                <a:gd name="T2" fmla="*/ 1 w 415"/>
                <a:gd name="T3" fmla="*/ 2 h 350"/>
                <a:gd name="T4" fmla="*/ 1 w 415"/>
                <a:gd name="T5" fmla="*/ 3 h 350"/>
                <a:gd name="T6" fmla="*/ 1 w 415"/>
                <a:gd name="T7" fmla="*/ 3 h 350"/>
                <a:gd name="T8" fmla="*/ 2 w 415"/>
                <a:gd name="T9" fmla="*/ 4 h 350"/>
                <a:gd name="T10" fmla="*/ 3 w 415"/>
                <a:gd name="T11" fmla="*/ 5 h 350"/>
                <a:gd name="T12" fmla="*/ 4 w 415"/>
                <a:gd name="T13" fmla="*/ 5 h 350"/>
                <a:gd name="T14" fmla="*/ 5 w 415"/>
                <a:gd name="T15" fmla="*/ 6 h 350"/>
                <a:gd name="T16" fmla="*/ 6 w 415"/>
                <a:gd name="T17" fmla="*/ 6 h 350"/>
                <a:gd name="T18" fmla="*/ 6 w 415"/>
                <a:gd name="T19" fmla="*/ 6 h 350"/>
                <a:gd name="T20" fmla="*/ 7 w 415"/>
                <a:gd name="T21" fmla="*/ 5 h 350"/>
                <a:gd name="T22" fmla="*/ 7 w 415"/>
                <a:gd name="T23" fmla="*/ 5 h 350"/>
                <a:gd name="T24" fmla="*/ 6 w 415"/>
                <a:gd name="T25" fmla="*/ 5 h 350"/>
                <a:gd name="T26" fmla="*/ 6 w 415"/>
                <a:gd name="T27" fmla="*/ 5 h 350"/>
                <a:gd name="T28" fmla="*/ 5 w 415"/>
                <a:gd name="T29" fmla="*/ 5 h 350"/>
                <a:gd name="T30" fmla="*/ 4 w 415"/>
                <a:gd name="T31" fmla="*/ 5 h 350"/>
                <a:gd name="T32" fmla="*/ 3 w 415"/>
                <a:gd name="T33" fmla="*/ 4 h 350"/>
                <a:gd name="T34" fmla="*/ 2 w 415"/>
                <a:gd name="T35" fmla="*/ 3 h 350"/>
                <a:gd name="T36" fmla="*/ 2 w 415"/>
                <a:gd name="T37" fmla="*/ 3 h 350"/>
                <a:gd name="T38" fmla="*/ 1 w 415"/>
                <a:gd name="T39" fmla="*/ 2 h 350"/>
                <a:gd name="T40" fmla="*/ 1 w 415"/>
                <a:gd name="T41" fmla="*/ 1 h 350"/>
                <a:gd name="T42" fmla="*/ 1 w 415"/>
                <a:gd name="T43" fmla="*/ 1 h 350"/>
                <a:gd name="T44" fmla="*/ 1 w 415"/>
                <a:gd name="T45" fmla="*/ 1 h 350"/>
                <a:gd name="T46" fmla="*/ 1 w 415"/>
                <a:gd name="T47" fmla="*/ 0 h 350"/>
                <a:gd name="T48" fmla="*/ 1 w 415"/>
                <a:gd name="T49" fmla="*/ 1 h 350"/>
                <a:gd name="T50" fmla="*/ 2 w 415"/>
                <a:gd name="T51" fmla="*/ 1 h 350"/>
                <a:gd name="T52" fmla="*/ 3 w 415"/>
                <a:gd name="T53" fmla="*/ 1 h 350"/>
                <a:gd name="T54" fmla="*/ 4 w 415"/>
                <a:gd name="T55" fmla="*/ 2 h 350"/>
                <a:gd name="T56" fmla="*/ 5 w 415"/>
                <a:gd name="T57" fmla="*/ 2 h 350"/>
                <a:gd name="T58" fmla="*/ 6 w 415"/>
                <a:gd name="T59" fmla="*/ 3 h 350"/>
                <a:gd name="T60" fmla="*/ 6 w 415"/>
                <a:gd name="T61" fmla="*/ 4 h 350"/>
                <a:gd name="T62" fmla="*/ 7 w 415"/>
                <a:gd name="T63" fmla="*/ 4 h 350"/>
                <a:gd name="T64" fmla="*/ 7 w 415"/>
                <a:gd name="T65" fmla="*/ 5 h 350"/>
                <a:gd name="T66" fmla="*/ 7 w 415"/>
                <a:gd name="T67" fmla="*/ 5 h 350"/>
                <a:gd name="T68" fmla="*/ 7 w 415"/>
                <a:gd name="T69" fmla="*/ 5 h 350"/>
                <a:gd name="T70" fmla="*/ 6 w 415"/>
                <a:gd name="T71" fmla="*/ 5 h 350"/>
                <a:gd name="T72" fmla="*/ 6 w 415"/>
                <a:gd name="T73" fmla="*/ 5 h 350"/>
                <a:gd name="T74" fmla="*/ 5 w 415"/>
                <a:gd name="T75" fmla="*/ 5 h 350"/>
                <a:gd name="T76" fmla="*/ 4 w 415"/>
                <a:gd name="T77" fmla="*/ 4 h 350"/>
                <a:gd name="T78" fmla="*/ 3 w 415"/>
                <a:gd name="T79" fmla="*/ 4 h 350"/>
                <a:gd name="T80" fmla="*/ 2 w 415"/>
                <a:gd name="T81" fmla="*/ 3 h 350"/>
                <a:gd name="T82" fmla="*/ 1 w 415"/>
                <a:gd name="T83" fmla="*/ 2 h 350"/>
                <a:gd name="T84" fmla="*/ 1 w 415"/>
                <a:gd name="T85" fmla="*/ 2 h 350"/>
                <a:gd name="T86" fmla="*/ 1 w 415"/>
                <a:gd name="T87" fmla="*/ 1 h 350"/>
                <a:gd name="T88" fmla="*/ 1 w 415"/>
                <a:gd name="T89" fmla="*/ 1 h 350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415" h="350">
                  <a:moveTo>
                    <a:pt x="8" y="12"/>
                  </a:moveTo>
                  <a:lnTo>
                    <a:pt x="1" y="32"/>
                  </a:lnTo>
                  <a:lnTo>
                    <a:pt x="0" y="53"/>
                  </a:lnTo>
                  <a:lnTo>
                    <a:pt x="3" y="78"/>
                  </a:lnTo>
                  <a:lnTo>
                    <a:pt x="8" y="103"/>
                  </a:lnTo>
                  <a:lnTo>
                    <a:pt x="18" y="130"/>
                  </a:lnTo>
                  <a:lnTo>
                    <a:pt x="34" y="158"/>
                  </a:lnTo>
                  <a:lnTo>
                    <a:pt x="51" y="185"/>
                  </a:lnTo>
                  <a:lnTo>
                    <a:pt x="73" y="211"/>
                  </a:lnTo>
                  <a:lnTo>
                    <a:pt x="97" y="236"/>
                  </a:lnTo>
                  <a:lnTo>
                    <a:pt x="124" y="261"/>
                  </a:lnTo>
                  <a:lnTo>
                    <a:pt x="151" y="282"/>
                  </a:lnTo>
                  <a:lnTo>
                    <a:pt x="182" y="302"/>
                  </a:lnTo>
                  <a:lnTo>
                    <a:pt x="212" y="318"/>
                  </a:lnTo>
                  <a:lnTo>
                    <a:pt x="242" y="332"/>
                  </a:lnTo>
                  <a:lnTo>
                    <a:pt x="270" y="341"/>
                  </a:lnTo>
                  <a:lnTo>
                    <a:pt x="299" y="346"/>
                  </a:lnTo>
                  <a:lnTo>
                    <a:pt x="325" y="350"/>
                  </a:lnTo>
                  <a:lnTo>
                    <a:pt x="349" y="346"/>
                  </a:lnTo>
                  <a:lnTo>
                    <a:pt x="371" y="341"/>
                  </a:lnTo>
                  <a:lnTo>
                    <a:pt x="388" y="332"/>
                  </a:lnTo>
                  <a:lnTo>
                    <a:pt x="402" y="318"/>
                  </a:lnTo>
                  <a:lnTo>
                    <a:pt x="412" y="302"/>
                  </a:lnTo>
                  <a:lnTo>
                    <a:pt x="406" y="309"/>
                  </a:lnTo>
                  <a:lnTo>
                    <a:pt x="396" y="314"/>
                  </a:lnTo>
                  <a:lnTo>
                    <a:pt x="382" y="316"/>
                  </a:lnTo>
                  <a:lnTo>
                    <a:pt x="365" y="313"/>
                  </a:lnTo>
                  <a:lnTo>
                    <a:pt x="343" y="307"/>
                  </a:lnTo>
                  <a:lnTo>
                    <a:pt x="321" y="300"/>
                  </a:lnTo>
                  <a:lnTo>
                    <a:pt x="295" y="288"/>
                  </a:lnTo>
                  <a:lnTo>
                    <a:pt x="268" y="275"/>
                  </a:lnTo>
                  <a:lnTo>
                    <a:pt x="239" y="259"/>
                  </a:lnTo>
                  <a:lnTo>
                    <a:pt x="210" y="240"/>
                  </a:lnTo>
                  <a:lnTo>
                    <a:pt x="182" y="220"/>
                  </a:lnTo>
                  <a:lnTo>
                    <a:pt x="153" y="199"/>
                  </a:lnTo>
                  <a:lnTo>
                    <a:pt x="126" y="178"/>
                  </a:lnTo>
                  <a:lnTo>
                    <a:pt x="100" y="154"/>
                  </a:lnTo>
                  <a:lnTo>
                    <a:pt x="76" y="131"/>
                  </a:lnTo>
                  <a:lnTo>
                    <a:pt x="56" y="110"/>
                  </a:lnTo>
                  <a:lnTo>
                    <a:pt x="38" y="89"/>
                  </a:lnTo>
                  <a:lnTo>
                    <a:pt x="24" y="69"/>
                  </a:lnTo>
                  <a:lnTo>
                    <a:pt x="14" y="51"/>
                  </a:lnTo>
                  <a:lnTo>
                    <a:pt x="8" y="35"/>
                  </a:lnTo>
                  <a:lnTo>
                    <a:pt x="5" y="23"/>
                  </a:lnTo>
                  <a:lnTo>
                    <a:pt x="8" y="12"/>
                  </a:lnTo>
                  <a:close/>
                  <a:moveTo>
                    <a:pt x="8" y="12"/>
                  </a:moveTo>
                  <a:lnTo>
                    <a:pt x="14" y="5"/>
                  </a:lnTo>
                  <a:lnTo>
                    <a:pt x="24" y="0"/>
                  </a:lnTo>
                  <a:lnTo>
                    <a:pt x="38" y="0"/>
                  </a:lnTo>
                  <a:lnTo>
                    <a:pt x="56" y="2"/>
                  </a:lnTo>
                  <a:lnTo>
                    <a:pt x="77" y="7"/>
                  </a:lnTo>
                  <a:lnTo>
                    <a:pt x="100" y="16"/>
                  </a:lnTo>
                  <a:lnTo>
                    <a:pt x="126" y="26"/>
                  </a:lnTo>
                  <a:lnTo>
                    <a:pt x="153" y="41"/>
                  </a:lnTo>
                  <a:lnTo>
                    <a:pt x="182" y="57"/>
                  </a:lnTo>
                  <a:lnTo>
                    <a:pt x="210" y="74"/>
                  </a:lnTo>
                  <a:lnTo>
                    <a:pt x="239" y="94"/>
                  </a:lnTo>
                  <a:lnTo>
                    <a:pt x="268" y="115"/>
                  </a:lnTo>
                  <a:lnTo>
                    <a:pt x="295" y="138"/>
                  </a:lnTo>
                  <a:lnTo>
                    <a:pt x="321" y="160"/>
                  </a:lnTo>
                  <a:lnTo>
                    <a:pt x="345" y="183"/>
                  </a:lnTo>
                  <a:lnTo>
                    <a:pt x="365" y="204"/>
                  </a:lnTo>
                  <a:lnTo>
                    <a:pt x="382" y="226"/>
                  </a:lnTo>
                  <a:lnTo>
                    <a:pt x="396" y="245"/>
                  </a:lnTo>
                  <a:lnTo>
                    <a:pt x="406" y="263"/>
                  </a:lnTo>
                  <a:lnTo>
                    <a:pt x="412" y="279"/>
                  </a:lnTo>
                  <a:lnTo>
                    <a:pt x="415" y="291"/>
                  </a:lnTo>
                  <a:lnTo>
                    <a:pt x="412" y="302"/>
                  </a:lnTo>
                  <a:lnTo>
                    <a:pt x="406" y="309"/>
                  </a:lnTo>
                  <a:lnTo>
                    <a:pt x="396" y="314"/>
                  </a:lnTo>
                  <a:lnTo>
                    <a:pt x="382" y="316"/>
                  </a:lnTo>
                  <a:lnTo>
                    <a:pt x="365" y="313"/>
                  </a:lnTo>
                  <a:lnTo>
                    <a:pt x="343" y="307"/>
                  </a:lnTo>
                  <a:lnTo>
                    <a:pt x="321" y="300"/>
                  </a:lnTo>
                  <a:lnTo>
                    <a:pt x="295" y="288"/>
                  </a:lnTo>
                  <a:lnTo>
                    <a:pt x="268" y="275"/>
                  </a:lnTo>
                  <a:lnTo>
                    <a:pt x="239" y="259"/>
                  </a:lnTo>
                  <a:lnTo>
                    <a:pt x="210" y="240"/>
                  </a:lnTo>
                  <a:lnTo>
                    <a:pt x="182" y="220"/>
                  </a:lnTo>
                  <a:lnTo>
                    <a:pt x="153" y="199"/>
                  </a:lnTo>
                  <a:lnTo>
                    <a:pt x="126" y="178"/>
                  </a:lnTo>
                  <a:lnTo>
                    <a:pt x="100" y="154"/>
                  </a:lnTo>
                  <a:lnTo>
                    <a:pt x="76" y="131"/>
                  </a:lnTo>
                  <a:lnTo>
                    <a:pt x="56" y="110"/>
                  </a:lnTo>
                  <a:lnTo>
                    <a:pt x="38" y="89"/>
                  </a:lnTo>
                  <a:lnTo>
                    <a:pt x="24" y="69"/>
                  </a:lnTo>
                  <a:lnTo>
                    <a:pt x="14" y="51"/>
                  </a:lnTo>
                  <a:lnTo>
                    <a:pt x="8" y="35"/>
                  </a:lnTo>
                  <a:lnTo>
                    <a:pt x="5" y="23"/>
                  </a:lnTo>
                  <a:lnTo>
                    <a:pt x="8" y="12"/>
                  </a:lnTo>
                  <a:close/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913" name="Line 393"/>
            <p:cNvSpPr>
              <a:spLocks noChangeShapeType="1"/>
            </p:cNvSpPr>
            <p:nvPr/>
          </p:nvSpPr>
          <p:spPr bwMode="auto">
            <a:xfrm flipH="1" flipV="1">
              <a:off x="2285" y="2824"/>
              <a:ext cx="136" cy="2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914" name="Line 394"/>
            <p:cNvSpPr>
              <a:spLocks noChangeShapeType="1"/>
            </p:cNvSpPr>
            <p:nvPr/>
          </p:nvSpPr>
          <p:spPr bwMode="auto">
            <a:xfrm flipH="1">
              <a:off x="2372" y="2826"/>
              <a:ext cx="49" cy="102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915" name="Line 395"/>
            <p:cNvSpPr>
              <a:spLocks noChangeShapeType="1"/>
            </p:cNvSpPr>
            <p:nvPr/>
          </p:nvSpPr>
          <p:spPr bwMode="auto">
            <a:xfrm>
              <a:off x="2421" y="2826"/>
              <a:ext cx="67" cy="14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916" name="Freeform 396"/>
            <p:cNvSpPr/>
            <p:nvPr/>
          </p:nvSpPr>
          <p:spPr bwMode="auto">
            <a:xfrm>
              <a:off x="2349" y="2902"/>
              <a:ext cx="51" cy="40"/>
            </a:xfrm>
            <a:custGeom>
              <a:avLst/>
              <a:gdLst>
                <a:gd name="T0" fmla="*/ 0 w 101"/>
                <a:gd name="T1" fmla="*/ 1 h 80"/>
                <a:gd name="T2" fmla="*/ 1 w 101"/>
                <a:gd name="T3" fmla="*/ 0 h 80"/>
                <a:gd name="T4" fmla="*/ 1 w 101"/>
                <a:gd name="T5" fmla="*/ 1 h 80"/>
                <a:gd name="T6" fmla="*/ 1 w 101"/>
                <a:gd name="T7" fmla="*/ 1 h 80"/>
                <a:gd name="T8" fmla="*/ 1 w 101"/>
                <a:gd name="T9" fmla="*/ 1 h 80"/>
                <a:gd name="T10" fmla="*/ 1 w 101"/>
                <a:gd name="T11" fmla="*/ 1 h 80"/>
                <a:gd name="T12" fmla="*/ 2 w 101"/>
                <a:gd name="T13" fmla="*/ 1 h 80"/>
                <a:gd name="T14" fmla="*/ 2 w 101"/>
                <a:gd name="T15" fmla="*/ 1 h 80"/>
                <a:gd name="T16" fmla="*/ 2 w 101"/>
                <a:gd name="T17" fmla="*/ 1 h 80"/>
                <a:gd name="T18" fmla="*/ 2 w 101"/>
                <a:gd name="T19" fmla="*/ 1 h 80"/>
                <a:gd name="T20" fmla="*/ 2 w 101"/>
                <a:gd name="T21" fmla="*/ 2 h 80"/>
                <a:gd name="T22" fmla="*/ 2 w 101"/>
                <a:gd name="T23" fmla="*/ 2 h 80"/>
                <a:gd name="T24" fmla="*/ 2 w 101"/>
                <a:gd name="T25" fmla="*/ 2 h 80"/>
                <a:gd name="T26" fmla="*/ 2 w 101"/>
                <a:gd name="T27" fmla="*/ 2 h 80"/>
                <a:gd name="T28" fmla="*/ 2 w 101"/>
                <a:gd name="T29" fmla="*/ 2 h 80"/>
                <a:gd name="T30" fmla="*/ 2 w 101"/>
                <a:gd name="T31" fmla="*/ 2 h 80"/>
                <a:gd name="T32" fmla="*/ 1 w 101"/>
                <a:gd name="T33" fmla="*/ 1 h 80"/>
                <a:gd name="T34" fmla="*/ 1 w 101"/>
                <a:gd name="T35" fmla="*/ 1 h 80"/>
                <a:gd name="T36" fmla="*/ 1 w 101"/>
                <a:gd name="T37" fmla="*/ 1 h 80"/>
                <a:gd name="T38" fmla="*/ 1 w 101"/>
                <a:gd name="T39" fmla="*/ 1 h 80"/>
                <a:gd name="T40" fmla="*/ 1 w 101"/>
                <a:gd name="T41" fmla="*/ 1 h 80"/>
                <a:gd name="T42" fmla="*/ 0 w 101"/>
                <a:gd name="T43" fmla="*/ 1 h 80"/>
                <a:gd name="T44" fmla="*/ 0 w 101"/>
                <a:gd name="T45" fmla="*/ 1 h 80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01" h="80">
                  <a:moveTo>
                    <a:pt x="0" y="3"/>
                  </a:moveTo>
                  <a:lnTo>
                    <a:pt x="4" y="0"/>
                  </a:lnTo>
                  <a:lnTo>
                    <a:pt x="13" y="1"/>
                  </a:lnTo>
                  <a:lnTo>
                    <a:pt x="24" y="3"/>
                  </a:lnTo>
                  <a:lnTo>
                    <a:pt x="37" y="10"/>
                  </a:lnTo>
                  <a:lnTo>
                    <a:pt x="51" y="19"/>
                  </a:lnTo>
                  <a:lnTo>
                    <a:pt x="66" y="30"/>
                  </a:lnTo>
                  <a:lnTo>
                    <a:pt x="79" y="40"/>
                  </a:lnTo>
                  <a:lnTo>
                    <a:pt x="90" y="51"/>
                  </a:lnTo>
                  <a:lnTo>
                    <a:pt x="97" y="62"/>
                  </a:lnTo>
                  <a:lnTo>
                    <a:pt x="101" y="71"/>
                  </a:lnTo>
                  <a:lnTo>
                    <a:pt x="101" y="76"/>
                  </a:lnTo>
                  <a:lnTo>
                    <a:pt x="97" y="80"/>
                  </a:lnTo>
                  <a:lnTo>
                    <a:pt x="90" y="78"/>
                  </a:lnTo>
                  <a:lnTo>
                    <a:pt x="79" y="74"/>
                  </a:lnTo>
                  <a:lnTo>
                    <a:pt x="66" y="69"/>
                  </a:lnTo>
                  <a:lnTo>
                    <a:pt x="51" y="60"/>
                  </a:lnTo>
                  <a:lnTo>
                    <a:pt x="37" y="49"/>
                  </a:lnTo>
                  <a:lnTo>
                    <a:pt x="23" y="39"/>
                  </a:lnTo>
                  <a:lnTo>
                    <a:pt x="13" y="28"/>
                  </a:lnTo>
                  <a:lnTo>
                    <a:pt x="4" y="17"/>
                  </a:lnTo>
                  <a:lnTo>
                    <a:pt x="0" y="8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72719" name="Group 398"/>
          <p:cNvGrpSpPr/>
          <p:nvPr/>
        </p:nvGrpSpPr>
        <p:grpSpPr bwMode="auto">
          <a:xfrm>
            <a:off x="5314950" y="5343525"/>
            <a:ext cx="223838" cy="254000"/>
            <a:chOff x="2274" y="2821"/>
            <a:chExt cx="215" cy="238"/>
          </a:xfrm>
        </p:grpSpPr>
        <p:sp>
          <p:nvSpPr>
            <p:cNvPr id="72889" name="Freeform 399"/>
            <p:cNvSpPr>
              <a:spLocks noEditPoints="1"/>
            </p:cNvSpPr>
            <p:nvPr/>
          </p:nvSpPr>
          <p:spPr bwMode="auto">
            <a:xfrm>
              <a:off x="2274" y="3034"/>
              <a:ext cx="215" cy="25"/>
            </a:xfrm>
            <a:custGeom>
              <a:avLst/>
              <a:gdLst>
                <a:gd name="T0" fmla="*/ 1 w 430"/>
                <a:gd name="T1" fmla="*/ 1 h 50"/>
                <a:gd name="T2" fmla="*/ 0 w 430"/>
                <a:gd name="T3" fmla="*/ 1 h 50"/>
                <a:gd name="T4" fmla="*/ 0 w 430"/>
                <a:gd name="T5" fmla="*/ 1 h 50"/>
                <a:gd name="T6" fmla="*/ 7 w 430"/>
                <a:gd name="T7" fmla="*/ 1 h 50"/>
                <a:gd name="T8" fmla="*/ 7 w 430"/>
                <a:gd name="T9" fmla="*/ 1 h 50"/>
                <a:gd name="T10" fmla="*/ 6 w 430"/>
                <a:gd name="T11" fmla="*/ 1 h 50"/>
                <a:gd name="T12" fmla="*/ 6 w 430"/>
                <a:gd name="T13" fmla="*/ 0 h 50"/>
                <a:gd name="T14" fmla="*/ 1 w 430"/>
                <a:gd name="T15" fmla="*/ 0 h 50"/>
                <a:gd name="T16" fmla="*/ 1 w 430"/>
                <a:gd name="T17" fmla="*/ 1 h 50"/>
                <a:gd name="T18" fmla="*/ 6 w 430"/>
                <a:gd name="T19" fmla="*/ 1 h 50"/>
                <a:gd name="T20" fmla="*/ 1 w 430"/>
                <a:gd name="T21" fmla="*/ 1 h 50"/>
                <a:gd name="T22" fmla="*/ 6 w 430"/>
                <a:gd name="T23" fmla="*/ 1 h 5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430" h="50">
                  <a:moveTo>
                    <a:pt x="26" y="18"/>
                  </a:moveTo>
                  <a:lnTo>
                    <a:pt x="0" y="18"/>
                  </a:lnTo>
                  <a:lnTo>
                    <a:pt x="0" y="50"/>
                  </a:lnTo>
                  <a:lnTo>
                    <a:pt x="430" y="50"/>
                  </a:lnTo>
                  <a:lnTo>
                    <a:pt x="430" y="18"/>
                  </a:lnTo>
                  <a:lnTo>
                    <a:pt x="376" y="18"/>
                  </a:lnTo>
                  <a:lnTo>
                    <a:pt x="376" y="0"/>
                  </a:lnTo>
                  <a:lnTo>
                    <a:pt x="26" y="0"/>
                  </a:lnTo>
                  <a:lnTo>
                    <a:pt x="26" y="18"/>
                  </a:lnTo>
                  <a:close/>
                  <a:moveTo>
                    <a:pt x="376" y="18"/>
                  </a:moveTo>
                  <a:lnTo>
                    <a:pt x="33" y="18"/>
                  </a:lnTo>
                  <a:lnTo>
                    <a:pt x="376" y="18"/>
                  </a:lnTo>
                  <a:close/>
                </a:path>
              </a:pathLst>
            </a:custGeom>
            <a:solidFill>
              <a:srgbClr val="3333FF"/>
            </a:solidFill>
            <a:ln>
              <a:noFill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90" name="Line 400"/>
            <p:cNvSpPr>
              <a:spLocks noChangeShapeType="1"/>
            </p:cNvSpPr>
            <p:nvPr/>
          </p:nvSpPr>
          <p:spPr bwMode="auto">
            <a:xfrm>
              <a:off x="2317" y="2951"/>
              <a:ext cx="30" cy="1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91" name="Freeform 401"/>
            <p:cNvSpPr/>
            <p:nvPr/>
          </p:nvSpPr>
          <p:spPr bwMode="auto">
            <a:xfrm>
              <a:off x="2317" y="2923"/>
              <a:ext cx="44" cy="109"/>
            </a:xfrm>
            <a:custGeom>
              <a:avLst/>
              <a:gdLst>
                <a:gd name="T0" fmla="*/ 2 w 87"/>
                <a:gd name="T1" fmla="*/ 3 h 219"/>
                <a:gd name="T2" fmla="*/ 0 w 87"/>
                <a:gd name="T3" fmla="*/ 0 h 219"/>
                <a:gd name="T4" fmla="*/ 1 w 87"/>
                <a:gd name="T5" fmla="*/ 0 h 2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7" h="219">
                  <a:moveTo>
                    <a:pt x="87" y="219"/>
                  </a:moveTo>
                  <a:lnTo>
                    <a:pt x="0" y="55"/>
                  </a:lnTo>
                  <a:lnTo>
                    <a:pt x="28" y="0"/>
                  </a:lnTo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92" name="Line 402"/>
            <p:cNvSpPr>
              <a:spLocks noChangeShapeType="1"/>
            </p:cNvSpPr>
            <p:nvPr/>
          </p:nvSpPr>
          <p:spPr bwMode="auto">
            <a:xfrm flipV="1">
              <a:off x="2300" y="2951"/>
              <a:ext cx="47" cy="83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93" name="Freeform 403"/>
            <p:cNvSpPr/>
            <p:nvPr/>
          </p:nvSpPr>
          <p:spPr bwMode="auto">
            <a:xfrm>
              <a:off x="2317" y="3005"/>
              <a:ext cx="86" cy="27"/>
            </a:xfrm>
            <a:custGeom>
              <a:avLst/>
              <a:gdLst>
                <a:gd name="T0" fmla="*/ 1 w 172"/>
                <a:gd name="T1" fmla="*/ 0 h 55"/>
                <a:gd name="T2" fmla="*/ 0 w 172"/>
                <a:gd name="T3" fmla="*/ 0 h 55"/>
                <a:gd name="T4" fmla="*/ 3 w 172"/>
                <a:gd name="T5" fmla="*/ 0 h 55"/>
                <a:gd name="T6" fmla="*/ 3 w 172"/>
                <a:gd name="T7" fmla="*/ 0 h 5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2" h="55">
                  <a:moveTo>
                    <a:pt x="28" y="55"/>
                  </a:moveTo>
                  <a:lnTo>
                    <a:pt x="0" y="0"/>
                  </a:lnTo>
                  <a:lnTo>
                    <a:pt x="172" y="0"/>
                  </a:lnTo>
                  <a:lnTo>
                    <a:pt x="146" y="55"/>
                  </a:lnTo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94" name="Line 404"/>
            <p:cNvSpPr>
              <a:spLocks noChangeShapeType="1"/>
            </p:cNvSpPr>
            <p:nvPr/>
          </p:nvSpPr>
          <p:spPr bwMode="auto">
            <a:xfrm flipH="1" flipV="1">
              <a:off x="2375" y="2960"/>
              <a:ext cx="46" cy="74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95" name="Freeform 405"/>
            <p:cNvSpPr/>
            <p:nvPr/>
          </p:nvSpPr>
          <p:spPr bwMode="auto">
            <a:xfrm>
              <a:off x="2274" y="3034"/>
              <a:ext cx="215" cy="25"/>
            </a:xfrm>
            <a:custGeom>
              <a:avLst/>
              <a:gdLst>
                <a:gd name="T0" fmla="*/ 1 w 430"/>
                <a:gd name="T1" fmla="*/ 1 h 50"/>
                <a:gd name="T2" fmla="*/ 0 w 430"/>
                <a:gd name="T3" fmla="*/ 1 h 50"/>
                <a:gd name="T4" fmla="*/ 0 w 430"/>
                <a:gd name="T5" fmla="*/ 1 h 50"/>
                <a:gd name="T6" fmla="*/ 7 w 430"/>
                <a:gd name="T7" fmla="*/ 1 h 50"/>
                <a:gd name="T8" fmla="*/ 7 w 430"/>
                <a:gd name="T9" fmla="*/ 1 h 50"/>
                <a:gd name="T10" fmla="*/ 6 w 430"/>
                <a:gd name="T11" fmla="*/ 1 h 50"/>
                <a:gd name="T12" fmla="*/ 6 w 430"/>
                <a:gd name="T13" fmla="*/ 0 h 50"/>
                <a:gd name="T14" fmla="*/ 1 w 430"/>
                <a:gd name="T15" fmla="*/ 0 h 50"/>
                <a:gd name="T16" fmla="*/ 1 w 430"/>
                <a:gd name="T17" fmla="*/ 1 h 5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30" h="50">
                  <a:moveTo>
                    <a:pt x="26" y="18"/>
                  </a:moveTo>
                  <a:lnTo>
                    <a:pt x="0" y="18"/>
                  </a:lnTo>
                  <a:lnTo>
                    <a:pt x="0" y="50"/>
                  </a:lnTo>
                  <a:lnTo>
                    <a:pt x="430" y="50"/>
                  </a:lnTo>
                  <a:lnTo>
                    <a:pt x="430" y="18"/>
                  </a:lnTo>
                  <a:lnTo>
                    <a:pt x="376" y="18"/>
                  </a:lnTo>
                  <a:lnTo>
                    <a:pt x="376" y="0"/>
                  </a:lnTo>
                  <a:lnTo>
                    <a:pt x="26" y="0"/>
                  </a:lnTo>
                  <a:lnTo>
                    <a:pt x="26" y="18"/>
                  </a:lnTo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96" name="Freeform 406"/>
            <p:cNvSpPr/>
            <p:nvPr/>
          </p:nvSpPr>
          <p:spPr bwMode="auto">
            <a:xfrm>
              <a:off x="2290" y="3043"/>
              <a:ext cx="171" cy="1"/>
            </a:xfrm>
            <a:custGeom>
              <a:avLst/>
              <a:gdLst>
                <a:gd name="T0" fmla="*/ 5 w 343"/>
                <a:gd name="T1" fmla="*/ 0 h 1"/>
                <a:gd name="T2" fmla="*/ 0 w 343"/>
                <a:gd name="T3" fmla="*/ 0 h 1"/>
                <a:gd name="T4" fmla="*/ 5 w 343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3" h="1">
                  <a:moveTo>
                    <a:pt x="343" y="0"/>
                  </a:moveTo>
                  <a:lnTo>
                    <a:pt x="0" y="0"/>
                  </a:lnTo>
                  <a:lnTo>
                    <a:pt x="343" y="0"/>
                  </a:lnTo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97" name="Rectangle 407"/>
            <p:cNvSpPr>
              <a:spLocks noChangeArrowheads="1"/>
            </p:cNvSpPr>
            <p:nvPr/>
          </p:nvSpPr>
          <p:spPr bwMode="auto">
            <a:xfrm>
              <a:off x="2347" y="2951"/>
              <a:ext cx="27" cy="83"/>
            </a:xfrm>
            <a:prstGeom prst="rect">
              <a:avLst/>
            </a:prstGeom>
            <a:solidFill>
              <a:srgbClr val="3333FF"/>
            </a:solidFill>
            <a:ln w="6350">
              <a:solidFill>
                <a:srgbClr val="000000"/>
              </a:solidFill>
              <a:miter lim="800000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98" name="Freeform 408"/>
            <p:cNvSpPr>
              <a:spLocks noEditPoints="1"/>
            </p:cNvSpPr>
            <p:nvPr/>
          </p:nvSpPr>
          <p:spPr bwMode="auto">
            <a:xfrm>
              <a:off x="2281" y="2821"/>
              <a:ext cx="208" cy="175"/>
            </a:xfrm>
            <a:custGeom>
              <a:avLst/>
              <a:gdLst>
                <a:gd name="T0" fmla="*/ 1 w 415"/>
                <a:gd name="T1" fmla="*/ 1 h 350"/>
                <a:gd name="T2" fmla="*/ 1 w 415"/>
                <a:gd name="T3" fmla="*/ 2 h 350"/>
                <a:gd name="T4" fmla="*/ 1 w 415"/>
                <a:gd name="T5" fmla="*/ 3 h 350"/>
                <a:gd name="T6" fmla="*/ 1 w 415"/>
                <a:gd name="T7" fmla="*/ 3 h 350"/>
                <a:gd name="T8" fmla="*/ 2 w 415"/>
                <a:gd name="T9" fmla="*/ 4 h 350"/>
                <a:gd name="T10" fmla="*/ 3 w 415"/>
                <a:gd name="T11" fmla="*/ 5 h 350"/>
                <a:gd name="T12" fmla="*/ 4 w 415"/>
                <a:gd name="T13" fmla="*/ 5 h 350"/>
                <a:gd name="T14" fmla="*/ 5 w 415"/>
                <a:gd name="T15" fmla="*/ 6 h 350"/>
                <a:gd name="T16" fmla="*/ 6 w 415"/>
                <a:gd name="T17" fmla="*/ 6 h 350"/>
                <a:gd name="T18" fmla="*/ 6 w 415"/>
                <a:gd name="T19" fmla="*/ 6 h 350"/>
                <a:gd name="T20" fmla="*/ 7 w 415"/>
                <a:gd name="T21" fmla="*/ 5 h 350"/>
                <a:gd name="T22" fmla="*/ 7 w 415"/>
                <a:gd name="T23" fmla="*/ 5 h 350"/>
                <a:gd name="T24" fmla="*/ 6 w 415"/>
                <a:gd name="T25" fmla="*/ 5 h 350"/>
                <a:gd name="T26" fmla="*/ 6 w 415"/>
                <a:gd name="T27" fmla="*/ 5 h 350"/>
                <a:gd name="T28" fmla="*/ 5 w 415"/>
                <a:gd name="T29" fmla="*/ 5 h 350"/>
                <a:gd name="T30" fmla="*/ 4 w 415"/>
                <a:gd name="T31" fmla="*/ 5 h 350"/>
                <a:gd name="T32" fmla="*/ 3 w 415"/>
                <a:gd name="T33" fmla="*/ 4 h 350"/>
                <a:gd name="T34" fmla="*/ 2 w 415"/>
                <a:gd name="T35" fmla="*/ 3 h 350"/>
                <a:gd name="T36" fmla="*/ 2 w 415"/>
                <a:gd name="T37" fmla="*/ 3 h 350"/>
                <a:gd name="T38" fmla="*/ 1 w 415"/>
                <a:gd name="T39" fmla="*/ 2 h 350"/>
                <a:gd name="T40" fmla="*/ 1 w 415"/>
                <a:gd name="T41" fmla="*/ 1 h 350"/>
                <a:gd name="T42" fmla="*/ 1 w 415"/>
                <a:gd name="T43" fmla="*/ 1 h 350"/>
                <a:gd name="T44" fmla="*/ 1 w 415"/>
                <a:gd name="T45" fmla="*/ 1 h 350"/>
                <a:gd name="T46" fmla="*/ 1 w 415"/>
                <a:gd name="T47" fmla="*/ 0 h 350"/>
                <a:gd name="T48" fmla="*/ 1 w 415"/>
                <a:gd name="T49" fmla="*/ 1 h 350"/>
                <a:gd name="T50" fmla="*/ 2 w 415"/>
                <a:gd name="T51" fmla="*/ 1 h 350"/>
                <a:gd name="T52" fmla="*/ 3 w 415"/>
                <a:gd name="T53" fmla="*/ 1 h 350"/>
                <a:gd name="T54" fmla="*/ 4 w 415"/>
                <a:gd name="T55" fmla="*/ 2 h 350"/>
                <a:gd name="T56" fmla="*/ 5 w 415"/>
                <a:gd name="T57" fmla="*/ 2 h 350"/>
                <a:gd name="T58" fmla="*/ 6 w 415"/>
                <a:gd name="T59" fmla="*/ 3 h 350"/>
                <a:gd name="T60" fmla="*/ 6 w 415"/>
                <a:gd name="T61" fmla="*/ 4 h 350"/>
                <a:gd name="T62" fmla="*/ 7 w 415"/>
                <a:gd name="T63" fmla="*/ 4 h 350"/>
                <a:gd name="T64" fmla="*/ 7 w 415"/>
                <a:gd name="T65" fmla="*/ 5 h 350"/>
                <a:gd name="T66" fmla="*/ 7 w 415"/>
                <a:gd name="T67" fmla="*/ 5 h 350"/>
                <a:gd name="T68" fmla="*/ 7 w 415"/>
                <a:gd name="T69" fmla="*/ 5 h 350"/>
                <a:gd name="T70" fmla="*/ 6 w 415"/>
                <a:gd name="T71" fmla="*/ 5 h 350"/>
                <a:gd name="T72" fmla="*/ 6 w 415"/>
                <a:gd name="T73" fmla="*/ 5 h 350"/>
                <a:gd name="T74" fmla="*/ 5 w 415"/>
                <a:gd name="T75" fmla="*/ 5 h 350"/>
                <a:gd name="T76" fmla="*/ 4 w 415"/>
                <a:gd name="T77" fmla="*/ 4 h 350"/>
                <a:gd name="T78" fmla="*/ 3 w 415"/>
                <a:gd name="T79" fmla="*/ 4 h 350"/>
                <a:gd name="T80" fmla="*/ 2 w 415"/>
                <a:gd name="T81" fmla="*/ 3 h 350"/>
                <a:gd name="T82" fmla="*/ 1 w 415"/>
                <a:gd name="T83" fmla="*/ 2 h 350"/>
                <a:gd name="T84" fmla="*/ 1 w 415"/>
                <a:gd name="T85" fmla="*/ 2 h 350"/>
                <a:gd name="T86" fmla="*/ 1 w 415"/>
                <a:gd name="T87" fmla="*/ 1 h 350"/>
                <a:gd name="T88" fmla="*/ 1 w 415"/>
                <a:gd name="T89" fmla="*/ 1 h 350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415" h="350">
                  <a:moveTo>
                    <a:pt x="8" y="12"/>
                  </a:moveTo>
                  <a:lnTo>
                    <a:pt x="1" y="32"/>
                  </a:lnTo>
                  <a:lnTo>
                    <a:pt x="0" y="53"/>
                  </a:lnTo>
                  <a:lnTo>
                    <a:pt x="3" y="78"/>
                  </a:lnTo>
                  <a:lnTo>
                    <a:pt x="8" y="103"/>
                  </a:lnTo>
                  <a:lnTo>
                    <a:pt x="18" y="130"/>
                  </a:lnTo>
                  <a:lnTo>
                    <a:pt x="34" y="158"/>
                  </a:lnTo>
                  <a:lnTo>
                    <a:pt x="51" y="185"/>
                  </a:lnTo>
                  <a:lnTo>
                    <a:pt x="73" y="211"/>
                  </a:lnTo>
                  <a:lnTo>
                    <a:pt x="97" y="236"/>
                  </a:lnTo>
                  <a:lnTo>
                    <a:pt x="124" y="261"/>
                  </a:lnTo>
                  <a:lnTo>
                    <a:pt x="151" y="282"/>
                  </a:lnTo>
                  <a:lnTo>
                    <a:pt x="182" y="302"/>
                  </a:lnTo>
                  <a:lnTo>
                    <a:pt x="212" y="318"/>
                  </a:lnTo>
                  <a:lnTo>
                    <a:pt x="242" y="332"/>
                  </a:lnTo>
                  <a:lnTo>
                    <a:pt x="270" y="341"/>
                  </a:lnTo>
                  <a:lnTo>
                    <a:pt x="299" y="346"/>
                  </a:lnTo>
                  <a:lnTo>
                    <a:pt x="325" y="350"/>
                  </a:lnTo>
                  <a:lnTo>
                    <a:pt x="349" y="346"/>
                  </a:lnTo>
                  <a:lnTo>
                    <a:pt x="371" y="341"/>
                  </a:lnTo>
                  <a:lnTo>
                    <a:pt x="388" y="332"/>
                  </a:lnTo>
                  <a:lnTo>
                    <a:pt x="402" y="318"/>
                  </a:lnTo>
                  <a:lnTo>
                    <a:pt x="412" y="302"/>
                  </a:lnTo>
                  <a:lnTo>
                    <a:pt x="406" y="309"/>
                  </a:lnTo>
                  <a:lnTo>
                    <a:pt x="396" y="314"/>
                  </a:lnTo>
                  <a:lnTo>
                    <a:pt x="382" y="316"/>
                  </a:lnTo>
                  <a:lnTo>
                    <a:pt x="365" y="313"/>
                  </a:lnTo>
                  <a:lnTo>
                    <a:pt x="343" y="307"/>
                  </a:lnTo>
                  <a:lnTo>
                    <a:pt x="321" y="300"/>
                  </a:lnTo>
                  <a:lnTo>
                    <a:pt x="295" y="288"/>
                  </a:lnTo>
                  <a:lnTo>
                    <a:pt x="268" y="275"/>
                  </a:lnTo>
                  <a:lnTo>
                    <a:pt x="239" y="259"/>
                  </a:lnTo>
                  <a:lnTo>
                    <a:pt x="210" y="240"/>
                  </a:lnTo>
                  <a:lnTo>
                    <a:pt x="182" y="220"/>
                  </a:lnTo>
                  <a:lnTo>
                    <a:pt x="153" y="199"/>
                  </a:lnTo>
                  <a:lnTo>
                    <a:pt x="126" y="178"/>
                  </a:lnTo>
                  <a:lnTo>
                    <a:pt x="100" y="154"/>
                  </a:lnTo>
                  <a:lnTo>
                    <a:pt x="76" y="131"/>
                  </a:lnTo>
                  <a:lnTo>
                    <a:pt x="56" y="110"/>
                  </a:lnTo>
                  <a:lnTo>
                    <a:pt x="38" y="89"/>
                  </a:lnTo>
                  <a:lnTo>
                    <a:pt x="24" y="69"/>
                  </a:lnTo>
                  <a:lnTo>
                    <a:pt x="14" y="51"/>
                  </a:lnTo>
                  <a:lnTo>
                    <a:pt x="8" y="35"/>
                  </a:lnTo>
                  <a:lnTo>
                    <a:pt x="5" y="23"/>
                  </a:lnTo>
                  <a:lnTo>
                    <a:pt x="8" y="12"/>
                  </a:lnTo>
                  <a:close/>
                  <a:moveTo>
                    <a:pt x="8" y="12"/>
                  </a:moveTo>
                  <a:lnTo>
                    <a:pt x="14" y="5"/>
                  </a:lnTo>
                  <a:lnTo>
                    <a:pt x="24" y="0"/>
                  </a:lnTo>
                  <a:lnTo>
                    <a:pt x="38" y="0"/>
                  </a:lnTo>
                  <a:lnTo>
                    <a:pt x="56" y="2"/>
                  </a:lnTo>
                  <a:lnTo>
                    <a:pt x="77" y="7"/>
                  </a:lnTo>
                  <a:lnTo>
                    <a:pt x="100" y="16"/>
                  </a:lnTo>
                  <a:lnTo>
                    <a:pt x="126" y="26"/>
                  </a:lnTo>
                  <a:lnTo>
                    <a:pt x="153" y="41"/>
                  </a:lnTo>
                  <a:lnTo>
                    <a:pt x="182" y="57"/>
                  </a:lnTo>
                  <a:lnTo>
                    <a:pt x="210" y="74"/>
                  </a:lnTo>
                  <a:lnTo>
                    <a:pt x="239" y="94"/>
                  </a:lnTo>
                  <a:lnTo>
                    <a:pt x="268" y="115"/>
                  </a:lnTo>
                  <a:lnTo>
                    <a:pt x="295" y="138"/>
                  </a:lnTo>
                  <a:lnTo>
                    <a:pt x="321" y="160"/>
                  </a:lnTo>
                  <a:lnTo>
                    <a:pt x="345" y="183"/>
                  </a:lnTo>
                  <a:lnTo>
                    <a:pt x="365" y="204"/>
                  </a:lnTo>
                  <a:lnTo>
                    <a:pt x="382" y="226"/>
                  </a:lnTo>
                  <a:lnTo>
                    <a:pt x="396" y="245"/>
                  </a:lnTo>
                  <a:lnTo>
                    <a:pt x="406" y="263"/>
                  </a:lnTo>
                  <a:lnTo>
                    <a:pt x="412" y="279"/>
                  </a:lnTo>
                  <a:lnTo>
                    <a:pt x="415" y="291"/>
                  </a:lnTo>
                  <a:lnTo>
                    <a:pt x="412" y="302"/>
                  </a:lnTo>
                  <a:lnTo>
                    <a:pt x="406" y="309"/>
                  </a:lnTo>
                  <a:lnTo>
                    <a:pt x="396" y="314"/>
                  </a:lnTo>
                  <a:lnTo>
                    <a:pt x="382" y="316"/>
                  </a:lnTo>
                  <a:lnTo>
                    <a:pt x="365" y="313"/>
                  </a:lnTo>
                  <a:lnTo>
                    <a:pt x="343" y="307"/>
                  </a:lnTo>
                  <a:lnTo>
                    <a:pt x="321" y="300"/>
                  </a:lnTo>
                  <a:lnTo>
                    <a:pt x="295" y="288"/>
                  </a:lnTo>
                  <a:lnTo>
                    <a:pt x="268" y="275"/>
                  </a:lnTo>
                  <a:lnTo>
                    <a:pt x="239" y="259"/>
                  </a:lnTo>
                  <a:lnTo>
                    <a:pt x="210" y="240"/>
                  </a:lnTo>
                  <a:lnTo>
                    <a:pt x="182" y="220"/>
                  </a:lnTo>
                  <a:lnTo>
                    <a:pt x="153" y="199"/>
                  </a:lnTo>
                  <a:lnTo>
                    <a:pt x="126" y="178"/>
                  </a:lnTo>
                  <a:lnTo>
                    <a:pt x="100" y="154"/>
                  </a:lnTo>
                  <a:lnTo>
                    <a:pt x="76" y="131"/>
                  </a:lnTo>
                  <a:lnTo>
                    <a:pt x="56" y="110"/>
                  </a:lnTo>
                  <a:lnTo>
                    <a:pt x="38" y="89"/>
                  </a:lnTo>
                  <a:lnTo>
                    <a:pt x="24" y="69"/>
                  </a:lnTo>
                  <a:lnTo>
                    <a:pt x="14" y="51"/>
                  </a:lnTo>
                  <a:lnTo>
                    <a:pt x="8" y="35"/>
                  </a:lnTo>
                  <a:lnTo>
                    <a:pt x="5" y="23"/>
                  </a:lnTo>
                  <a:lnTo>
                    <a:pt x="8" y="12"/>
                  </a:lnTo>
                  <a:close/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99" name="Line 409"/>
            <p:cNvSpPr>
              <a:spLocks noChangeShapeType="1"/>
            </p:cNvSpPr>
            <p:nvPr/>
          </p:nvSpPr>
          <p:spPr bwMode="auto">
            <a:xfrm flipH="1" flipV="1">
              <a:off x="2285" y="2824"/>
              <a:ext cx="136" cy="2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900" name="Line 410"/>
            <p:cNvSpPr>
              <a:spLocks noChangeShapeType="1"/>
            </p:cNvSpPr>
            <p:nvPr/>
          </p:nvSpPr>
          <p:spPr bwMode="auto">
            <a:xfrm flipH="1">
              <a:off x="2372" y="2826"/>
              <a:ext cx="49" cy="102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901" name="Line 411"/>
            <p:cNvSpPr>
              <a:spLocks noChangeShapeType="1"/>
            </p:cNvSpPr>
            <p:nvPr/>
          </p:nvSpPr>
          <p:spPr bwMode="auto">
            <a:xfrm>
              <a:off x="2421" y="2826"/>
              <a:ext cx="67" cy="14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902" name="Freeform 412"/>
            <p:cNvSpPr/>
            <p:nvPr/>
          </p:nvSpPr>
          <p:spPr bwMode="auto">
            <a:xfrm>
              <a:off x="2349" y="2902"/>
              <a:ext cx="51" cy="40"/>
            </a:xfrm>
            <a:custGeom>
              <a:avLst/>
              <a:gdLst>
                <a:gd name="T0" fmla="*/ 0 w 101"/>
                <a:gd name="T1" fmla="*/ 1 h 80"/>
                <a:gd name="T2" fmla="*/ 1 w 101"/>
                <a:gd name="T3" fmla="*/ 0 h 80"/>
                <a:gd name="T4" fmla="*/ 1 w 101"/>
                <a:gd name="T5" fmla="*/ 1 h 80"/>
                <a:gd name="T6" fmla="*/ 1 w 101"/>
                <a:gd name="T7" fmla="*/ 1 h 80"/>
                <a:gd name="T8" fmla="*/ 1 w 101"/>
                <a:gd name="T9" fmla="*/ 1 h 80"/>
                <a:gd name="T10" fmla="*/ 1 w 101"/>
                <a:gd name="T11" fmla="*/ 1 h 80"/>
                <a:gd name="T12" fmla="*/ 2 w 101"/>
                <a:gd name="T13" fmla="*/ 1 h 80"/>
                <a:gd name="T14" fmla="*/ 2 w 101"/>
                <a:gd name="T15" fmla="*/ 1 h 80"/>
                <a:gd name="T16" fmla="*/ 2 w 101"/>
                <a:gd name="T17" fmla="*/ 1 h 80"/>
                <a:gd name="T18" fmla="*/ 2 w 101"/>
                <a:gd name="T19" fmla="*/ 1 h 80"/>
                <a:gd name="T20" fmla="*/ 2 w 101"/>
                <a:gd name="T21" fmla="*/ 2 h 80"/>
                <a:gd name="T22" fmla="*/ 2 w 101"/>
                <a:gd name="T23" fmla="*/ 2 h 80"/>
                <a:gd name="T24" fmla="*/ 2 w 101"/>
                <a:gd name="T25" fmla="*/ 2 h 80"/>
                <a:gd name="T26" fmla="*/ 2 w 101"/>
                <a:gd name="T27" fmla="*/ 2 h 80"/>
                <a:gd name="T28" fmla="*/ 2 w 101"/>
                <a:gd name="T29" fmla="*/ 2 h 80"/>
                <a:gd name="T30" fmla="*/ 2 w 101"/>
                <a:gd name="T31" fmla="*/ 2 h 80"/>
                <a:gd name="T32" fmla="*/ 1 w 101"/>
                <a:gd name="T33" fmla="*/ 1 h 80"/>
                <a:gd name="T34" fmla="*/ 1 w 101"/>
                <a:gd name="T35" fmla="*/ 1 h 80"/>
                <a:gd name="T36" fmla="*/ 1 w 101"/>
                <a:gd name="T37" fmla="*/ 1 h 80"/>
                <a:gd name="T38" fmla="*/ 1 w 101"/>
                <a:gd name="T39" fmla="*/ 1 h 80"/>
                <a:gd name="T40" fmla="*/ 1 w 101"/>
                <a:gd name="T41" fmla="*/ 1 h 80"/>
                <a:gd name="T42" fmla="*/ 0 w 101"/>
                <a:gd name="T43" fmla="*/ 1 h 80"/>
                <a:gd name="T44" fmla="*/ 0 w 101"/>
                <a:gd name="T45" fmla="*/ 1 h 80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01" h="80">
                  <a:moveTo>
                    <a:pt x="0" y="3"/>
                  </a:moveTo>
                  <a:lnTo>
                    <a:pt x="4" y="0"/>
                  </a:lnTo>
                  <a:lnTo>
                    <a:pt x="13" y="1"/>
                  </a:lnTo>
                  <a:lnTo>
                    <a:pt x="24" y="3"/>
                  </a:lnTo>
                  <a:lnTo>
                    <a:pt x="37" y="10"/>
                  </a:lnTo>
                  <a:lnTo>
                    <a:pt x="51" y="19"/>
                  </a:lnTo>
                  <a:lnTo>
                    <a:pt x="66" y="30"/>
                  </a:lnTo>
                  <a:lnTo>
                    <a:pt x="79" y="40"/>
                  </a:lnTo>
                  <a:lnTo>
                    <a:pt x="90" y="51"/>
                  </a:lnTo>
                  <a:lnTo>
                    <a:pt x="97" y="62"/>
                  </a:lnTo>
                  <a:lnTo>
                    <a:pt x="101" y="71"/>
                  </a:lnTo>
                  <a:lnTo>
                    <a:pt x="101" y="76"/>
                  </a:lnTo>
                  <a:lnTo>
                    <a:pt x="97" y="80"/>
                  </a:lnTo>
                  <a:lnTo>
                    <a:pt x="90" y="78"/>
                  </a:lnTo>
                  <a:lnTo>
                    <a:pt x="79" y="74"/>
                  </a:lnTo>
                  <a:lnTo>
                    <a:pt x="66" y="69"/>
                  </a:lnTo>
                  <a:lnTo>
                    <a:pt x="51" y="60"/>
                  </a:lnTo>
                  <a:lnTo>
                    <a:pt x="37" y="49"/>
                  </a:lnTo>
                  <a:lnTo>
                    <a:pt x="23" y="39"/>
                  </a:lnTo>
                  <a:lnTo>
                    <a:pt x="13" y="28"/>
                  </a:lnTo>
                  <a:lnTo>
                    <a:pt x="4" y="17"/>
                  </a:lnTo>
                  <a:lnTo>
                    <a:pt x="0" y="8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72720" name="Group 413"/>
          <p:cNvGrpSpPr/>
          <p:nvPr/>
        </p:nvGrpSpPr>
        <p:grpSpPr bwMode="auto">
          <a:xfrm flipH="1">
            <a:off x="5694363" y="5372100"/>
            <a:ext cx="298450" cy="211138"/>
            <a:chOff x="2274" y="2821"/>
            <a:chExt cx="215" cy="238"/>
          </a:xfrm>
        </p:grpSpPr>
        <p:sp>
          <p:nvSpPr>
            <p:cNvPr id="72875" name="Freeform 414"/>
            <p:cNvSpPr>
              <a:spLocks noEditPoints="1"/>
            </p:cNvSpPr>
            <p:nvPr/>
          </p:nvSpPr>
          <p:spPr bwMode="auto">
            <a:xfrm>
              <a:off x="2274" y="3034"/>
              <a:ext cx="215" cy="25"/>
            </a:xfrm>
            <a:custGeom>
              <a:avLst/>
              <a:gdLst>
                <a:gd name="T0" fmla="*/ 1 w 430"/>
                <a:gd name="T1" fmla="*/ 1 h 50"/>
                <a:gd name="T2" fmla="*/ 0 w 430"/>
                <a:gd name="T3" fmla="*/ 1 h 50"/>
                <a:gd name="T4" fmla="*/ 0 w 430"/>
                <a:gd name="T5" fmla="*/ 1 h 50"/>
                <a:gd name="T6" fmla="*/ 7 w 430"/>
                <a:gd name="T7" fmla="*/ 1 h 50"/>
                <a:gd name="T8" fmla="*/ 7 w 430"/>
                <a:gd name="T9" fmla="*/ 1 h 50"/>
                <a:gd name="T10" fmla="*/ 6 w 430"/>
                <a:gd name="T11" fmla="*/ 1 h 50"/>
                <a:gd name="T12" fmla="*/ 6 w 430"/>
                <a:gd name="T13" fmla="*/ 0 h 50"/>
                <a:gd name="T14" fmla="*/ 1 w 430"/>
                <a:gd name="T15" fmla="*/ 0 h 50"/>
                <a:gd name="T16" fmla="*/ 1 w 430"/>
                <a:gd name="T17" fmla="*/ 1 h 50"/>
                <a:gd name="T18" fmla="*/ 6 w 430"/>
                <a:gd name="T19" fmla="*/ 1 h 50"/>
                <a:gd name="T20" fmla="*/ 1 w 430"/>
                <a:gd name="T21" fmla="*/ 1 h 50"/>
                <a:gd name="T22" fmla="*/ 6 w 430"/>
                <a:gd name="T23" fmla="*/ 1 h 5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430" h="50">
                  <a:moveTo>
                    <a:pt x="26" y="18"/>
                  </a:moveTo>
                  <a:lnTo>
                    <a:pt x="0" y="18"/>
                  </a:lnTo>
                  <a:lnTo>
                    <a:pt x="0" y="50"/>
                  </a:lnTo>
                  <a:lnTo>
                    <a:pt x="430" y="50"/>
                  </a:lnTo>
                  <a:lnTo>
                    <a:pt x="430" y="18"/>
                  </a:lnTo>
                  <a:lnTo>
                    <a:pt x="376" y="18"/>
                  </a:lnTo>
                  <a:lnTo>
                    <a:pt x="376" y="0"/>
                  </a:lnTo>
                  <a:lnTo>
                    <a:pt x="26" y="0"/>
                  </a:lnTo>
                  <a:lnTo>
                    <a:pt x="26" y="18"/>
                  </a:lnTo>
                  <a:close/>
                  <a:moveTo>
                    <a:pt x="376" y="18"/>
                  </a:moveTo>
                  <a:lnTo>
                    <a:pt x="33" y="18"/>
                  </a:lnTo>
                  <a:lnTo>
                    <a:pt x="376" y="18"/>
                  </a:lnTo>
                  <a:close/>
                </a:path>
              </a:pathLst>
            </a:custGeom>
            <a:solidFill>
              <a:srgbClr val="3333FF"/>
            </a:solidFill>
            <a:ln>
              <a:noFill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76" name="Line 415"/>
            <p:cNvSpPr>
              <a:spLocks noChangeShapeType="1"/>
            </p:cNvSpPr>
            <p:nvPr/>
          </p:nvSpPr>
          <p:spPr bwMode="auto">
            <a:xfrm>
              <a:off x="2317" y="2951"/>
              <a:ext cx="30" cy="1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77" name="Freeform 416"/>
            <p:cNvSpPr/>
            <p:nvPr/>
          </p:nvSpPr>
          <p:spPr bwMode="auto">
            <a:xfrm>
              <a:off x="2317" y="2923"/>
              <a:ext cx="44" cy="109"/>
            </a:xfrm>
            <a:custGeom>
              <a:avLst/>
              <a:gdLst>
                <a:gd name="T0" fmla="*/ 2 w 87"/>
                <a:gd name="T1" fmla="*/ 3 h 219"/>
                <a:gd name="T2" fmla="*/ 0 w 87"/>
                <a:gd name="T3" fmla="*/ 0 h 219"/>
                <a:gd name="T4" fmla="*/ 1 w 87"/>
                <a:gd name="T5" fmla="*/ 0 h 2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7" h="219">
                  <a:moveTo>
                    <a:pt x="87" y="219"/>
                  </a:moveTo>
                  <a:lnTo>
                    <a:pt x="0" y="55"/>
                  </a:lnTo>
                  <a:lnTo>
                    <a:pt x="28" y="0"/>
                  </a:lnTo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78" name="Line 417"/>
            <p:cNvSpPr>
              <a:spLocks noChangeShapeType="1"/>
            </p:cNvSpPr>
            <p:nvPr/>
          </p:nvSpPr>
          <p:spPr bwMode="auto">
            <a:xfrm flipV="1">
              <a:off x="2300" y="2951"/>
              <a:ext cx="47" cy="83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79" name="Freeform 418"/>
            <p:cNvSpPr/>
            <p:nvPr/>
          </p:nvSpPr>
          <p:spPr bwMode="auto">
            <a:xfrm>
              <a:off x="2317" y="3005"/>
              <a:ext cx="86" cy="27"/>
            </a:xfrm>
            <a:custGeom>
              <a:avLst/>
              <a:gdLst>
                <a:gd name="T0" fmla="*/ 1 w 172"/>
                <a:gd name="T1" fmla="*/ 0 h 55"/>
                <a:gd name="T2" fmla="*/ 0 w 172"/>
                <a:gd name="T3" fmla="*/ 0 h 55"/>
                <a:gd name="T4" fmla="*/ 3 w 172"/>
                <a:gd name="T5" fmla="*/ 0 h 55"/>
                <a:gd name="T6" fmla="*/ 3 w 172"/>
                <a:gd name="T7" fmla="*/ 0 h 5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2" h="55">
                  <a:moveTo>
                    <a:pt x="28" y="55"/>
                  </a:moveTo>
                  <a:lnTo>
                    <a:pt x="0" y="0"/>
                  </a:lnTo>
                  <a:lnTo>
                    <a:pt x="172" y="0"/>
                  </a:lnTo>
                  <a:lnTo>
                    <a:pt x="146" y="55"/>
                  </a:lnTo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80" name="Line 419"/>
            <p:cNvSpPr>
              <a:spLocks noChangeShapeType="1"/>
            </p:cNvSpPr>
            <p:nvPr/>
          </p:nvSpPr>
          <p:spPr bwMode="auto">
            <a:xfrm flipH="1" flipV="1">
              <a:off x="2375" y="2960"/>
              <a:ext cx="46" cy="74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81" name="Freeform 420"/>
            <p:cNvSpPr/>
            <p:nvPr/>
          </p:nvSpPr>
          <p:spPr bwMode="auto">
            <a:xfrm>
              <a:off x="2274" y="3034"/>
              <a:ext cx="215" cy="25"/>
            </a:xfrm>
            <a:custGeom>
              <a:avLst/>
              <a:gdLst>
                <a:gd name="T0" fmla="*/ 1 w 430"/>
                <a:gd name="T1" fmla="*/ 1 h 50"/>
                <a:gd name="T2" fmla="*/ 0 w 430"/>
                <a:gd name="T3" fmla="*/ 1 h 50"/>
                <a:gd name="T4" fmla="*/ 0 w 430"/>
                <a:gd name="T5" fmla="*/ 1 h 50"/>
                <a:gd name="T6" fmla="*/ 7 w 430"/>
                <a:gd name="T7" fmla="*/ 1 h 50"/>
                <a:gd name="T8" fmla="*/ 7 w 430"/>
                <a:gd name="T9" fmla="*/ 1 h 50"/>
                <a:gd name="T10" fmla="*/ 6 w 430"/>
                <a:gd name="T11" fmla="*/ 1 h 50"/>
                <a:gd name="T12" fmla="*/ 6 w 430"/>
                <a:gd name="T13" fmla="*/ 0 h 50"/>
                <a:gd name="T14" fmla="*/ 1 w 430"/>
                <a:gd name="T15" fmla="*/ 0 h 50"/>
                <a:gd name="T16" fmla="*/ 1 w 430"/>
                <a:gd name="T17" fmla="*/ 1 h 5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30" h="50">
                  <a:moveTo>
                    <a:pt x="26" y="18"/>
                  </a:moveTo>
                  <a:lnTo>
                    <a:pt x="0" y="18"/>
                  </a:lnTo>
                  <a:lnTo>
                    <a:pt x="0" y="50"/>
                  </a:lnTo>
                  <a:lnTo>
                    <a:pt x="430" y="50"/>
                  </a:lnTo>
                  <a:lnTo>
                    <a:pt x="430" y="18"/>
                  </a:lnTo>
                  <a:lnTo>
                    <a:pt x="376" y="18"/>
                  </a:lnTo>
                  <a:lnTo>
                    <a:pt x="376" y="0"/>
                  </a:lnTo>
                  <a:lnTo>
                    <a:pt x="26" y="0"/>
                  </a:lnTo>
                  <a:lnTo>
                    <a:pt x="26" y="18"/>
                  </a:lnTo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82" name="Freeform 421"/>
            <p:cNvSpPr/>
            <p:nvPr/>
          </p:nvSpPr>
          <p:spPr bwMode="auto">
            <a:xfrm>
              <a:off x="2290" y="3043"/>
              <a:ext cx="171" cy="1"/>
            </a:xfrm>
            <a:custGeom>
              <a:avLst/>
              <a:gdLst>
                <a:gd name="T0" fmla="*/ 5 w 343"/>
                <a:gd name="T1" fmla="*/ 0 h 1"/>
                <a:gd name="T2" fmla="*/ 0 w 343"/>
                <a:gd name="T3" fmla="*/ 0 h 1"/>
                <a:gd name="T4" fmla="*/ 5 w 343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3" h="1">
                  <a:moveTo>
                    <a:pt x="343" y="0"/>
                  </a:moveTo>
                  <a:lnTo>
                    <a:pt x="0" y="0"/>
                  </a:lnTo>
                  <a:lnTo>
                    <a:pt x="343" y="0"/>
                  </a:lnTo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83" name="Rectangle 422"/>
            <p:cNvSpPr>
              <a:spLocks noChangeArrowheads="1"/>
            </p:cNvSpPr>
            <p:nvPr/>
          </p:nvSpPr>
          <p:spPr bwMode="auto">
            <a:xfrm>
              <a:off x="2347" y="2951"/>
              <a:ext cx="27" cy="83"/>
            </a:xfrm>
            <a:prstGeom prst="rect">
              <a:avLst/>
            </a:prstGeom>
            <a:solidFill>
              <a:srgbClr val="3333FF"/>
            </a:solidFill>
            <a:ln w="6350">
              <a:solidFill>
                <a:srgbClr val="000000"/>
              </a:solidFill>
              <a:miter lim="800000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84" name="Freeform 423"/>
            <p:cNvSpPr>
              <a:spLocks noEditPoints="1"/>
            </p:cNvSpPr>
            <p:nvPr/>
          </p:nvSpPr>
          <p:spPr bwMode="auto">
            <a:xfrm>
              <a:off x="2281" y="2821"/>
              <a:ext cx="208" cy="175"/>
            </a:xfrm>
            <a:custGeom>
              <a:avLst/>
              <a:gdLst>
                <a:gd name="T0" fmla="*/ 1 w 415"/>
                <a:gd name="T1" fmla="*/ 1 h 350"/>
                <a:gd name="T2" fmla="*/ 1 w 415"/>
                <a:gd name="T3" fmla="*/ 2 h 350"/>
                <a:gd name="T4" fmla="*/ 1 w 415"/>
                <a:gd name="T5" fmla="*/ 3 h 350"/>
                <a:gd name="T6" fmla="*/ 1 w 415"/>
                <a:gd name="T7" fmla="*/ 3 h 350"/>
                <a:gd name="T8" fmla="*/ 2 w 415"/>
                <a:gd name="T9" fmla="*/ 4 h 350"/>
                <a:gd name="T10" fmla="*/ 3 w 415"/>
                <a:gd name="T11" fmla="*/ 5 h 350"/>
                <a:gd name="T12" fmla="*/ 4 w 415"/>
                <a:gd name="T13" fmla="*/ 5 h 350"/>
                <a:gd name="T14" fmla="*/ 5 w 415"/>
                <a:gd name="T15" fmla="*/ 6 h 350"/>
                <a:gd name="T16" fmla="*/ 6 w 415"/>
                <a:gd name="T17" fmla="*/ 6 h 350"/>
                <a:gd name="T18" fmla="*/ 6 w 415"/>
                <a:gd name="T19" fmla="*/ 6 h 350"/>
                <a:gd name="T20" fmla="*/ 7 w 415"/>
                <a:gd name="T21" fmla="*/ 5 h 350"/>
                <a:gd name="T22" fmla="*/ 7 w 415"/>
                <a:gd name="T23" fmla="*/ 5 h 350"/>
                <a:gd name="T24" fmla="*/ 6 w 415"/>
                <a:gd name="T25" fmla="*/ 5 h 350"/>
                <a:gd name="T26" fmla="*/ 6 w 415"/>
                <a:gd name="T27" fmla="*/ 5 h 350"/>
                <a:gd name="T28" fmla="*/ 5 w 415"/>
                <a:gd name="T29" fmla="*/ 5 h 350"/>
                <a:gd name="T30" fmla="*/ 4 w 415"/>
                <a:gd name="T31" fmla="*/ 5 h 350"/>
                <a:gd name="T32" fmla="*/ 3 w 415"/>
                <a:gd name="T33" fmla="*/ 4 h 350"/>
                <a:gd name="T34" fmla="*/ 2 w 415"/>
                <a:gd name="T35" fmla="*/ 3 h 350"/>
                <a:gd name="T36" fmla="*/ 2 w 415"/>
                <a:gd name="T37" fmla="*/ 3 h 350"/>
                <a:gd name="T38" fmla="*/ 1 w 415"/>
                <a:gd name="T39" fmla="*/ 2 h 350"/>
                <a:gd name="T40" fmla="*/ 1 w 415"/>
                <a:gd name="T41" fmla="*/ 1 h 350"/>
                <a:gd name="T42" fmla="*/ 1 w 415"/>
                <a:gd name="T43" fmla="*/ 1 h 350"/>
                <a:gd name="T44" fmla="*/ 1 w 415"/>
                <a:gd name="T45" fmla="*/ 1 h 350"/>
                <a:gd name="T46" fmla="*/ 1 w 415"/>
                <a:gd name="T47" fmla="*/ 0 h 350"/>
                <a:gd name="T48" fmla="*/ 1 w 415"/>
                <a:gd name="T49" fmla="*/ 1 h 350"/>
                <a:gd name="T50" fmla="*/ 2 w 415"/>
                <a:gd name="T51" fmla="*/ 1 h 350"/>
                <a:gd name="T52" fmla="*/ 3 w 415"/>
                <a:gd name="T53" fmla="*/ 1 h 350"/>
                <a:gd name="T54" fmla="*/ 4 w 415"/>
                <a:gd name="T55" fmla="*/ 2 h 350"/>
                <a:gd name="T56" fmla="*/ 5 w 415"/>
                <a:gd name="T57" fmla="*/ 2 h 350"/>
                <a:gd name="T58" fmla="*/ 6 w 415"/>
                <a:gd name="T59" fmla="*/ 3 h 350"/>
                <a:gd name="T60" fmla="*/ 6 w 415"/>
                <a:gd name="T61" fmla="*/ 4 h 350"/>
                <a:gd name="T62" fmla="*/ 7 w 415"/>
                <a:gd name="T63" fmla="*/ 4 h 350"/>
                <a:gd name="T64" fmla="*/ 7 w 415"/>
                <a:gd name="T65" fmla="*/ 5 h 350"/>
                <a:gd name="T66" fmla="*/ 7 w 415"/>
                <a:gd name="T67" fmla="*/ 5 h 350"/>
                <a:gd name="T68" fmla="*/ 7 w 415"/>
                <a:gd name="T69" fmla="*/ 5 h 350"/>
                <a:gd name="T70" fmla="*/ 6 w 415"/>
                <a:gd name="T71" fmla="*/ 5 h 350"/>
                <a:gd name="T72" fmla="*/ 6 w 415"/>
                <a:gd name="T73" fmla="*/ 5 h 350"/>
                <a:gd name="T74" fmla="*/ 5 w 415"/>
                <a:gd name="T75" fmla="*/ 5 h 350"/>
                <a:gd name="T76" fmla="*/ 4 w 415"/>
                <a:gd name="T77" fmla="*/ 4 h 350"/>
                <a:gd name="T78" fmla="*/ 3 w 415"/>
                <a:gd name="T79" fmla="*/ 4 h 350"/>
                <a:gd name="T80" fmla="*/ 2 w 415"/>
                <a:gd name="T81" fmla="*/ 3 h 350"/>
                <a:gd name="T82" fmla="*/ 1 w 415"/>
                <a:gd name="T83" fmla="*/ 2 h 350"/>
                <a:gd name="T84" fmla="*/ 1 w 415"/>
                <a:gd name="T85" fmla="*/ 2 h 350"/>
                <a:gd name="T86" fmla="*/ 1 w 415"/>
                <a:gd name="T87" fmla="*/ 1 h 350"/>
                <a:gd name="T88" fmla="*/ 1 w 415"/>
                <a:gd name="T89" fmla="*/ 1 h 350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415" h="350">
                  <a:moveTo>
                    <a:pt x="8" y="12"/>
                  </a:moveTo>
                  <a:lnTo>
                    <a:pt x="1" y="32"/>
                  </a:lnTo>
                  <a:lnTo>
                    <a:pt x="0" y="53"/>
                  </a:lnTo>
                  <a:lnTo>
                    <a:pt x="3" y="78"/>
                  </a:lnTo>
                  <a:lnTo>
                    <a:pt x="8" y="103"/>
                  </a:lnTo>
                  <a:lnTo>
                    <a:pt x="18" y="130"/>
                  </a:lnTo>
                  <a:lnTo>
                    <a:pt x="34" y="158"/>
                  </a:lnTo>
                  <a:lnTo>
                    <a:pt x="51" y="185"/>
                  </a:lnTo>
                  <a:lnTo>
                    <a:pt x="73" y="211"/>
                  </a:lnTo>
                  <a:lnTo>
                    <a:pt x="97" y="236"/>
                  </a:lnTo>
                  <a:lnTo>
                    <a:pt x="124" y="261"/>
                  </a:lnTo>
                  <a:lnTo>
                    <a:pt x="151" y="282"/>
                  </a:lnTo>
                  <a:lnTo>
                    <a:pt x="182" y="302"/>
                  </a:lnTo>
                  <a:lnTo>
                    <a:pt x="212" y="318"/>
                  </a:lnTo>
                  <a:lnTo>
                    <a:pt x="242" y="332"/>
                  </a:lnTo>
                  <a:lnTo>
                    <a:pt x="270" y="341"/>
                  </a:lnTo>
                  <a:lnTo>
                    <a:pt x="299" y="346"/>
                  </a:lnTo>
                  <a:lnTo>
                    <a:pt x="325" y="350"/>
                  </a:lnTo>
                  <a:lnTo>
                    <a:pt x="349" y="346"/>
                  </a:lnTo>
                  <a:lnTo>
                    <a:pt x="371" y="341"/>
                  </a:lnTo>
                  <a:lnTo>
                    <a:pt x="388" y="332"/>
                  </a:lnTo>
                  <a:lnTo>
                    <a:pt x="402" y="318"/>
                  </a:lnTo>
                  <a:lnTo>
                    <a:pt x="412" y="302"/>
                  </a:lnTo>
                  <a:lnTo>
                    <a:pt x="406" y="309"/>
                  </a:lnTo>
                  <a:lnTo>
                    <a:pt x="396" y="314"/>
                  </a:lnTo>
                  <a:lnTo>
                    <a:pt x="382" y="316"/>
                  </a:lnTo>
                  <a:lnTo>
                    <a:pt x="365" y="313"/>
                  </a:lnTo>
                  <a:lnTo>
                    <a:pt x="343" y="307"/>
                  </a:lnTo>
                  <a:lnTo>
                    <a:pt x="321" y="300"/>
                  </a:lnTo>
                  <a:lnTo>
                    <a:pt x="295" y="288"/>
                  </a:lnTo>
                  <a:lnTo>
                    <a:pt x="268" y="275"/>
                  </a:lnTo>
                  <a:lnTo>
                    <a:pt x="239" y="259"/>
                  </a:lnTo>
                  <a:lnTo>
                    <a:pt x="210" y="240"/>
                  </a:lnTo>
                  <a:lnTo>
                    <a:pt x="182" y="220"/>
                  </a:lnTo>
                  <a:lnTo>
                    <a:pt x="153" y="199"/>
                  </a:lnTo>
                  <a:lnTo>
                    <a:pt x="126" y="178"/>
                  </a:lnTo>
                  <a:lnTo>
                    <a:pt x="100" y="154"/>
                  </a:lnTo>
                  <a:lnTo>
                    <a:pt x="76" y="131"/>
                  </a:lnTo>
                  <a:lnTo>
                    <a:pt x="56" y="110"/>
                  </a:lnTo>
                  <a:lnTo>
                    <a:pt x="38" y="89"/>
                  </a:lnTo>
                  <a:lnTo>
                    <a:pt x="24" y="69"/>
                  </a:lnTo>
                  <a:lnTo>
                    <a:pt x="14" y="51"/>
                  </a:lnTo>
                  <a:lnTo>
                    <a:pt x="8" y="35"/>
                  </a:lnTo>
                  <a:lnTo>
                    <a:pt x="5" y="23"/>
                  </a:lnTo>
                  <a:lnTo>
                    <a:pt x="8" y="12"/>
                  </a:lnTo>
                  <a:close/>
                  <a:moveTo>
                    <a:pt x="8" y="12"/>
                  </a:moveTo>
                  <a:lnTo>
                    <a:pt x="14" y="5"/>
                  </a:lnTo>
                  <a:lnTo>
                    <a:pt x="24" y="0"/>
                  </a:lnTo>
                  <a:lnTo>
                    <a:pt x="38" y="0"/>
                  </a:lnTo>
                  <a:lnTo>
                    <a:pt x="56" y="2"/>
                  </a:lnTo>
                  <a:lnTo>
                    <a:pt x="77" y="7"/>
                  </a:lnTo>
                  <a:lnTo>
                    <a:pt x="100" y="16"/>
                  </a:lnTo>
                  <a:lnTo>
                    <a:pt x="126" y="26"/>
                  </a:lnTo>
                  <a:lnTo>
                    <a:pt x="153" y="41"/>
                  </a:lnTo>
                  <a:lnTo>
                    <a:pt x="182" y="57"/>
                  </a:lnTo>
                  <a:lnTo>
                    <a:pt x="210" y="74"/>
                  </a:lnTo>
                  <a:lnTo>
                    <a:pt x="239" y="94"/>
                  </a:lnTo>
                  <a:lnTo>
                    <a:pt x="268" y="115"/>
                  </a:lnTo>
                  <a:lnTo>
                    <a:pt x="295" y="138"/>
                  </a:lnTo>
                  <a:lnTo>
                    <a:pt x="321" y="160"/>
                  </a:lnTo>
                  <a:lnTo>
                    <a:pt x="345" y="183"/>
                  </a:lnTo>
                  <a:lnTo>
                    <a:pt x="365" y="204"/>
                  </a:lnTo>
                  <a:lnTo>
                    <a:pt x="382" y="226"/>
                  </a:lnTo>
                  <a:lnTo>
                    <a:pt x="396" y="245"/>
                  </a:lnTo>
                  <a:lnTo>
                    <a:pt x="406" y="263"/>
                  </a:lnTo>
                  <a:lnTo>
                    <a:pt x="412" y="279"/>
                  </a:lnTo>
                  <a:lnTo>
                    <a:pt x="415" y="291"/>
                  </a:lnTo>
                  <a:lnTo>
                    <a:pt x="412" y="302"/>
                  </a:lnTo>
                  <a:lnTo>
                    <a:pt x="406" y="309"/>
                  </a:lnTo>
                  <a:lnTo>
                    <a:pt x="396" y="314"/>
                  </a:lnTo>
                  <a:lnTo>
                    <a:pt x="382" y="316"/>
                  </a:lnTo>
                  <a:lnTo>
                    <a:pt x="365" y="313"/>
                  </a:lnTo>
                  <a:lnTo>
                    <a:pt x="343" y="307"/>
                  </a:lnTo>
                  <a:lnTo>
                    <a:pt x="321" y="300"/>
                  </a:lnTo>
                  <a:lnTo>
                    <a:pt x="295" y="288"/>
                  </a:lnTo>
                  <a:lnTo>
                    <a:pt x="268" y="275"/>
                  </a:lnTo>
                  <a:lnTo>
                    <a:pt x="239" y="259"/>
                  </a:lnTo>
                  <a:lnTo>
                    <a:pt x="210" y="240"/>
                  </a:lnTo>
                  <a:lnTo>
                    <a:pt x="182" y="220"/>
                  </a:lnTo>
                  <a:lnTo>
                    <a:pt x="153" y="199"/>
                  </a:lnTo>
                  <a:lnTo>
                    <a:pt x="126" y="178"/>
                  </a:lnTo>
                  <a:lnTo>
                    <a:pt x="100" y="154"/>
                  </a:lnTo>
                  <a:lnTo>
                    <a:pt x="76" y="131"/>
                  </a:lnTo>
                  <a:lnTo>
                    <a:pt x="56" y="110"/>
                  </a:lnTo>
                  <a:lnTo>
                    <a:pt x="38" y="89"/>
                  </a:lnTo>
                  <a:lnTo>
                    <a:pt x="24" y="69"/>
                  </a:lnTo>
                  <a:lnTo>
                    <a:pt x="14" y="51"/>
                  </a:lnTo>
                  <a:lnTo>
                    <a:pt x="8" y="35"/>
                  </a:lnTo>
                  <a:lnTo>
                    <a:pt x="5" y="23"/>
                  </a:lnTo>
                  <a:lnTo>
                    <a:pt x="8" y="12"/>
                  </a:lnTo>
                  <a:close/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85" name="Line 424"/>
            <p:cNvSpPr>
              <a:spLocks noChangeShapeType="1"/>
            </p:cNvSpPr>
            <p:nvPr/>
          </p:nvSpPr>
          <p:spPr bwMode="auto">
            <a:xfrm flipH="1" flipV="1">
              <a:off x="2285" y="2824"/>
              <a:ext cx="136" cy="2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86" name="Line 425"/>
            <p:cNvSpPr>
              <a:spLocks noChangeShapeType="1"/>
            </p:cNvSpPr>
            <p:nvPr/>
          </p:nvSpPr>
          <p:spPr bwMode="auto">
            <a:xfrm flipH="1">
              <a:off x="2372" y="2826"/>
              <a:ext cx="49" cy="102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87" name="Line 426"/>
            <p:cNvSpPr>
              <a:spLocks noChangeShapeType="1"/>
            </p:cNvSpPr>
            <p:nvPr/>
          </p:nvSpPr>
          <p:spPr bwMode="auto">
            <a:xfrm>
              <a:off x="2421" y="2826"/>
              <a:ext cx="67" cy="144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88" name="Freeform 427"/>
            <p:cNvSpPr/>
            <p:nvPr/>
          </p:nvSpPr>
          <p:spPr bwMode="auto">
            <a:xfrm>
              <a:off x="2349" y="2902"/>
              <a:ext cx="51" cy="40"/>
            </a:xfrm>
            <a:custGeom>
              <a:avLst/>
              <a:gdLst>
                <a:gd name="T0" fmla="*/ 0 w 101"/>
                <a:gd name="T1" fmla="*/ 1 h 80"/>
                <a:gd name="T2" fmla="*/ 1 w 101"/>
                <a:gd name="T3" fmla="*/ 0 h 80"/>
                <a:gd name="T4" fmla="*/ 1 w 101"/>
                <a:gd name="T5" fmla="*/ 1 h 80"/>
                <a:gd name="T6" fmla="*/ 1 w 101"/>
                <a:gd name="T7" fmla="*/ 1 h 80"/>
                <a:gd name="T8" fmla="*/ 1 w 101"/>
                <a:gd name="T9" fmla="*/ 1 h 80"/>
                <a:gd name="T10" fmla="*/ 1 w 101"/>
                <a:gd name="T11" fmla="*/ 1 h 80"/>
                <a:gd name="T12" fmla="*/ 2 w 101"/>
                <a:gd name="T13" fmla="*/ 1 h 80"/>
                <a:gd name="T14" fmla="*/ 2 w 101"/>
                <a:gd name="T15" fmla="*/ 1 h 80"/>
                <a:gd name="T16" fmla="*/ 2 w 101"/>
                <a:gd name="T17" fmla="*/ 1 h 80"/>
                <a:gd name="T18" fmla="*/ 2 w 101"/>
                <a:gd name="T19" fmla="*/ 1 h 80"/>
                <a:gd name="T20" fmla="*/ 2 w 101"/>
                <a:gd name="T21" fmla="*/ 2 h 80"/>
                <a:gd name="T22" fmla="*/ 2 w 101"/>
                <a:gd name="T23" fmla="*/ 2 h 80"/>
                <a:gd name="T24" fmla="*/ 2 w 101"/>
                <a:gd name="T25" fmla="*/ 2 h 80"/>
                <a:gd name="T26" fmla="*/ 2 w 101"/>
                <a:gd name="T27" fmla="*/ 2 h 80"/>
                <a:gd name="T28" fmla="*/ 2 w 101"/>
                <a:gd name="T29" fmla="*/ 2 h 80"/>
                <a:gd name="T30" fmla="*/ 2 w 101"/>
                <a:gd name="T31" fmla="*/ 2 h 80"/>
                <a:gd name="T32" fmla="*/ 1 w 101"/>
                <a:gd name="T33" fmla="*/ 1 h 80"/>
                <a:gd name="T34" fmla="*/ 1 w 101"/>
                <a:gd name="T35" fmla="*/ 1 h 80"/>
                <a:gd name="T36" fmla="*/ 1 w 101"/>
                <a:gd name="T37" fmla="*/ 1 h 80"/>
                <a:gd name="T38" fmla="*/ 1 w 101"/>
                <a:gd name="T39" fmla="*/ 1 h 80"/>
                <a:gd name="T40" fmla="*/ 1 w 101"/>
                <a:gd name="T41" fmla="*/ 1 h 80"/>
                <a:gd name="T42" fmla="*/ 0 w 101"/>
                <a:gd name="T43" fmla="*/ 1 h 80"/>
                <a:gd name="T44" fmla="*/ 0 w 101"/>
                <a:gd name="T45" fmla="*/ 1 h 80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01" h="80">
                  <a:moveTo>
                    <a:pt x="0" y="3"/>
                  </a:moveTo>
                  <a:lnTo>
                    <a:pt x="4" y="0"/>
                  </a:lnTo>
                  <a:lnTo>
                    <a:pt x="13" y="1"/>
                  </a:lnTo>
                  <a:lnTo>
                    <a:pt x="24" y="3"/>
                  </a:lnTo>
                  <a:lnTo>
                    <a:pt x="37" y="10"/>
                  </a:lnTo>
                  <a:lnTo>
                    <a:pt x="51" y="19"/>
                  </a:lnTo>
                  <a:lnTo>
                    <a:pt x="66" y="30"/>
                  </a:lnTo>
                  <a:lnTo>
                    <a:pt x="79" y="40"/>
                  </a:lnTo>
                  <a:lnTo>
                    <a:pt x="90" y="51"/>
                  </a:lnTo>
                  <a:lnTo>
                    <a:pt x="97" y="62"/>
                  </a:lnTo>
                  <a:lnTo>
                    <a:pt x="101" y="71"/>
                  </a:lnTo>
                  <a:lnTo>
                    <a:pt x="101" y="76"/>
                  </a:lnTo>
                  <a:lnTo>
                    <a:pt x="97" y="80"/>
                  </a:lnTo>
                  <a:lnTo>
                    <a:pt x="90" y="78"/>
                  </a:lnTo>
                  <a:lnTo>
                    <a:pt x="79" y="74"/>
                  </a:lnTo>
                  <a:lnTo>
                    <a:pt x="66" y="69"/>
                  </a:lnTo>
                  <a:lnTo>
                    <a:pt x="51" y="60"/>
                  </a:lnTo>
                  <a:lnTo>
                    <a:pt x="37" y="49"/>
                  </a:lnTo>
                  <a:lnTo>
                    <a:pt x="23" y="39"/>
                  </a:lnTo>
                  <a:lnTo>
                    <a:pt x="13" y="28"/>
                  </a:lnTo>
                  <a:lnTo>
                    <a:pt x="4" y="17"/>
                  </a:lnTo>
                  <a:lnTo>
                    <a:pt x="0" y="8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3333FF"/>
            </a:solidFill>
            <a:ln w="635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 dirty="0"/>
            </a:p>
          </p:txBody>
        </p:sp>
      </p:grpSp>
      <p:pic>
        <p:nvPicPr>
          <p:cNvPr id="72721" name="Picture 429" descr="MMj03957750000[1]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1588" y="4649788"/>
            <a:ext cx="561975" cy="479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722" name="Picture 432" descr="cocktail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9063" y="4568825"/>
            <a:ext cx="2030412" cy="1041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28" name="Line 434"/>
          <p:cNvSpPr>
            <a:spLocks noChangeShapeType="1"/>
          </p:cNvSpPr>
          <p:nvPr/>
        </p:nvSpPr>
        <p:spPr bwMode="auto">
          <a:xfrm>
            <a:off x="1708150" y="4627563"/>
            <a:ext cx="242888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7429" name="Line 435"/>
          <p:cNvSpPr>
            <a:spLocks noChangeShapeType="1"/>
          </p:cNvSpPr>
          <p:nvPr/>
        </p:nvSpPr>
        <p:spPr bwMode="auto">
          <a:xfrm>
            <a:off x="1708150" y="4627563"/>
            <a:ext cx="242888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7430" name="Line 436"/>
          <p:cNvSpPr>
            <a:spLocks noChangeShapeType="1"/>
          </p:cNvSpPr>
          <p:nvPr/>
        </p:nvSpPr>
        <p:spPr bwMode="auto">
          <a:xfrm>
            <a:off x="1639888" y="5264150"/>
            <a:ext cx="1905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72726" name="Group 506"/>
          <p:cNvGrpSpPr/>
          <p:nvPr/>
        </p:nvGrpSpPr>
        <p:grpSpPr bwMode="auto">
          <a:xfrm flipH="1">
            <a:off x="977900" y="5140325"/>
            <a:ext cx="501650" cy="512763"/>
            <a:chOff x="2839" y="3501"/>
            <a:chExt cx="755" cy="803"/>
          </a:xfrm>
        </p:grpSpPr>
        <p:pic>
          <p:nvPicPr>
            <p:cNvPr id="72873" name="Picture 507" descr="desktop_computer_stylized_medium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874" name="Freeform 508"/>
            <p:cNvSpPr/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72727" name="Group 621"/>
          <p:cNvGrpSpPr/>
          <p:nvPr/>
        </p:nvGrpSpPr>
        <p:grpSpPr bwMode="auto">
          <a:xfrm>
            <a:off x="3038475" y="4186238"/>
            <a:ext cx="635000" cy="485775"/>
            <a:chOff x="3061" y="2530"/>
            <a:chExt cx="400" cy="306"/>
          </a:xfrm>
        </p:grpSpPr>
        <p:grpSp>
          <p:nvGrpSpPr>
            <p:cNvPr id="72842" name="Group 494"/>
            <p:cNvGrpSpPr/>
            <p:nvPr/>
          </p:nvGrpSpPr>
          <p:grpSpPr bwMode="auto">
            <a:xfrm>
              <a:off x="3061" y="2530"/>
              <a:ext cx="327" cy="81"/>
              <a:chOff x="2199" y="955"/>
              <a:chExt cx="2547" cy="506"/>
            </a:xfrm>
          </p:grpSpPr>
          <p:sp>
            <p:nvSpPr>
              <p:cNvPr id="72867" name="Freeform 495"/>
              <p:cNvSpPr/>
              <p:nvPr/>
            </p:nvSpPr>
            <p:spPr bwMode="auto">
              <a:xfrm>
                <a:off x="2199" y="1166"/>
                <a:ext cx="260" cy="281"/>
              </a:xfrm>
              <a:custGeom>
                <a:avLst/>
                <a:gdLst>
                  <a:gd name="T0" fmla="*/ 260 w 260"/>
                  <a:gd name="T1" fmla="*/ 0 h 281"/>
                  <a:gd name="T2" fmla="*/ 42 w 260"/>
                  <a:gd name="T3" fmla="*/ 112 h 281"/>
                  <a:gd name="T4" fmla="*/ 35 w 260"/>
                  <a:gd name="T5" fmla="*/ 211 h 281"/>
                  <a:gd name="T6" fmla="*/ 253 w 260"/>
                  <a:gd name="T7" fmla="*/ 281 h 28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60" h="281">
                    <a:moveTo>
                      <a:pt x="260" y="0"/>
                    </a:moveTo>
                    <a:cubicBezTo>
                      <a:pt x="224" y="19"/>
                      <a:pt x="79" y="77"/>
                      <a:pt x="42" y="112"/>
                    </a:cubicBezTo>
                    <a:cubicBezTo>
                      <a:pt x="5" y="143"/>
                      <a:pt x="0" y="183"/>
                      <a:pt x="35" y="211"/>
                    </a:cubicBezTo>
                    <a:cubicBezTo>
                      <a:pt x="70" y="239"/>
                      <a:pt x="208" y="266"/>
                      <a:pt x="253" y="281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68" name="Freeform 496"/>
              <p:cNvSpPr/>
              <p:nvPr/>
            </p:nvSpPr>
            <p:spPr bwMode="auto">
              <a:xfrm>
                <a:off x="2482" y="1040"/>
                <a:ext cx="900" cy="421"/>
              </a:xfrm>
              <a:custGeom>
                <a:avLst/>
                <a:gdLst>
                  <a:gd name="T0" fmla="*/ 531 w 900"/>
                  <a:gd name="T1" fmla="*/ 0 h 421"/>
                  <a:gd name="T2" fmla="*/ 279 w 900"/>
                  <a:gd name="T3" fmla="*/ 77 h 421"/>
                  <a:gd name="T4" fmla="*/ 68 w 900"/>
                  <a:gd name="T5" fmla="*/ 182 h 421"/>
                  <a:gd name="T6" fmla="*/ 33 w 900"/>
                  <a:gd name="T7" fmla="*/ 323 h 421"/>
                  <a:gd name="T8" fmla="*/ 328 w 900"/>
                  <a:gd name="T9" fmla="*/ 400 h 421"/>
                  <a:gd name="T10" fmla="*/ 812 w 900"/>
                  <a:gd name="T11" fmla="*/ 421 h 421"/>
                  <a:gd name="T12" fmla="*/ 855 w 900"/>
                  <a:gd name="T13" fmla="*/ 400 h 42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00" h="421">
                    <a:moveTo>
                      <a:pt x="531" y="0"/>
                    </a:moveTo>
                    <a:cubicBezTo>
                      <a:pt x="489" y="13"/>
                      <a:pt x="356" y="47"/>
                      <a:pt x="279" y="77"/>
                    </a:cubicBezTo>
                    <a:cubicBezTo>
                      <a:pt x="202" y="107"/>
                      <a:pt x="109" y="141"/>
                      <a:pt x="68" y="182"/>
                    </a:cubicBezTo>
                    <a:cubicBezTo>
                      <a:pt x="31" y="213"/>
                      <a:pt x="0" y="292"/>
                      <a:pt x="33" y="323"/>
                    </a:cubicBezTo>
                    <a:cubicBezTo>
                      <a:pt x="76" y="359"/>
                      <a:pt x="198" y="384"/>
                      <a:pt x="328" y="400"/>
                    </a:cubicBezTo>
                    <a:cubicBezTo>
                      <a:pt x="458" y="416"/>
                      <a:pt x="724" y="421"/>
                      <a:pt x="812" y="421"/>
                    </a:cubicBezTo>
                    <a:cubicBezTo>
                      <a:pt x="900" y="421"/>
                      <a:pt x="846" y="404"/>
                      <a:pt x="855" y="40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69" name="Freeform 497"/>
              <p:cNvSpPr/>
              <p:nvPr/>
            </p:nvSpPr>
            <p:spPr bwMode="auto">
              <a:xfrm>
                <a:off x="2782" y="1068"/>
                <a:ext cx="428" cy="269"/>
              </a:xfrm>
              <a:custGeom>
                <a:avLst/>
                <a:gdLst>
                  <a:gd name="T0" fmla="*/ 428 w 428"/>
                  <a:gd name="T1" fmla="*/ 0 h 269"/>
                  <a:gd name="T2" fmla="*/ 217 w 428"/>
                  <a:gd name="T3" fmla="*/ 35 h 269"/>
                  <a:gd name="T4" fmla="*/ 21 w 428"/>
                  <a:gd name="T5" fmla="*/ 140 h 269"/>
                  <a:gd name="T6" fmla="*/ 91 w 428"/>
                  <a:gd name="T7" fmla="*/ 246 h 269"/>
                  <a:gd name="T8" fmla="*/ 231 w 428"/>
                  <a:gd name="T9" fmla="*/ 267 h 269"/>
                  <a:gd name="T10" fmla="*/ 414 w 428"/>
                  <a:gd name="T11" fmla="*/ 260 h 26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28" h="269">
                    <a:moveTo>
                      <a:pt x="428" y="0"/>
                    </a:moveTo>
                    <a:cubicBezTo>
                      <a:pt x="428" y="0"/>
                      <a:pt x="217" y="35"/>
                      <a:pt x="217" y="35"/>
                    </a:cubicBezTo>
                    <a:cubicBezTo>
                      <a:pt x="217" y="35"/>
                      <a:pt x="42" y="105"/>
                      <a:pt x="21" y="140"/>
                    </a:cubicBezTo>
                    <a:cubicBezTo>
                      <a:pt x="0" y="175"/>
                      <a:pt x="14" y="217"/>
                      <a:pt x="91" y="246"/>
                    </a:cubicBezTo>
                    <a:cubicBezTo>
                      <a:pt x="126" y="267"/>
                      <a:pt x="177" y="265"/>
                      <a:pt x="231" y="267"/>
                    </a:cubicBezTo>
                    <a:cubicBezTo>
                      <a:pt x="285" y="269"/>
                      <a:pt x="376" y="262"/>
                      <a:pt x="414" y="26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70" name="Freeform 498"/>
              <p:cNvSpPr/>
              <p:nvPr/>
            </p:nvSpPr>
            <p:spPr bwMode="auto">
              <a:xfrm>
                <a:off x="3554" y="1075"/>
                <a:ext cx="377" cy="239"/>
              </a:xfrm>
              <a:custGeom>
                <a:avLst/>
                <a:gdLst>
                  <a:gd name="T0" fmla="*/ 42 w 377"/>
                  <a:gd name="T1" fmla="*/ 239 h 239"/>
                  <a:gd name="T2" fmla="*/ 335 w 377"/>
                  <a:gd name="T3" fmla="*/ 146 h 239"/>
                  <a:gd name="T4" fmla="*/ 342 w 377"/>
                  <a:gd name="T5" fmla="*/ 47 h 239"/>
                  <a:gd name="T6" fmla="*/ 0 w 377"/>
                  <a:gd name="T7" fmla="*/ 0 h 23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77" h="239">
                    <a:moveTo>
                      <a:pt x="42" y="239"/>
                    </a:moveTo>
                    <a:cubicBezTo>
                      <a:pt x="89" y="224"/>
                      <a:pt x="285" y="178"/>
                      <a:pt x="335" y="146"/>
                    </a:cubicBezTo>
                    <a:cubicBezTo>
                      <a:pt x="372" y="115"/>
                      <a:pt x="377" y="75"/>
                      <a:pt x="342" y="47"/>
                    </a:cubicBezTo>
                    <a:cubicBezTo>
                      <a:pt x="286" y="23"/>
                      <a:pt x="71" y="10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71" name="Freeform 499"/>
              <p:cNvSpPr/>
              <p:nvPr/>
            </p:nvSpPr>
            <p:spPr bwMode="auto">
              <a:xfrm>
                <a:off x="3646" y="997"/>
                <a:ext cx="660" cy="336"/>
              </a:xfrm>
              <a:custGeom>
                <a:avLst/>
                <a:gdLst>
                  <a:gd name="T0" fmla="*/ 390 w 646"/>
                  <a:gd name="T1" fmla="*/ 592 h 300"/>
                  <a:gd name="T2" fmla="*/ 555 w 646"/>
                  <a:gd name="T3" fmla="*/ 501 h 300"/>
                  <a:gd name="T4" fmla="*/ 690 w 646"/>
                  <a:gd name="T5" fmla="*/ 377 h 300"/>
                  <a:gd name="T6" fmla="*/ 713 w 646"/>
                  <a:gd name="T7" fmla="*/ 211 h 300"/>
                  <a:gd name="T8" fmla="*/ 522 w 646"/>
                  <a:gd name="T9" fmla="*/ 119 h 300"/>
                  <a:gd name="T10" fmla="*/ 0 w 646"/>
                  <a:gd name="T11" fmla="*/ 0 h 30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46" h="300">
                    <a:moveTo>
                      <a:pt x="343" y="300"/>
                    </a:moveTo>
                    <a:cubicBezTo>
                      <a:pt x="367" y="292"/>
                      <a:pt x="443" y="272"/>
                      <a:pt x="487" y="254"/>
                    </a:cubicBezTo>
                    <a:cubicBezTo>
                      <a:pt x="531" y="236"/>
                      <a:pt x="584" y="216"/>
                      <a:pt x="607" y="191"/>
                    </a:cubicBezTo>
                    <a:cubicBezTo>
                      <a:pt x="628" y="173"/>
                      <a:pt x="646" y="125"/>
                      <a:pt x="627" y="107"/>
                    </a:cubicBezTo>
                    <a:cubicBezTo>
                      <a:pt x="603" y="85"/>
                      <a:pt x="563" y="79"/>
                      <a:pt x="459" y="61"/>
                    </a:cubicBezTo>
                    <a:cubicBezTo>
                      <a:pt x="355" y="43"/>
                      <a:pt x="76" y="10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72" name="Freeform 500"/>
              <p:cNvSpPr/>
              <p:nvPr/>
            </p:nvSpPr>
            <p:spPr bwMode="auto">
              <a:xfrm>
                <a:off x="4116" y="955"/>
                <a:ext cx="630" cy="397"/>
              </a:xfrm>
              <a:custGeom>
                <a:avLst/>
                <a:gdLst>
                  <a:gd name="T0" fmla="*/ 320 w 630"/>
                  <a:gd name="T1" fmla="*/ 397 h 397"/>
                  <a:gd name="T2" fmla="*/ 468 w 630"/>
                  <a:gd name="T3" fmla="*/ 345 h 397"/>
                  <a:gd name="T4" fmla="*/ 590 w 630"/>
                  <a:gd name="T5" fmla="*/ 275 h 397"/>
                  <a:gd name="T6" fmla="*/ 611 w 630"/>
                  <a:gd name="T7" fmla="*/ 181 h 397"/>
                  <a:gd name="T8" fmla="*/ 439 w 630"/>
                  <a:gd name="T9" fmla="*/ 129 h 397"/>
                  <a:gd name="T10" fmla="*/ 0 w 630"/>
                  <a:gd name="T11" fmla="*/ 0 h 3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30" h="397">
                    <a:moveTo>
                      <a:pt x="320" y="397"/>
                    </a:moveTo>
                    <a:cubicBezTo>
                      <a:pt x="345" y="388"/>
                      <a:pt x="423" y="366"/>
                      <a:pt x="468" y="345"/>
                    </a:cubicBezTo>
                    <a:cubicBezTo>
                      <a:pt x="513" y="325"/>
                      <a:pt x="567" y="303"/>
                      <a:pt x="590" y="275"/>
                    </a:cubicBezTo>
                    <a:cubicBezTo>
                      <a:pt x="612" y="255"/>
                      <a:pt x="630" y="201"/>
                      <a:pt x="611" y="181"/>
                    </a:cubicBezTo>
                    <a:cubicBezTo>
                      <a:pt x="586" y="156"/>
                      <a:pt x="541" y="159"/>
                      <a:pt x="439" y="129"/>
                    </a:cubicBezTo>
                    <a:cubicBezTo>
                      <a:pt x="337" y="99"/>
                      <a:pt x="91" y="27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</p:grpSp>
        <p:pic>
          <p:nvPicPr>
            <p:cNvPr id="72843" name="Picture 549" descr="laptop_keyboard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3109" y="2736"/>
              <a:ext cx="245" cy="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844" name="Freeform 550"/>
            <p:cNvSpPr/>
            <p:nvPr/>
          </p:nvSpPr>
          <p:spPr bwMode="auto">
            <a:xfrm>
              <a:off x="3190" y="2638"/>
              <a:ext cx="197" cy="131"/>
            </a:xfrm>
            <a:custGeom>
              <a:avLst/>
              <a:gdLst>
                <a:gd name="T0" fmla="*/ 0 w 2982"/>
                <a:gd name="T1" fmla="*/ 0 h 2442"/>
                <a:gd name="T2" fmla="*/ 0 w 2982"/>
                <a:gd name="T3" fmla="*/ 0 h 2442"/>
                <a:gd name="T4" fmla="*/ 0 w 2982"/>
                <a:gd name="T5" fmla="*/ 0 h 2442"/>
                <a:gd name="T6" fmla="*/ 0 w 2982"/>
                <a:gd name="T7" fmla="*/ 0 h 2442"/>
                <a:gd name="T8" fmla="*/ 0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pic>
          <p:nvPicPr>
            <p:cNvPr id="72845" name="Picture 551" descr="screen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00" y="2641"/>
              <a:ext cx="179" cy="1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846" name="Freeform 552"/>
            <p:cNvSpPr/>
            <p:nvPr/>
          </p:nvSpPr>
          <p:spPr bwMode="auto">
            <a:xfrm>
              <a:off x="3226" y="2634"/>
              <a:ext cx="167" cy="25"/>
            </a:xfrm>
            <a:custGeom>
              <a:avLst/>
              <a:gdLst>
                <a:gd name="T0" fmla="*/ 0 w 2528"/>
                <a:gd name="T1" fmla="*/ 0 h 455"/>
                <a:gd name="T2" fmla="*/ 0 w 2528"/>
                <a:gd name="T3" fmla="*/ 0 h 455"/>
                <a:gd name="T4" fmla="*/ 0 w 2528"/>
                <a:gd name="T5" fmla="*/ 0 h 455"/>
                <a:gd name="T6" fmla="*/ 0 w 2528"/>
                <a:gd name="T7" fmla="*/ 0 h 455"/>
                <a:gd name="T8" fmla="*/ 0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47" name="Freeform 553"/>
            <p:cNvSpPr/>
            <p:nvPr/>
          </p:nvSpPr>
          <p:spPr bwMode="auto">
            <a:xfrm>
              <a:off x="3189" y="2634"/>
              <a:ext cx="46" cy="102"/>
            </a:xfrm>
            <a:custGeom>
              <a:avLst/>
              <a:gdLst>
                <a:gd name="T0" fmla="*/ 0 w 702"/>
                <a:gd name="T1" fmla="*/ 0 h 1893"/>
                <a:gd name="T2" fmla="*/ 0 w 702"/>
                <a:gd name="T3" fmla="*/ 0 h 1893"/>
                <a:gd name="T4" fmla="*/ 0 w 702"/>
                <a:gd name="T5" fmla="*/ 0 h 1893"/>
                <a:gd name="T6" fmla="*/ 0 w 702"/>
                <a:gd name="T7" fmla="*/ 0 h 1893"/>
                <a:gd name="T8" fmla="*/ 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48" name="Freeform 554"/>
            <p:cNvSpPr/>
            <p:nvPr/>
          </p:nvSpPr>
          <p:spPr bwMode="auto">
            <a:xfrm>
              <a:off x="3342" y="2652"/>
              <a:ext cx="50" cy="117"/>
            </a:xfrm>
            <a:custGeom>
              <a:avLst/>
              <a:gdLst>
                <a:gd name="T0" fmla="*/ 0 w 756"/>
                <a:gd name="T1" fmla="*/ 0 h 2184"/>
                <a:gd name="T2" fmla="*/ 0 w 756"/>
                <a:gd name="T3" fmla="*/ 0 h 2184"/>
                <a:gd name="T4" fmla="*/ 0 w 756"/>
                <a:gd name="T5" fmla="*/ 0 h 2184"/>
                <a:gd name="T6" fmla="*/ 0 w 756"/>
                <a:gd name="T7" fmla="*/ 0 h 2184"/>
                <a:gd name="T8" fmla="*/ 0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49" name="Freeform 555"/>
            <p:cNvSpPr/>
            <p:nvPr/>
          </p:nvSpPr>
          <p:spPr bwMode="auto">
            <a:xfrm>
              <a:off x="3188" y="2730"/>
              <a:ext cx="183" cy="40"/>
            </a:xfrm>
            <a:custGeom>
              <a:avLst/>
              <a:gdLst>
                <a:gd name="T0" fmla="*/ 0 w 2773"/>
                <a:gd name="T1" fmla="*/ 0 h 738"/>
                <a:gd name="T2" fmla="*/ 0 w 2773"/>
                <a:gd name="T3" fmla="*/ 0 h 738"/>
                <a:gd name="T4" fmla="*/ 0 w 2773"/>
                <a:gd name="T5" fmla="*/ 0 h 738"/>
                <a:gd name="T6" fmla="*/ 0 w 2773"/>
                <a:gd name="T7" fmla="*/ 0 h 738"/>
                <a:gd name="T8" fmla="*/ 0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50" name="Freeform 556"/>
            <p:cNvSpPr/>
            <p:nvPr/>
          </p:nvSpPr>
          <p:spPr bwMode="auto">
            <a:xfrm>
              <a:off x="3347" y="2653"/>
              <a:ext cx="47" cy="118"/>
            </a:xfrm>
            <a:custGeom>
              <a:avLst/>
              <a:gdLst>
                <a:gd name="T0" fmla="*/ 0 w 637"/>
                <a:gd name="T1" fmla="*/ 0 h 1659"/>
                <a:gd name="T2" fmla="*/ 0 w 637"/>
                <a:gd name="T3" fmla="*/ 0 h 1659"/>
                <a:gd name="T4" fmla="*/ 0 w 637"/>
                <a:gd name="T5" fmla="*/ 0 h 1659"/>
                <a:gd name="T6" fmla="*/ 0 w 637"/>
                <a:gd name="T7" fmla="*/ 0 h 1659"/>
                <a:gd name="T8" fmla="*/ 0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51" name="Freeform 557"/>
            <p:cNvSpPr/>
            <p:nvPr/>
          </p:nvSpPr>
          <p:spPr bwMode="auto">
            <a:xfrm>
              <a:off x="3188" y="2736"/>
              <a:ext cx="163" cy="39"/>
            </a:xfrm>
            <a:custGeom>
              <a:avLst/>
              <a:gdLst>
                <a:gd name="T0" fmla="*/ 0 w 2216"/>
                <a:gd name="T1" fmla="*/ 0 h 550"/>
                <a:gd name="T2" fmla="*/ 0 w 2216"/>
                <a:gd name="T3" fmla="*/ 0 h 550"/>
                <a:gd name="T4" fmla="*/ 0 w 2216"/>
                <a:gd name="T5" fmla="*/ 0 h 550"/>
                <a:gd name="T6" fmla="*/ 0 w 2216"/>
                <a:gd name="T7" fmla="*/ 0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72852" name="Group 558"/>
            <p:cNvGrpSpPr/>
            <p:nvPr/>
          </p:nvGrpSpPr>
          <p:grpSpPr bwMode="auto">
            <a:xfrm>
              <a:off x="3186" y="2777"/>
              <a:ext cx="55" cy="24"/>
              <a:chOff x="1740" y="2642"/>
              <a:chExt cx="752" cy="327"/>
            </a:xfrm>
          </p:grpSpPr>
          <p:sp>
            <p:nvSpPr>
              <p:cNvPr id="72861" name="Freeform 559"/>
              <p:cNvSpPr/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62" name="Freeform 560"/>
              <p:cNvSpPr/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63" name="Freeform 561"/>
              <p:cNvSpPr/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64" name="Freeform 562"/>
              <p:cNvSpPr/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65" name="Freeform 563"/>
              <p:cNvSpPr/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66" name="Freeform 564"/>
              <p:cNvSpPr/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72853" name="Freeform 565"/>
            <p:cNvSpPr/>
            <p:nvPr/>
          </p:nvSpPr>
          <p:spPr bwMode="auto">
            <a:xfrm>
              <a:off x="3280" y="2781"/>
              <a:ext cx="67" cy="51"/>
            </a:xfrm>
            <a:custGeom>
              <a:avLst/>
              <a:gdLst>
                <a:gd name="T0" fmla="*/ 0 w 990"/>
                <a:gd name="T1" fmla="*/ 0 h 792"/>
                <a:gd name="T2" fmla="*/ 0 w 990"/>
                <a:gd name="T3" fmla="*/ 0 h 792"/>
                <a:gd name="T4" fmla="*/ 0 w 990"/>
                <a:gd name="T5" fmla="*/ 0 h 792"/>
                <a:gd name="T6" fmla="*/ 0 w 990"/>
                <a:gd name="T7" fmla="*/ 0 h 792"/>
                <a:gd name="T8" fmla="*/ 0 w 990"/>
                <a:gd name="T9" fmla="*/ 0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54" name="Freeform 566"/>
            <p:cNvSpPr/>
            <p:nvPr/>
          </p:nvSpPr>
          <p:spPr bwMode="auto">
            <a:xfrm>
              <a:off x="3109" y="2785"/>
              <a:ext cx="171" cy="46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55" name="Freeform 567"/>
            <p:cNvSpPr/>
            <p:nvPr/>
          </p:nvSpPr>
          <p:spPr bwMode="auto">
            <a:xfrm>
              <a:off x="3110" y="2776"/>
              <a:ext cx="1" cy="10"/>
            </a:xfrm>
            <a:custGeom>
              <a:avLst/>
              <a:gdLst>
                <a:gd name="T0" fmla="*/ 0 w 26"/>
                <a:gd name="T1" fmla="*/ 0 h 147"/>
                <a:gd name="T2" fmla="*/ 0 w 26"/>
                <a:gd name="T3" fmla="*/ 0 h 147"/>
                <a:gd name="T4" fmla="*/ 0 w 26"/>
                <a:gd name="T5" fmla="*/ 0 h 147"/>
                <a:gd name="T6" fmla="*/ 0 w 26"/>
                <a:gd name="T7" fmla="*/ 0 h 147"/>
                <a:gd name="T8" fmla="*/ 0 w 26"/>
                <a:gd name="T9" fmla="*/ 0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56" name="Freeform 568"/>
            <p:cNvSpPr/>
            <p:nvPr/>
          </p:nvSpPr>
          <p:spPr bwMode="auto">
            <a:xfrm>
              <a:off x="3110" y="2738"/>
              <a:ext cx="79" cy="39"/>
            </a:xfrm>
            <a:custGeom>
              <a:avLst/>
              <a:gdLst>
                <a:gd name="T0" fmla="*/ 0 w 1176"/>
                <a:gd name="T1" fmla="*/ 0 h 606"/>
                <a:gd name="T2" fmla="*/ 0 w 1176"/>
                <a:gd name="T3" fmla="*/ 0 h 606"/>
                <a:gd name="T4" fmla="*/ 0 w 1176"/>
                <a:gd name="T5" fmla="*/ 0 h 606"/>
                <a:gd name="T6" fmla="*/ 0 w 1176"/>
                <a:gd name="T7" fmla="*/ 0 h 606"/>
                <a:gd name="T8" fmla="*/ 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57" name="Freeform 569"/>
            <p:cNvSpPr/>
            <p:nvPr/>
          </p:nvSpPr>
          <p:spPr bwMode="auto">
            <a:xfrm>
              <a:off x="3115" y="2778"/>
              <a:ext cx="162" cy="4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58" name="Freeform 570"/>
            <p:cNvSpPr/>
            <p:nvPr/>
          </p:nvSpPr>
          <p:spPr bwMode="auto">
            <a:xfrm flipV="1">
              <a:off x="3277" y="2775"/>
              <a:ext cx="66" cy="4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59" name="Freeform 589"/>
            <p:cNvSpPr/>
            <p:nvPr/>
          </p:nvSpPr>
          <p:spPr bwMode="auto">
            <a:xfrm>
              <a:off x="3382" y="2736"/>
              <a:ext cx="1" cy="10"/>
            </a:xfrm>
            <a:custGeom>
              <a:avLst/>
              <a:gdLst>
                <a:gd name="T0" fmla="*/ 0 w 26"/>
                <a:gd name="T1" fmla="*/ 0 h 147"/>
                <a:gd name="T2" fmla="*/ 0 w 26"/>
                <a:gd name="T3" fmla="*/ 0 h 147"/>
                <a:gd name="T4" fmla="*/ 0 w 26"/>
                <a:gd name="T5" fmla="*/ 0 h 147"/>
                <a:gd name="T6" fmla="*/ 0 w 26"/>
                <a:gd name="T7" fmla="*/ 0 h 147"/>
                <a:gd name="T8" fmla="*/ 0 w 26"/>
                <a:gd name="T9" fmla="*/ 0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60" name="Freeform 590"/>
            <p:cNvSpPr/>
            <p:nvPr/>
          </p:nvSpPr>
          <p:spPr bwMode="auto">
            <a:xfrm>
              <a:off x="3382" y="2698"/>
              <a:ext cx="79" cy="39"/>
            </a:xfrm>
            <a:custGeom>
              <a:avLst/>
              <a:gdLst>
                <a:gd name="T0" fmla="*/ 0 w 1176"/>
                <a:gd name="T1" fmla="*/ 0 h 606"/>
                <a:gd name="T2" fmla="*/ 0 w 1176"/>
                <a:gd name="T3" fmla="*/ 0 h 606"/>
                <a:gd name="T4" fmla="*/ 0 w 1176"/>
                <a:gd name="T5" fmla="*/ 0 h 606"/>
                <a:gd name="T6" fmla="*/ 0 w 1176"/>
                <a:gd name="T7" fmla="*/ 0 h 606"/>
                <a:gd name="T8" fmla="*/ 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72728" name="Group 632"/>
          <p:cNvGrpSpPr/>
          <p:nvPr/>
        </p:nvGrpSpPr>
        <p:grpSpPr bwMode="auto">
          <a:xfrm>
            <a:off x="3925888" y="4354513"/>
            <a:ext cx="536575" cy="401637"/>
            <a:chOff x="3328" y="2543"/>
            <a:chExt cx="338" cy="253"/>
          </a:xfrm>
        </p:grpSpPr>
        <p:grpSp>
          <p:nvGrpSpPr>
            <p:cNvPr id="72815" name="Group 487"/>
            <p:cNvGrpSpPr/>
            <p:nvPr/>
          </p:nvGrpSpPr>
          <p:grpSpPr bwMode="auto">
            <a:xfrm>
              <a:off x="3328" y="2543"/>
              <a:ext cx="327" cy="81"/>
              <a:chOff x="2199" y="955"/>
              <a:chExt cx="2547" cy="506"/>
            </a:xfrm>
          </p:grpSpPr>
          <p:sp>
            <p:nvSpPr>
              <p:cNvPr id="72836" name="Freeform 488"/>
              <p:cNvSpPr/>
              <p:nvPr/>
            </p:nvSpPr>
            <p:spPr bwMode="auto">
              <a:xfrm>
                <a:off x="2199" y="1166"/>
                <a:ext cx="260" cy="281"/>
              </a:xfrm>
              <a:custGeom>
                <a:avLst/>
                <a:gdLst>
                  <a:gd name="T0" fmla="*/ 260 w 260"/>
                  <a:gd name="T1" fmla="*/ 0 h 281"/>
                  <a:gd name="T2" fmla="*/ 42 w 260"/>
                  <a:gd name="T3" fmla="*/ 112 h 281"/>
                  <a:gd name="T4" fmla="*/ 35 w 260"/>
                  <a:gd name="T5" fmla="*/ 211 h 281"/>
                  <a:gd name="T6" fmla="*/ 253 w 260"/>
                  <a:gd name="T7" fmla="*/ 281 h 28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60" h="281">
                    <a:moveTo>
                      <a:pt x="260" y="0"/>
                    </a:moveTo>
                    <a:cubicBezTo>
                      <a:pt x="224" y="19"/>
                      <a:pt x="79" y="77"/>
                      <a:pt x="42" y="112"/>
                    </a:cubicBezTo>
                    <a:cubicBezTo>
                      <a:pt x="5" y="143"/>
                      <a:pt x="0" y="183"/>
                      <a:pt x="35" y="211"/>
                    </a:cubicBezTo>
                    <a:cubicBezTo>
                      <a:pt x="70" y="239"/>
                      <a:pt x="208" y="266"/>
                      <a:pt x="253" y="281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37" name="Freeform 489"/>
              <p:cNvSpPr/>
              <p:nvPr/>
            </p:nvSpPr>
            <p:spPr bwMode="auto">
              <a:xfrm>
                <a:off x="2482" y="1040"/>
                <a:ext cx="900" cy="421"/>
              </a:xfrm>
              <a:custGeom>
                <a:avLst/>
                <a:gdLst>
                  <a:gd name="T0" fmla="*/ 531 w 900"/>
                  <a:gd name="T1" fmla="*/ 0 h 421"/>
                  <a:gd name="T2" fmla="*/ 279 w 900"/>
                  <a:gd name="T3" fmla="*/ 77 h 421"/>
                  <a:gd name="T4" fmla="*/ 68 w 900"/>
                  <a:gd name="T5" fmla="*/ 182 h 421"/>
                  <a:gd name="T6" fmla="*/ 33 w 900"/>
                  <a:gd name="T7" fmla="*/ 323 h 421"/>
                  <a:gd name="T8" fmla="*/ 328 w 900"/>
                  <a:gd name="T9" fmla="*/ 400 h 421"/>
                  <a:gd name="T10" fmla="*/ 812 w 900"/>
                  <a:gd name="T11" fmla="*/ 421 h 421"/>
                  <a:gd name="T12" fmla="*/ 855 w 900"/>
                  <a:gd name="T13" fmla="*/ 400 h 42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00" h="421">
                    <a:moveTo>
                      <a:pt x="531" y="0"/>
                    </a:moveTo>
                    <a:cubicBezTo>
                      <a:pt x="489" y="13"/>
                      <a:pt x="356" y="47"/>
                      <a:pt x="279" y="77"/>
                    </a:cubicBezTo>
                    <a:cubicBezTo>
                      <a:pt x="202" y="107"/>
                      <a:pt x="109" y="141"/>
                      <a:pt x="68" y="182"/>
                    </a:cubicBezTo>
                    <a:cubicBezTo>
                      <a:pt x="31" y="213"/>
                      <a:pt x="0" y="292"/>
                      <a:pt x="33" y="323"/>
                    </a:cubicBezTo>
                    <a:cubicBezTo>
                      <a:pt x="76" y="359"/>
                      <a:pt x="198" y="384"/>
                      <a:pt x="328" y="400"/>
                    </a:cubicBezTo>
                    <a:cubicBezTo>
                      <a:pt x="458" y="416"/>
                      <a:pt x="724" y="421"/>
                      <a:pt x="812" y="421"/>
                    </a:cubicBezTo>
                    <a:cubicBezTo>
                      <a:pt x="900" y="421"/>
                      <a:pt x="846" y="404"/>
                      <a:pt x="855" y="40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38" name="Freeform 490"/>
              <p:cNvSpPr/>
              <p:nvPr/>
            </p:nvSpPr>
            <p:spPr bwMode="auto">
              <a:xfrm>
                <a:off x="2782" y="1068"/>
                <a:ext cx="428" cy="269"/>
              </a:xfrm>
              <a:custGeom>
                <a:avLst/>
                <a:gdLst>
                  <a:gd name="T0" fmla="*/ 428 w 428"/>
                  <a:gd name="T1" fmla="*/ 0 h 269"/>
                  <a:gd name="T2" fmla="*/ 217 w 428"/>
                  <a:gd name="T3" fmla="*/ 35 h 269"/>
                  <a:gd name="T4" fmla="*/ 21 w 428"/>
                  <a:gd name="T5" fmla="*/ 140 h 269"/>
                  <a:gd name="T6" fmla="*/ 91 w 428"/>
                  <a:gd name="T7" fmla="*/ 246 h 269"/>
                  <a:gd name="T8" fmla="*/ 231 w 428"/>
                  <a:gd name="T9" fmla="*/ 267 h 269"/>
                  <a:gd name="T10" fmla="*/ 414 w 428"/>
                  <a:gd name="T11" fmla="*/ 260 h 26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28" h="269">
                    <a:moveTo>
                      <a:pt x="428" y="0"/>
                    </a:moveTo>
                    <a:cubicBezTo>
                      <a:pt x="428" y="0"/>
                      <a:pt x="217" y="35"/>
                      <a:pt x="217" y="35"/>
                    </a:cubicBezTo>
                    <a:cubicBezTo>
                      <a:pt x="217" y="35"/>
                      <a:pt x="42" y="105"/>
                      <a:pt x="21" y="140"/>
                    </a:cubicBezTo>
                    <a:cubicBezTo>
                      <a:pt x="0" y="175"/>
                      <a:pt x="14" y="217"/>
                      <a:pt x="91" y="246"/>
                    </a:cubicBezTo>
                    <a:cubicBezTo>
                      <a:pt x="126" y="267"/>
                      <a:pt x="177" y="265"/>
                      <a:pt x="231" y="267"/>
                    </a:cubicBezTo>
                    <a:cubicBezTo>
                      <a:pt x="285" y="269"/>
                      <a:pt x="376" y="262"/>
                      <a:pt x="414" y="26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39" name="Freeform 491"/>
              <p:cNvSpPr/>
              <p:nvPr/>
            </p:nvSpPr>
            <p:spPr bwMode="auto">
              <a:xfrm>
                <a:off x="3554" y="1075"/>
                <a:ext cx="377" cy="239"/>
              </a:xfrm>
              <a:custGeom>
                <a:avLst/>
                <a:gdLst>
                  <a:gd name="T0" fmla="*/ 42 w 377"/>
                  <a:gd name="T1" fmla="*/ 239 h 239"/>
                  <a:gd name="T2" fmla="*/ 335 w 377"/>
                  <a:gd name="T3" fmla="*/ 146 h 239"/>
                  <a:gd name="T4" fmla="*/ 342 w 377"/>
                  <a:gd name="T5" fmla="*/ 47 h 239"/>
                  <a:gd name="T6" fmla="*/ 0 w 377"/>
                  <a:gd name="T7" fmla="*/ 0 h 23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77" h="239">
                    <a:moveTo>
                      <a:pt x="42" y="239"/>
                    </a:moveTo>
                    <a:cubicBezTo>
                      <a:pt x="89" y="224"/>
                      <a:pt x="285" y="178"/>
                      <a:pt x="335" y="146"/>
                    </a:cubicBezTo>
                    <a:cubicBezTo>
                      <a:pt x="372" y="115"/>
                      <a:pt x="377" y="75"/>
                      <a:pt x="342" y="47"/>
                    </a:cubicBezTo>
                    <a:cubicBezTo>
                      <a:pt x="286" y="23"/>
                      <a:pt x="71" y="10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40" name="Freeform 492"/>
              <p:cNvSpPr/>
              <p:nvPr/>
            </p:nvSpPr>
            <p:spPr bwMode="auto">
              <a:xfrm>
                <a:off x="3646" y="997"/>
                <a:ext cx="660" cy="336"/>
              </a:xfrm>
              <a:custGeom>
                <a:avLst/>
                <a:gdLst>
                  <a:gd name="T0" fmla="*/ 390 w 646"/>
                  <a:gd name="T1" fmla="*/ 592 h 300"/>
                  <a:gd name="T2" fmla="*/ 555 w 646"/>
                  <a:gd name="T3" fmla="*/ 501 h 300"/>
                  <a:gd name="T4" fmla="*/ 690 w 646"/>
                  <a:gd name="T5" fmla="*/ 377 h 300"/>
                  <a:gd name="T6" fmla="*/ 713 w 646"/>
                  <a:gd name="T7" fmla="*/ 211 h 300"/>
                  <a:gd name="T8" fmla="*/ 522 w 646"/>
                  <a:gd name="T9" fmla="*/ 119 h 300"/>
                  <a:gd name="T10" fmla="*/ 0 w 646"/>
                  <a:gd name="T11" fmla="*/ 0 h 30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46" h="300">
                    <a:moveTo>
                      <a:pt x="343" y="300"/>
                    </a:moveTo>
                    <a:cubicBezTo>
                      <a:pt x="367" y="292"/>
                      <a:pt x="443" y="272"/>
                      <a:pt x="487" y="254"/>
                    </a:cubicBezTo>
                    <a:cubicBezTo>
                      <a:pt x="531" y="236"/>
                      <a:pt x="584" y="216"/>
                      <a:pt x="607" y="191"/>
                    </a:cubicBezTo>
                    <a:cubicBezTo>
                      <a:pt x="628" y="173"/>
                      <a:pt x="646" y="125"/>
                      <a:pt x="627" y="107"/>
                    </a:cubicBezTo>
                    <a:cubicBezTo>
                      <a:pt x="603" y="85"/>
                      <a:pt x="563" y="79"/>
                      <a:pt x="459" y="61"/>
                    </a:cubicBezTo>
                    <a:cubicBezTo>
                      <a:pt x="355" y="43"/>
                      <a:pt x="76" y="10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41" name="Freeform 493"/>
              <p:cNvSpPr/>
              <p:nvPr/>
            </p:nvSpPr>
            <p:spPr bwMode="auto">
              <a:xfrm>
                <a:off x="4116" y="955"/>
                <a:ext cx="630" cy="397"/>
              </a:xfrm>
              <a:custGeom>
                <a:avLst/>
                <a:gdLst>
                  <a:gd name="T0" fmla="*/ 320 w 630"/>
                  <a:gd name="T1" fmla="*/ 397 h 397"/>
                  <a:gd name="T2" fmla="*/ 468 w 630"/>
                  <a:gd name="T3" fmla="*/ 345 h 397"/>
                  <a:gd name="T4" fmla="*/ 590 w 630"/>
                  <a:gd name="T5" fmla="*/ 275 h 397"/>
                  <a:gd name="T6" fmla="*/ 611 w 630"/>
                  <a:gd name="T7" fmla="*/ 181 h 397"/>
                  <a:gd name="T8" fmla="*/ 439 w 630"/>
                  <a:gd name="T9" fmla="*/ 129 h 397"/>
                  <a:gd name="T10" fmla="*/ 0 w 630"/>
                  <a:gd name="T11" fmla="*/ 0 h 3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30" h="397">
                    <a:moveTo>
                      <a:pt x="320" y="397"/>
                    </a:moveTo>
                    <a:cubicBezTo>
                      <a:pt x="345" y="388"/>
                      <a:pt x="423" y="366"/>
                      <a:pt x="468" y="345"/>
                    </a:cubicBezTo>
                    <a:cubicBezTo>
                      <a:pt x="513" y="325"/>
                      <a:pt x="567" y="303"/>
                      <a:pt x="590" y="275"/>
                    </a:cubicBezTo>
                    <a:cubicBezTo>
                      <a:pt x="612" y="255"/>
                      <a:pt x="630" y="201"/>
                      <a:pt x="611" y="181"/>
                    </a:cubicBezTo>
                    <a:cubicBezTo>
                      <a:pt x="586" y="156"/>
                      <a:pt x="541" y="159"/>
                      <a:pt x="439" y="129"/>
                    </a:cubicBezTo>
                    <a:cubicBezTo>
                      <a:pt x="337" y="99"/>
                      <a:pt x="91" y="27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</p:grpSp>
        <p:pic>
          <p:nvPicPr>
            <p:cNvPr id="72816" name="Picture 571" descr="laptop_keyboard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3381" y="2696"/>
              <a:ext cx="245" cy="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817" name="Freeform 572"/>
            <p:cNvSpPr/>
            <p:nvPr/>
          </p:nvSpPr>
          <p:spPr bwMode="auto">
            <a:xfrm>
              <a:off x="3462" y="2598"/>
              <a:ext cx="197" cy="131"/>
            </a:xfrm>
            <a:custGeom>
              <a:avLst/>
              <a:gdLst>
                <a:gd name="T0" fmla="*/ 0 w 2982"/>
                <a:gd name="T1" fmla="*/ 0 h 2442"/>
                <a:gd name="T2" fmla="*/ 0 w 2982"/>
                <a:gd name="T3" fmla="*/ 0 h 2442"/>
                <a:gd name="T4" fmla="*/ 0 w 2982"/>
                <a:gd name="T5" fmla="*/ 0 h 2442"/>
                <a:gd name="T6" fmla="*/ 0 w 2982"/>
                <a:gd name="T7" fmla="*/ 0 h 2442"/>
                <a:gd name="T8" fmla="*/ 0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pic>
          <p:nvPicPr>
            <p:cNvPr id="72818" name="Picture 573" descr="screen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72" y="2601"/>
              <a:ext cx="179" cy="1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819" name="Freeform 574"/>
            <p:cNvSpPr/>
            <p:nvPr/>
          </p:nvSpPr>
          <p:spPr bwMode="auto">
            <a:xfrm>
              <a:off x="3498" y="2594"/>
              <a:ext cx="167" cy="25"/>
            </a:xfrm>
            <a:custGeom>
              <a:avLst/>
              <a:gdLst>
                <a:gd name="T0" fmla="*/ 0 w 2528"/>
                <a:gd name="T1" fmla="*/ 0 h 455"/>
                <a:gd name="T2" fmla="*/ 0 w 2528"/>
                <a:gd name="T3" fmla="*/ 0 h 455"/>
                <a:gd name="T4" fmla="*/ 0 w 2528"/>
                <a:gd name="T5" fmla="*/ 0 h 455"/>
                <a:gd name="T6" fmla="*/ 0 w 2528"/>
                <a:gd name="T7" fmla="*/ 0 h 455"/>
                <a:gd name="T8" fmla="*/ 0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20" name="Freeform 575"/>
            <p:cNvSpPr/>
            <p:nvPr/>
          </p:nvSpPr>
          <p:spPr bwMode="auto">
            <a:xfrm>
              <a:off x="3461" y="2594"/>
              <a:ext cx="46" cy="102"/>
            </a:xfrm>
            <a:custGeom>
              <a:avLst/>
              <a:gdLst>
                <a:gd name="T0" fmla="*/ 0 w 702"/>
                <a:gd name="T1" fmla="*/ 0 h 1893"/>
                <a:gd name="T2" fmla="*/ 0 w 702"/>
                <a:gd name="T3" fmla="*/ 0 h 1893"/>
                <a:gd name="T4" fmla="*/ 0 w 702"/>
                <a:gd name="T5" fmla="*/ 0 h 1893"/>
                <a:gd name="T6" fmla="*/ 0 w 702"/>
                <a:gd name="T7" fmla="*/ 0 h 1893"/>
                <a:gd name="T8" fmla="*/ 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21" name="Freeform 576"/>
            <p:cNvSpPr/>
            <p:nvPr/>
          </p:nvSpPr>
          <p:spPr bwMode="auto">
            <a:xfrm>
              <a:off x="3614" y="2612"/>
              <a:ext cx="50" cy="117"/>
            </a:xfrm>
            <a:custGeom>
              <a:avLst/>
              <a:gdLst>
                <a:gd name="T0" fmla="*/ 0 w 756"/>
                <a:gd name="T1" fmla="*/ 0 h 2184"/>
                <a:gd name="T2" fmla="*/ 0 w 756"/>
                <a:gd name="T3" fmla="*/ 0 h 2184"/>
                <a:gd name="T4" fmla="*/ 0 w 756"/>
                <a:gd name="T5" fmla="*/ 0 h 2184"/>
                <a:gd name="T6" fmla="*/ 0 w 756"/>
                <a:gd name="T7" fmla="*/ 0 h 2184"/>
                <a:gd name="T8" fmla="*/ 0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22" name="Freeform 577"/>
            <p:cNvSpPr/>
            <p:nvPr/>
          </p:nvSpPr>
          <p:spPr bwMode="auto">
            <a:xfrm>
              <a:off x="3460" y="2690"/>
              <a:ext cx="183" cy="40"/>
            </a:xfrm>
            <a:custGeom>
              <a:avLst/>
              <a:gdLst>
                <a:gd name="T0" fmla="*/ 0 w 2773"/>
                <a:gd name="T1" fmla="*/ 0 h 738"/>
                <a:gd name="T2" fmla="*/ 0 w 2773"/>
                <a:gd name="T3" fmla="*/ 0 h 738"/>
                <a:gd name="T4" fmla="*/ 0 w 2773"/>
                <a:gd name="T5" fmla="*/ 0 h 738"/>
                <a:gd name="T6" fmla="*/ 0 w 2773"/>
                <a:gd name="T7" fmla="*/ 0 h 738"/>
                <a:gd name="T8" fmla="*/ 0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23" name="Freeform 578"/>
            <p:cNvSpPr/>
            <p:nvPr/>
          </p:nvSpPr>
          <p:spPr bwMode="auto">
            <a:xfrm>
              <a:off x="3619" y="2613"/>
              <a:ext cx="47" cy="118"/>
            </a:xfrm>
            <a:custGeom>
              <a:avLst/>
              <a:gdLst>
                <a:gd name="T0" fmla="*/ 0 w 637"/>
                <a:gd name="T1" fmla="*/ 0 h 1659"/>
                <a:gd name="T2" fmla="*/ 0 w 637"/>
                <a:gd name="T3" fmla="*/ 0 h 1659"/>
                <a:gd name="T4" fmla="*/ 0 w 637"/>
                <a:gd name="T5" fmla="*/ 0 h 1659"/>
                <a:gd name="T6" fmla="*/ 0 w 637"/>
                <a:gd name="T7" fmla="*/ 0 h 1659"/>
                <a:gd name="T8" fmla="*/ 0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24" name="Freeform 579"/>
            <p:cNvSpPr/>
            <p:nvPr/>
          </p:nvSpPr>
          <p:spPr bwMode="auto">
            <a:xfrm>
              <a:off x="3460" y="2696"/>
              <a:ext cx="163" cy="39"/>
            </a:xfrm>
            <a:custGeom>
              <a:avLst/>
              <a:gdLst>
                <a:gd name="T0" fmla="*/ 0 w 2216"/>
                <a:gd name="T1" fmla="*/ 0 h 550"/>
                <a:gd name="T2" fmla="*/ 0 w 2216"/>
                <a:gd name="T3" fmla="*/ 0 h 550"/>
                <a:gd name="T4" fmla="*/ 0 w 2216"/>
                <a:gd name="T5" fmla="*/ 0 h 550"/>
                <a:gd name="T6" fmla="*/ 0 w 2216"/>
                <a:gd name="T7" fmla="*/ 0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72825" name="Group 580"/>
            <p:cNvGrpSpPr/>
            <p:nvPr/>
          </p:nvGrpSpPr>
          <p:grpSpPr bwMode="auto">
            <a:xfrm>
              <a:off x="3458" y="2737"/>
              <a:ext cx="55" cy="24"/>
              <a:chOff x="1740" y="2642"/>
              <a:chExt cx="752" cy="327"/>
            </a:xfrm>
          </p:grpSpPr>
          <p:sp>
            <p:nvSpPr>
              <p:cNvPr id="72830" name="Freeform 581"/>
              <p:cNvSpPr/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31" name="Freeform 582"/>
              <p:cNvSpPr/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32" name="Freeform 583"/>
              <p:cNvSpPr/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33" name="Freeform 584"/>
              <p:cNvSpPr/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34" name="Freeform 585"/>
              <p:cNvSpPr/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35" name="Freeform 586"/>
              <p:cNvSpPr/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72826" name="Freeform 587"/>
            <p:cNvSpPr/>
            <p:nvPr/>
          </p:nvSpPr>
          <p:spPr bwMode="auto">
            <a:xfrm>
              <a:off x="3552" y="2741"/>
              <a:ext cx="67" cy="51"/>
            </a:xfrm>
            <a:custGeom>
              <a:avLst/>
              <a:gdLst>
                <a:gd name="T0" fmla="*/ 0 w 990"/>
                <a:gd name="T1" fmla="*/ 0 h 792"/>
                <a:gd name="T2" fmla="*/ 0 w 990"/>
                <a:gd name="T3" fmla="*/ 0 h 792"/>
                <a:gd name="T4" fmla="*/ 0 w 990"/>
                <a:gd name="T5" fmla="*/ 0 h 792"/>
                <a:gd name="T6" fmla="*/ 0 w 990"/>
                <a:gd name="T7" fmla="*/ 0 h 792"/>
                <a:gd name="T8" fmla="*/ 0 w 990"/>
                <a:gd name="T9" fmla="*/ 0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27" name="Freeform 588"/>
            <p:cNvSpPr/>
            <p:nvPr/>
          </p:nvSpPr>
          <p:spPr bwMode="auto">
            <a:xfrm>
              <a:off x="3381" y="2745"/>
              <a:ext cx="171" cy="46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28" name="Freeform 591"/>
            <p:cNvSpPr/>
            <p:nvPr/>
          </p:nvSpPr>
          <p:spPr bwMode="auto">
            <a:xfrm>
              <a:off x="3387" y="2738"/>
              <a:ext cx="162" cy="4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29" name="Freeform 592"/>
            <p:cNvSpPr/>
            <p:nvPr/>
          </p:nvSpPr>
          <p:spPr bwMode="auto">
            <a:xfrm flipV="1">
              <a:off x="3549" y="2735"/>
              <a:ext cx="66" cy="4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72729" name="Group 631"/>
          <p:cNvGrpSpPr/>
          <p:nvPr/>
        </p:nvGrpSpPr>
        <p:grpSpPr bwMode="auto">
          <a:xfrm>
            <a:off x="3308350" y="4614863"/>
            <a:ext cx="585788" cy="419100"/>
            <a:chOff x="5096" y="2218"/>
            <a:chExt cx="369" cy="264"/>
          </a:xfrm>
        </p:grpSpPr>
        <p:grpSp>
          <p:nvGrpSpPr>
            <p:cNvPr id="72806" name="Group 622"/>
            <p:cNvGrpSpPr/>
            <p:nvPr/>
          </p:nvGrpSpPr>
          <p:grpSpPr bwMode="auto">
            <a:xfrm>
              <a:off x="5096" y="2218"/>
              <a:ext cx="327" cy="81"/>
              <a:chOff x="2199" y="955"/>
              <a:chExt cx="2547" cy="506"/>
            </a:xfrm>
          </p:grpSpPr>
          <p:sp>
            <p:nvSpPr>
              <p:cNvPr id="72809" name="Freeform 623"/>
              <p:cNvSpPr/>
              <p:nvPr/>
            </p:nvSpPr>
            <p:spPr bwMode="auto">
              <a:xfrm>
                <a:off x="2199" y="1166"/>
                <a:ext cx="260" cy="281"/>
              </a:xfrm>
              <a:custGeom>
                <a:avLst/>
                <a:gdLst>
                  <a:gd name="T0" fmla="*/ 260 w 260"/>
                  <a:gd name="T1" fmla="*/ 0 h 281"/>
                  <a:gd name="T2" fmla="*/ 42 w 260"/>
                  <a:gd name="T3" fmla="*/ 112 h 281"/>
                  <a:gd name="T4" fmla="*/ 35 w 260"/>
                  <a:gd name="T5" fmla="*/ 211 h 281"/>
                  <a:gd name="T6" fmla="*/ 253 w 260"/>
                  <a:gd name="T7" fmla="*/ 281 h 28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60" h="281">
                    <a:moveTo>
                      <a:pt x="260" y="0"/>
                    </a:moveTo>
                    <a:cubicBezTo>
                      <a:pt x="224" y="19"/>
                      <a:pt x="79" y="77"/>
                      <a:pt x="42" y="112"/>
                    </a:cubicBezTo>
                    <a:cubicBezTo>
                      <a:pt x="5" y="143"/>
                      <a:pt x="0" y="183"/>
                      <a:pt x="35" y="211"/>
                    </a:cubicBezTo>
                    <a:cubicBezTo>
                      <a:pt x="70" y="239"/>
                      <a:pt x="208" y="266"/>
                      <a:pt x="253" y="281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10" name="Freeform 624"/>
              <p:cNvSpPr/>
              <p:nvPr/>
            </p:nvSpPr>
            <p:spPr bwMode="auto">
              <a:xfrm>
                <a:off x="2482" y="1040"/>
                <a:ext cx="900" cy="421"/>
              </a:xfrm>
              <a:custGeom>
                <a:avLst/>
                <a:gdLst>
                  <a:gd name="T0" fmla="*/ 531 w 900"/>
                  <a:gd name="T1" fmla="*/ 0 h 421"/>
                  <a:gd name="T2" fmla="*/ 279 w 900"/>
                  <a:gd name="T3" fmla="*/ 77 h 421"/>
                  <a:gd name="T4" fmla="*/ 68 w 900"/>
                  <a:gd name="T5" fmla="*/ 182 h 421"/>
                  <a:gd name="T6" fmla="*/ 33 w 900"/>
                  <a:gd name="T7" fmla="*/ 323 h 421"/>
                  <a:gd name="T8" fmla="*/ 328 w 900"/>
                  <a:gd name="T9" fmla="*/ 400 h 421"/>
                  <a:gd name="T10" fmla="*/ 812 w 900"/>
                  <a:gd name="T11" fmla="*/ 421 h 421"/>
                  <a:gd name="T12" fmla="*/ 855 w 900"/>
                  <a:gd name="T13" fmla="*/ 400 h 42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00" h="421">
                    <a:moveTo>
                      <a:pt x="531" y="0"/>
                    </a:moveTo>
                    <a:cubicBezTo>
                      <a:pt x="489" y="13"/>
                      <a:pt x="356" y="47"/>
                      <a:pt x="279" y="77"/>
                    </a:cubicBezTo>
                    <a:cubicBezTo>
                      <a:pt x="202" y="107"/>
                      <a:pt x="109" y="141"/>
                      <a:pt x="68" y="182"/>
                    </a:cubicBezTo>
                    <a:cubicBezTo>
                      <a:pt x="31" y="213"/>
                      <a:pt x="0" y="292"/>
                      <a:pt x="33" y="323"/>
                    </a:cubicBezTo>
                    <a:cubicBezTo>
                      <a:pt x="76" y="359"/>
                      <a:pt x="198" y="384"/>
                      <a:pt x="328" y="400"/>
                    </a:cubicBezTo>
                    <a:cubicBezTo>
                      <a:pt x="458" y="416"/>
                      <a:pt x="724" y="421"/>
                      <a:pt x="812" y="421"/>
                    </a:cubicBezTo>
                    <a:cubicBezTo>
                      <a:pt x="900" y="421"/>
                      <a:pt x="846" y="404"/>
                      <a:pt x="855" y="40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11" name="Freeform 625"/>
              <p:cNvSpPr/>
              <p:nvPr/>
            </p:nvSpPr>
            <p:spPr bwMode="auto">
              <a:xfrm>
                <a:off x="2782" y="1068"/>
                <a:ext cx="428" cy="269"/>
              </a:xfrm>
              <a:custGeom>
                <a:avLst/>
                <a:gdLst>
                  <a:gd name="T0" fmla="*/ 428 w 428"/>
                  <a:gd name="T1" fmla="*/ 0 h 269"/>
                  <a:gd name="T2" fmla="*/ 217 w 428"/>
                  <a:gd name="T3" fmla="*/ 35 h 269"/>
                  <a:gd name="T4" fmla="*/ 21 w 428"/>
                  <a:gd name="T5" fmla="*/ 140 h 269"/>
                  <a:gd name="T6" fmla="*/ 91 w 428"/>
                  <a:gd name="T7" fmla="*/ 246 h 269"/>
                  <a:gd name="T8" fmla="*/ 231 w 428"/>
                  <a:gd name="T9" fmla="*/ 267 h 269"/>
                  <a:gd name="T10" fmla="*/ 414 w 428"/>
                  <a:gd name="T11" fmla="*/ 260 h 26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28" h="269">
                    <a:moveTo>
                      <a:pt x="428" y="0"/>
                    </a:moveTo>
                    <a:cubicBezTo>
                      <a:pt x="428" y="0"/>
                      <a:pt x="217" y="35"/>
                      <a:pt x="217" y="35"/>
                    </a:cubicBezTo>
                    <a:cubicBezTo>
                      <a:pt x="217" y="35"/>
                      <a:pt x="42" y="105"/>
                      <a:pt x="21" y="140"/>
                    </a:cubicBezTo>
                    <a:cubicBezTo>
                      <a:pt x="0" y="175"/>
                      <a:pt x="14" y="217"/>
                      <a:pt x="91" y="246"/>
                    </a:cubicBezTo>
                    <a:cubicBezTo>
                      <a:pt x="126" y="267"/>
                      <a:pt x="177" y="265"/>
                      <a:pt x="231" y="267"/>
                    </a:cubicBezTo>
                    <a:cubicBezTo>
                      <a:pt x="285" y="269"/>
                      <a:pt x="376" y="262"/>
                      <a:pt x="414" y="26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12" name="Freeform 626"/>
              <p:cNvSpPr/>
              <p:nvPr/>
            </p:nvSpPr>
            <p:spPr bwMode="auto">
              <a:xfrm>
                <a:off x="3554" y="1075"/>
                <a:ext cx="377" cy="239"/>
              </a:xfrm>
              <a:custGeom>
                <a:avLst/>
                <a:gdLst>
                  <a:gd name="T0" fmla="*/ 42 w 377"/>
                  <a:gd name="T1" fmla="*/ 239 h 239"/>
                  <a:gd name="T2" fmla="*/ 335 w 377"/>
                  <a:gd name="T3" fmla="*/ 146 h 239"/>
                  <a:gd name="T4" fmla="*/ 342 w 377"/>
                  <a:gd name="T5" fmla="*/ 47 h 239"/>
                  <a:gd name="T6" fmla="*/ 0 w 377"/>
                  <a:gd name="T7" fmla="*/ 0 h 23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77" h="239">
                    <a:moveTo>
                      <a:pt x="42" y="239"/>
                    </a:moveTo>
                    <a:cubicBezTo>
                      <a:pt x="89" y="224"/>
                      <a:pt x="285" y="178"/>
                      <a:pt x="335" y="146"/>
                    </a:cubicBezTo>
                    <a:cubicBezTo>
                      <a:pt x="372" y="115"/>
                      <a:pt x="377" y="75"/>
                      <a:pt x="342" y="47"/>
                    </a:cubicBezTo>
                    <a:cubicBezTo>
                      <a:pt x="286" y="23"/>
                      <a:pt x="71" y="10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13" name="Freeform 627"/>
              <p:cNvSpPr/>
              <p:nvPr/>
            </p:nvSpPr>
            <p:spPr bwMode="auto">
              <a:xfrm>
                <a:off x="3646" y="997"/>
                <a:ext cx="660" cy="336"/>
              </a:xfrm>
              <a:custGeom>
                <a:avLst/>
                <a:gdLst>
                  <a:gd name="T0" fmla="*/ 390 w 646"/>
                  <a:gd name="T1" fmla="*/ 592 h 300"/>
                  <a:gd name="T2" fmla="*/ 555 w 646"/>
                  <a:gd name="T3" fmla="*/ 501 h 300"/>
                  <a:gd name="T4" fmla="*/ 690 w 646"/>
                  <a:gd name="T5" fmla="*/ 377 h 300"/>
                  <a:gd name="T6" fmla="*/ 713 w 646"/>
                  <a:gd name="T7" fmla="*/ 211 h 300"/>
                  <a:gd name="T8" fmla="*/ 522 w 646"/>
                  <a:gd name="T9" fmla="*/ 119 h 300"/>
                  <a:gd name="T10" fmla="*/ 0 w 646"/>
                  <a:gd name="T11" fmla="*/ 0 h 30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46" h="300">
                    <a:moveTo>
                      <a:pt x="343" y="300"/>
                    </a:moveTo>
                    <a:cubicBezTo>
                      <a:pt x="367" y="292"/>
                      <a:pt x="443" y="272"/>
                      <a:pt x="487" y="254"/>
                    </a:cubicBezTo>
                    <a:cubicBezTo>
                      <a:pt x="531" y="236"/>
                      <a:pt x="584" y="216"/>
                      <a:pt x="607" y="191"/>
                    </a:cubicBezTo>
                    <a:cubicBezTo>
                      <a:pt x="628" y="173"/>
                      <a:pt x="646" y="125"/>
                      <a:pt x="627" y="107"/>
                    </a:cubicBezTo>
                    <a:cubicBezTo>
                      <a:pt x="603" y="85"/>
                      <a:pt x="563" y="79"/>
                      <a:pt x="459" y="61"/>
                    </a:cubicBezTo>
                    <a:cubicBezTo>
                      <a:pt x="355" y="43"/>
                      <a:pt x="76" y="10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14" name="Freeform 628"/>
              <p:cNvSpPr/>
              <p:nvPr/>
            </p:nvSpPr>
            <p:spPr bwMode="auto">
              <a:xfrm>
                <a:off x="4116" y="955"/>
                <a:ext cx="630" cy="397"/>
              </a:xfrm>
              <a:custGeom>
                <a:avLst/>
                <a:gdLst>
                  <a:gd name="T0" fmla="*/ 320 w 630"/>
                  <a:gd name="T1" fmla="*/ 397 h 397"/>
                  <a:gd name="T2" fmla="*/ 468 w 630"/>
                  <a:gd name="T3" fmla="*/ 345 h 397"/>
                  <a:gd name="T4" fmla="*/ 590 w 630"/>
                  <a:gd name="T5" fmla="*/ 275 h 397"/>
                  <a:gd name="T6" fmla="*/ 611 w 630"/>
                  <a:gd name="T7" fmla="*/ 181 h 397"/>
                  <a:gd name="T8" fmla="*/ 439 w 630"/>
                  <a:gd name="T9" fmla="*/ 129 h 397"/>
                  <a:gd name="T10" fmla="*/ 0 w 630"/>
                  <a:gd name="T11" fmla="*/ 0 h 3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30" h="397">
                    <a:moveTo>
                      <a:pt x="320" y="397"/>
                    </a:moveTo>
                    <a:cubicBezTo>
                      <a:pt x="345" y="388"/>
                      <a:pt x="423" y="366"/>
                      <a:pt x="468" y="345"/>
                    </a:cubicBezTo>
                    <a:cubicBezTo>
                      <a:pt x="513" y="325"/>
                      <a:pt x="567" y="303"/>
                      <a:pt x="590" y="275"/>
                    </a:cubicBezTo>
                    <a:cubicBezTo>
                      <a:pt x="612" y="255"/>
                      <a:pt x="630" y="201"/>
                      <a:pt x="611" y="181"/>
                    </a:cubicBezTo>
                    <a:cubicBezTo>
                      <a:pt x="586" y="156"/>
                      <a:pt x="541" y="159"/>
                      <a:pt x="439" y="129"/>
                    </a:cubicBezTo>
                    <a:cubicBezTo>
                      <a:pt x="337" y="99"/>
                      <a:pt x="91" y="27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</p:grpSp>
        <p:pic>
          <p:nvPicPr>
            <p:cNvPr id="72807" name="Picture 629" descr="access_point_stylized_small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92" y="2250"/>
              <a:ext cx="273" cy="22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2808" name="Picture 630" descr="access_point_stylized_small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95" y="2251"/>
              <a:ext cx="260" cy="23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2730" name="Group 633"/>
          <p:cNvGrpSpPr/>
          <p:nvPr/>
        </p:nvGrpSpPr>
        <p:grpSpPr bwMode="auto">
          <a:xfrm>
            <a:off x="3009900" y="5040313"/>
            <a:ext cx="635000" cy="485775"/>
            <a:chOff x="3061" y="2530"/>
            <a:chExt cx="400" cy="306"/>
          </a:xfrm>
        </p:grpSpPr>
        <p:grpSp>
          <p:nvGrpSpPr>
            <p:cNvPr id="72775" name="Group 634"/>
            <p:cNvGrpSpPr/>
            <p:nvPr/>
          </p:nvGrpSpPr>
          <p:grpSpPr bwMode="auto">
            <a:xfrm>
              <a:off x="3061" y="2530"/>
              <a:ext cx="327" cy="81"/>
              <a:chOff x="2199" y="955"/>
              <a:chExt cx="2547" cy="506"/>
            </a:xfrm>
          </p:grpSpPr>
          <p:sp>
            <p:nvSpPr>
              <p:cNvPr id="72800" name="Freeform 635"/>
              <p:cNvSpPr/>
              <p:nvPr/>
            </p:nvSpPr>
            <p:spPr bwMode="auto">
              <a:xfrm>
                <a:off x="2199" y="1166"/>
                <a:ext cx="260" cy="281"/>
              </a:xfrm>
              <a:custGeom>
                <a:avLst/>
                <a:gdLst>
                  <a:gd name="T0" fmla="*/ 260 w 260"/>
                  <a:gd name="T1" fmla="*/ 0 h 281"/>
                  <a:gd name="T2" fmla="*/ 42 w 260"/>
                  <a:gd name="T3" fmla="*/ 112 h 281"/>
                  <a:gd name="T4" fmla="*/ 35 w 260"/>
                  <a:gd name="T5" fmla="*/ 211 h 281"/>
                  <a:gd name="T6" fmla="*/ 253 w 260"/>
                  <a:gd name="T7" fmla="*/ 281 h 28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60" h="281">
                    <a:moveTo>
                      <a:pt x="260" y="0"/>
                    </a:moveTo>
                    <a:cubicBezTo>
                      <a:pt x="224" y="19"/>
                      <a:pt x="79" y="77"/>
                      <a:pt x="42" y="112"/>
                    </a:cubicBezTo>
                    <a:cubicBezTo>
                      <a:pt x="5" y="143"/>
                      <a:pt x="0" y="183"/>
                      <a:pt x="35" y="211"/>
                    </a:cubicBezTo>
                    <a:cubicBezTo>
                      <a:pt x="70" y="239"/>
                      <a:pt x="208" y="266"/>
                      <a:pt x="253" y="281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01" name="Freeform 636"/>
              <p:cNvSpPr/>
              <p:nvPr/>
            </p:nvSpPr>
            <p:spPr bwMode="auto">
              <a:xfrm>
                <a:off x="2482" y="1040"/>
                <a:ext cx="900" cy="421"/>
              </a:xfrm>
              <a:custGeom>
                <a:avLst/>
                <a:gdLst>
                  <a:gd name="T0" fmla="*/ 531 w 900"/>
                  <a:gd name="T1" fmla="*/ 0 h 421"/>
                  <a:gd name="T2" fmla="*/ 279 w 900"/>
                  <a:gd name="T3" fmla="*/ 77 h 421"/>
                  <a:gd name="T4" fmla="*/ 68 w 900"/>
                  <a:gd name="T5" fmla="*/ 182 h 421"/>
                  <a:gd name="T6" fmla="*/ 33 w 900"/>
                  <a:gd name="T7" fmla="*/ 323 h 421"/>
                  <a:gd name="T8" fmla="*/ 328 w 900"/>
                  <a:gd name="T9" fmla="*/ 400 h 421"/>
                  <a:gd name="T10" fmla="*/ 812 w 900"/>
                  <a:gd name="T11" fmla="*/ 421 h 421"/>
                  <a:gd name="T12" fmla="*/ 855 w 900"/>
                  <a:gd name="T13" fmla="*/ 400 h 42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00" h="421">
                    <a:moveTo>
                      <a:pt x="531" y="0"/>
                    </a:moveTo>
                    <a:cubicBezTo>
                      <a:pt x="489" y="13"/>
                      <a:pt x="356" y="47"/>
                      <a:pt x="279" y="77"/>
                    </a:cubicBezTo>
                    <a:cubicBezTo>
                      <a:pt x="202" y="107"/>
                      <a:pt x="109" y="141"/>
                      <a:pt x="68" y="182"/>
                    </a:cubicBezTo>
                    <a:cubicBezTo>
                      <a:pt x="31" y="213"/>
                      <a:pt x="0" y="292"/>
                      <a:pt x="33" y="323"/>
                    </a:cubicBezTo>
                    <a:cubicBezTo>
                      <a:pt x="76" y="359"/>
                      <a:pt x="198" y="384"/>
                      <a:pt x="328" y="400"/>
                    </a:cubicBezTo>
                    <a:cubicBezTo>
                      <a:pt x="458" y="416"/>
                      <a:pt x="724" y="421"/>
                      <a:pt x="812" y="421"/>
                    </a:cubicBezTo>
                    <a:cubicBezTo>
                      <a:pt x="900" y="421"/>
                      <a:pt x="846" y="404"/>
                      <a:pt x="855" y="40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02" name="Freeform 637"/>
              <p:cNvSpPr/>
              <p:nvPr/>
            </p:nvSpPr>
            <p:spPr bwMode="auto">
              <a:xfrm>
                <a:off x="2782" y="1068"/>
                <a:ext cx="428" cy="269"/>
              </a:xfrm>
              <a:custGeom>
                <a:avLst/>
                <a:gdLst>
                  <a:gd name="T0" fmla="*/ 428 w 428"/>
                  <a:gd name="T1" fmla="*/ 0 h 269"/>
                  <a:gd name="T2" fmla="*/ 217 w 428"/>
                  <a:gd name="T3" fmla="*/ 35 h 269"/>
                  <a:gd name="T4" fmla="*/ 21 w 428"/>
                  <a:gd name="T5" fmla="*/ 140 h 269"/>
                  <a:gd name="T6" fmla="*/ 91 w 428"/>
                  <a:gd name="T7" fmla="*/ 246 h 269"/>
                  <a:gd name="T8" fmla="*/ 231 w 428"/>
                  <a:gd name="T9" fmla="*/ 267 h 269"/>
                  <a:gd name="T10" fmla="*/ 414 w 428"/>
                  <a:gd name="T11" fmla="*/ 260 h 26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28" h="269">
                    <a:moveTo>
                      <a:pt x="428" y="0"/>
                    </a:moveTo>
                    <a:cubicBezTo>
                      <a:pt x="428" y="0"/>
                      <a:pt x="217" y="35"/>
                      <a:pt x="217" y="35"/>
                    </a:cubicBezTo>
                    <a:cubicBezTo>
                      <a:pt x="217" y="35"/>
                      <a:pt x="42" y="105"/>
                      <a:pt x="21" y="140"/>
                    </a:cubicBezTo>
                    <a:cubicBezTo>
                      <a:pt x="0" y="175"/>
                      <a:pt x="14" y="217"/>
                      <a:pt x="91" y="246"/>
                    </a:cubicBezTo>
                    <a:cubicBezTo>
                      <a:pt x="126" y="267"/>
                      <a:pt x="177" y="265"/>
                      <a:pt x="231" y="267"/>
                    </a:cubicBezTo>
                    <a:cubicBezTo>
                      <a:pt x="285" y="269"/>
                      <a:pt x="376" y="262"/>
                      <a:pt x="414" y="26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03" name="Freeform 638"/>
              <p:cNvSpPr/>
              <p:nvPr/>
            </p:nvSpPr>
            <p:spPr bwMode="auto">
              <a:xfrm>
                <a:off x="3554" y="1075"/>
                <a:ext cx="377" cy="239"/>
              </a:xfrm>
              <a:custGeom>
                <a:avLst/>
                <a:gdLst>
                  <a:gd name="T0" fmla="*/ 42 w 377"/>
                  <a:gd name="T1" fmla="*/ 239 h 239"/>
                  <a:gd name="T2" fmla="*/ 335 w 377"/>
                  <a:gd name="T3" fmla="*/ 146 h 239"/>
                  <a:gd name="T4" fmla="*/ 342 w 377"/>
                  <a:gd name="T5" fmla="*/ 47 h 239"/>
                  <a:gd name="T6" fmla="*/ 0 w 377"/>
                  <a:gd name="T7" fmla="*/ 0 h 23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77" h="239">
                    <a:moveTo>
                      <a:pt x="42" y="239"/>
                    </a:moveTo>
                    <a:cubicBezTo>
                      <a:pt x="89" y="224"/>
                      <a:pt x="285" y="178"/>
                      <a:pt x="335" y="146"/>
                    </a:cubicBezTo>
                    <a:cubicBezTo>
                      <a:pt x="372" y="115"/>
                      <a:pt x="377" y="75"/>
                      <a:pt x="342" y="47"/>
                    </a:cubicBezTo>
                    <a:cubicBezTo>
                      <a:pt x="286" y="23"/>
                      <a:pt x="71" y="10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04" name="Freeform 639"/>
              <p:cNvSpPr/>
              <p:nvPr/>
            </p:nvSpPr>
            <p:spPr bwMode="auto">
              <a:xfrm>
                <a:off x="3646" y="997"/>
                <a:ext cx="660" cy="336"/>
              </a:xfrm>
              <a:custGeom>
                <a:avLst/>
                <a:gdLst>
                  <a:gd name="T0" fmla="*/ 390 w 646"/>
                  <a:gd name="T1" fmla="*/ 592 h 300"/>
                  <a:gd name="T2" fmla="*/ 555 w 646"/>
                  <a:gd name="T3" fmla="*/ 501 h 300"/>
                  <a:gd name="T4" fmla="*/ 690 w 646"/>
                  <a:gd name="T5" fmla="*/ 377 h 300"/>
                  <a:gd name="T6" fmla="*/ 713 w 646"/>
                  <a:gd name="T7" fmla="*/ 211 h 300"/>
                  <a:gd name="T8" fmla="*/ 522 w 646"/>
                  <a:gd name="T9" fmla="*/ 119 h 300"/>
                  <a:gd name="T10" fmla="*/ 0 w 646"/>
                  <a:gd name="T11" fmla="*/ 0 h 30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46" h="300">
                    <a:moveTo>
                      <a:pt x="343" y="300"/>
                    </a:moveTo>
                    <a:cubicBezTo>
                      <a:pt x="367" y="292"/>
                      <a:pt x="443" y="272"/>
                      <a:pt x="487" y="254"/>
                    </a:cubicBezTo>
                    <a:cubicBezTo>
                      <a:pt x="531" y="236"/>
                      <a:pt x="584" y="216"/>
                      <a:pt x="607" y="191"/>
                    </a:cubicBezTo>
                    <a:cubicBezTo>
                      <a:pt x="628" y="173"/>
                      <a:pt x="646" y="125"/>
                      <a:pt x="627" y="107"/>
                    </a:cubicBezTo>
                    <a:cubicBezTo>
                      <a:pt x="603" y="85"/>
                      <a:pt x="563" y="79"/>
                      <a:pt x="459" y="61"/>
                    </a:cubicBezTo>
                    <a:cubicBezTo>
                      <a:pt x="355" y="43"/>
                      <a:pt x="76" y="10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05" name="Freeform 640"/>
              <p:cNvSpPr/>
              <p:nvPr/>
            </p:nvSpPr>
            <p:spPr bwMode="auto">
              <a:xfrm>
                <a:off x="4116" y="955"/>
                <a:ext cx="630" cy="397"/>
              </a:xfrm>
              <a:custGeom>
                <a:avLst/>
                <a:gdLst>
                  <a:gd name="T0" fmla="*/ 320 w 630"/>
                  <a:gd name="T1" fmla="*/ 397 h 397"/>
                  <a:gd name="T2" fmla="*/ 468 w 630"/>
                  <a:gd name="T3" fmla="*/ 345 h 397"/>
                  <a:gd name="T4" fmla="*/ 590 w 630"/>
                  <a:gd name="T5" fmla="*/ 275 h 397"/>
                  <a:gd name="T6" fmla="*/ 611 w 630"/>
                  <a:gd name="T7" fmla="*/ 181 h 397"/>
                  <a:gd name="T8" fmla="*/ 439 w 630"/>
                  <a:gd name="T9" fmla="*/ 129 h 397"/>
                  <a:gd name="T10" fmla="*/ 0 w 630"/>
                  <a:gd name="T11" fmla="*/ 0 h 3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30" h="397">
                    <a:moveTo>
                      <a:pt x="320" y="397"/>
                    </a:moveTo>
                    <a:cubicBezTo>
                      <a:pt x="345" y="388"/>
                      <a:pt x="423" y="366"/>
                      <a:pt x="468" y="345"/>
                    </a:cubicBezTo>
                    <a:cubicBezTo>
                      <a:pt x="513" y="325"/>
                      <a:pt x="567" y="303"/>
                      <a:pt x="590" y="275"/>
                    </a:cubicBezTo>
                    <a:cubicBezTo>
                      <a:pt x="612" y="255"/>
                      <a:pt x="630" y="201"/>
                      <a:pt x="611" y="181"/>
                    </a:cubicBezTo>
                    <a:cubicBezTo>
                      <a:pt x="586" y="156"/>
                      <a:pt x="541" y="159"/>
                      <a:pt x="439" y="129"/>
                    </a:cubicBezTo>
                    <a:cubicBezTo>
                      <a:pt x="337" y="99"/>
                      <a:pt x="91" y="27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</p:grpSp>
        <p:pic>
          <p:nvPicPr>
            <p:cNvPr id="72776" name="Picture 641" descr="laptop_keyboard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3109" y="2736"/>
              <a:ext cx="245" cy="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777" name="Freeform 642"/>
            <p:cNvSpPr/>
            <p:nvPr/>
          </p:nvSpPr>
          <p:spPr bwMode="auto">
            <a:xfrm>
              <a:off x="3190" y="2638"/>
              <a:ext cx="197" cy="131"/>
            </a:xfrm>
            <a:custGeom>
              <a:avLst/>
              <a:gdLst>
                <a:gd name="T0" fmla="*/ 0 w 2982"/>
                <a:gd name="T1" fmla="*/ 0 h 2442"/>
                <a:gd name="T2" fmla="*/ 0 w 2982"/>
                <a:gd name="T3" fmla="*/ 0 h 2442"/>
                <a:gd name="T4" fmla="*/ 0 w 2982"/>
                <a:gd name="T5" fmla="*/ 0 h 2442"/>
                <a:gd name="T6" fmla="*/ 0 w 2982"/>
                <a:gd name="T7" fmla="*/ 0 h 2442"/>
                <a:gd name="T8" fmla="*/ 0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pic>
          <p:nvPicPr>
            <p:cNvPr id="72778" name="Picture 643" descr="screen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00" y="2641"/>
              <a:ext cx="179" cy="1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779" name="Freeform 644"/>
            <p:cNvSpPr/>
            <p:nvPr/>
          </p:nvSpPr>
          <p:spPr bwMode="auto">
            <a:xfrm>
              <a:off x="3226" y="2634"/>
              <a:ext cx="167" cy="25"/>
            </a:xfrm>
            <a:custGeom>
              <a:avLst/>
              <a:gdLst>
                <a:gd name="T0" fmla="*/ 0 w 2528"/>
                <a:gd name="T1" fmla="*/ 0 h 455"/>
                <a:gd name="T2" fmla="*/ 0 w 2528"/>
                <a:gd name="T3" fmla="*/ 0 h 455"/>
                <a:gd name="T4" fmla="*/ 0 w 2528"/>
                <a:gd name="T5" fmla="*/ 0 h 455"/>
                <a:gd name="T6" fmla="*/ 0 w 2528"/>
                <a:gd name="T7" fmla="*/ 0 h 455"/>
                <a:gd name="T8" fmla="*/ 0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80" name="Freeform 645"/>
            <p:cNvSpPr/>
            <p:nvPr/>
          </p:nvSpPr>
          <p:spPr bwMode="auto">
            <a:xfrm>
              <a:off x="3189" y="2634"/>
              <a:ext cx="46" cy="102"/>
            </a:xfrm>
            <a:custGeom>
              <a:avLst/>
              <a:gdLst>
                <a:gd name="T0" fmla="*/ 0 w 702"/>
                <a:gd name="T1" fmla="*/ 0 h 1893"/>
                <a:gd name="T2" fmla="*/ 0 w 702"/>
                <a:gd name="T3" fmla="*/ 0 h 1893"/>
                <a:gd name="T4" fmla="*/ 0 w 702"/>
                <a:gd name="T5" fmla="*/ 0 h 1893"/>
                <a:gd name="T6" fmla="*/ 0 w 702"/>
                <a:gd name="T7" fmla="*/ 0 h 1893"/>
                <a:gd name="T8" fmla="*/ 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81" name="Freeform 646"/>
            <p:cNvSpPr/>
            <p:nvPr/>
          </p:nvSpPr>
          <p:spPr bwMode="auto">
            <a:xfrm>
              <a:off x="3342" y="2652"/>
              <a:ext cx="50" cy="117"/>
            </a:xfrm>
            <a:custGeom>
              <a:avLst/>
              <a:gdLst>
                <a:gd name="T0" fmla="*/ 0 w 756"/>
                <a:gd name="T1" fmla="*/ 0 h 2184"/>
                <a:gd name="T2" fmla="*/ 0 w 756"/>
                <a:gd name="T3" fmla="*/ 0 h 2184"/>
                <a:gd name="T4" fmla="*/ 0 w 756"/>
                <a:gd name="T5" fmla="*/ 0 h 2184"/>
                <a:gd name="T6" fmla="*/ 0 w 756"/>
                <a:gd name="T7" fmla="*/ 0 h 2184"/>
                <a:gd name="T8" fmla="*/ 0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82" name="Freeform 647"/>
            <p:cNvSpPr/>
            <p:nvPr/>
          </p:nvSpPr>
          <p:spPr bwMode="auto">
            <a:xfrm>
              <a:off x="3188" y="2730"/>
              <a:ext cx="183" cy="40"/>
            </a:xfrm>
            <a:custGeom>
              <a:avLst/>
              <a:gdLst>
                <a:gd name="T0" fmla="*/ 0 w 2773"/>
                <a:gd name="T1" fmla="*/ 0 h 738"/>
                <a:gd name="T2" fmla="*/ 0 w 2773"/>
                <a:gd name="T3" fmla="*/ 0 h 738"/>
                <a:gd name="T4" fmla="*/ 0 w 2773"/>
                <a:gd name="T5" fmla="*/ 0 h 738"/>
                <a:gd name="T6" fmla="*/ 0 w 2773"/>
                <a:gd name="T7" fmla="*/ 0 h 738"/>
                <a:gd name="T8" fmla="*/ 0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83" name="Freeform 648"/>
            <p:cNvSpPr/>
            <p:nvPr/>
          </p:nvSpPr>
          <p:spPr bwMode="auto">
            <a:xfrm>
              <a:off x="3347" y="2653"/>
              <a:ext cx="47" cy="118"/>
            </a:xfrm>
            <a:custGeom>
              <a:avLst/>
              <a:gdLst>
                <a:gd name="T0" fmla="*/ 0 w 637"/>
                <a:gd name="T1" fmla="*/ 0 h 1659"/>
                <a:gd name="T2" fmla="*/ 0 w 637"/>
                <a:gd name="T3" fmla="*/ 0 h 1659"/>
                <a:gd name="T4" fmla="*/ 0 w 637"/>
                <a:gd name="T5" fmla="*/ 0 h 1659"/>
                <a:gd name="T6" fmla="*/ 0 w 637"/>
                <a:gd name="T7" fmla="*/ 0 h 1659"/>
                <a:gd name="T8" fmla="*/ 0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84" name="Freeform 649"/>
            <p:cNvSpPr/>
            <p:nvPr/>
          </p:nvSpPr>
          <p:spPr bwMode="auto">
            <a:xfrm>
              <a:off x="3188" y="2736"/>
              <a:ext cx="163" cy="39"/>
            </a:xfrm>
            <a:custGeom>
              <a:avLst/>
              <a:gdLst>
                <a:gd name="T0" fmla="*/ 0 w 2216"/>
                <a:gd name="T1" fmla="*/ 0 h 550"/>
                <a:gd name="T2" fmla="*/ 0 w 2216"/>
                <a:gd name="T3" fmla="*/ 0 h 550"/>
                <a:gd name="T4" fmla="*/ 0 w 2216"/>
                <a:gd name="T5" fmla="*/ 0 h 550"/>
                <a:gd name="T6" fmla="*/ 0 w 2216"/>
                <a:gd name="T7" fmla="*/ 0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72785" name="Group 650"/>
            <p:cNvGrpSpPr/>
            <p:nvPr/>
          </p:nvGrpSpPr>
          <p:grpSpPr bwMode="auto">
            <a:xfrm>
              <a:off x="3186" y="2777"/>
              <a:ext cx="55" cy="24"/>
              <a:chOff x="1740" y="2642"/>
              <a:chExt cx="752" cy="327"/>
            </a:xfrm>
          </p:grpSpPr>
          <p:sp>
            <p:nvSpPr>
              <p:cNvPr id="72794" name="Freeform 651"/>
              <p:cNvSpPr/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795" name="Freeform 652"/>
              <p:cNvSpPr/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796" name="Freeform 653"/>
              <p:cNvSpPr/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797" name="Freeform 654"/>
              <p:cNvSpPr/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798" name="Freeform 655"/>
              <p:cNvSpPr/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799" name="Freeform 656"/>
              <p:cNvSpPr/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72786" name="Freeform 657"/>
            <p:cNvSpPr/>
            <p:nvPr/>
          </p:nvSpPr>
          <p:spPr bwMode="auto">
            <a:xfrm>
              <a:off x="3280" y="2781"/>
              <a:ext cx="67" cy="51"/>
            </a:xfrm>
            <a:custGeom>
              <a:avLst/>
              <a:gdLst>
                <a:gd name="T0" fmla="*/ 0 w 990"/>
                <a:gd name="T1" fmla="*/ 0 h 792"/>
                <a:gd name="T2" fmla="*/ 0 w 990"/>
                <a:gd name="T3" fmla="*/ 0 h 792"/>
                <a:gd name="T4" fmla="*/ 0 w 990"/>
                <a:gd name="T5" fmla="*/ 0 h 792"/>
                <a:gd name="T6" fmla="*/ 0 w 990"/>
                <a:gd name="T7" fmla="*/ 0 h 792"/>
                <a:gd name="T8" fmla="*/ 0 w 990"/>
                <a:gd name="T9" fmla="*/ 0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87" name="Freeform 658"/>
            <p:cNvSpPr/>
            <p:nvPr/>
          </p:nvSpPr>
          <p:spPr bwMode="auto">
            <a:xfrm>
              <a:off x="3109" y="2785"/>
              <a:ext cx="171" cy="46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88" name="Freeform 659"/>
            <p:cNvSpPr/>
            <p:nvPr/>
          </p:nvSpPr>
          <p:spPr bwMode="auto">
            <a:xfrm>
              <a:off x="3110" y="2776"/>
              <a:ext cx="1" cy="10"/>
            </a:xfrm>
            <a:custGeom>
              <a:avLst/>
              <a:gdLst>
                <a:gd name="T0" fmla="*/ 0 w 26"/>
                <a:gd name="T1" fmla="*/ 0 h 147"/>
                <a:gd name="T2" fmla="*/ 0 w 26"/>
                <a:gd name="T3" fmla="*/ 0 h 147"/>
                <a:gd name="T4" fmla="*/ 0 w 26"/>
                <a:gd name="T5" fmla="*/ 0 h 147"/>
                <a:gd name="T6" fmla="*/ 0 w 26"/>
                <a:gd name="T7" fmla="*/ 0 h 147"/>
                <a:gd name="T8" fmla="*/ 0 w 26"/>
                <a:gd name="T9" fmla="*/ 0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89" name="Freeform 660"/>
            <p:cNvSpPr/>
            <p:nvPr/>
          </p:nvSpPr>
          <p:spPr bwMode="auto">
            <a:xfrm>
              <a:off x="3110" y="2738"/>
              <a:ext cx="79" cy="39"/>
            </a:xfrm>
            <a:custGeom>
              <a:avLst/>
              <a:gdLst>
                <a:gd name="T0" fmla="*/ 0 w 1176"/>
                <a:gd name="T1" fmla="*/ 0 h 606"/>
                <a:gd name="T2" fmla="*/ 0 w 1176"/>
                <a:gd name="T3" fmla="*/ 0 h 606"/>
                <a:gd name="T4" fmla="*/ 0 w 1176"/>
                <a:gd name="T5" fmla="*/ 0 h 606"/>
                <a:gd name="T6" fmla="*/ 0 w 1176"/>
                <a:gd name="T7" fmla="*/ 0 h 606"/>
                <a:gd name="T8" fmla="*/ 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90" name="Freeform 661"/>
            <p:cNvSpPr/>
            <p:nvPr/>
          </p:nvSpPr>
          <p:spPr bwMode="auto">
            <a:xfrm>
              <a:off x="3115" y="2778"/>
              <a:ext cx="162" cy="4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91" name="Freeform 662"/>
            <p:cNvSpPr/>
            <p:nvPr/>
          </p:nvSpPr>
          <p:spPr bwMode="auto">
            <a:xfrm flipV="1">
              <a:off x="3277" y="2775"/>
              <a:ext cx="66" cy="4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92" name="Freeform 663"/>
            <p:cNvSpPr/>
            <p:nvPr/>
          </p:nvSpPr>
          <p:spPr bwMode="auto">
            <a:xfrm>
              <a:off x="3382" y="2736"/>
              <a:ext cx="1" cy="10"/>
            </a:xfrm>
            <a:custGeom>
              <a:avLst/>
              <a:gdLst>
                <a:gd name="T0" fmla="*/ 0 w 26"/>
                <a:gd name="T1" fmla="*/ 0 h 147"/>
                <a:gd name="T2" fmla="*/ 0 w 26"/>
                <a:gd name="T3" fmla="*/ 0 h 147"/>
                <a:gd name="T4" fmla="*/ 0 w 26"/>
                <a:gd name="T5" fmla="*/ 0 h 147"/>
                <a:gd name="T6" fmla="*/ 0 w 26"/>
                <a:gd name="T7" fmla="*/ 0 h 147"/>
                <a:gd name="T8" fmla="*/ 0 w 26"/>
                <a:gd name="T9" fmla="*/ 0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93" name="Freeform 664"/>
            <p:cNvSpPr/>
            <p:nvPr/>
          </p:nvSpPr>
          <p:spPr bwMode="auto">
            <a:xfrm>
              <a:off x="3382" y="2698"/>
              <a:ext cx="79" cy="39"/>
            </a:xfrm>
            <a:custGeom>
              <a:avLst/>
              <a:gdLst>
                <a:gd name="T0" fmla="*/ 0 w 1176"/>
                <a:gd name="T1" fmla="*/ 0 h 606"/>
                <a:gd name="T2" fmla="*/ 0 w 1176"/>
                <a:gd name="T3" fmla="*/ 0 h 606"/>
                <a:gd name="T4" fmla="*/ 0 w 1176"/>
                <a:gd name="T5" fmla="*/ 0 h 606"/>
                <a:gd name="T6" fmla="*/ 0 w 1176"/>
                <a:gd name="T7" fmla="*/ 0 h 606"/>
                <a:gd name="T8" fmla="*/ 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72731" name="Group 665"/>
          <p:cNvGrpSpPr/>
          <p:nvPr/>
        </p:nvGrpSpPr>
        <p:grpSpPr bwMode="auto">
          <a:xfrm>
            <a:off x="3492500" y="5095875"/>
            <a:ext cx="635000" cy="485775"/>
            <a:chOff x="3061" y="2530"/>
            <a:chExt cx="400" cy="306"/>
          </a:xfrm>
        </p:grpSpPr>
        <p:grpSp>
          <p:nvGrpSpPr>
            <p:cNvPr id="72744" name="Group 666"/>
            <p:cNvGrpSpPr/>
            <p:nvPr/>
          </p:nvGrpSpPr>
          <p:grpSpPr bwMode="auto">
            <a:xfrm>
              <a:off x="3061" y="2530"/>
              <a:ext cx="327" cy="81"/>
              <a:chOff x="2199" y="955"/>
              <a:chExt cx="2547" cy="506"/>
            </a:xfrm>
          </p:grpSpPr>
          <p:sp>
            <p:nvSpPr>
              <p:cNvPr id="72769" name="Freeform 667"/>
              <p:cNvSpPr/>
              <p:nvPr/>
            </p:nvSpPr>
            <p:spPr bwMode="auto">
              <a:xfrm>
                <a:off x="2199" y="1166"/>
                <a:ext cx="260" cy="281"/>
              </a:xfrm>
              <a:custGeom>
                <a:avLst/>
                <a:gdLst>
                  <a:gd name="T0" fmla="*/ 260 w 260"/>
                  <a:gd name="T1" fmla="*/ 0 h 281"/>
                  <a:gd name="T2" fmla="*/ 42 w 260"/>
                  <a:gd name="T3" fmla="*/ 112 h 281"/>
                  <a:gd name="T4" fmla="*/ 35 w 260"/>
                  <a:gd name="T5" fmla="*/ 211 h 281"/>
                  <a:gd name="T6" fmla="*/ 253 w 260"/>
                  <a:gd name="T7" fmla="*/ 281 h 28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60" h="281">
                    <a:moveTo>
                      <a:pt x="260" y="0"/>
                    </a:moveTo>
                    <a:cubicBezTo>
                      <a:pt x="224" y="19"/>
                      <a:pt x="79" y="77"/>
                      <a:pt x="42" y="112"/>
                    </a:cubicBezTo>
                    <a:cubicBezTo>
                      <a:pt x="5" y="143"/>
                      <a:pt x="0" y="183"/>
                      <a:pt x="35" y="211"/>
                    </a:cubicBezTo>
                    <a:cubicBezTo>
                      <a:pt x="70" y="239"/>
                      <a:pt x="208" y="266"/>
                      <a:pt x="253" y="281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770" name="Freeform 668"/>
              <p:cNvSpPr/>
              <p:nvPr/>
            </p:nvSpPr>
            <p:spPr bwMode="auto">
              <a:xfrm>
                <a:off x="2482" y="1040"/>
                <a:ext cx="900" cy="421"/>
              </a:xfrm>
              <a:custGeom>
                <a:avLst/>
                <a:gdLst>
                  <a:gd name="T0" fmla="*/ 531 w 900"/>
                  <a:gd name="T1" fmla="*/ 0 h 421"/>
                  <a:gd name="T2" fmla="*/ 279 w 900"/>
                  <a:gd name="T3" fmla="*/ 77 h 421"/>
                  <a:gd name="T4" fmla="*/ 68 w 900"/>
                  <a:gd name="T5" fmla="*/ 182 h 421"/>
                  <a:gd name="T6" fmla="*/ 33 w 900"/>
                  <a:gd name="T7" fmla="*/ 323 h 421"/>
                  <a:gd name="T8" fmla="*/ 328 w 900"/>
                  <a:gd name="T9" fmla="*/ 400 h 421"/>
                  <a:gd name="T10" fmla="*/ 812 w 900"/>
                  <a:gd name="T11" fmla="*/ 421 h 421"/>
                  <a:gd name="T12" fmla="*/ 855 w 900"/>
                  <a:gd name="T13" fmla="*/ 400 h 42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00" h="421">
                    <a:moveTo>
                      <a:pt x="531" y="0"/>
                    </a:moveTo>
                    <a:cubicBezTo>
                      <a:pt x="489" y="13"/>
                      <a:pt x="356" y="47"/>
                      <a:pt x="279" y="77"/>
                    </a:cubicBezTo>
                    <a:cubicBezTo>
                      <a:pt x="202" y="107"/>
                      <a:pt x="109" y="141"/>
                      <a:pt x="68" y="182"/>
                    </a:cubicBezTo>
                    <a:cubicBezTo>
                      <a:pt x="31" y="213"/>
                      <a:pt x="0" y="292"/>
                      <a:pt x="33" y="323"/>
                    </a:cubicBezTo>
                    <a:cubicBezTo>
                      <a:pt x="76" y="359"/>
                      <a:pt x="198" y="384"/>
                      <a:pt x="328" y="400"/>
                    </a:cubicBezTo>
                    <a:cubicBezTo>
                      <a:pt x="458" y="416"/>
                      <a:pt x="724" y="421"/>
                      <a:pt x="812" y="421"/>
                    </a:cubicBezTo>
                    <a:cubicBezTo>
                      <a:pt x="900" y="421"/>
                      <a:pt x="846" y="404"/>
                      <a:pt x="855" y="40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771" name="Freeform 669"/>
              <p:cNvSpPr/>
              <p:nvPr/>
            </p:nvSpPr>
            <p:spPr bwMode="auto">
              <a:xfrm>
                <a:off x="2782" y="1068"/>
                <a:ext cx="428" cy="269"/>
              </a:xfrm>
              <a:custGeom>
                <a:avLst/>
                <a:gdLst>
                  <a:gd name="T0" fmla="*/ 428 w 428"/>
                  <a:gd name="T1" fmla="*/ 0 h 269"/>
                  <a:gd name="T2" fmla="*/ 217 w 428"/>
                  <a:gd name="T3" fmla="*/ 35 h 269"/>
                  <a:gd name="T4" fmla="*/ 21 w 428"/>
                  <a:gd name="T5" fmla="*/ 140 h 269"/>
                  <a:gd name="T6" fmla="*/ 91 w 428"/>
                  <a:gd name="T7" fmla="*/ 246 h 269"/>
                  <a:gd name="T8" fmla="*/ 231 w 428"/>
                  <a:gd name="T9" fmla="*/ 267 h 269"/>
                  <a:gd name="T10" fmla="*/ 414 w 428"/>
                  <a:gd name="T11" fmla="*/ 260 h 26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28" h="269">
                    <a:moveTo>
                      <a:pt x="428" y="0"/>
                    </a:moveTo>
                    <a:cubicBezTo>
                      <a:pt x="428" y="0"/>
                      <a:pt x="217" y="35"/>
                      <a:pt x="217" y="35"/>
                    </a:cubicBezTo>
                    <a:cubicBezTo>
                      <a:pt x="217" y="35"/>
                      <a:pt x="42" y="105"/>
                      <a:pt x="21" y="140"/>
                    </a:cubicBezTo>
                    <a:cubicBezTo>
                      <a:pt x="0" y="175"/>
                      <a:pt x="14" y="217"/>
                      <a:pt x="91" y="246"/>
                    </a:cubicBezTo>
                    <a:cubicBezTo>
                      <a:pt x="126" y="267"/>
                      <a:pt x="177" y="265"/>
                      <a:pt x="231" y="267"/>
                    </a:cubicBezTo>
                    <a:cubicBezTo>
                      <a:pt x="285" y="269"/>
                      <a:pt x="376" y="262"/>
                      <a:pt x="414" y="26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772" name="Freeform 670"/>
              <p:cNvSpPr/>
              <p:nvPr/>
            </p:nvSpPr>
            <p:spPr bwMode="auto">
              <a:xfrm>
                <a:off x="3554" y="1075"/>
                <a:ext cx="377" cy="239"/>
              </a:xfrm>
              <a:custGeom>
                <a:avLst/>
                <a:gdLst>
                  <a:gd name="T0" fmla="*/ 42 w 377"/>
                  <a:gd name="T1" fmla="*/ 239 h 239"/>
                  <a:gd name="T2" fmla="*/ 335 w 377"/>
                  <a:gd name="T3" fmla="*/ 146 h 239"/>
                  <a:gd name="T4" fmla="*/ 342 w 377"/>
                  <a:gd name="T5" fmla="*/ 47 h 239"/>
                  <a:gd name="T6" fmla="*/ 0 w 377"/>
                  <a:gd name="T7" fmla="*/ 0 h 23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77" h="239">
                    <a:moveTo>
                      <a:pt x="42" y="239"/>
                    </a:moveTo>
                    <a:cubicBezTo>
                      <a:pt x="89" y="224"/>
                      <a:pt x="285" y="178"/>
                      <a:pt x="335" y="146"/>
                    </a:cubicBezTo>
                    <a:cubicBezTo>
                      <a:pt x="372" y="115"/>
                      <a:pt x="377" y="75"/>
                      <a:pt x="342" y="47"/>
                    </a:cubicBezTo>
                    <a:cubicBezTo>
                      <a:pt x="286" y="23"/>
                      <a:pt x="71" y="10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773" name="Freeform 671"/>
              <p:cNvSpPr/>
              <p:nvPr/>
            </p:nvSpPr>
            <p:spPr bwMode="auto">
              <a:xfrm>
                <a:off x="3646" y="997"/>
                <a:ext cx="660" cy="336"/>
              </a:xfrm>
              <a:custGeom>
                <a:avLst/>
                <a:gdLst>
                  <a:gd name="T0" fmla="*/ 390 w 646"/>
                  <a:gd name="T1" fmla="*/ 592 h 300"/>
                  <a:gd name="T2" fmla="*/ 555 w 646"/>
                  <a:gd name="T3" fmla="*/ 501 h 300"/>
                  <a:gd name="T4" fmla="*/ 690 w 646"/>
                  <a:gd name="T5" fmla="*/ 377 h 300"/>
                  <a:gd name="T6" fmla="*/ 713 w 646"/>
                  <a:gd name="T7" fmla="*/ 211 h 300"/>
                  <a:gd name="T8" fmla="*/ 522 w 646"/>
                  <a:gd name="T9" fmla="*/ 119 h 300"/>
                  <a:gd name="T10" fmla="*/ 0 w 646"/>
                  <a:gd name="T11" fmla="*/ 0 h 30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46" h="300">
                    <a:moveTo>
                      <a:pt x="343" y="300"/>
                    </a:moveTo>
                    <a:cubicBezTo>
                      <a:pt x="367" y="292"/>
                      <a:pt x="443" y="272"/>
                      <a:pt x="487" y="254"/>
                    </a:cubicBezTo>
                    <a:cubicBezTo>
                      <a:pt x="531" y="236"/>
                      <a:pt x="584" y="216"/>
                      <a:pt x="607" y="191"/>
                    </a:cubicBezTo>
                    <a:cubicBezTo>
                      <a:pt x="628" y="173"/>
                      <a:pt x="646" y="125"/>
                      <a:pt x="627" y="107"/>
                    </a:cubicBezTo>
                    <a:cubicBezTo>
                      <a:pt x="603" y="85"/>
                      <a:pt x="563" y="79"/>
                      <a:pt x="459" y="61"/>
                    </a:cubicBezTo>
                    <a:cubicBezTo>
                      <a:pt x="355" y="43"/>
                      <a:pt x="76" y="10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774" name="Freeform 672"/>
              <p:cNvSpPr/>
              <p:nvPr/>
            </p:nvSpPr>
            <p:spPr bwMode="auto">
              <a:xfrm>
                <a:off x="4116" y="955"/>
                <a:ext cx="630" cy="397"/>
              </a:xfrm>
              <a:custGeom>
                <a:avLst/>
                <a:gdLst>
                  <a:gd name="T0" fmla="*/ 320 w 630"/>
                  <a:gd name="T1" fmla="*/ 397 h 397"/>
                  <a:gd name="T2" fmla="*/ 468 w 630"/>
                  <a:gd name="T3" fmla="*/ 345 h 397"/>
                  <a:gd name="T4" fmla="*/ 590 w 630"/>
                  <a:gd name="T5" fmla="*/ 275 h 397"/>
                  <a:gd name="T6" fmla="*/ 611 w 630"/>
                  <a:gd name="T7" fmla="*/ 181 h 397"/>
                  <a:gd name="T8" fmla="*/ 439 w 630"/>
                  <a:gd name="T9" fmla="*/ 129 h 397"/>
                  <a:gd name="T10" fmla="*/ 0 w 630"/>
                  <a:gd name="T11" fmla="*/ 0 h 3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30" h="397">
                    <a:moveTo>
                      <a:pt x="320" y="397"/>
                    </a:moveTo>
                    <a:cubicBezTo>
                      <a:pt x="345" y="388"/>
                      <a:pt x="423" y="366"/>
                      <a:pt x="468" y="345"/>
                    </a:cubicBezTo>
                    <a:cubicBezTo>
                      <a:pt x="513" y="325"/>
                      <a:pt x="567" y="303"/>
                      <a:pt x="590" y="275"/>
                    </a:cubicBezTo>
                    <a:cubicBezTo>
                      <a:pt x="612" y="255"/>
                      <a:pt x="630" y="201"/>
                      <a:pt x="611" y="181"/>
                    </a:cubicBezTo>
                    <a:cubicBezTo>
                      <a:pt x="586" y="156"/>
                      <a:pt x="541" y="159"/>
                      <a:pt x="439" y="129"/>
                    </a:cubicBezTo>
                    <a:cubicBezTo>
                      <a:pt x="337" y="99"/>
                      <a:pt x="91" y="27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</p:grpSp>
        <p:pic>
          <p:nvPicPr>
            <p:cNvPr id="72745" name="Picture 673" descr="laptop_keyboard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3109" y="2736"/>
              <a:ext cx="245" cy="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746" name="Freeform 674"/>
            <p:cNvSpPr/>
            <p:nvPr/>
          </p:nvSpPr>
          <p:spPr bwMode="auto">
            <a:xfrm>
              <a:off x="3190" y="2638"/>
              <a:ext cx="197" cy="131"/>
            </a:xfrm>
            <a:custGeom>
              <a:avLst/>
              <a:gdLst>
                <a:gd name="T0" fmla="*/ 0 w 2982"/>
                <a:gd name="T1" fmla="*/ 0 h 2442"/>
                <a:gd name="T2" fmla="*/ 0 w 2982"/>
                <a:gd name="T3" fmla="*/ 0 h 2442"/>
                <a:gd name="T4" fmla="*/ 0 w 2982"/>
                <a:gd name="T5" fmla="*/ 0 h 2442"/>
                <a:gd name="T6" fmla="*/ 0 w 2982"/>
                <a:gd name="T7" fmla="*/ 0 h 2442"/>
                <a:gd name="T8" fmla="*/ 0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pic>
          <p:nvPicPr>
            <p:cNvPr id="72747" name="Picture 675" descr="screen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00" y="2641"/>
              <a:ext cx="179" cy="1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748" name="Freeform 676"/>
            <p:cNvSpPr/>
            <p:nvPr/>
          </p:nvSpPr>
          <p:spPr bwMode="auto">
            <a:xfrm>
              <a:off x="3226" y="2634"/>
              <a:ext cx="167" cy="25"/>
            </a:xfrm>
            <a:custGeom>
              <a:avLst/>
              <a:gdLst>
                <a:gd name="T0" fmla="*/ 0 w 2528"/>
                <a:gd name="T1" fmla="*/ 0 h 455"/>
                <a:gd name="T2" fmla="*/ 0 w 2528"/>
                <a:gd name="T3" fmla="*/ 0 h 455"/>
                <a:gd name="T4" fmla="*/ 0 w 2528"/>
                <a:gd name="T5" fmla="*/ 0 h 455"/>
                <a:gd name="T6" fmla="*/ 0 w 2528"/>
                <a:gd name="T7" fmla="*/ 0 h 455"/>
                <a:gd name="T8" fmla="*/ 0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49" name="Freeform 677"/>
            <p:cNvSpPr/>
            <p:nvPr/>
          </p:nvSpPr>
          <p:spPr bwMode="auto">
            <a:xfrm>
              <a:off x="3189" y="2634"/>
              <a:ext cx="46" cy="102"/>
            </a:xfrm>
            <a:custGeom>
              <a:avLst/>
              <a:gdLst>
                <a:gd name="T0" fmla="*/ 0 w 702"/>
                <a:gd name="T1" fmla="*/ 0 h 1893"/>
                <a:gd name="T2" fmla="*/ 0 w 702"/>
                <a:gd name="T3" fmla="*/ 0 h 1893"/>
                <a:gd name="T4" fmla="*/ 0 w 702"/>
                <a:gd name="T5" fmla="*/ 0 h 1893"/>
                <a:gd name="T6" fmla="*/ 0 w 702"/>
                <a:gd name="T7" fmla="*/ 0 h 1893"/>
                <a:gd name="T8" fmla="*/ 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50" name="Freeform 678"/>
            <p:cNvSpPr/>
            <p:nvPr/>
          </p:nvSpPr>
          <p:spPr bwMode="auto">
            <a:xfrm>
              <a:off x="3342" y="2652"/>
              <a:ext cx="50" cy="117"/>
            </a:xfrm>
            <a:custGeom>
              <a:avLst/>
              <a:gdLst>
                <a:gd name="T0" fmla="*/ 0 w 756"/>
                <a:gd name="T1" fmla="*/ 0 h 2184"/>
                <a:gd name="T2" fmla="*/ 0 w 756"/>
                <a:gd name="T3" fmla="*/ 0 h 2184"/>
                <a:gd name="T4" fmla="*/ 0 w 756"/>
                <a:gd name="T5" fmla="*/ 0 h 2184"/>
                <a:gd name="T6" fmla="*/ 0 w 756"/>
                <a:gd name="T7" fmla="*/ 0 h 2184"/>
                <a:gd name="T8" fmla="*/ 0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51" name="Freeform 679"/>
            <p:cNvSpPr/>
            <p:nvPr/>
          </p:nvSpPr>
          <p:spPr bwMode="auto">
            <a:xfrm>
              <a:off x="3188" y="2730"/>
              <a:ext cx="183" cy="40"/>
            </a:xfrm>
            <a:custGeom>
              <a:avLst/>
              <a:gdLst>
                <a:gd name="T0" fmla="*/ 0 w 2773"/>
                <a:gd name="T1" fmla="*/ 0 h 738"/>
                <a:gd name="T2" fmla="*/ 0 w 2773"/>
                <a:gd name="T3" fmla="*/ 0 h 738"/>
                <a:gd name="T4" fmla="*/ 0 w 2773"/>
                <a:gd name="T5" fmla="*/ 0 h 738"/>
                <a:gd name="T6" fmla="*/ 0 w 2773"/>
                <a:gd name="T7" fmla="*/ 0 h 738"/>
                <a:gd name="T8" fmla="*/ 0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52" name="Freeform 680"/>
            <p:cNvSpPr/>
            <p:nvPr/>
          </p:nvSpPr>
          <p:spPr bwMode="auto">
            <a:xfrm>
              <a:off x="3347" y="2653"/>
              <a:ext cx="47" cy="118"/>
            </a:xfrm>
            <a:custGeom>
              <a:avLst/>
              <a:gdLst>
                <a:gd name="T0" fmla="*/ 0 w 637"/>
                <a:gd name="T1" fmla="*/ 0 h 1659"/>
                <a:gd name="T2" fmla="*/ 0 w 637"/>
                <a:gd name="T3" fmla="*/ 0 h 1659"/>
                <a:gd name="T4" fmla="*/ 0 w 637"/>
                <a:gd name="T5" fmla="*/ 0 h 1659"/>
                <a:gd name="T6" fmla="*/ 0 w 637"/>
                <a:gd name="T7" fmla="*/ 0 h 1659"/>
                <a:gd name="T8" fmla="*/ 0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53" name="Freeform 681"/>
            <p:cNvSpPr/>
            <p:nvPr/>
          </p:nvSpPr>
          <p:spPr bwMode="auto">
            <a:xfrm>
              <a:off x="3188" y="2736"/>
              <a:ext cx="163" cy="39"/>
            </a:xfrm>
            <a:custGeom>
              <a:avLst/>
              <a:gdLst>
                <a:gd name="T0" fmla="*/ 0 w 2216"/>
                <a:gd name="T1" fmla="*/ 0 h 550"/>
                <a:gd name="T2" fmla="*/ 0 w 2216"/>
                <a:gd name="T3" fmla="*/ 0 h 550"/>
                <a:gd name="T4" fmla="*/ 0 w 2216"/>
                <a:gd name="T5" fmla="*/ 0 h 550"/>
                <a:gd name="T6" fmla="*/ 0 w 2216"/>
                <a:gd name="T7" fmla="*/ 0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72754" name="Group 682"/>
            <p:cNvGrpSpPr/>
            <p:nvPr/>
          </p:nvGrpSpPr>
          <p:grpSpPr bwMode="auto">
            <a:xfrm>
              <a:off x="3186" y="2777"/>
              <a:ext cx="55" cy="24"/>
              <a:chOff x="1740" y="2642"/>
              <a:chExt cx="752" cy="327"/>
            </a:xfrm>
          </p:grpSpPr>
          <p:sp>
            <p:nvSpPr>
              <p:cNvPr id="72763" name="Freeform 683"/>
              <p:cNvSpPr/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764" name="Freeform 684"/>
              <p:cNvSpPr/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765" name="Freeform 685"/>
              <p:cNvSpPr/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766" name="Freeform 686"/>
              <p:cNvSpPr/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767" name="Freeform 687"/>
              <p:cNvSpPr/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768" name="Freeform 688"/>
              <p:cNvSpPr/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72755" name="Freeform 689"/>
            <p:cNvSpPr/>
            <p:nvPr/>
          </p:nvSpPr>
          <p:spPr bwMode="auto">
            <a:xfrm>
              <a:off x="3280" y="2781"/>
              <a:ext cx="67" cy="51"/>
            </a:xfrm>
            <a:custGeom>
              <a:avLst/>
              <a:gdLst>
                <a:gd name="T0" fmla="*/ 0 w 990"/>
                <a:gd name="T1" fmla="*/ 0 h 792"/>
                <a:gd name="T2" fmla="*/ 0 w 990"/>
                <a:gd name="T3" fmla="*/ 0 h 792"/>
                <a:gd name="T4" fmla="*/ 0 w 990"/>
                <a:gd name="T5" fmla="*/ 0 h 792"/>
                <a:gd name="T6" fmla="*/ 0 w 990"/>
                <a:gd name="T7" fmla="*/ 0 h 792"/>
                <a:gd name="T8" fmla="*/ 0 w 990"/>
                <a:gd name="T9" fmla="*/ 0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56" name="Freeform 690"/>
            <p:cNvSpPr/>
            <p:nvPr/>
          </p:nvSpPr>
          <p:spPr bwMode="auto">
            <a:xfrm>
              <a:off x="3109" y="2785"/>
              <a:ext cx="171" cy="46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57" name="Freeform 691"/>
            <p:cNvSpPr/>
            <p:nvPr/>
          </p:nvSpPr>
          <p:spPr bwMode="auto">
            <a:xfrm>
              <a:off x="3110" y="2776"/>
              <a:ext cx="1" cy="10"/>
            </a:xfrm>
            <a:custGeom>
              <a:avLst/>
              <a:gdLst>
                <a:gd name="T0" fmla="*/ 0 w 26"/>
                <a:gd name="T1" fmla="*/ 0 h 147"/>
                <a:gd name="T2" fmla="*/ 0 w 26"/>
                <a:gd name="T3" fmla="*/ 0 h 147"/>
                <a:gd name="T4" fmla="*/ 0 w 26"/>
                <a:gd name="T5" fmla="*/ 0 h 147"/>
                <a:gd name="T6" fmla="*/ 0 w 26"/>
                <a:gd name="T7" fmla="*/ 0 h 147"/>
                <a:gd name="T8" fmla="*/ 0 w 26"/>
                <a:gd name="T9" fmla="*/ 0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58" name="Freeform 692"/>
            <p:cNvSpPr/>
            <p:nvPr/>
          </p:nvSpPr>
          <p:spPr bwMode="auto">
            <a:xfrm>
              <a:off x="3110" y="2738"/>
              <a:ext cx="79" cy="39"/>
            </a:xfrm>
            <a:custGeom>
              <a:avLst/>
              <a:gdLst>
                <a:gd name="T0" fmla="*/ 0 w 1176"/>
                <a:gd name="T1" fmla="*/ 0 h 606"/>
                <a:gd name="T2" fmla="*/ 0 w 1176"/>
                <a:gd name="T3" fmla="*/ 0 h 606"/>
                <a:gd name="T4" fmla="*/ 0 w 1176"/>
                <a:gd name="T5" fmla="*/ 0 h 606"/>
                <a:gd name="T6" fmla="*/ 0 w 1176"/>
                <a:gd name="T7" fmla="*/ 0 h 606"/>
                <a:gd name="T8" fmla="*/ 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59" name="Freeform 693"/>
            <p:cNvSpPr/>
            <p:nvPr/>
          </p:nvSpPr>
          <p:spPr bwMode="auto">
            <a:xfrm>
              <a:off x="3115" y="2778"/>
              <a:ext cx="162" cy="4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60" name="Freeform 694"/>
            <p:cNvSpPr/>
            <p:nvPr/>
          </p:nvSpPr>
          <p:spPr bwMode="auto">
            <a:xfrm flipV="1">
              <a:off x="3277" y="2775"/>
              <a:ext cx="66" cy="4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61" name="Freeform 695"/>
            <p:cNvSpPr/>
            <p:nvPr/>
          </p:nvSpPr>
          <p:spPr bwMode="auto">
            <a:xfrm>
              <a:off x="3382" y="2736"/>
              <a:ext cx="1" cy="10"/>
            </a:xfrm>
            <a:custGeom>
              <a:avLst/>
              <a:gdLst>
                <a:gd name="T0" fmla="*/ 0 w 26"/>
                <a:gd name="T1" fmla="*/ 0 h 147"/>
                <a:gd name="T2" fmla="*/ 0 w 26"/>
                <a:gd name="T3" fmla="*/ 0 h 147"/>
                <a:gd name="T4" fmla="*/ 0 w 26"/>
                <a:gd name="T5" fmla="*/ 0 h 147"/>
                <a:gd name="T6" fmla="*/ 0 w 26"/>
                <a:gd name="T7" fmla="*/ 0 h 147"/>
                <a:gd name="T8" fmla="*/ 0 w 26"/>
                <a:gd name="T9" fmla="*/ 0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62" name="Freeform 696"/>
            <p:cNvSpPr/>
            <p:nvPr/>
          </p:nvSpPr>
          <p:spPr bwMode="auto">
            <a:xfrm>
              <a:off x="3382" y="2698"/>
              <a:ext cx="79" cy="39"/>
            </a:xfrm>
            <a:custGeom>
              <a:avLst/>
              <a:gdLst>
                <a:gd name="T0" fmla="*/ 0 w 1176"/>
                <a:gd name="T1" fmla="*/ 0 h 606"/>
                <a:gd name="T2" fmla="*/ 0 w 1176"/>
                <a:gd name="T3" fmla="*/ 0 h 606"/>
                <a:gd name="T4" fmla="*/ 0 w 1176"/>
                <a:gd name="T5" fmla="*/ 0 h 606"/>
                <a:gd name="T6" fmla="*/ 0 w 1176"/>
                <a:gd name="T7" fmla="*/ 0 h 606"/>
                <a:gd name="T8" fmla="*/ 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72732" name="Group 699"/>
          <p:cNvGrpSpPr/>
          <p:nvPr/>
        </p:nvGrpSpPr>
        <p:grpSpPr bwMode="auto">
          <a:xfrm flipH="1">
            <a:off x="1131888" y="4695825"/>
            <a:ext cx="501650" cy="512763"/>
            <a:chOff x="2839" y="3501"/>
            <a:chExt cx="755" cy="803"/>
          </a:xfrm>
        </p:grpSpPr>
        <p:pic>
          <p:nvPicPr>
            <p:cNvPr id="72742" name="Picture 700" descr="desktop_computer_stylized_medium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743" name="Freeform 701"/>
            <p:cNvSpPr/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72733" name="Group 702"/>
          <p:cNvGrpSpPr/>
          <p:nvPr/>
        </p:nvGrpSpPr>
        <p:grpSpPr bwMode="auto">
          <a:xfrm flipH="1">
            <a:off x="1282700" y="4268788"/>
            <a:ext cx="501650" cy="512762"/>
            <a:chOff x="2839" y="3501"/>
            <a:chExt cx="755" cy="803"/>
          </a:xfrm>
        </p:grpSpPr>
        <p:pic>
          <p:nvPicPr>
            <p:cNvPr id="72740" name="Picture 703" descr="desktop_computer_stylized_medium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741" name="Freeform 704"/>
            <p:cNvSpPr/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72734" name="Group 705"/>
          <p:cNvGrpSpPr/>
          <p:nvPr/>
        </p:nvGrpSpPr>
        <p:grpSpPr bwMode="auto">
          <a:xfrm>
            <a:off x="1955800" y="4656138"/>
            <a:ext cx="501650" cy="512762"/>
            <a:chOff x="2839" y="3501"/>
            <a:chExt cx="755" cy="803"/>
          </a:xfrm>
        </p:grpSpPr>
        <p:pic>
          <p:nvPicPr>
            <p:cNvPr id="72738" name="Picture 706" descr="desktop_computer_stylized_medium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739" name="Freeform 707"/>
            <p:cNvSpPr/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72735" name="Group 708"/>
          <p:cNvGrpSpPr/>
          <p:nvPr/>
        </p:nvGrpSpPr>
        <p:grpSpPr bwMode="auto">
          <a:xfrm>
            <a:off x="1757363" y="5095875"/>
            <a:ext cx="501650" cy="512763"/>
            <a:chOff x="2839" y="3501"/>
            <a:chExt cx="755" cy="803"/>
          </a:xfrm>
        </p:grpSpPr>
        <p:pic>
          <p:nvPicPr>
            <p:cNvPr id="72736" name="Picture 709" descr="desktop_computer_stylized_medium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737" name="Freeform 710"/>
            <p:cNvSpPr/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</p:spPr>
          <p:txBody>
            <a:bodyPr wrap="none"/>
            <a:lstStyle/>
            <a:p>
              <a:endParaRPr lang="en-US" dirty="0"/>
            </a:p>
          </p:txBody>
        </p:sp>
      </p:grpSp>
      <p:sp>
        <p:nvSpPr>
          <p:cNvPr id="21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r>
              <a:rPr lang="en-US" sz="1200" dirty="0">
                <a:latin typeface="Tahoma" panose="020B0604030504040204" charset="0"/>
              </a:rPr>
              <a:t>6</a:t>
            </a:r>
            <a:r>
              <a:rPr lang="en-US" sz="1200" dirty="0" smtClean="0">
                <a:latin typeface="Tahoma" panose="020B0604030504040204" charset="0"/>
              </a:rPr>
              <a:t>-</a:t>
            </a:r>
            <a:fld id="{8E8C6E93-DF5B-BC4B-80F9-500DED1EEDCC}" type="slidenum">
              <a:rPr lang="en-US" sz="1200">
                <a:latin typeface="Tahoma" panose="020B0604030504040204" charset="0"/>
              </a:rPr>
            </a:fld>
            <a:endParaRPr lang="en-US" sz="1200" dirty="0">
              <a:latin typeface="Tahoma" panose="020B0604030504040204" charset="0"/>
            </a:endParaRPr>
          </a:p>
        </p:txBody>
      </p:sp>
      <p:sp>
        <p:nvSpPr>
          <p:cNvPr id="215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pPr algn="r"/>
            <a:r>
              <a:rPr lang="en-US" sz="1200" dirty="0" smtClean="0">
                <a:solidFill>
                  <a:srgbClr val="000000"/>
                </a:solidFill>
                <a:latin typeface="Tahoma" panose="020B0604030504040204" charset="0"/>
                <a:cs typeface="Arial" panose="020B0604020202090204" pitchFamily="34" charset="0"/>
              </a:rPr>
              <a:t>Link Layer and LANs</a:t>
            </a:r>
            <a:endParaRPr lang="en-US" sz="1200" dirty="0">
              <a:solidFill>
                <a:srgbClr val="000000"/>
              </a:solidFill>
              <a:latin typeface="Tahoma" panose="020B060403050404020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5" name="Picture 5" descr="underline_base"/>
          <p:cNvPicPr>
            <a:picLocks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300" y="1041400"/>
            <a:ext cx="5942013" cy="173038"/>
          </a:xfrm>
          <a:prstGeom prst="rect">
            <a:avLst/>
          </a:prstGeom>
          <a:noFill/>
          <a:ln>
            <a:noFill/>
          </a:ln>
        </p:spPr>
      </p:pic>
      <p:sp>
        <p:nvSpPr>
          <p:cNvPr id="184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Gill Sans MT" pitchFamily="34" charset="0"/>
                <a:cs typeface="+mj-cs"/>
              </a:rPr>
              <a:t>Multiple access protocols</a:t>
            </a:r>
            <a:endParaRPr lang="en-US" dirty="0">
              <a:latin typeface="Gill Sans MT" pitchFamily="34" charset="0"/>
              <a:cs typeface="+mj-cs"/>
            </a:endParaRPr>
          </a:p>
        </p:txBody>
      </p:sp>
      <p:sp>
        <p:nvSpPr>
          <p:cNvPr id="184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0063" y="1395413"/>
            <a:ext cx="8396287" cy="4648200"/>
          </a:xfrm>
        </p:spPr>
        <p:txBody>
          <a:bodyPr/>
          <a:lstStyle/>
          <a:p>
            <a:pPr>
              <a:defRPr/>
            </a:pPr>
            <a:r>
              <a:rPr lang="en-US" sz="2400" dirty="0">
                <a:latin typeface="Gill Sans MT" pitchFamily="34" charset="0"/>
                <a:cs typeface="+mn-cs"/>
              </a:rPr>
              <a:t>single shared broadcast channel </a:t>
            </a:r>
            <a:endParaRPr lang="en-US" sz="2400" dirty="0">
              <a:latin typeface="Gill Sans MT" pitchFamily="34" charset="0"/>
              <a:cs typeface="+mn-cs"/>
            </a:endParaRPr>
          </a:p>
          <a:p>
            <a:pPr>
              <a:defRPr/>
            </a:pPr>
            <a:r>
              <a:rPr lang="en-US" sz="2400" dirty="0">
                <a:latin typeface="Gill Sans MT" pitchFamily="34" charset="0"/>
                <a:cs typeface="+mn-cs"/>
              </a:rPr>
              <a:t>two or more simultaneous transmissions by nodes: interference </a:t>
            </a:r>
            <a:endParaRPr lang="en-US" sz="2400" dirty="0">
              <a:latin typeface="Gill Sans MT" pitchFamily="34" charset="0"/>
              <a:cs typeface="+mn-cs"/>
            </a:endParaRPr>
          </a:p>
          <a:p>
            <a:pPr lvl="1">
              <a:defRPr/>
            </a:pPr>
            <a:r>
              <a:rPr lang="en-US" i="1" dirty="0">
                <a:solidFill>
                  <a:srgbClr val="CC0000"/>
                </a:solidFill>
                <a:latin typeface="Gill Sans MT" pitchFamily="34" charset="0"/>
              </a:rPr>
              <a:t>collision</a:t>
            </a:r>
            <a:r>
              <a:rPr lang="en-US" dirty="0">
                <a:latin typeface="Gill Sans MT" pitchFamily="34" charset="0"/>
              </a:rPr>
              <a:t> if node receives two or more signals at the same time</a:t>
            </a:r>
            <a:endParaRPr lang="en-US" dirty="0">
              <a:latin typeface="Gill Sans MT" pitchFamily="34" charset="0"/>
            </a:endParaRPr>
          </a:p>
          <a:p>
            <a:pPr>
              <a:buFont typeface="Wingdings" panose="05000000000000000000" charset="0"/>
              <a:buNone/>
              <a:defRPr/>
            </a:pPr>
            <a:endParaRPr lang="en-US" sz="2400" i="1" u="sng" dirty="0">
              <a:solidFill>
                <a:srgbClr val="FF0000"/>
              </a:solidFill>
              <a:latin typeface="Gill Sans MT" pitchFamily="34" charset="0"/>
              <a:cs typeface="+mn-cs"/>
            </a:endParaRPr>
          </a:p>
          <a:p>
            <a:pPr>
              <a:buFont typeface="Wingdings" panose="05000000000000000000" charset="0"/>
              <a:buNone/>
              <a:defRPr/>
            </a:pPr>
            <a:r>
              <a:rPr lang="en-US" i="1" dirty="0">
                <a:solidFill>
                  <a:srgbClr val="CC0000"/>
                </a:solidFill>
                <a:latin typeface="Gill Sans MT" pitchFamily="34" charset="0"/>
                <a:cs typeface="+mn-cs"/>
              </a:rPr>
              <a:t>multiple access protocol</a:t>
            </a:r>
            <a:endParaRPr lang="en-US" i="1" dirty="0">
              <a:solidFill>
                <a:srgbClr val="CC0000"/>
              </a:solidFill>
              <a:latin typeface="Gill Sans MT" pitchFamily="34" charset="0"/>
              <a:cs typeface="+mn-cs"/>
            </a:endParaRPr>
          </a:p>
          <a:p>
            <a:pPr>
              <a:defRPr/>
            </a:pPr>
            <a:r>
              <a:rPr lang="en-US" sz="2400" dirty="0">
                <a:latin typeface="Gill Sans MT" pitchFamily="34" charset="0"/>
                <a:cs typeface="+mn-cs"/>
              </a:rPr>
              <a:t>distributed algorithm that determines how nodes share channel, i.e., determine when node can transmit</a:t>
            </a:r>
            <a:endParaRPr lang="en-US" sz="2400" dirty="0">
              <a:latin typeface="Gill Sans MT" pitchFamily="34" charset="0"/>
              <a:cs typeface="+mn-cs"/>
            </a:endParaRPr>
          </a:p>
          <a:p>
            <a:pPr>
              <a:defRPr/>
            </a:pPr>
            <a:r>
              <a:rPr lang="en-US" sz="2400" dirty="0">
                <a:latin typeface="Gill Sans MT" pitchFamily="34" charset="0"/>
                <a:cs typeface="+mn-cs"/>
              </a:rPr>
              <a:t>communication about channel sharing must use channel itself! </a:t>
            </a:r>
            <a:endParaRPr lang="en-US" sz="2400" dirty="0">
              <a:latin typeface="Gill Sans MT" pitchFamily="34" charset="0"/>
              <a:cs typeface="+mn-cs"/>
            </a:endParaRPr>
          </a:p>
          <a:p>
            <a:pPr lvl="1">
              <a:defRPr/>
            </a:pPr>
            <a:r>
              <a:rPr lang="en-US" sz="2000" dirty="0">
                <a:latin typeface="Gill Sans MT" pitchFamily="34" charset="0"/>
              </a:rPr>
              <a:t>no out-of-band channel for </a:t>
            </a:r>
            <a:r>
              <a:rPr lang="en-US" sz="2000" dirty="0" smtClean="0">
                <a:latin typeface="Gill Sans MT" pitchFamily="34" charset="0"/>
              </a:rPr>
              <a:t>coordination</a:t>
            </a:r>
            <a:endParaRPr lang="en-US" sz="2000" dirty="0">
              <a:latin typeface="Gill Sans MT" pitchFamily="34" charset="0"/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r>
              <a:rPr lang="en-US" sz="1200" dirty="0">
                <a:latin typeface="Tahoma" panose="020B0604030504040204" charset="0"/>
              </a:rPr>
              <a:t>6</a:t>
            </a:r>
            <a:r>
              <a:rPr lang="en-US" sz="1200" dirty="0" smtClean="0">
                <a:latin typeface="Tahoma" panose="020B0604030504040204" charset="0"/>
              </a:rPr>
              <a:t>-</a:t>
            </a:r>
            <a:fld id="{8E8C6E93-DF5B-BC4B-80F9-500DED1EEDCC}" type="slidenum">
              <a:rPr lang="en-US" sz="1200">
                <a:latin typeface="Tahoma" panose="020B0604030504040204" charset="0"/>
              </a:rPr>
            </a:fld>
            <a:endParaRPr lang="en-US" sz="1200" dirty="0">
              <a:latin typeface="Tahoma" panose="020B0604030504040204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pPr algn="r"/>
            <a:r>
              <a:rPr lang="en-US" sz="1200" dirty="0" smtClean="0">
                <a:solidFill>
                  <a:srgbClr val="000000"/>
                </a:solidFill>
                <a:latin typeface="Tahoma" panose="020B0604030504040204" charset="0"/>
                <a:cs typeface="Arial" panose="020B0604020202090204" pitchFamily="34" charset="0"/>
              </a:rPr>
              <a:t>Link Layer and LANs</a:t>
            </a:r>
            <a:endParaRPr lang="en-US" sz="1200" dirty="0">
              <a:solidFill>
                <a:srgbClr val="000000"/>
              </a:solidFill>
              <a:latin typeface="Tahoma" panose="020B060403050404020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803" name="Picture 4" descr="underline_base"/>
          <p:cNvPicPr>
            <a:picLocks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313" y="1039813"/>
            <a:ext cx="6856412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194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4000" dirty="0">
                <a:latin typeface="Gill Sans MT" pitchFamily="34" charset="0"/>
                <a:cs typeface="+mj-cs"/>
              </a:rPr>
              <a:t>An ideal multiple access protocol</a:t>
            </a:r>
            <a:endParaRPr lang="en-US" sz="4000" dirty="0">
              <a:latin typeface="Gill Sans MT" pitchFamily="34" charset="0"/>
              <a:cs typeface="+mj-cs"/>
            </a:endParaRPr>
          </a:p>
        </p:txBody>
      </p:sp>
      <p:sp>
        <p:nvSpPr>
          <p:cNvPr id="194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8229600" cy="4648200"/>
          </a:xfrm>
        </p:spPr>
        <p:txBody>
          <a:bodyPr/>
          <a:lstStyle/>
          <a:p>
            <a:pPr>
              <a:buFont typeface="Wingdings" panose="05000000000000000000" charset="0"/>
              <a:buNone/>
              <a:defRPr/>
            </a:pPr>
            <a:r>
              <a:rPr lang="en-US" i="1" dirty="0">
                <a:solidFill>
                  <a:srgbClr val="CC0000"/>
                </a:solidFill>
                <a:latin typeface="Gill Sans MT" pitchFamily="34" charset="0"/>
                <a:cs typeface="+mn-cs"/>
              </a:rPr>
              <a:t>given:</a:t>
            </a:r>
            <a:r>
              <a:rPr lang="en-US" dirty="0">
                <a:solidFill>
                  <a:srgbClr val="CC0000"/>
                </a:solidFill>
                <a:latin typeface="Gill Sans MT" pitchFamily="34" charset="0"/>
                <a:cs typeface="+mn-cs"/>
              </a:rPr>
              <a:t> </a:t>
            </a:r>
            <a:r>
              <a:rPr lang="en-US" dirty="0">
                <a:latin typeface="Gill Sans MT" pitchFamily="34" charset="0"/>
                <a:cs typeface="+mn-cs"/>
              </a:rPr>
              <a:t>broadcast channel of rate R bps</a:t>
            </a:r>
            <a:endParaRPr lang="en-US" dirty="0">
              <a:latin typeface="Gill Sans MT" pitchFamily="34" charset="0"/>
              <a:cs typeface="+mn-cs"/>
            </a:endParaRPr>
          </a:p>
          <a:p>
            <a:pPr>
              <a:buFont typeface="Wingdings" panose="05000000000000000000" charset="0"/>
              <a:buNone/>
              <a:defRPr/>
            </a:pPr>
            <a:r>
              <a:rPr lang="en-US" i="1" dirty="0">
                <a:solidFill>
                  <a:srgbClr val="CC0000"/>
                </a:solidFill>
                <a:latin typeface="Gill Sans MT" pitchFamily="34" charset="0"/>
                <a:cs typeface="+mn-cs"/>
              </a:rPr>
              <a:t>desiderata:</a:t>
            </a:r>
            <a:endParaRPr lang="en-US" i="1" dirty="0">
              <a:solidFill>
                <a:srgbClr val="CC0000"/>
              </a:solidFill>
              <a:latin typeface="Gill Sans MT" pitchFamily="34" charset="0"/>
              <a:cs typeface="+mn-cs"/>
            </a:endParaRPr>
          </a:p>
          <a:p>
            <a:pPr lvl="1">
              <a:buFont typeface="Wingdings" panose="05000000000000000000" charset="0"/>
              <a:buNone/>
              <a:defRPr/>
            </a:pPr>
            <a:r>
              <a:rPr lang="en-US" dirty="0">
                <a:latin typeface="Gill Sans MT" pitchFamily="34" charset="0"/>
              </a:rPr>
              <a:t>1. when one node wants to transmit, it can send at rate R.</a:t>
            </a:r>
            <a:endParaRPr lang="en-US" dirty="0">
              <a:latin typeface="Gill Sans MT" pitchFamily="34" charset="0"/>
            </a:endParaRPr>
          </a:p>
          <a:p>
            <a:pPr lvl="1">
              <a:buFont typeface="Wingdings" panose="05000000000000000000" charset="0"/>
              <a:buNone/>
              <a:defRPr/>
            </a:pPr>
            <a:r>
              <a:rPr lang="en-US" dirty="0">
                <a:latin typeface="Gill Sans MT" pitchFamily="34" charset="0"/>
              </a:rPr>
              <a:t>2. when M nodes want to transmit, each can send at average rate R/M</a:t>
            </a:r>
            <a:endParaRPr lang="en-US" dirty="0">
              <a:latin typeface="Gill Sans MT" pitchFamily="34" charset="0"/>
            </a:endParaRPr>
          </a:p>
          <a:p>
            <a:pPr lvl="1">
              <a:buFont typeface="Wingdings" panose="05000000000000000000" charset="0"/>
              <a:buNone/>
              <a:defRPr/>
            </a:pPr>
            <a:r>
              <a:rPr lang="en-US" dirty="0">
                <a:latin typeface="Gill Sans MT" pitchFamily="34" charset="0"/>
              </a:rPr>
              <a:t>3. fully decentralized:</a:t>
            </a:r>
            <a:endParaRPr lang="en-US" dirty="0">
              <a:latin typeface="Gill Sans MT" pitchFamily="34" charset="0"/>
            </a:endParaRPr>
          </a:p>
          <a:p>
            <a:pPr lvl="2">
              <a:defRPr/>
            </a:pPr>
            <a:r>
              <a:rPr lang="en-US" sz="2400" dirty="0">
                <a:latin typeface="Gill Sans MT" pitchFamily="34" charset="0"/>
              </a:rPr>
              <a:t>no special node to coordinate transmissions</a:t>
            </a:r>
            <a:endParaRPr lang="en-US" sz="2400" dirty="0">
              <a:latin typeface="Gill Sans MT" pitchFamily="34" charset="0"/>
            </a:endParaRPr>
          </a:p>
          <a:p>
            <a:pPr lvl="2">
              <a:defRPr/>
            </a:pPr>
            <a:r>
              <a:rPr lang="en-US" sz="2400" dirty="0">
                <a:latin typeface="Gill Sans MT" pitchFamily="34" charset="0"/>
              </a:rPr>
              <a:t>no synchronization of clocks, slots</a:t>
            </a:r>
            <a:endParaRPr lang="en-US" sz="2400" dirty="0">
              <a:latin typeface="Gill Sans MT" pitchFamily="34" charset="0"/>
            </a:endParaRPr>
          </a:p>
          <a:p>
            <a:pPr lvl="1">
              <a:buFont typeface="Wingdings" panose="05000000000000000000" charset="0"/>
              <a:buNone/>
              <a:defRPr/>
            </a:pPr>
            <a:r>
              <a:rPr lang="en-US" dirty="0">
                <a:latin typeface="Gill Sans MT" pitchFamily="34" charset="0"/>
              </a:rPr>
              <a:t>4. simple</a:t>
            </a:r>
            <a:endParaRPr lang="en-US" dirty="0">
              <a:latin typeface="Gill Sans MT" pitchFamily="34" charset="0"/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r>
              <a:rPr lang="en-US" sz="1200" dirty="0">
                <a:latin typeface="Tahoma" panose="020B0604030504040204" charset="0"/>
              </a:rPr>
              <a:t>6</a:t>
            </a:r>
            <a:r>
              <a:rPr lang="en-US" sz="1200" dirty="0" smtClean="0">
                <a:latin typeface="Tahoma" panose="020B0604030504040204" charset="0"/>
              </a:rPr>
              <a:t>-</a:t>
            </a:r>
            <a:fld id="{8E8C6E93-DF5B-BC4B-80F9-500DED1EEDCC}" type="slidenum">
              <a:rPr lang="en-US" sz="1200">
                <a:latin typeface="Tahoma" panose="020B0604030504040204" charset="0"/>
              </a:rPr>
            </a:fld>
            <a:endParaRPr lang="en-US" sz="1200" dirty="0">
              <a:latin typeface="Tahoma" panose="020B0604030504040204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pPr algn="r"/>
            <a:r>
              <a:rPr lang="en-US" sz="1200" dirty="0" smtClean="0">
                <a:solidFill>
                  <a:srgbClr val="000000"/>
                </a:solidFill>
                <a:latin typeface="Tahoma" panose="020B0604030504040204" charset="0"/>
                <a:cs typeface="Arial" panose="020B0604020202090204" pitchFamily="34" charset="0"/>
              </a:rPr>
              <a:t>Link Layer and LANs</a:t>
            </a:r>
            <a:endParaRPr lang="en-US" sz="1200" dirty="0">
              <a:solidFill>
                <a:srgbClr val="000000"/>
              </a:solidFill>
              <a:latin typeface="Tahoma" panose="020B060403050404020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851" name="Picture 6" descr="underline_base"/>
          <p:cNvPicPr>
            <a:picLocks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363" y="944563"/>
            <a:ext cx="5484812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20485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61925"/>
            <a:ext cx="8101013" cy="1143000"/>
          </a:xfrm>
        </p:spPr>
        <p:txBody>
          <a:bodyPr/>
          <a:lstStyle/>
          <a:p>
            <a:pPr>
              <a:defRPr/>
            </a:pPr>
            <a:r>
              <a:rPr lang="en-US" sz="4000" dirty="0">
                <a:latin typeface="Gill Sans MT" pitchFamily="34" charset="0"/>
                <a:cs typeface="+mj-cs"/>
              </a:rPr>
              <a:t>MAC protocols: taxonomy</a:t>
            </a:r>
            <a:endParaRPr lang="en-US" sz="4000" dirty="0">
              <a:latin typeface="Gill Sans MT" pitchFamily="34" charset="0"/>
              <a:cs typeface="+mj-cs"/>
            </a:endParaRPr>
          </a:p>
        </p:txBody>
      </p:sp>
      <p:sp>
        <p:nvSpPr>
          <p:cNvPr id="204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382713"/>
            <a:ext cx="7772400" cy="4648200"/>
          </a:xfrm>
        </p:spPr>
        <p:txBody>
          <a:bodyPr/>
          <a:lstStyle/>
          <a:p>
            <a:pPr>
              <a:buFont typeface="Wingdings" panose="05000000000000000000" charset="0"/>
              <a:buNone/>
              <a:defRPr/>
            </a:pPr>
            <a:r>
              <a:rPr lang="en-US" dirty="0">
                <a:latin typeface="Gill Sans MT" pitchFamily="34" charset="0"/>
                <a:cs typeface="+mn-cs"/>
              </a:rPr>
              <a:t>three broad classes:</a:t>
            </a:r>
            <a:endParaRPr lang="en-US" dirty="0">
              <a:latin typeface="Gill Sans MT" pitchFamily="34" charset="0"/>
              <a:cs typeface="+mn-cs"/>
            </a:endParaRPr>
          </a:p>
          <a:p>
            <a:pPr>
              <a:defRPr/>
            </a:pPr>
            <a:r>
              <a:rPr lang="en-US" i="1" dirty="0">
                <a:solidFill>
                  <a:srgbClr val="CC0000"/>
                </a:solidFill>
                <a:latin typeface="Gill Sans MT" pitchFamily="34" charset="0"/>
                <a:cs typeface="+mn-cs"/>
              </a:rPr>
              <a:t>channel partitioning</a:t>
            </a:r>
            <a:endParaRPr lang="en-US" i="1" dirty="0">
              <a:solidFill>
                <a:srgbClr val="CC0000"/>
              </a:solidFill>
              <a:latin typeface="Gill Sans MT" pitchFamily="34" charset="0"/>
              <a:cs typeface="+mn-cs"/>
            </a:endParaRPr>
          </a:p>
          <a:p>
            <a:pPr lvl="1">
              <a:defRPr/>
            </a:pPr>
            <a:r>
              <a:rPr lang="en-US" sz="2000" dirty="0">
                <a:latin typeface="Gill Sans MT" pitchFamily="34" charset="0"/>
              </a:rPr>
              <a:t>divide channel into smaller </a:t>
            </a:r>
            <a:r>
              <a:rPr lang="ja-JP" altLang="en-US" sz="2000">
                <a:latin typeface="Gill Sans MT" pitchFamily="34" charset="0"/>
              </a:rPr>
              <a:t>“</a:t>
            </a:r>
            <a:r>
              <a:rPr lang="en-US" sz="2000" dirty="0">
                <a:latin typeface="Gill Sans MT" pitchFamily="34" charset="0"/>
              </a:rPr>
              <a:t>pieces</a:t>
            </a:r>
            <a:r>
              <a:rPr lang="ja-JP" altLang="en-US" sz="2000">
                <a:latin typeface="Gill Sans MT" pitchFamily="34" charset="0"/>
              </a:rPr>
              <a:t>”</a:t>
            </a:r>
            <a:r>
              <a:rPr lang="en-US" sz="2000" dirty="0">
                <a:latin typeface="Gill Sans MT" pitchFamily="34" charset="0"/>
              </a:rPr>
              <a:t> (time slots, frequency, code)</a:t>
            </a:r>
            <a:endParaRPr lang="en-US" sz="2000" dirty="0">
              <a:latin typeface="Gill Sans MT" pitchFamily="34" charset="0"/>
            </a:endParaRPr>
          </a:p>
          <a:p>
            <a:pPr lvl="1">
              <a:defRPr/>
            </a:pPr>
            <a:r>
              <a:rPr lang="en-US" sz="2000" dirty="0">
                <a:latin typeface="Gill Sans MT" pitchFamily="34" charset="0"/>
              </a:rPr>
              <a:t>allocate piece to node for exclusive use</a:t>
            </a:r>
            <a:endParaRPr lang="en-US" dirty="0">
              <a:latin typeface="Gill Sans MT" pitchFamily="34" charset="0"/>
            </a:endParaRPr>
          </a:p>
          <a:p>
            <a:pPr>
              <a:defRPr/>
            </a:pPr>
            <a:r>
              <a:rPr lang="en-US" i="1" dirty="0">
                <a:solidFill>
                  <a:srgbClr val="CC0000"/>
                </a:solidFill>
                <a:latin typeface="Gill Sans MT" pitchFamily="34" charset="0"/>
                <a:cs typeface="+mn-cs"/>
              </a:rPr>
              <a:t>random access</a:t>
            </a:r>
            <a:endParaRPr lang="en-US" i="1" dirty="0">
              <a:solidFill>
                <a:srgbClr val="CC0000"/>
              </a:solidFill>
              <a:latin typeface="Gill Sans MT" pitchFamily="34" charset="0"/>
              <a:cs typeface="+mn-cs"/>
            </a:endParaRPr>
          </a:p>
          <a:p>
            <a:pPr lvl="1">
              <a:defRPr/>
            </a:pPr>
            <a:r>
              <a:rPr lang="en-US" sz="2000" dirty="0">
                <a:latin typeface="Gill Sans MT" pitchFamily="34" charset="0"/>
              </a:rPr>
              <a:t>channel not divided, allow collisions</a:t>
            </a:r>
            <a:endParaRPr lang="en-US" sz="2000" dirty="0">
              <a:latin typeface="Gill Sans MT" pitchFamily="34" charset="0"/>
            </a:endParaRPr>
          </a:p>
          <a:p>
            <a:pPr lvl="1">
              <a:defRPr/>
            </a:pPr>
            <a:r>
              <a:rPr lang="ja-JP" altLang="en-US" sz="2000">
                <a:latin typeface="Gill Sans MT" pitchFamily="34" charset="0"/>
              </a:rPr>
              <a:t>“</a:t>
            </a:r>
            <a:r>
              <a:rPr lang="en-US" sz="2000" dirty="0">
                <a:latin typeface="Gill Sans MT" pitchFamily="34" charset="0"/>
              </a:rPr>
              <a:t>recover</a:t>
            </a:r>
            <a:r>
              <a:rPr lang="ja-JP" altLang="en-US" sz="2000">
                <a:latin typeface="Gill Sans MT" pitchFamily="34" charset="0"/>
              </a:rPr>
              <a:t>”</a:t>
            </a:r>
            <a:r>
              <a:rPr lang="en-US" sz="2000" dirty="0">
                <a:latin typeface="Gill Sans MT" pitchFamily="34" charset="0"/>
              </a:rPr>
              <a:t> from collisions</a:t>
            </a:r>
            <a:endParaRPr lang="en-US" dirty="0">
              <a:latin typeface="Gill Sans MT" pitchFamily="34" charset="0"/>
            </a:endParaRPr>
          </a:p>
          <a:p>
            <a:pPr>
              <a:defRPr/>
            </a:pPr>
            <a:r>
              <a:rPr lang="ja-JP" altLang="en-US" i="1">
                <a:solidFill>
                  <a:srgbClr val="CC0000"/>
                </a:solidFill>
                <a:latin typeface="Gill Sans MT" pitchFamily="34" charset="0"/>
                <a:cs typeface="+mn-cs"/>
              </a:rPr>
              <a:t>“</a:t>
            </a:r>
            <a:r>
              <a:rPr lang="en-US" i="1" dirty="0">
                <a:solidFill>
                  <a:srgbClr val="CC0000"/>
                </a:solidFill>
                <a:latin typeface="Gill Sans MT" pitchFamily="34" charset="0"/>
                <a:cs typeface="+mn-cs"/>
              </a:rPr>
              <a:t>taking turns</a:t>
            </a:r>
            <a:r>
              <a:rPr lang="ja-JP" altLang="en-US" i="1">
                <a:solidFill>
                  <a:srgbClr val="CC0000"/>
                </a:solidFill>
                <a:latin typeface="Gill Sans MT" pitchFamily="34" charset="0"/>
                <a:cs typeface="+mn-cs"/>
              </a:rPr>
              <a:t>”</a:t>
            </a:r>
            <a:endParaRPr lang="en-US" i="1" dirty="0">
              <a:solidFill>
                <a:srgbClr val="CC0000"/>
              </a:solidFill>
              <a:latin typeface="Gill Sans MT" pitchFamily="34" charset="0"/>
              <a:cs typeface="+mn-cs"/>
            </a:endParaRPr>
          </a:p>
          <a:p>
            <a:pPr lvl="1">
              <a:defRPr/>
            </a:pPr>
            <a:r>
              <a:rPr lang="en-US" sz="2000" dirty="0">
                <a:latin typeface="Gill Sans MT" pitchFamily="34" charset="0"/>
              </a:rPr>
              <a:t>nodes take turns, but nodes with more to send can take longer turns</a:t>
            </a:r>
            <a:endParaRPr lang="en-US" dirty="0">
              <a:latin typeface="Gill Sans MT" pitchFamily="34" charset="0"/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r>
              <a:rPr lang="en-US" sz="1200" dirty="0">
                <a:latin typeface="Tahoma" panose="020B0604030504040204" charset="0"/>
              </a:rPr>
              <a:t>6</a:t>
            </a:r>
            <a:r>
              <a:rPr lang="en-US" sz="1200" dirty="0" smtClean="0">
                <a:latin typeface="Tahoma" panose="020B0604030504040204" charset="0"/>
              </a:rPr>
              <a:t>-</a:t>
            </a:r>
            <a:fld id="{8E8C6E93-DF5B-BC4B-80F9-500DED1EEDCC}" type="slidenum">
              <a:rPr lang="en-US" sz="1200">
                <a:latin typeface="Tahoma" panose="020B0604030504040204" charset="0"/>
              </a:rPr>
            </a:fld>
            <a:endParaRPr lang="en-US" sz="1200" dirty="0">
              <a:latin typeface="Tahoma" panose="020B0604030504040204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pPr algn="r"/>
            <a:r>
              <a:rPr lang="en-US" sz="1200" dirty="0" smtClean="0">
                <a:solidFill>
                  <a:srgbClr val="000000"/>
                </a:solidFill>
                <a:latin typeface="Tahoma" panose="020B0604030504040204" charset="0"/>
                <a:cs typeface="Arial" panose="020B0604020202090204" pitchFamily="34" charset="0"/>
              </a:rPr>
              <a:t>Link Layer and LANs</a:t>
            </a:r>
            <a:endParaRPr lang="en-US" sz="1200" dirty="0">
              <a:solidFill>
                <a:srgbClr val="000000"/>
              </a:solidFill>
              <a:latin typeface="Tahoma" panose="020B060403050404020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899" name="Picture 50" descr="underline_base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1003300"/>
            <a:ext cx="8228013" cy="173038"/>
          </a:xfrm>
          <a:prstGeom prst="rect">
            <a:avLst/>
          </a:prstGeom>
          <a:noFill/>
          <a:ln>
            <a:noFill/>
          </a:ln>
        </p:spPr>
      </p:pic>
      <p:sp>
        <p:nvSpPr>
          <p:cNvPr id="21509" name="Rectangle 2"/>
          <p:cNvSpPr>
            <a:spLocks noGrp="1" noChangeArrowheads="1"/>
          </p:cNvSpPr>
          <p:nvPr>
            <p:ph type="title"/>
          </p:nvPr>
        </p:nvSpPr>
        <p:spPr>
          <a:xfrm>
            <a:off x="230188" y="206375"/>
            <a:ext cx="8629650" cy="1143000"/>
          </a:xfrm>
        </p:spPr>
        <p:txBody>
          <a:bodyPr/>
          <a:lstStyle/>
          <a:p>
            <a:pPr>
              <a:defRPr/>
            </a:pPr>
            <a:r>
              <a:rPr lang="en-US" sz="3600" dirty="0">
                <a:latin typeface="Gill Sans MT" pitchFamily="34" charset="0"/>
                <a:cs typeface="+mj-cs"/>
              </a:rPr>
              <a:t>Channel partitioning MAC protocols: TDMA</a:t>
            </a:r>
            <a:endParaRPr lang="en-US" dirty="0">
              <a:latin typeface="Gill Sans MT" pitchFamily="34" charset="0"/>
              <a:cs typeface="+mj-cs"/>
            </a:endParaRPr>
          </a:p>
        </p:txBody>
      </p:sp>
      <p:sp>
        <p:nvSpPr>
          <p:cNvPr id="215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0538" y="1379538"/>
            <a:ext cx="7772400" cy="2930525"/>
          </a:xfrm>
        </p:spPr>
        <p:txBody>
          <a:bodyPr/>
          <a:lstStyle/>
          <a:p>
            <a:pPr>
              <a:lnSpc>
                <a:spcPct val="75000"/>
              </a:lnSpc>
              <a:buFont typeface="Wingdings" panose="05000000000000000000" charset="0"/>
              <a:buNone/>
              <a:defRPr/>
            </a:pPr>
            <a:r>
              <a:rPr lang="en-US" sz="3200" dirty="0">
                <a:solidFill>
                  <a:srgbClr val="CC0000"/>
                </a:solidFill>
                <a:latin typeface="Gill Sans MT" pitchFamily="34" charset="0"/>
                <a:cs typeface="+mn-cs"/>
              </a:rPr>
              <a:t>TDMA: time division multiple access</a:t>
            </a:r>
            <a:r>
              <a:rPr lang="en-US" sz="3200" dirty="0">
                <a:latin typeface="Gill Sans MT" pitchFamily="34" charset="0"/>
                <a:cs typeface="+mn-cs"/>
              </a:rPr>
              <a:t> </a:t>
            </a:r>
            <a:endParaRPr lang="en-US" sz="3200" dirty="0">
              <a:latin typeface="Gill Sans MT" pitchFamily="34" charset="0"/>
              <a:cs typeface="+mn-cs"/>
            </a:endParaRPr>
          </a:p>
          <a:p>
            <a:pPr>
              <a:lnSpc>
                <a:spcPct val="75000"/>
              </a:lnSpc>
              <a:defRPr/>
            </a:pPr>
            <a:r>
              <a:rPr lang="en-US" dirty="0">
                <a:latin typeface="Gill Sans MT" pitchFamily="34" charset="0"/>
                <a:cs typeface="+mn-cs"/>
              </a:rPr>
              <a:t>access to channel in "rounds" </a:t>
            </a:r>
            <a:endParaRPr lang="en-US" dirty="0">
              <a:latin typeface="Gill Sans MT" pitchFamily="34" charset="0"/>
              <a:cs typeface="+mn-cs"/>
            </a:endParaRPr>
          </a:p>
          <a:p>
            <a:pPr>
              <a:lnSpc>
                <a:spcPct val="75000"/>
              </a:lnSpc>
              <a:defRPr/>
            </a:pPr>
            <a:r>
              <a:rPr lang="en-US" dirty="0">
                <a:latin typeface="Gill Sans MT" pitchFamily="34" charset="0"/>
                <a:cs typeface="+mn-cs"/>
              </a:rPr>
              <a:t>each station gets fixed length slot (length = </a:t>
            </a:r>
            <a:r>
              <a:rPr lang="en-US" dirty="0" smtClean="0">
                <a:latin typeface="Gill Sans MT" pitchFamily="34" charset="0"/>
                <a:cs typeface="+mn-cs"/>
              </a:rPr>
              <a:t>packet transmission </a:t>
            </a:r>
            <a:r>
              <a:rPr lang="en-US" dirty="0">
                <a:latin typeface="Gill Sans MT" pitchFamily="34" charset="0"/>
                <a:cs typeface="+mn-cs"/>
              </a:rPr>
              <a:t>time) in each round </a:t>
            </a:r>
            <a:endParaRPr lang="en-US" dirty="0">
              <a:latin typeface="Gill Sans MT" pitchFamily="34" charset="0"/>
              <a:cs typeface="+mn-cs"/>
            </a:endParaRPr>
          </a:p>
          <a:p>
            <a:pPr>
              <a:lnSpc>
                <a:spcPct val="75000"/>
              </a:lnSpc>
              <a:defRPr/>
            </a:pPr>
            <a:r>
              <a:rPr lang="en-US" dirty="0">
                <a:latin typeface="Gill Sans MT" pitchFamily="34" charset="0"/>
                <a:cs typeface="+mn-cs"/>
              </a:rPr>
              <a:t>unused slots go idle </a:t>
            </a:r>
            <a:endParaRPr lang="en-US" dirty="0">
              <a:latin typeface="Gill Sans MT" pitchFamily="34" charset="0"/>
              <a:cs typeface="+mn-cs"/>
            </a:endParaRPr>
          </a:p>
          <a:p>
            <a:pPr>
              <a:lnSpc>
                <a:spcPct val="75000"/>
              </a:lnSpc>
              <a:defRPr/>
            </a:pPr>
            <a:r>
              <a:rPr lang="en-US" dirty="0">
                <a:latin typeface="Gill Sans MT" pitchFamily="34" charset="0"/>
                <a:cs typeface="+mn-cs"/>
              </a:rPr>
              <a:t>example: 6-station LAN, 1,3,4 </a:t>
            </a:r>
            <a:r>
              <a:rPr lang="en-US" dirty="0" smtClean="0">
                <a:latin typeface="Gill Sans MT" pitchFamily="34" charset="0"/>
                <a:cs typeface="+mn-cs"/>
              </a:rPr>
              <a:t>have packets to send, </a:t>
            </a:r>
            <a:r>
              <a:rPr lang="en-US" dirty="0">
                <a:latin typeface="Gill Sans MT" pitchFamily="34" charset="0"/>
                <a:cs typeface="+mn-cs"/>
              </a:rPr>
              <a:t>slots 2,5,6 idle </a:t>
            </a:r>
            <a:endParaRPr lang="en-US" sz="3200" dirty="0">
              <a:latin typeface="Gill Sans MT" pitchFamily="34" charset="0"/>
              <a:cs typeface="+mn-cs"/>
            </a:endParaRPr>
          </a:p>
        </p:txBody>
      </p:sp>
      <p:sp>
        <p:nvSpPr>
          <p:cNvPr id="21511" name="Line 7"/>
          <p:cNvSpPr>
            <a:spLocks noChangeShapeType="1"/>
          </p:cNvSpPr>
          <p:nvPr/>
        </p:nvSpPr>
        <p:spPr bwMode="auto">
          <a:xfrm>
            <a:off x="1052513" y="5440363"/>
            <a:ext cx="60848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512" name="Rectangle 8"/>
          <p:cNvSpPr>
            <a:spLocks noChangeArrowheads="1"/>
          </p:cNvSpPr>
          <p:nvPr/>
        </p:nvSpPr>
        <p:spPr bwMode="auto">
          <a:xfrm>
            <a:off x="1274763" y="5213350"/>
            <a:ext cx="479425" cy="230188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513" name="Rectangle 10"/>
          <p:cNvSpPr>
            <a:spLocks noChangeArrowheads="1"/>
          </p:cNvSpPr>
          <p:nvPr/>
        </p:nvSpPr>
        <p:spPr bwMode="auto">
          <a:xfrm>
            <a:off x="2233613" y="5213350"/>
            <a:ext cx="479425" cy="230188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514" name="Rectangle 11"/>
          <p:cNvSpPr>
            <a:spLocks noChangeArrowheads="1"/>
          </p:cNvSpPr>
          <p:nvPr/>
        </p:nvSpPr>
        <p:spPr bwMode="auto">
          <a:xfrm>
            <a:off x="2708275" y="5213350"/>
            <a:ext cx="479425" cy="23018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515" name="Line 13"/>
          <p:cNvSpPr>
            <a:spLocks noChangeShapeType="1"/>
          </p:cNvSpPr>
          <p:nvPr/>
        </p:nvSpPr>
        <p:spPr bwMode="auto">
          <a:xfrm>
            <a:off x="1276350" y="5100638"/>
            <a:ext cx="0" cy="3381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516" name="Line 16"/>
          <p:cNvSpPr>
            <a:spLocks noChangeShapeType="1"/>
          </p:cNvSpPr>
          <p:nvPr/>
        </p:nvSpPr>
        <p:spPr bwMode="auto">
          <a:xfrm>
            <a:off x="4141788" y="5103813"/>
            <a:ext cx="0" cy="3381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517" name="Text Box 23"/>
          <p:cNvSpPr txBox="1">
            <a:spLocks noChangeArrowheads="1"/>
          </p:cNvSpPr>
          <p:nvPr/>
        </p:nvSpPr>
        <p:spPr bwMode="auto">
          <a:xfrm>
            <a:off x="1374775" y="5180013"/>
            <a:ext cx="296863" cy="3365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1600" b="1" i="0" dirty="0" smtClean="0">
                <a:solidFill>
                  <a:schemeClr val="bg1"/>
                </a:solidFill>
                <a:latin typeface="Arial" panose="020B0604020202090204" pitchFamily="34" charset="0"/>
                <a:cs typeface="+mn-cs"/>
              </a:rPr>
              <a:t>1</a:t>
            </a:r>
            <a:endParaRPr lang="en-US" sz="1600" b="1" i="0" dirty="0" smtClean="0">
              <a:solidFill>
                <a:schemeClr val="bg1"/>
              </a:solidFill>
              <a:latin typeface="Arial" panose="020B0604020202090204" pitchFamily="34" charset="0"/>
              <a:cs typeface="+mn-cs"/>
            </a:endParaRPr>
          </a:p>
        </p:txBody>
      </p:sp>
      <p:sp>
        <p:nvSpPr>
          <p:cNvPr id="21518" name="Text Box 24"/>
          <p:cNvSpPr txBox="1">
            <a:spLocks noChangeArrowheads="1"/>
          </p:cNvSpPr>
          <p:nvPr/>
        </p:nvSpPr>
        <p:spPr bwMode="auto">
          <a:xfrm>
            <a:off x="2320925" y="5165725"/>
            <a:ext cx="296863" cy="3365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1600" b="1" i="0" dirty="0" smtClean="0">
                <a:solidFill>
                  <a:schemeClr val="bg1"/>
                </a:solidFill>
                <a:latin typeface="Arial" panose="020B0604020202090204" pitchFamily="34" charset="0"/>
                <a:cs typeface="+mn-cs"/>
              </a:rPr>
              <a:t>3</a:t>
            </a:r>
            <a:endParaRPr lang="en-US" sz="1600" b="1" i="0" dirty="0" smtClean="0">
              <a:solidFill>
                <a:schemeClr val="bg1"/>
              </a:solidFill>
              <a:latin typeface="Arial" panose="020B0604020202090204" pitchFamily="34" charset="0"/>
              <a:cs typeface="+mn-cs"/>
            </a:endParaRPr>
          </a:p>
        </p:txBody>
      </p:sp>
      <p:sp>
        <p:nvSpPr>
          <p:cNvPr id="21519" name="Text Box 25"/>
          <p:cNvSpPr txBox="1">
            <a:spLocks noChangeArrowheads="1"/>
          </p:cNvSpPr>
          <p:nvPr/>
        </p:nvSpPr>
        <p:spPr bwMode="auto">
          <a:xfrm>
            <a:off x="2786063" y="5172075"/>
            <a:ext cx="296862" cy="3365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1600" b="1" i="0" dirty="0" smtClean="0">
                <a:solidFill>
                  <a:schemeClr val="bg1"/>
                </a:solidFill>
                <a:latin typeface="Arial" panose="020B0604020202090204" pitchFamily="34" charset="0"/>
                <a:cs typeface="+mn-cs"/>
              </a:rPr>
              <a:t>4</a:t>
            </a:r>
            <a:endParaRPr lang="en-US" sz="1600" b="1" i="0" dirty="0" smtClean="0">
              <a:solidFill>
                <a:schemeClr val="bg1"/>
              </a:solidFill>
              <a:latin typeface="Arial" panose="020B0604020202090204" pitchFamily="34" charset="0"/>
              <a:cs typeface="+mn-cs"/>
            </a:endParaRPr>
          </a:p>
        </p:txBody>
      </p:sp>
      <p:sp>
        <p:nvSpPr>
          <p:cNvPr id="21520" name="Rectangle 26"/>
          <p:cNvSpPr>
            <a:spLocks noChangeArrowheads="1"/>
          </p:cNvSpPr>
          <p:nvPr/>
        </p:nvSpPr>
        <p:spPr bwMode="auto">
          <a:xfrm>
            <a:off x="4132263" y="5208588"/>
            <a:ext cx="479425" cy="230187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521" name="Rectangle 27"/>
          <p:cNvSpPr>
            <a:spLocks noChangeArrowheads="1"/>
          </p:cNvSpPr>
          <p:nvPr/>
        </p:nvSpPr>
        <p:spPr bwMode="auto">
          <a:xfrm>
            <a:off x="5091113" y="5208588"/>
            <a:ext cx="479425" cy="230187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522" name="Rectangle 28"/>
          <p:cNvSpPr>
            <a:spLocks noChangeArrowheads="1"/>
          </p:cNvSpPr>
          <p:nvPr/>
        </p:nvSpPr>
        <p:spPr bwMode="auto">
          <a:xfrm>
            <a:off x="5565775" y="5208588"/>
            <a:ext cx="479425" cy="23018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523" name="Line 29"/>
          <p:cNvSpPr>
            <a:spLocks noChangeShapeType="1"/>
          </p:cNvSpPr>
          <p:nvPr/>
        </p:nvSpPr>
        <p:spPr bwMode="auto">
          <a:xfrm>
            <a:off x="4133850" y="5095875"/>
            <a:ext cx="0" cy="3381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524" name="Text Box 30"/>
          <p:cNvSpPr txBox="1">
            <a:spLocks noChangeArrowheads="1"/>
          </p:cNvSpPr>
          <p:nvPr/>
        </p:nvSpPr>
        <p:spPr bwMode="auto">
          <a:xfrm>
            <a:off x="4232275" y="5175250"/>
            <a:ext cx="296863" cy="3365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1600" b="1" i="0" dirty="0" smtClean="0">
                <a:solidFill>
                  <a:schemeClr val="bg1"/>
                </a:solidFill>
                <a:latin typeface="Arial" panose="020B0604020202090204" pitchFamily="34" charset="0"/>
                <a:cs typeface="+mn-cs"/>
              </a:rPr>
              <a:t>1</a:t>
            </a:r>
            <a:endParaRPr lang="en-US" sz="1600" b="1" i="0" dirty="0" smtClean="0">
              <a:solidFill>
                <a:schemeClr val="bg1"/>
              </a:solidFill>
              <a:latin typeface="Arial" panose="020B0604020202090204" pitchFamily="34" charset="0"/>
              <a:cs typeface="+mn-cs"/>
            </a:endParaRPr>
          </a:p>
        </p:txBody>
      </p:sp>
      <p:sp>
        <p:nvSpPr>
          <p:cNvPr id="21525" name="Text Box 31"/>
          <p:cNvSpPr txBox="1">
            <a:spLocks noChangeArrowheads="1"/>
          </p:cNvSpPr>
          <p:nvPr/>
        </p:nvSpPr>
        <p:spPr bwMode="auto">
          <a:xfrm>
            <a:off x="5178425" y="5160963"/>
            <a:ext cx="296863" cy="3365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1600" b="1" i="0" dirty="0" smtClean="0">
                <a:solidFill>
                  <a:schemeClr val="bg1"/>
                </a:solidFill>
                <a:latin typeface="Arial" panose="020B0604020202090204" pitchFamily="34" charset="0"/>
                <a:cs typeface="+mn-cs"/>
              </a:rPr>
              <a:t>3</a:t>
            </a:r>
            <a:endParaRPr lang="en-US" sz="1600" b="1" i="0" dirty="0" smtClean="0">
              <a:solidFill>
                <a:schemeClr val="bg1"/>
              </a:solidFill>
              <a:latin typeface="Arial" panose="020B0604020202090204" pitchFamily="34" charset="0"/>
              <a:cs typeface="+mn-cs"/>
            </a:endParaRPr>
          </a:p>
        </p:txBody>
      </p:sp>
      <p:sp>
        <p:nvSpPr>
          <p:cNvPr id="21526" name="Text Box 32"/>
          <p:cNvSpPr txBox="1">
            <a:spLocks noChangeArrowheads="1"/>
          </p:cNvSpPr>
          <p:nvPr/>
        </p:nvSpPr>
        <p:spPr bwMode="auto">
          <a:xfrm>
            <a:off x="5643563" y="5167313"/>
            <a:ext cx="296862" cy="3365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1600" b="1" i="0" dirty="0" smtClean="0">
                <a:solidFill>
                  <a:schemeClr val="bg1"/>
                </a:solidFill>
                <a:latin typeface="Arial" panose="020B0604020202090204" pitchFamily="34" charset="0"/>
                <a:cs typeface="+mn-cs"/>
              </a:rPr>
              <a:t>4</a:t>
            </a:r>
            <a:endParaRPr lang="en-US" sz="1600" b="1" i="0" dirty="0" smtClean="0">
              <a:solidFill>
                <a:schemeClr val="bg1"/>
              </a:solidFill>
              <a:latin typeface="Arial" panose="020B0604020202090204" pitchFamily="34" charset="0"/>
              <a:cs typeface="+mn-cs"/>
            </a:endParaRPr>
          </a:p>
        </p:txBody>
      </p:sp>
      <p:sp>
        <p:nvSpPr>
          <p:cNvPr id="21527" name="Line 34"/>
          <p:cNvSpPr>
            <a:spLocks noChangeShapeType="1"/>
          </p:cNvSpPr>
          <p:nvPr/>
        </p:nvSpPr>
        <p:spPr bwMode="auto">
          <a:xfrm>
            <a:off x="1757363" y="5205413"/>
            <a:ext cx="0" cy="2381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528" name="Line 35"/>
          <p:cNvSpPr>
            <a:spLocks noChangeShapeType="1"/>
          </p:cNvSpPr>
          <p:nvPr/>
        </p:nvSpPr>
        <p:spPr bwMode="auto">
          <a:xfrm>
            <a:off x="2233613" y="5210175"/>
            <a:ext cx="0" cy="2381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529" name="Line 36"/>
          <p:cNvSpPr>
            <a:spLocks noChangeShapeType="1"/>
          </p:cNvSpPr>
          <p:nvPr/>
        </p:nvSpPr>
        <p:spPr bwMode="auto">
          <a:xfrm>
            <a:off x="2709863" y="5210175"/>
            <a:ext cx="0" cy="2381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530" name="Line 37"/>
          <p:cNvSpPr>
            <a:spLocks noChangeShapeType="1"/>
          </p:cNvSpPr>
          <p:nvPr/>
        </p:nvSpPr>
        <p:spPr bwMode="auto">
          <a:xfrm>
            <a:off x="3186113" y="5210175"/>
            <a:ext cx="0" cy="2381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531" name="Line 38"/>
          <p:cNvSpPr>
            <a:spLocks noChangeShapeType="1"/>
          </p:cNvSpPr>
          <p:nvPr/>
        </p:nvSpPr>
        <p:spPr bwMode="auto">
          <a:xfrm>
            <a:off x="3667125" y="5200650"/>
            <a:ext cx="0" cy="2381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532" name="Line 39"/>
          <p:cNvSpPr>
            <a:spLocks noChangeShapeType="1"/>
          </p:cNvSpPr>
          <p:nvPr/>
        </p:nvSpPr>
        <p:spPr bwMode="auto">
          <a:xfrm>
            <a:off x="4614863" y="5205413"/>
            <a:ext cx="0" cy="2381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533" name="Line 40"/>
          <p:cNvSpPr>
            <a:spLocks noChangeShapeType="1"/>
          </p:cNvSpPr>
          <p:nvPr/>
        </p:nvSpPr>
        <p:spPr bwMode="auto">
          <a:xfrm>
            <a:off x="5562600" y="5200650"/>
            <a:ext cx="0" cy="2381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534" name="Line 41"/>
          <p:cNvSpPr>
            <a:spLocks noChangeShapeType="1"/>
          </p:cNvSpPr>
          <p:nvPr/>
        </p:nvSpPr>
        <p:spPr bwMode="auto">
          <a:xfrm>
            <a:off x="6510338" y="5195888"/>
            <a:ext cx="0" cy="2381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535" name="Line 42"/>
          <p:cNvSpPr>
            <a:spLocks noChangeShapeType="1"/>
          </p:cNvSpPr>
          <p:nvPr/>
        </p:nvSpPr>
        <p:spPr bwMode="auto">
          <a:xfrm>
            <a:off x="6043613" y="5205413"/>
            <a:ext cx="0" cy="2381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536" name="Line 43"/>
          <p:cNvSpPr>
            <a:spLocks noChangeShapeType="1"/>
          </p:cNvSpPr>
          <p:nvPr/>
        </p:nvSpPr>
        <p:spPr bwMode="auto">
          <a:xfrm>
            <a:off x="6991350" y="5110163"/>
            <a:ext cx="0" cy="3381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537" name="Line 44"/>
          <p:cNvSpPr>
            <a:spLocks noChangeShapeType="1"/>
          </p:cNvSpPr>
          <p:nvPr/>
        </p:nvSpPr>
        <p:spPr bwMode="auto">
          <a:xfrm>
            <a:off x="5091113" y="5205413"/>
            <a:ext cx="0" cy="2381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538" name="Text Box 45"/>
          <p:cNvSpPr txBox="1">
            <a:spLocks noChangeArrowheads="1"/>
          </p:cNvSpPr>
          <p:nvPr/>
        </p:nvSpPr>
        <p:spPr bwMode="auto">
          <a:xfrm>
            <a:off x="2320925" y="4581525"/>
            <a:ext cx="704850" cy="58102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1600" i="0" dirty="0" smtClean="0">
                <a:latin typeface="Arial" panose="020B0604020202090204" pitchFamily="34" charset="0"/>
                <a:cs typeface="+mn-cs"/>
              </a:rPr>
              <a:t>6-slot</a:t>
            </a:r>
            <a:endParaRPr lang="en-US" sz="1600" i="0" dirty="0" smtClean="0">
              <a:latin typeface="Arial" panose="020B0604020202090204" pitchFamily="34" charset="0"/>
              <a:cs typeface="+mn-cs"/>
            </a:endParaRPr>
          </a:p>
          <a:p>
            <a:pPr>
              <a:defRPr/>
            </a:pPr>
            <a:r>
              <a:rPr lang="en-US" sz="1600" i="0" dirty="0" smtClean="0">
                <a:latin typeface="Arial" panose="020B0604020202090204" pitchFamily="34" charset="0"/>
                <a:cs typeface="+mn-cs"/>
              </a:rPr>
              <a:t>frame</a:t>
            </a:r>
            <a:endParaRPr lang="en-US" sz="1600" i="0" dirty="0" smtClean="0">
              <a:latin typeface="Arial" panose="020B0604020202090204" pitchFamily="34" charset="0"/>
              <a:cs typeface="+mn-cs"/>
            </a:endParaRPr>
          </a:p>
        </p:txBody>
      </p:sp>
      <p:sp>
        <p:nvSpPr>
          <p:cNvPr id="21539" name="Line 46"/>
          <p:cNvSpPr>
            <a:spLocks noChangeShapeType="1"/>
          </p:cNvSpPr>
          <p:nvPr/>
        </p:nvSpPr>
        <p:spPr bwMode="auto">
          <a:xfrm>
            <a:off x="3132138" y="4918075"/>
            <a:ext cx="9890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540" name="Line 47"/>
          <p:cNvSpPr>
            <a:spLocks noChangeShapeType="1"/>
          </p:cNvSpPr>
          <p:nvPr/>
        </p:nvSpPr>
        <p:spPr bwMode="auto">
          <a:xfrm flipH="1">
            <a:off x="1287463" y="4913313"/>
            <a:ext cx="9890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541" name="Line 48"/>
          <p:cNvSpPr>
            <a:spLocks noChangeShapeType="1"/>
          </p:cNvSpPr>
          <p:nvPr/>
        </p:nvSpPr>
        <p:spPr bwMode="auto">
          <a:xfrm>
            <a:off x="1266825" y="48260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542" name="Line 49"/>
          <p:cNvSpPr>
            <a:spLocks noChangeShapeType="1"/>
          </p:cNvSpPr>
          <p:nvPr/>
        </p:nvSpPr>
        <p:spPr bwMode="auto">
          <a:xfrm>
            <a:off x="4125913" y="4816475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543" name="Text Box 51"/>
          <p:cNvSpPr txBox="1">
            <a:spLocks noChangeArrowheads="1"/>
          </p:cNvSpPr>
          <p:nvPr/>
        </p:nvSpPr>
        <p:spPr bwMode="auto">
          <a:xfrm>
            <a:off x="5184775" y="4554538"/>
            <a:ext cx="704850" cy="58102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1600" i="0" dirty="0" smtClean="0">
                <a:latin typeface="Arial" panose="020B0604020202090204" pitchFamily="34" charset="0"/>
                <a:cs typeface="+mn-cs"/>
              </a:rPr>
              <a:t>6-slot</a:t>
            </a:r>
            <a:endParaRPr lang="en-US" sz="1600" i="0" dirty="0" smtClean="0">
              <a:latin typeface="Arial" panose="020B0604020202090204" pitchFamily="34" charset="0"/>
              <a:cs typeface="+mn-cs"/>
            </a:endParaRPr>
          </a:p>
          <a:p>
            <a:pPr>
              <a:defRPr/>
            </a:pPr>
            <a:r>
              <a:rPr lang="en-US" sz="1600" i="0" dirty="0" smtClean="0">
                <a:latin typeface="Arial" panose="020B0604020202090204" pitchFamily="34" charset="0"/>
                <a:cs typeface="+mn-cs"/>
              </a:rPr>
              <a:t>frame</a:t>
            </a:r>
            <a:endParaRPr lang="en-US" sz="1600" i="0" dirty="0" smtClean="0">
              <a:latin typeface="Arial" panose="020B0604020202090204" pitchFamily="34" charset="0"/>
              <a:cs typeface="+mn-cs"/>
            </a:endParaRPr>
          </a:p>
        </p:txBody>
      </p:sp>
      <p:sp>
        <p:nvSpPr>
          <p:cNvPr id="21544" name="Line 52"/>
          <p:cNvSpPr>
            <a:spLocks noChangeShapeType="1"/>
          </p:cNvSpPr>
          <p:nvPr/>
        </p:nvSpPr>
        <p:spPr bwMode="auto">
          <a:xfrm>
            <a:off x="5995988" y="4924425"/>
            <a:ext cx="9890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545" name="Line 53"/>
          <p:cNvSpPr>
            <a:spLocks noChangeShapeType="1"/>
          </p:cNvSpPr>
          <p:nvPr/>
        </p:nvSpPr>
        <p:spPr bwMode="auto">
          <a:xfrm flipH="1">
            <a:off x="4151313" y="4919663"/>
            <a:ext cx="9890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1546" name="Line 55"/>
          <p:cNvSpPr>
            <a:spLocks noChangeShapeType="1"/>
          </p:cNvSpPr>
          <p:nvPr/>
        </p:nvSpPr>
        <p:spPr bwMode="auto">
          <a:xfrm>
            <a:off x="6989763" y="4789488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r>
              <a:rPr lang="en-US" sz="1200" dirty="0">
                <a:latin typeface="Tahoma" panose="020B0604030504040204" charset="0"/>
              </a:rPr>
              <a:t>6</a:t>
            </a:r>
            <a:r>
              <a:rPr lang="en-US" sz="1200" dirty="0" smtClean="0">
                <a:latin typeface="Tahoma" panose="020B0604030504040204" charset="0"/>
              </a:rPr>
              <a:t>-</a:t>
            </a:r>
            <a:fld id="{8E8C6E93-DF5B-BC4B-80F9-500DED1EEDCC}" type="slidenum">
              <a:rPr lang="en-US" sz="1200">
                <a:latin typeface="Tahoma" panose="020B0604030504040204" charset="0"/>
              </a:rPr>
            </a:fld>
            <a:endParaRPr lang="en-US" sz="1200" dirty="0">
              <a:latin typeface="Tahoma" panose="020B0604030504040204" charset="0"/>
            </a:endParaRPr>
          </a:p>
        </p:txBody>
      </p:sp>
      <p:sp>
        <p:nvSpPr>
          <p:cNvPr id="44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pPr algn="r"/>
            <a:r>
              <a:rPr lang="en-US" sz="1200" dirty="0" smtClean="0">
                <a:solidFill>
                  <a:srgbClr val="000000"/>
                </a:solidFill>
                <a:latin typeface="Tahoma" panose="020B0604030504040204" charset="0"/>
                <a:cs typeface="Arial" panose="020B0604020202090204" pitchFamily="34" charset="0"/>
              </a:rPr>
              <a:t>Link Layer and LANs</a:t>
            </a:r>
            <a:endParaRPr lang="en-US" sz="1200" dirty="0">
              <a:solidFill>
                <a:srgbClr val="000000"/>
              </a:solidFill>
              <a:latin typeface="Tahoma" panose="020B060403050404020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1650" y="1370013"/>
            <a:ext cx="8223250" cy="4648200"/>
          </a:xfrm>
        </p:spPr>
        <p:txBody>
          <a:bodyPr/>
          <a:lstStyle/>
          <a:p>
            <a:pPr>
              <a:buFont typeface="Wingdings" panose="05000000000000000000" charset="0"/>
              <a:buNone/>
              <a:defRPr/>
            </a:pPr>
            <a:r>
              <a:rPr lang="en-US" dirty="0">
                <a:solidFill>
                  <a:srgbClr val="CC0000"/>
                </a:solidFill>
                <a:latin typeface="Gill Sans MT" pitchFamily="34" charset="0"/>
                <a:cs typeface="+mn-cs"/>
              </a:rPr>
              <a:t>FDMA: frequency division multiple access </a:t>
            </a:r>
            <a:endParaRPr lang="en-US" dirty="0">
              <a:solidFill>
                <a:srgbClr val="CC0000"/>
              </a:solidFill>
              <a:latin typeface="Gill Sans MT" pitchFamily="34" charset="0"/>
              <a:cs typeface="+mn-cs"/>
            </a:endParaRPr>
          </a:p>
          <a:p>
            <a:pPr>
              <a:defRPr/>
            </a:pPr>
            <a:r>
              <a:rPr lang="en-US" sz="2400" dirty="0">
                <a:latin typeface="Gill Sans MT" pitchFamily="34" charset="0"/>
                <a:cs typeface="+mn-cs"/>
              </a:rPr>
              <a:t>channel spectrum divided into frequency bands</a:t>
            </a:r>
            <a:endParaRPr lang="en-US" sz="2400" dirty="0">
              <a:latin typeface="Gill Sans MT" pitchFamily="34" charset="0"/>
              <a:cs typeface="+mn-cs"/>
            </a:endParaRPr>
          </a:p>
          <a:p>
            <a:pPr>
              <a:defRPr/>
            </a:pPr>
            <a:r>
              <a:rPr lang="en-US" sz="2400" dirty="0">
                <a:latin typeface="Gill Sans MT" pitchFamily="34" charset="0"/>
                <a:cs typeface="+mn-cs"/>
              </a:rPr>
              <a:t>each station assigned fixed frequency band</a:t>
            </a:r>
            <a:endParaRPr lang="en-US" sz="2400" dirty="0">
              <a:latin typeface="Gill Sans MT" pitchFamily="34" charset="0"/>
              <a:cs typeface="+mn-cs"/>
            </a:endParaRPr>
          </a:p>
          <a:p>
            <a:pPr>
              <a:defRPr/>
            </a:pPr>
            <a:r>
              <a:rPr lang="en-US" sz="2400" dirty="0">
                <a:latin typeface="Gill Sans MT" pitchFamily="34" charset="0"/>
                <a:cs typeface="+mn-cs"/>
              </a:rPr>
              <a:t>unused transmission time in frequency bands go idle </a:t>
            </a:r>
            <a:endParaRPr lang="en-US" sz="2400" dirty="0">
              <a:latin typeface="Gill Sans MT" pitchFamily="34" charset="0"/>
              <a:cs typeface="+mn-cs"/>
            </a:endParaRPr>
          </a:p>
          <a:p>
            <a:pPr>
              <a:defRPr/>
            </a:pPr>
            <a:r>
              <a:rPr lang="en-US" sz="2400" dirty="0">
                <a:latin typeface="Gill Sans MT" pitchFamily="34" charset="0"/>
                <a:cs typeface="+mn-cs"/>
              </a:rPr>
              <a:t>example: 6-station LAN, 1,3,4 have </a:t>
            </a:r>
            <a:r>
              <a:rPr lang="en-US" sz="2400" dirty="0" smtClean="0">
                <a:latin typeface="Gill Sans MT" pitchFamily="34" charset="0"/>
                <a:cs typeface="+mn-cs"/>
              </a:rPr>
              <a:t>packet to send, </a:t>
            </a:r>
            <a:r>
              <a:rPr lang="en-US" sz="2400" dirty="0">
                <a:latin typeface="Gill Sans MT" pitchFamily="34" charset="0"/>
                <a:cs typeface="+mn-cs"/>
              </a:rPr>
              <a:t>frequency bands 2,5,6 idle </a:t>
            </a:r>
            <a:endParaRPr lang="en-US" dirty="0">
              <a:latin typeface="Gill Sans MT" pitchFamily="34" charset="0"/>
              <a:cs typeface="+mn-cs"/>
            </a:endParaRPr>
          </a:p>
        </p:txBody>
      </p:sp>
      <p:sp>
        <p:nvSpPr>
          <p:cNvPr id="22533" name="Rectangle 4"/>
          <p:cNvSpPr>
            <a:spLocks noChangeArrowheads="1"/>
          </p:cNvSpPr>
          <p:nvPr/>
        </p:nvSpPr>
        <p:spPr bwMode="auto">
          <a:xfrm>
            <a:off x="4627563" y="4138613"/>
            <a:ext cx="627062" cy="2251075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2534" name="Line 5"/>
          <p:cNvSpPr>
            <a:spLocks noChangeShapeType="1"/>
          </p:cNvSpPr>
          <p:nvPr/>
        </p:nvSpPr>
        <p:spPr bwMode="auto">
          <a:xfrm flipV="1">
            <a:off x="4625975" y="5243513"/>
            <a:ext cx="622300" cy="15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2535" name="Line 6"/>
          <p:cNvSpPr>
            <a:spLocks noChangeShapeType="1"/>
          </p:cNvSpPr>
          <p:nvPr/>
        </p:nvSpPr>
        <p:spPr bwMode="auto">
          <a:xfrm flipV="1">
            <a:off x="4621213" y="5635625"/>
            <a:ext cx="631825" cy="63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2536" name="Line 7"/>
          <p:cNvSpPr>
            <a:spLocks noChangeShapeType="1"/>
          </p:cNvSpPr>
          <p:nvPr/>
        </p:nvSpPr>
        <p:spPr bwMode="auto">
          <a:xfrm flipV="1">
            <a:off x="4625975" y="6021388"/>
            <a:ext cx="627063" cy="15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2537" name="Line 8"/>
          <p:cNvSpPr>
            <a:spLocks noChangeShapeType="1"/>
          </p:cNvSpPr>
          <p:nvPr/>
        </p:nvSpPr>
        <p:spPr bwMode="auto">
          <a:xfrm flipV="1">
            <a:off x="4621213" y="4857750"/>
            <a:ext cx="631825" cy="63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2538" name="Line 9"/>
          <p:cNvSpPr>
            <a:spLocks noChangeShapeType="1"/>
          </p:cNvSpPr>
          <p:nvPr/>
        </p:nvSpPr>
        <p:spPr bwMode="auto">
          <a:xfrm flipV="1">
            <a:off x="4625975" y="4471988"/>
            <a:ext cx="631825" cy="63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2539" name="Line 11"/>
          <p:cNvSpPr>
            <a:spLocks noChangeShapeType="1"/>
          </p:cNvSpPr>
          <p:nvPr/>
        </p:nvSpPr>
        <p:spPr bwMode="auto">
          <a:xfrm>
            <a:off x="5346700" y="4411663"/>
            <a:ext cx="22288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82955" name="Freeform 12"/>
          <p:cNvSpPr/>
          <p:nvPr/>
        </p:nvSpPr>
        <p:spPr bwMode="auto">
          <a:xfrm>
            <a:off x="5494338" y="4292600"/>
            <a:ext cx="1728787" cy="114300"/>
          </a:xfrm>
          <a:custGeom>
            <a:avLst/>
            <a:gdLst>
              <a:gd name="T0" fmla="*/ 0 w 1089"/>
              <a:gd name="T1" fmla="*/ 2147483647 h 72"/>
              <a:gd name="T2" fmla="*/ 0 w 1089"/>
              <a:gd name="T3" fmla="*/ 2147483647 h 72"/>
              <a:gd name="T4" fmla="*/ 2147483647 w 1089"/>
              <a:gd name="T5" fmla="*/ 0 h 72"/>
              <a:gd name="T6" fmla="*/ 2147483647 w 1089"/>
              <a:gd name="T7" fmla="*/ 2147483647 h 7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089" h="72">
                <a:moveTo>
                  <a:pt x="0" y="72"/>
                </a:moveTo>
                <a:lnTo>
                  <a:pt x="0" y="3"/>
                </a:lnTo>
                <a:lnTo>
                  <a:pt x="1089" y="0"/>
                </a:lnTo>
                <a:lnTo>
                  <a:pt x="1089" y="72"/>
                </a:lnTo>
              </a:path>
            </a:pathLst>
          </a:custGeom>
          <a:solidFill>
            <a:schemeClr val="accent2"/>
          </a:solidFill>
          <a:ln w="19050" cap="flat" cmpd="sng">
            <a:solidFill>
              <a:schemeClr val="tx1"/>
            </a:solidFill>
            <a:prstDash val="solid"/>
            <a:round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2541" name="Line 13"/>
          <p:cNvSpPr>
            <a:spLocks noChangeShapeType="1"/>
          </p:cNvSpPr>
          <p:nvPr/>
        </p:nvSpPr>
        <p:spPr bwMode="auto">
          <a:xfrm>
            <a:off x="5394325" y="4814888"/>
            <a:ext cx="22288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2542" name="Line 15"/>
          <p:cNvSpPr>
            <a:spLocks noChangeShapeType="1"/>
          </p:cNvSpPr>
          <p:nvPr/>
        </p:nvSpPr>
        <p:spPr bwMode="auto">
          <a:xfrm>
            <a:off x="5394325" y="5213350"/>
            <a:ext cx="22288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82958" name="Freeform 16"/>
          <p:cNvSpPr/>
          <p:nvPr/>
        </p:nvSpPr>
        <p:spPr bwMode="auto">
          <a:xfrm>
            <a:off x="5541963" y="5094288"/>
            <a:ext cx="1728787" cy="114300"/>
          </a:xfrm>
          <a:custGeom>
            <a:avLst/>
            <a:gdLst>
              <a:gd name="T0" fmla="*/ 0 w 1089"/>
              <a:gd name="T1" fmla="*/ 2147483647 h 72"/>
              <a:gd name="T2" fmla="*/ 0 w 1089"/>
              <a:gd name="T3" fmla="*/ 2147483647 h 72"/>
              <a:gd name="T4" fmla="*/ 2147483647 w 1089"/>
              <a:gd name="T5" fmla="*/ 0 h 72"/>
              <a:gd name="T6" fmla="*/ 2147483647 w 1089"/>
              <a:gd name="T7" fmla="*/ 2147483647 h 7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089" h="72">
                <a:moveTo>
                  <a:pt x="0" y="72"/>
                </a:moveTo>
                <a:lnTo>
                  <a:pt x="0" y="3"/>
                </a:lnTo>
                <a:lnTo>
                  <a:pt x="1089" y="0"/>
                </a:lnTo>
                <a:lnTo>
                  <a:pt x="1089" y="72"/>
                </a:lnTo>
              </a:path>
            </a:pathLst>
          </a:custGeom>
          <a:solidFill>
            <a:srgbClr val="FF0000"/>
          </a:solidFill>
          <a:ln w="19050" cap="flat" cmpd="sng">
            <a:solidFill>
              <a:schemeClr val="tx1"/>
            </a:solidFill>
            <a:prstDash val="solid"/>
            <a:round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grpSp>
        <p:nvGrpSpPr>
          <p:cNvPr id="82959" name="Group 17"/>
          <p:cNvGrpSpPr/>
          <p:nvPr/>
        </p:nvGrpSpPr>
        <p:grpSpPr bwMode="auto">
          <a:xfrm>
            <a:off x="5411788" y="5499100"/>
            <a:ext cx="2228850" cy="119063"/>
            <a:chOff x="1884" y="2826"/>
            <a:chExt cx="1404" cy="75"/>
          </a:xfrm>
        </p:grpSpPr>
        <p:sp>
          <p:nvSpPr>
            <p:cNvPr id="22561" name="Line 18"/>
            <p:cNvSpPr>
              <a:spLocks noChangeShapeType="1"/>
            </p:cNvSpPr>
            <p:nvPr/>
          </p:nvSpPr>
          <p:spPr bwMode="auto">
            <a:xfrm>
              <a:off x="1884" y="2901"/>
              <a:ext cx="140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2977" name="Freeform 19"/>
            <p:cNvSpPr/>
            <p:nvPr/>
          </p:nvSpPr>
          <p:spPr bwMode="auto">
            <a:xfrm>
              <a:off x="1977" y="2826"/>
              <a:ext cx="1089" cy="72"/>
            </a:xfrm>
            <a:custGeom>
              <a:avLst/>
              <a:gdLst>
                <a:gd name="T0" fmla="*/ 0 w 1089"/>
                <a:gd name="T1" fmla="*/ 72 h 72"/>
                <a:gd name="T2" fmla="*/ 0 w 1089"/>
                <a:gd name="T3" fmla="*/ 3 h 72"/>
                <a:gd name="T4" fmla="*/ 1089 w 1089"/>
                <a:gd name="T5" fmla="*/ 0 h 72"/>
                <a:gd name="T6" fmla="*/ 1089 w 1089"/>
                <a:gd name="T7" fmla="*/ 72 h 7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89" h="72">
                  <a:moveTo>
                    <a:pt x="0" y="72"/>
                  </a:moveTo>
                  <a:lnTo>
                    <a:pt x="0" y="3"/>
                  </a:lnTo>
                  <a:lnTo>
                    <a:pt x="1089" y="0"/>
                  </a:lnTo>
                  <a:lnTo>
                    <a:pt x="1089" y="72"/>
                  </a:lnTo>
                </a:path>
              </a:pathLst>
            </a:custGeom>
            <a:solidFill>
              <a:srgbClr val="00CC66"/>
            </a:solidFill>
            <a:ln w="19050" cap="flat" cmpd="sng">
              <a:solidFill>
                <a:schemeClr val="tx1"/>
              </a:solidFill>
              <a:prstDash val="solid"/>
              <a:rou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22545" name="Line 20"/>
          <p:cNvSpPr>
            <a:spLocks noChangeShapeType="1"/>
          </p:cNvSpPr>
          <p:nvPr/>
        </p:nvSpPr>
        <p:spPr bwMode="auto">
          <a:xfrm>
            <a:off x="5441950" y="6024563"/>
            <a:ext cx="22288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2547" name="Text Box 22"/>
          <p:cNvSpPr txBox="1">
            <a:spLocks noChangeArrowheads="1"/>
          </p:cNvSpPr>
          <p:nvPr/>
        </p:nvSpPr>
        <p:spPr bwMode="auto">
          <a:xfrm rot="-5400000">
            <a:off x="3423444" y="5018882"/>
            <a:ext cx="1873250" cy="36671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i="0" dirty="0" smtClean="0">
                <a:latin typeface="Arial" panose="020B0604020202090204" pitchFamily="34" charset="0"/>
                <a:cs typeface="+mn-cs"/>
              </a:rPr>
              <a:t>frequency bands</a:t>
            </a:r>
            <a:endParaRPr lang="en-US" i="0" dirty="0" smtClean="0">
              <a:latin typeface="Arial" panose="020B0604020202090204" pitchFamily="34" charset="0"/>
              <a:cs typeface="+mn-cs"/>
            </a:endParaRPr>
          </a:p>
        </p:txBody>
      </p:sp>
      <p:sp>
        <p:nvSpPr>
          <p:cNvPr id="22548" name="Text Box 23"/>
          <p:cNvSpPr txBox="1">
            <a:spLocks noChangeArrowheads="1"/>
          </p:cNvSpPr>
          <p:nvPr/>
        </p:nvSpPr>
        <p:spPr bwMode="auto">
          <a:xfrm rot="67766">
            <a:off x="7332663" y="3960813"/>
            <a:ext cx="615950" cy="36671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i="0" dirty="0" smtClean="0">
                <a:latin typeface="Arial" panose="020B0604020202090204" pitchFamily="34" charset="0"/>
                <a:cs typeface="+mn-cs"/>
              </a:rPr>
              <a:t>time</a:t>
            </a:r>
            <a:endParaRPr lang="en-US" i="0" dirty="0" smtClean="0">
              <a:latin typeface="Arial" panose="020B0604020202090204" pitchFamily="34" charset="0"/>
              <a:cs typeface="+mn-cs"/>
            </a:endParaRPr>
          </a:p>
        </p:txBody>
      </p:sp>
      <p:sp>
        <p:nvSpPr>
          <p:cNvPr id="82964" name="Freeform 54"/>
          <p:cNvSpPr/>
          <p:nvPr/>
        </p:nvSpPr>
        <p:spPr bwMode="auto">
          <a:xfrm>
            <a:off x="2032000" y="4348163"/>
            <a:ext cx="595313" cy="1538287"/>
          </a:xfrm>
          <a:custGeom>
            <a:avLst/>
            <a:gdLst>
              <a:gd name="T0" fmla="*/ 2147483647 w 375"/>
              <a:gd name="T1" fmla="*/ 0 h 969"/>
              <a:gd name="T2" fmla="*/ 0 w 375"/>
              <a:gd name="T3" fmla="*/ 2147483647 h 969"/>
              <a:gd name="T4" fmla="*/ 2147483647 w 375"/>
              <a:gd name="T5" fmla="*/ 2147483647 h 969"/>
              <a:gd name="T6" fmla="*/ 2147483647 w 375"/>
              <a:gd name="T7" fmla="*/ 0 h 96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375" h="969">
                <a:moveTo>
                  <a:pt x="375" y="0"/>
                </a:moveTo>
                <a:lnTo>
                  <a:pt x="0" y="485"/>
                </a:lnTo>
                <a:lnTo>
                  <a:pt x="375" y="969"/>
                </a:lnTo>
                <a:lnTo>
                  <a:pt x="375" y="0"/>
                </a:lnTo>
                <a:close/>
              </a:path>
            </a:pathLst>
          </a:custGeom>
          <a:gradFill rotWithShape="1">
            <a:gsLst>
              <a:gs pos="0">
                <a:schemeClr val="tx1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/>
          <a:lstStyle/>
          <a:p>
            <a:endParaRPr lang="en-US" dirty="0"/>
          </a:p>
        </p:txBody>
      </p:sp>
      <p:grpSp>
        <p:nvGrpSpPr>
          <p:cNvPr id="82965" name="Group 56"/>
          <p:cNvGrpSpPr/>
          <p:nvPr/>
        </p:nvGrpSpPr>
        <p:grpSpPr bwMode="auto">
          <a:xfrm>
            <a:off x="293688" y="4986338"/>
            <a:ext cx="1666875" cy="314325"/>
            <a:chOff x="1614" y="1494"/>
            <a:chExt cx="1050" cy="198"/>
          </a:xfrm>
        </p:grpSpPr>
        <p:sp>
          <p:nvSpPr>
            <p:cNvPr id="22557" name="Rectangle 57"/>
            <p:cNvSpPr>
              <a:spLocks noChangeArrowheads="1"/>
            </p:cNvSpPr>
            <p:nvPr/>
          </p:nvSpPr>
          <p:spPr bwMode="auto">
            <a:xfrm>
              <a:off x="2358" y="1500"/>
              <a:ext cx="168" cy="17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535610" name="Freeform 58"/>
            <p:cNvSpPr/>
            <p:nvPr/>
          </p:nvSpPr>
          <p:spPr bwMode="auto">
            <a:xfrm>
              <a:off x="1614" y="1494"/>
              <a:ext cx="896" cy="198"/>
            </a:xfrm>
            <a:custGeom>
              <a:avLst/>
              <a:gdLst>
                <a:gd name="T0" fmla="*/ 18 w 896"/>
                <a:gd name="T1" fmla="*/ 0 h 198"/>
                <a:gd name="T2" fmla="*/ 0 w 896"/>
                <a:gd name="T3" fmla="*/ 96 h 198"/>
                <a:gd name="T4" fmla="*/ 18 w 896"/>
                <a:gd name="T5" fmla="*/ 198 h 198"/>
                <a:gd name="T6" fmla="*/ 774 w 896"/>
                <a:gd name="T7" fmla="*/ 198 h 198"/>
                <a:gd name="T8" fmla="*/ 750 w 896"/>
                <a:gd name="T9" fmla="*/ 90 h 198"/>
                <a:gd name="T10" fmla="*/ 774 w 896"/>
                <a:gd name="T11" fmla="*/ 0 h 198"/>
                <a:gd name="T12" fmla="*/ 18 w 896"/>
                <a:gd name="T13" fmla="*/ 0 h 19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96" h="198">
                  <a:moveTo>
                    <a:pt x="18" y="0"/>
                  </a:moveTo>
                  <a:lnTo>
                    <a:pt x="0" y="96"/>
                  </a:lnTo>
                  <a:lnTo>
                    <a:pt x="18" y="198"/>
                  </a:lnTo>
                  <a:lnTo>
                    <a:pt x="774" y="198"/>
                  </a:lnTo>
                  <a:cubicBezTo>
                    <a:pt x="896" y="180"/>
                    <a:pt x="750" y="123"/>
                    <a:pt x="750" y="90"/>
                  </a:cubicBezTo>
                  <a:cubicBezTo>
                    <a:pt x="750" y="57"/>
                    <a:pt x="896" y="15"/>
                    <a:pt x="774" y="0"/>
                  </a:cubicBezTo>
                  <a:lnTo>
                    <a:pt x="18" y="0"/>
                  </a:lnTo>
                  <a:close/>
                </a:path>
              </a:pathLst>
            </a:custGeom>
            <a:gradFill rotWithShape="1">
              <a:gsLst>
                <a:gs pos="0">
                  <a:schemeClr val="tx1"/>
                </a:gs>
                <a:gs pos="50000">
                  <a:schemeClr val="bg1"/>
                </a:gs>
                <a:gs pos="100000">
                  <a:schemeClr val="tx1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22559" name="Oval 59"/>
            <p:cNvSpPr>
              <a:spLocks noChangeArrowheads="1"/>
            </p:cNvSpPr>
            <p:nvPr/>
          </p:nvSpPr>
          <p:spPr bwMode="auto">
            <a:xfrm>
              <a:off x="2502" y="1506"/>
              <a:ext cx="62" cy="16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22560" name="Line 60"/>
            <p:cNvSpPr>
              <a:spLocks noChangeShapeType="1"/>
            </p:cNvSpPr>
            <p:nvPr/>
          </p:nvSpPr>
          <p:spPr bwMode="auto">
            <a:xfrm>
              <a:off x="2526" y="1584"/>
              <a:ext cx="13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sp>
        <p:nvSpPr>
          <p:cNvPr id="82966" name="Freeform 65"/>
          <p:cNvSpPr/>
          <p:nvPr/>
        </p:nvSpPr>
        <p:spPr bwMode="auto">
          <a:xfrm>
            <a:off x="2803525" y="5040313"/>
            <a:ext cx="892175" cy="173037"/>
          </a:xfrm>
          <a:custGeom>
            <a:avLst/>
            <a:gdLst>
              <a:gd name="T0" fmla="*/ 2147483647 w 562"/>
              <a:gd name="T1" fmla="*/ 2147483647 h 266"/>
              <a:gd name="T2" fmla="*/ 2147483647 w 562"/>
              <a:gd name="T3" fmla="*/ 2147483647 h 266"/>
              <a:gd name="T4" fmla="*/ 2147483647 w 562"/>
              <a:gd name="T5" fmla="*/ 2147483647 h 266"/>
              <a:gd name="T6" fmla="*/ 2147483647 w 562"/>
              <a:gd name="T7" fmla="*/ 0 h 266"/>
              <a:gd name="T8" fmla="*/ 2147483647 w 562"/>
              <a:gd name="T9" fmla="*/ 2147483647 h 266"/>
              <a:gd name="T10" fmla="*/ 2147483647 w 562"/>
              <a:gd name="T11" fmla="*/ 2147483647 h 266"/>
              <a:gd name="T12" fmla="*/ 2147483647 w 562"/>
              <a:gd name="T13" fmla="*/ 2147483647 h 266"/>
              <a:gd name="T14" fmla="*/ 2147483647 w 562"/>
              <a:gd name="T15" fmla="*/ 2147483647 h 266"/>
              <a:gd name="T16" fmla="*/ 2147483647 w 562"/>
              <a:gd name="T17" fmla="*/ 2147483647 h 266"/>
              <a:gd name="T18" fmla="*/ 2147483647 w 562"/>
              <a:gd name="T19" fmla="*/ 2147483647 h 266"/>
              <a:gd name="T20" fmla="*/ 2147483647 w 562"/>
              <a:gd name="T21" fmla="*/ 2147483647 h 26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562" h="266">
                <a:moveTo>
                  <a:pt x="4" y="264"/>
                </a:moveTo>
                <a:cubicBezTo>
                  <a:pt x="4" y="212"/>
                  <a:pt x="0" y="4"/>
                  <a:pt x="52" y="6"/>
                </a:cubicBezTo>
                <a:cubicBezTo>
                  <a:pt x="106" y="4"/>
                  <a:pt x="58" y="266"/>
                  <a:pt x="108" y="266"/>
                </a:cubicBezTo>
                <a:cubicBezTo>
                  <a:pt x="158" y="266"/>
                  <a:pt x="126" y="0"/>
                  <a:pt x="174" y="0"/>
                </a:cubicBezTo>
                <a:cubicBezTo>
                  <a:pt x="222" y="0"/>
                  <a:pt x="184" y="266"/>
                  <a:pt x="228" y="264"/>
                </a:cubicBezTo>
                <a:cubicBezTo>
                  <a:pt x="272" y="262"/>
                  <a:pt x="244" y="8"/>
                  <a:pt x="288" y="8"/>
                </a:cubicBezTo>
                <a:cubicBezTo>
                  <a:pt x="332" y="8"/>
                  <a:pt x="304" y="266"/>
                  <a:pt x="354" y="266"/>
                </a:cubicBezTo>
                <a:cubicBezTo>
                  <a:pt x="404" y="266"/>
                  <a:pt x="336" y="8"/>
                  <a:pt x="402" y="8"/>
                </a:cubicBezTo>
                <a:cubicBezTo>
                  <a:pt x="468" y="8"/>
                  <a:pt x="416" y="266"/>
                  <a:pt x="464" y="264"/>
                </a:cubicBezTo>
                <a:cubicBezTo>
                  <a:pt x="512" y="262"/>
                  <a:pt x="450" y="4"/>
                  <a:pt x="506" y="6"/>
                </a:cubicBezTo>
                <a:cubicBezTo>
                  <a:pt x="562" y="8"/>
                  <a:pt x="546" y="192"/>
                  <a:pt x="556" y="266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endParaRPr lang="en-US" dirty="0"/>
          </a:p>
        </p:txBody>
      </p:sp>
      <p:sp>
        <p:nvSpPr>
          <p:cNvPr id="82967" name="Freeform 66"/>
          <p:cNvSpPr/>
          <p:nvPr/>
        </p:nvSpPr>
        <p:spPr bwMode="auto">
          <a:xfrm>
            <a:off x="2846388" y="4270375"/>
            <a:ext cx="427037" cy="219075"/>
          </a:xfrm>
          <a:custGeom>
            <a:avLst/>
            <a:gdLst>
              <a:gd name="T0" fmla="*/ 2147483647 w 562"/>
              <a:gd name="T1" fmla="*/ 2147483647 h 266"/>
              <a:gd name="T2" fmla="*/ 2147483647 w 562"/>
              <a:gd name="T3" fmla="*/ 2147483647 h 266"/>
              <a:gd name="T4" fmla="*/ 2147483647 w 562"/>
              <a:gd name="T5" fmla="*/ 2147483647 h 266"/>
              <a:gd name="T6" fmla="*/ 2147483647 w 562"/>
              <a:gd name="T7" fmla="*/ 0 h 266"/>
              <a:gd name="T8" fmla="*/ 2147483647 w 562"/>
              <a:gd name="T9" fmla="*/ 2147483647 h 266"/>
              <a:gd name="T10" fmla="*/ 2147483647 w 562"/>
              <a:gd name="T11" fmla="*/ 2147483647 h 266"/>
              <a:gd name="T12" fmla="*/ 2147483647 w 562"/>
              <a:gd name="T13" fmla="*/ 2147483647 h 266"/>
              <a:gd name="T14" fmla="*/ 2147483647 w 562"/>
              <a:gd name="T15" fmla="*/ 2147483647 h 266"/>
              <a:gd name="T16" fmla="*/ 2147483647 w 562"/>
              <a:gd name="T17" fmla="*/ 2147483647 h 266"/>
              <a:gd name="T18" fmla="*/ 2147483647 w 562"/>
              <a:gd name="T19" fmla="*/ 2147483647 h 266"/>
              <a:gd name="T20" fmla="*/ 2147483647 w 562"/>
              <a:gd name="T21" fmla="*/ 2147483647 h 26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562" h="266">
                <a:moveTo>
                  <a:pt x="4" y="264"/>
                </a:moveTo>
                <a:cubicBezTo>
                  <a:pt x="4" y="212"/>
                  <a:pt x="0" y="4"/>
                  <a:pt x="52" y="6"/>
                </a:cubicBezTo>
                <a:cubicBezTo>
                  <a:pt x="106" y="4"/>
                  <a:pt x="58" y="266"/>
                  <a:pt x="108" y="266"/>
                </a:cubicBezTo>
                <a:cubicBezTo>
                  <a:pt x="158" y="266"/>
                  <a:pt x="126" y="0"/>
                  <a:pt x="174" y="0"/>
                </a:cubicBezTo>
                <a:cubicBezTo>
                  <a:pt x="222" y="0"/>
                  <a:pt x="184" y="266"/>
                  <a:pt x="228" y="264"/>
                </a:cubicBezTo>
                <a:cubicBezTo>
                  <a:pt x="272" y="262"/>
                  <a:pt x="244" y="8"/>
                  <a:pt x="288" y="8"/>
                </a:cubicBezTo>
                <a:cubicBezTo>
                  <a:pt x="332" y="8"/>
                  <a:pt x="304" y="266"/>
                  <a:pt x="354" y="266"/>
                </a:cubicBezTo>
                <a:cubicBezTo>
                  <a:pt x="404" y="266"/>
                  <a:pt x="336" y="8"/>
                  <a:pt x="402" y="8"/>
                </a:cubicBezTo>
                <a:cubicBezTo>
                  <a:pt x="468" y="8"/>
                  <a:pt x="416" y="266"/>
                  <a:pt x="464" y="264"/>
                </a:cubicBezTo>
                <a:cubicBezTo>
                  <a:pt x="512" y="262"/>
                  <a:pt x="450" y="4"/>
                  <a:pt x="506" y="6"/>
                </a:cubicBezTo>
                <a:cubicBezTo>
                  <a:pt x="562" y="8"/>
                  <a:pt x="546" y="192"/>
                  <a:pt x="556" y="266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endParaRPr lang="en-US" dirty="0"/>
          </a:p>
        </p:txBody>
      </p:sp>
      <p:sp>
        <p:nvSpPr>
          <p:cNvPr id="82968" name="Freeform 68"/>
          <p:cNvSpPr/>
          <p:nvPr/>
        </p:nvSpPr>
        <p:spPr bwMode="auto">
          <a:xfrm>
            <a:off x="2755900" y="6069013"/>
            <a:ext cx="989013" cy="185737"/>
          </a:xfrm>
          <a:custGeom>
            <a:avLst/>
            <a:gdLst>
              <a:gd name="T0" fmla="*/ 2147483647 w 623"/>
              <a:gd name="T1" fmla="*/ 2147483647 h 117"/>
              <a:gd name="T2" fmla="*/ 2147483647 w 623"/>
              <a:gd name="T3" fmla="*/ 2147483647 h 117"/>
              <a:gd name="T4" fmla="*/ 2147483647 w 623"/>
              <a:gd name="T5" fmla="*/ 2147483647 h 117"/>
              <a:gd name="T6" fmla="*/ 2147483647 w 623"/>
              <a:gd name="T7" fmla="*/ 0 h 117"/>
              <a:gd name="T8" fmla="*/ 2147483647 w 623"/>
              <a:gd name="T9" fmla="*/ 2147483647 h 117"/>
              <a:gd name="T10" fmla="*/ 2147483647 w 623"/>
              <a:gd name="T11" fmla="*/ 2147483647 h 11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623" h="117">
                <a:moveTo>
                  <a:pt x="20" y="113"/>
                </a:moveTo>
                <a:cubicBezTo>
                  <a:pt x="44" y="68"/>
                  <a:pt x="0" y="1"/>
                  <a:pt x="114" y="2"/>
                </a:cubicBezTo>
                <a:cubicBezTo>
                  <a:pt x="233" y="1"/>
                  <a:pt x="144" y="114"/>
                  <a:pt x="256" y="114"/>
                </a:cubicBezTo>
                <a:cubicBezTo>
                  <a:pt x="368" y="114"/>
                  <a:pt x="288" y="0"/>
                  <a:pt x="394" y="0"/>
                </a:cubicBezTo>
                <a:cubicBezTo>
                  <a:pt x="500" y="0"/>
                  <a:pt x="421" y="117"/>
                  <a:pt x="522" y="116"/>
                </a:cubicBezTo>
                <a:cubicBezTo>
                  <a:pt x="623" y="115"/>
                  <a:pt x="570" y="64"/>
                  <a:pt x="616" y="1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endParaRPr lang="en-US" dirty="0"/>
          </a:p>
        </p:txBody>
      </p:sp>
      <p:sp>
        <p:nvSpPr>
          <p:cNvPr id="22554" name="Text Box 69"/>
          <p:cNvSpPr txBox="1">
            <a:spLocks noChangeArrowheads="1"/>
          </p:cNvSpPr>
          <p:nvPr/>
        </p:nvSpPr>
        <p:spPr bwMode="auto">
          <a:xfrm>
            <a:off x="442913" y="5699125"/>
            <a:ext cx="1289050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i="0" dirty="0" smtClean="0">
                <a:latin typeface="Arial" panose="020B0604020202090204" pitchFamily="34" charset="0"/>
                <a:cs typeface="+mn-cs"/>
              </a:rPr>
              <a:t>FDM cable</a:t>
            </a:r>
            <a:endParaRPr lang="en-US" i="0" dirty="0" smtClean="0">
              <a:latin typeface="Arial" panose="020B0604020202090204" pitchFamily="34" charset="0"/>
              <a:cs typeface="+mn-cs"/>
            </a:endParaRPr>
          </a:p>
        </p:txBody>
      </p:sp>
      <p:pic>
        <p:nvPicPr>
          <p:cNvPr id="82970" name="Picture 73" descr="underline_base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1003300"/>
            <a:ext cx="8228013" cy="173038"/>
          </a:xfrm>
          <a:prstGeom prst="rect">
            <a:avLst/>
          </a:prstGeom>
          <a:noFill/>
          <a:ln>
            <a:noFill/>
          </a:ln>
        </p:spPr>
      </p:pic>
      <p:sp>
        <p:nvSpPr>
          <p:cNvPr id="22556" name="Rectangle 74"/>
          <p:cNvSpPr>
            <a:spLocks noGrp="1" noChangeArrowheads="1"/>
          </p:cNvSpPr>
          <p:nvPr>
            <p:ph type="title"/>
          </p:nvPr>
        </p:nvSpPr>
        <p:spPr>
          <a:xfrm>
            <a:off x="230188" y="206375"/>
            <a:ext cx="8629650" cy="1143000"/>
          </a:xfrm>
        </p:spPr>
        <p:txBody>
          <a:bodyPr/>
          <a:lstStyle/>
          <a:p>
            <a:pPr>
              <a:defRPr/>
            </a:pPr>
            <a:r>
              <a:rPr lang="en-US" sz="3600" dirty="0">
                <a:latin typeface="Gill Sans MT" pitchFamily="34" charset="0"/>
                <a:cs typeface="+mj-cs"/>
              </a:rPr>
              <a:t>Channel partitioning MAC protocols: FDMA</a:t>
            </a:r>
            <a:endParaRPr lang="en-US" sz="3600" dirty="0">
              <a:latin typeface="Gill Sans MT" pitchFamily="34" charset="0"/>
              <a:cs typeface="+mj-cs"/>
            </a:endParaRPr>
          </a:p>
        </p:txBody>
      </p:sp>
      <p:sp>
        <p:nvSpPr>
          <p:cNvPr id="3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r>
              <a:rPr lang="en-US" sz="1200" dirty="0">
                <a:latin typeface="Tahoma" panose="020B0604030504040204" charset="0"/>
              </a:rPr>
              <a:t>6</a:t>
            </a:r>
            <a:r>
              <a:rPr lang="en-US" sz="1200" dirty="0" smtClean="0">
                <a:latin typeface="Tahoma" panose="020B0604030504040204" charset="0"/>
              </a:rPr>
              <a:t>-</a:t>
            </a:r>
            <a:fld id="{8E8C6E93-DF5B-BC4B-80F9-500DED1EEDCC}" type="slidenum">
              <a:rPr lang="en-US" sz="1200">
                <a:latin typeface="Tahoma" panose="020B0604030504040204" charset="0"/>
              </a:rPr>
            </a:fld>
            <a:endParaRPr lang="en-US" sz="1200" dirty="0">
              <a:latin typeface="Tahoma" panose="020B0604030504040204" charset="0"/>
            </a:endParaRPr>
          </a:p>
        </p:txBody>
      </p:sp>
      <p:sp>
        <p:nvSpPr>
          <p:cNvPr id="36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pPr algn="r"/>
            <a:r>
              <a:rPr lang="en-US" sz="1200" dirty="0" smtClean="0">
                <a:solidFill>
                  <a:srgbClr val="000000"/>
                </a:solidFill>
                <a:latin typeface="Tahoma" panose="020B0604030504040204" charset="0"/>
                <a:cs typeface="Arial" panose="020B0604020202090204" pitchFamily="34" charset="0"/>
              </a:rPr>
              <a:t>Link Layer and LANs</a:t>
            </a:r>
            <a:endParaRPr lang="en-US" sz="1200" dirty="0">
              <a:solidFill>
                <a:srgbClr val="000000"/>
              </a:solidFill>
              <a:latin typeface="Tahoma" panose="020B060403050404020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Gill Sans MT" pitchFamily="34" charset="0"/>
                <a:cs typeface="+mj-cs"/>
              </a:rPr>
              <a:t>Random access protocols</a:t>
            </a:r>
            <a:endParaRPr lang="en-US" dirty="0">
              <a:latin typeface="Gill Sans MT" pitchFamily="34" charset="0"/>
              <a:cs typeface="+mj-cs"/>
            </a:endParaRPr>
          </a:p>
        </p:txBody>
      </p:sp>
      <p:sp>
        <p:nvSpPr>
          <p:cNvPr id="2355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544638"/>
            <a:ext cx="7772400" cy="4648200"/>
          </a:xfrm>
        </p:spPr>
        <p:txBody>
          <a:bodyPr/>
          <a:lstStyle/>
          <a:p>
            <a:pPr>
              <a:lnSpc>
                <a:spcPct val="75000"/>
              </a:lnSpc>
              <a:defRPr/>
            </a:pPr>
            <a:r>
              <a:rPr lang="en-US" dirty="0">
                <a:latin typeface="Gill Sans MT" pitchFamily="34" charset="0"/>
                <a:cs typeface="+mn-cs"/>
              </a:rPr>
              <a:t>when node has packet to send</a:t>
            </a:r>
            <a:endParaRPr lang="en-US" dirty="0">
              <a:latin typeface="Gill Sans MT" pitchFamily="34" charset="0"/>
              <a:cs typeface="+mn-cs"/>
            </a:endParaRPr>
          </a:p>
          <a:p>
            <a:pPr lvl="1">
              <a:lnSpc>
                <a:spcPct val="75000"/>
              </a:lnSpc>
              <a:defRPr/>
            </a:pPr>
            <a:r>
              <a:rPr lang="en-US" dirty="0">
                <a:latin typeface="Gill Sans MT" pitchFamily="34" charset="0"/>
              </a:rPr>
              <a:t>transmit at full channel data rate R.</a:t>
            </a:r>
            <a:endParaRPr lang="en-US" dirty="0">
              <a:latin typeface="Gill Sans MT" pitchFamily="34" charset="0"/>
            </a:endParaRPr>
          </a:p>
          <a:p>
            <a:pPr lvl="1">
              <a:lnSpc>
                <a:spcPct val="75000"/>
              </a:lnSpc>
              <a:defRPr/>
            </a:pPr>
            <a:r>
              <a:rPr lang="en-US" dirty="0">
                <a:latin typeface="Gill Sans MT" pitchFamily="34" charset="0"/>
              </a:rPr>
              <a:t>no </a:t>
            </a:r>
            <a:r>
              <a:rPr lang="en-US" i="1" dirty="0">
                <a:latin typeface="Gill Sans MT" pitchFamily="34" charset="0"/>
              </a:rPr>
              <a:t>a priori</a:t>
            </a:r>
            <a:r>
              <a:rPr lang="en-US" dirty="0">
                <a:latin typeface="Gill Sans MT" pitchFamily="34" charset="0"/>
              </a:rPr>
              <a:t> coordination among nodes</a:t>
            </a:r>
            <a:endParaRPr lang="en-US" dirty="0">
              <a:latin typeface="Gill Sans MT" pitchFamily="34" charset="0"/>
            </a:endParaRPr>
          </a:p>
          <a:p>
            <a:pPr>
              <a:lnSpc>
                <a:spcPct val="75000"/>
              </a:lnSpc>
              <a:defRPr/>
            </a:pPr>
            <a:r>
              <a:rPr lang="en-US" dirty="0">
                <a:latin typeface="Gill Sans MT" pitchFamily="34" charset="0"/>
                <a:cs typeface="+mn-cs"/>
              </a:rPr>
              <a:t>two or more transmitting nodes </a:t>
            </a:r>
            <a:r>
              <a:rPr lang="en-US" dirty="0">
                <a:latin typeface="MS Mincho" charset="0"/>
                <a:ea typeface="MS Mincho" charset="0"/>
                <a:cs typeface="MS Mincho" charset="0"/>
              </a:rPr>
              <a:t>➜</a:t>
            </a:r>
            <a:r>
              <a:rPr lang="en-US" dirty="0">
                <a:latin typeface="Gill Sans MT" pitchFamily="34" charset="0"/>
                <a:cs typeface="+mn-cs"/>
              </a:rPr>
              <a:t> </a:t>
            </a:r>
            <a:r>
              <a:rPr lang="ja-JP" altLang="en-US">
                <a:latin typeface="Gill Sans MT" pitchFamily="34" charset="0"/>
                <a:cs typeface="+mn-cs"/>
              </a:rPr>
              <a:t>“</a:t>
            </a:r>
            <a:r>
              <a:rPr lang="en-US" dirty="0">
                <a:latin typeface="Gill Sans MT" pitchFamily="34" charset="0"/>
                <a:cs typeface="+mn-cs"/>
              </a:rPr>
              <a:t>collision</a:t>
            </a:r>
            <a:r>
              <a:rPr lang="ja-JP" altLang="en-US">
                <a:latin typeface="Gill Sans MT" pitchFamily="34" charset="0"/>
                <a:cs typeface="+mn-cs"/>
              </a:rPr>
              <a:t>”</a:t>
            </a:r>
            <a:r>
              <a:rPr lang="en-US" dirty="0">
                <a:latin typeface="Gill Sans MT" pitchFamily="34" charset="0"/>
                <a:cs typeface="+mn-cs"/>
              </a:rPr>
              <a:t>,</a:t>
            </a:r>
            <a:endParaRPr lang="en-US" dirty="0">
              <a:latin typeface="Gill Sans MT" pitchFamily="34" charset="0"/>
              <a:cs typeface="+mn-cs"/>
            </a:endParaRPr>
          </a:p>
          <a:p>
            <a:pPr>
              <a:lnSpc>
                <a:spcPct val="75000"/>
              </a:lnSpc>
              <a:defRPr/>
            </a:pPr>
            <a:r>
              <a:rPr lang="en-US" dirty="0">
                <a:solidFill>
                  <a:srgbClr val="CC0000"/>
                </a:solidFill>
                <a:latin typeface="Gill Sans MT" pitchFamily="34" charset="0"/>
                <a:cs typeface="+mn-cs"/>
              </a:rPr>
              <a:t>random access MAC protocol</a:t>
            </a:r>
            <a:r>
              <a:rPr lang="en-US" dirty="0">
                <a:latin typeface="Gill Sans MT" pitchFamily="34" charset="0"/>
                <a:cs typeface="+mn-cs"/>
              </a:rPr>
              <a:t> specifies: </a:t>
            </a:r>
            <a:endParaRPr lang="en-US" dirty="0">
              <a:latin typeface="Gill Sans MT" pitchFamily="34" charset="0"/>
              <a:cs typeface="+mn-cs"/>
            </a:endParaRPr>
          </a:p>
          <a:p>
            <a:pPr lvl="1">
              <a:lnSpc>
                <a:spcPct val="75000"/>
              </a:lnSpc>
              <a:defRPr/>
            </a:pPr>
            <a:r>
              <a:rPr lang="en-US" dirty="0">
                <a:latin typeface="Gill Sans MT" pitchFamily="34" charset="0"/>
              </a:rPr>
              <a:t>how to detect collisions</a:t>
            </a:r>
            <a:endParaRPr lang="en-US" dirty="0">
              <a:latin typeface="Gill Sans MT" pitchFamily="34" charset="0"/>
            </a:endParaRPr>
          </a:p>
          <a:p>
            <a:pPr lvl="1">
              <a:lnSpc>
                <a:spcPct val="75000"/>
              </a:lnSpc>
              <a:defRPr/>
            </a:pPr>
            <a:r>
              <a:rPr lang="en-US" dirty="0">
                <a:latin typeface="Gill Sans MT" pitchFamily="34" charset="0"/>
              </a:rPr>
              <a:t>how to recover from collisions (e.g., via delayed retransmissions)</a:t>
            </a:r>
            <a:endParaRPr lang="en-US" dirty="0">
              <a:latin typeface="Gill Sans MT" pitchFamily="34" charset="0"/>
            </a:endParaRPr>
          </a:p>
          <a:p>
            <a:pPr>
              <a:lnSpc>
                <a:spcPct val="75000"/>
              </a:lnSpc>
              <a:defRPr/>
            </a:pPr>
            <a:r>
              <a:rPr lang="en-US" dirty="0">
                <a:latin typeface="Gill Sans MT" pitchFamily="34" charset="0"/>
                <a:cs typeface="+mn-cs"/>
              </a:rPr>
              <a:t>examples of random access MAC protocols:</a:t>
            </a:r>
            <a:endParaRPr lang="en-US" dirty="0">
              <a:latin typeface="Gill Sans MT" pitchFamily="34" charset="0"/>
              <a:cs typeface="+mn-cs"/>
            </a:endParaRPr>
          </a:p>
          <a:p>
            <a:pPr lvl="1">
              <a:lnSpc>
                <a:spcPct val="75000"/>
              </a:lnSpc>
              <a:defRPr/>
            </a:pPr>
            <a:r>
              <a:rPr lang="en-US" dirty="0">
                <a:latin typeface="Gill Sans MT" pitchFamily="34" charset="0"/>
              </a:rPr>
              <a:t>slotted ALOHA</a:t>
            </a:r>
            <a:endParaRPr lang="en-US" dirty="0">
              <a:latin typeface="Gill Sans MT" pitchFamily="34" charset="0"/>
            </a:endParaRPr>
          </a:p>
          <a:p>
            <a:pPr lvl="1">
              <a:lnSpc>
                <a:spcPct val="75000"/>
              </a:lnSpc>
              <a:defRPr/>
            </a:pPr>
            <a:r>
              <a:rPr lang="en-US" dirty="0">
                <a:latin typeface="Gill Sans MT" pitchFamily="34" charset="0"/>
              </a:rPr>
              <a:t>ALOHA</a:t>
            </a:r>
            <a:endParaRPr lang="en-US" dirty="0">
              <a:latin typeface="Gill Sans MT" pitchFamily="34" charset="0"/>
            </a:endParaRPr>
          </a:p>
          <a:p>
            <a:pPr lvl="1">
              <a:lnSpc>
                <a:spcPct val="75000"/>
              </a:lnSpc>
              <a:defRPr/>
            </a:pPr>
            <a:r>
              <a:rPr lang="en-US" dirty="0">
                <a:latin typeface="Gill Sans MT" pitchFamily="34" charset="0"/>
              </a:rPr>
              <a:t>CSMA, CSMA/CD, CSMA/CA</a:t>
            </a:r>
            <a:endParaRPr lang="en-US" dirty="0">
              <a:latin typeface="Gill Sans MT" pitchFamily="34" charset="0"/>
            </a:endParaRPr>
          </a:p>
        </p:txBody>
      </p:sp>
      <p:pic>
        <p:nvPicPr>
          <p:cNvPr id="84997" name="Picture 4" descr="underline_base"/>
          <p:cNvPicPr>
            <a:picLocks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850" y="1039813"/>
            <a:ext cx="5942013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r>
              <a:rPr lang="en-US" sz="1200" dirty="0">
                <a:latin typeface="Tahoma" panose="020B0604030504040204" charset="0"/>
              </a:rPr>
              <a:t>6</a:t>
            </a:r>
            <a:r>
              <a:rPr lang="en-US" sz="1200" dirty="0" smtClean="0">
                <a:latin typeface="Tahoma" panose="020B0604030504040204" charset="0"/>
              </a:rPr>
              <a:t>-</a:t>
            </a:r>
            <a:fld id="{8E8C6E93-DF5B-BC4B-80F9-500DED1EEDCC}" type="slidenum">
              <a:rPr lang="en-US" sz="1200">
                <a:latin typeface="Tahoma" panose="020B0604030504040204" charset="0"/>
              </a:rPr>
            </a:fld>
            <a:endParaRPr lang="en-US" sz="1200" dirty="0">
              <a:latin typeface="Tahoma" panose="020B0604030504040204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pPr algn="r"/>
            <a:r>
              <a:rPr lang="en-US" sz="1200" dirty="0" smtClean="0">
                <a:solidFill>
                  <a:srgbClr val="000000"/>
                </a:solidFill>
                <a:latin typeface="Tahoma" panose="020B0604030504040204" charset="0"/>
                <a:cs typeface="Arial" panose="020B0604020202090204" pitchFamily="34" charset="0"/>
              </a:rPr>
              <a:t>Link Layer and LANs</a:t>
            </a:r>
            <a:endParaRPr lang="en-US" sz="1200" dirty="0">
              <a:solidFill>
                <a:srgbClr val="000000"/>
              </a:solidFill>
              <a:latin typeface="Tahoma" panose="020B060403050404020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06363"/>
            <a:ext cx="4954588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pitchFamily="34" charset="0"/>
                <a:cs typeface="+mj-cs"/>
              </a:rPr>
              <a:t>Slotted </a:t>
            </a:r>
            <a:r>
              <a:rPr lang="en-US" sz="4000" dirty="0">
                <a:latin typeface="Gill Sans MT" pitchFamily="34" charset="0"/>
                <a:cs typeface="+mj-cs"/>
              </a:rPr>
              <a:t>ALOHA</a:t>
            </a:r>
            <a:endParaRPr lang="en-US" sz="4000" dirty="0">
              <a:latin typeface="Gill Sans MT" pitchFamily="34" charset="0"/>
              <a:cs typeface="+mj-cs"/>
            </a:endParaRPr>
          </a:p>
        </p:txBody>
      </p:sp>
      <p:sp>
        <p:nvSpPr>
          <p:cNvPr id="2458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54038" y="1522413"/>
            <a:ext cx="3989387" cy="4648200"/>
          </a:xfrm>
        </p:spPr>
        <p:txBody>
          <a:bodyPr/>
          <a:lstStyle/>
          <a:p>
            <a:pPr>
              <a:buFont typeface="Wingdings" panose="05000000000000000000" charset="0"/>
              <a:buNone/>
              <a:defRPr/>
            </a:pPr>
            <a:r>
              <a:rPr lang="en-US" i="1" dirty="0">
                <a:solidFill>
                  <a:srgbClr val="CC0000"/>
                </a:solidFill>
                <a:latin typeface="Gill Sans MT" pitchFamily="34" charset="0"/>
                <a:cs typeface="+mn-cs"/>
              </a:rPr>
              <a:t>assumptions:</a:t>
            </a:r>
            <a:endParaRPr lang="en-US" i="1" dirty="0">
              <a:solidFill>
                <a:srgbClr val="CC0000"/>
              </a:solidFill>
              <a:latin typeface="Gill Sans MT" pitchFamily="34" charset="0"/>
              <a:cs typeface="+mn-cs"/>
            </a:endParaRPr>
          </a:p>
          <a:p>
            <a:pPr>
              <a:defRPr/>
            </a:pPr>
            <a:r>
              <a:rPr lang="en-US" sz="2400" dirty="0">
                <a:latin typeface="Gill Sans MT" pitchFamily="34" charset="0"/>
                <a:cs typeface="+mn-cs"/>
              </a:rPr>
              <a:t>all frames same size</a:t>
            </a:r>
            <a:endParaRPr lang="en-US" sz="2400" dirty="0">
              <a:latin typeface="Gill Sans MT" pitchFamily="34" charset="0"/>
              <a:cs typeface="+mn-cs"/>
            </a:endParaRPr>
          </a:p>
          <a:p>
            <a:pPr>
              <a:defRPr/>
            </a:pPr>
            <a:r>
              <a:rPr lang="en-US" sz="2400" dirty="0">
                <a:latin typeface="Gill Sans MT" pitchFamily="34" charset="0"/>
                <a:cs typeface="+mn-cs"/>
              </a:rPr>
              <a:t>time divided into equal size slots (time to transmit 1 frame)</a:t>
            </a:r>
            <a:endParaRPr lang="en-US" sz="2400" dirty="0">
              <a:latin typeface="Gill Sans MT" pitchFamily="34" charset="0"/>
              <a:cs typeface="+mn-cs"/>
            </a:endParaRPr>
          </a:p>
          <a:p>
            <a:pPr>
              <a:defRPr/>
            </a:pPr>
            <a:r>
              <a:rPr lang="en-US" sz="2400" dirty="0">
                <a:latin typeface="Gill Sans MT" pitchFamily="34" charset="0"/>
                <a:cs typeface="+mn-cs"/>
              </a:rPr>
              <a:t>nodes start to transmit only slot beginning </a:t>
            </a:r>
            <a:endParaRPr lang="en-US" sz="2400" dirty="0">
              <a:latin typeface="Gill Sans MT" pitchFamily="34" charset="0"/>
              <a:cs typeface="+mn-cs"/>
            </a:endParaRPr>
          </a:p>
          <a:p>
            <a:pPr>
              <a:defRPr/>
            </a:pPr>
            <a:r>
              <a:rPr lang="en-US" sz="2400" dirty="0">
                <a:latin typeface="Gill Sans MT" pitchFamily="34" charset="0"/>
                <a:cs typeface="+mn-cs"/>
              </a:rPr>
              <a:t>nodes are synchronized</a:t>
            </a:r>
            <a:endParaRPr lang="en-US" sz="2400" dirty="0">
              <a:latin typeface="Gill Sans MT" pitchFamily="34" charset="0"/>
              <a:cs typeface="+mn-cs"/>
            </a:endParaRPr>
          </a:p>
          <a:p>
            <a:pPr>
              <a:defRPr/>
            </a:pPr>
            <a:r>
              <a:rPr lang="en-US" sz="2400" dirty="0">
                <a:latin typeface="Gill Sans MT" pitchFamily="34" charset="0"/>
                <a:cs typeface="+mn-cs"/>
              </a:rPr>
              <a:t>if 2 or more nodes transmit in slot, all nodes detect collision</a:t>
            </a:r>
            <a:endParaRPr lang="en-US" sz="2400" dirty="0">
              <a:latin typeface="Gill Sans MT" pitchFamily="34" charset="0"/>
              <a:cs typeface="+mn-cs"/>
            </a:endParaRPr>
          </a:p>
        </p:txBody>
      </p:sp>
      <p:sp>
        <p:nvSpPr>
          <p:cNvPr id="311300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495800" y="1500188"/>
            <a:ext cx="4332288" cy="4648200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charset="0"/>
              <a:buNone/>
              <a:defRPr/>
            </a:pPr>
            <a:r>
              <a:rPr lang="en-US" i="1" dirty="0">
                <a:solidFill>
                  <a:srgbClr val="CC0000"/>
                </a:solidFill>
                <a:latin typeface="Gill Sans MT" pitchFamily="34" charset="0"/>
                <a:cs typeface="+mn-cs"/>
              </a:rPr>
              <a:t>operation:</a:t>
            </a:r>
            <a:endParaRPr lang="en-US" i="1" dirty="0">
              <a:solidFill>
                <a:srgbClr val="CC0000"/>
              </a:solidFill>
              <a:latin typeface="Gill Sans MT" pitchFamily="34" charset="0"/>
              <a:cs typeface="+mn-cs"/>
            </a:endParaRPr>
          </a:p>
          <a:p>
            <a:pPr>
              <a:lnSpc>
                <a:spcPct val="90000"/>
              </a:lnSpc>
              <a:defRPr/>
            </a:pPr>
            <a:r>
              <a:rPr lang="en-US" sz="2400" dirty="0">
                <a:latin typeface="Gill Sans MT" pitchFamily="34" charset="0"/>
                <a:cs typeface="+mn-cs"/>
              </a:rPr>
              <a:t>when node obtains fresh frame, transmits in next slot</a:t>
            </a:r>
            <a:endParaRPr lang="en-US" sz="2400" dirty="0">
              <a:latin typeface="Gill Sans MT" pitchFamily="34" charset="0"/>
              <a:cs typeface="+mn-cs"/>
            </a:endParaRPr>
          </a:p>
          <a:p>
            <a:pPr lvl="1">
              <a:lnSpc>
                <a:spcPct val="90000"/>
              </a:lnSpc>
              <a:defRPr/>
            </a:pPr>
            <a:r>
              <a:rPr lang="en-US" i="1" dirty="0">
                <a:latin typeface="Gill Sans MT" pitchFamily="34" charset="0"/>
              </a:rPr>
              <a:t>if no collision:</a:t>
            </a:r>
            <a:r>
              <a:rPr lang="en-US" dirty="0">
                <a:latin typeface="Gill Sans MT" pitchFamily="34" charset="0"/>
              </a:rPr>
              <a:t> node can send new frame in next slot</a:t>
            </a:r>
            <a:endParaRPr lang="en-US" dirty="0">
              <a:latin typeface="Gill Sans MT" pitchFamily="34" charset="0"/>
            </a:endParaRPr>
          </a:p>
          <a:p>
            <a:pPr lvl="1">
              <a:lnSpc>
                <a:spcPct val="90000"/>
              </a:lnSpc>
              <a:defRPr/>
            </a:pPr>
            <a:r>
              <a:rPr lang="en-US" i="1" dirty="0">
                <a:latin typeface="Gill Sans MT" pitchFamily="34" charset="0"/>
              </a:rPr>
              <a:t>if collision:</a:t>
            </a:r>
            <a:r>
              <a:rPr lang="en-US" dirty="0">
                <a:latin typeface="Gill Sans MT" pitchFamily="34" charset="0"/>
              </a:rPr>
              <a:t> node retransmits frame in each subsequent slot with prob. p until success</a:t>
            </a:r>
            <a:endParaRPr lang="en-US" dirty="0">
              <a:latin typeface="Gill Sans MT" pitchFamily="34" charset="0"/>
            </a:endParaRPr>
          </a:p>
        </p:txBody>
      </p:sp>
      <p:pic>
        <p:nvPicPr>
          <p:cNvPr id="87046" name="Picture 7" descr="underline_base"/>
          <p:cNvPicPr>
            <a:picLocks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900" y="920750"/>
            <a:ext cx="3656013" cy="173038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r>
              <a:rPr lang="en-US" sz="1200" dirty="0">
                <a:latin typeface="Tahoma" panose="020B0604030504040204" charset="0"/>
              </a:rPr>
              <a:t>6</a:t>
            </a:r>
            <a:r>
              <a:rPr lang="en-US" sz="1200" dirty="0" smtClean="0">
                <a:latin typeface="Tahoma" panose="020B0604030504040204" charset="0"/>
              </a:rPr>
              <a:t>-</a:t>
            </a:r>
            <a:fld id="{8E8C6E93-DF5B-BC4B-80F9-500DED1EEDCC}" type="slidenum">
              <a:rPr lang="en-US" sz="1200">
                <a:latin typeface="Tahoma" panose="020B0604030504040204" charset="0"/>
              </a:rPr>
            </a:fld>
            <a:endParaRPr lang="en-US" sz="1200" dirty="0">
              <a:latin typeface="Tahoma" panose="020B0604030504040204" charset="0"/>
            </a:endParaRPr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pPr algn="r"/>
            <a:r>
              <a:rPr lang="en-US" sz="1200" dirty="0" smtClean="0">
                <a:solidFill>
                  <a:srgbClr val="000000"/>
                </a:solidFill>
                <a:latin typeface="Tahoma" panose="020B0604030504040204" charset="0"/>
                <a:cs typeface="Arial" panose="020B0604020202090204" pitchFamily="34" charset="0"/>
              </a:rPr>
              <a:t>Link Layer and LANs</a:t>
            </a:r>
            <a:endParaRPr lang="en-US" sz="1200" dirty="0">
              <a:solidFill>
                <a:srgbClr val="000000"/>
              </a:solidFill>
              <a:latin typeface="Tahoma" panose="020B060403050404020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130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3335338"/>
            <a:ext cx="3810000" cy="3203575"/>
          </a:xfrm>
        </p:spPr>
        <p:txBody>
          <a:bodyPr/>
          <a:lstStyle/>
          <a:p>
            <a:pPr>
              <a:buFont typeface="Wingdings" panose="05000000000000000000" charset="0"/>
              <a:buNone/>
              <a:defRPr/>
            </a:pPr>
            <a:r>
              <a:rPr lang="en-US" i="1" dirty="0">
                <a:solidFill>
                  <a:srgbClr val="CC0000"/>
                </a:solidFill>
                <a:latin typeface="Gill Sans MT" pitchFamily="34" charset="0"/>
                <a:cs typeface="+mn-cs"/>
              </a:rPr>
              <a:t>Pros:</a:t>
            </a:r>
            <a:endParaRPr lang="en-US" i="1" dirty="0">
              <a:solidFill>
                <a:srgbClr val="CC0000"/>
              </a:solidFill>
              <a:latin typeface="Gill Sans MT" pitchFamily="34" charset="0"/>
              <a:cs typeface="+mn-cs"/>
            </a:endParaRPr>
          </a:p>
          <a:p>
            <a:pPr>
              <a:defRPr/>
            </a:pPr>
            <a:r>
              <a:rPr lang="en-US" sz="2400" dirty="0">
                <a:latin typeface="Gill Sans MT" pitchFamily="34" charset="0"/>
                <a:cs typeface="+mn-cs"/>
              </a:rPr>
              <a:t>single active node can continuously transmit at full rate of channel</a:t>
            </a:r>
            <a:endParaRPr lang="en-US" sz="2400" dirty="0">
              <a:latin typeface="Gill Sans MT" pitchFamily="34" charset="0"/>
              <a:cs typeface="+mn-cs"/>
            </a:endParaRPr>
          </a:p>
          <a:p>
            <a:pPr>
              <a:defRPr/>
            </a:pPr>
            <a:r>
              <a:rPr lang="en-US" sz="2400" dirty="0">
                <a:latin typeface="Gill Sans MT" pitchFamily="34" charset="0"/>
                <a:cs typeface="+mn-cs"/>
              </a:rPr>
              <a:t>highly decentralized: only slots in nodes need to be in sync</a:t>
            </a:r>
            <a:endParaRPr lang="en-US" sz="2400" dirty="0">
              <a:latin typeface="Gill Sans MT" pitchFamily="34" charset="0"/>
              <a:cs typeface="+mn-cs"/>
            </a:endParaRPr>
          </a:p>
          <a:p>
            <a:pPr>
              <a:defRPr/>
            </a:pPr>
            <a:r>
              <a:rPr lang="en-US" sz="2400" dirty="0">
                <a:latin typeface="Gill Sans MT" pitchFamily="34" charset="0"/>
                <a:cs typeface="+mn-cs"/>
              </a:rPr>
              <a:t>simple</a:t>
            </a:r>
            <a:endParaRPr lang="en-US" sz="2400" dirty="0">
              <a:latin typeface="Gill Sans MT" pitchFamily="34" charset="0"/>
              <a:cs typeface="+mn-cs"/>
            </a:endParaRPr>
          </a:p>
          <a:p>
            <a:pPr>
              <a:defRPr/>
            </a:pPr>
            <a:endParaRPr lang="en-US" sz="2400" dirty="0">
              <a:latin typeface="Gill Sans MT" pitchFamily="34" charset="0"/>
              <a:cs typeface="+mn-cs"/>
            </a:endParaRPr>
          </a:p>
        </p:txBody>
      </p:sp>
      <p:sp>
        <p:nvSpPr>
          <p:cNvPr id="25605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495800" y="3313113"/>
            <a:ext cx="3810000" cy="3200400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charset="0"/>
              <a:buNone/>
              <a:defRPr/>
            </a:pPr>
            <a:r>
              <a:rPr lang="en-US" i="1" dirty="0">
                <a:solidFill>
                  <a:srgbClr val="CC0000"/>
                </a:solidFill>
                <a:latin typeface="Gill Sans MT" pitchFamily="34" charset="0"/>
                <a:cs typeface="+mn-cs"/>
              </a:rPr>
              <a:t>Cons:</a:t>
            </a:r>
            <a:endParaRPr lang="en-US" i="1" dirty="0">
              <a:solidFill>
                <a:srgbClr val="CC0000"/>
              </a:solidFill>
              <a:latin typeface="Gill Sans MT" pitchFamily="34" charset="0"/>
              <a:cs typeface="+mn-cs"/>
            </a:endParaRPr>
          </a:p>
          <a:p>
            <a:pPr>
              <a:lnSpc>
                <a:spcPct val="90000"/>
              </a:lnSpc>
              <a:defRPr/>
            </a:pPr>
            <a:r>
              <a:rPr lang="en-US" sz="2400" dirty="0">
                <a:latin typeface="Gill Sans MT" pitchFamily="34" charset="0"/>
                <a:cs typeface="+mn-cs"/>
              </a:rPr>
              <a:t>collisions, wasting slots</a:t>
            </a:r>
            <a:endParaRPr lang="en-US" sz="2400" dirty="0">
              <a:latin typeface="Gill Sans MT" pitchFamily="34" charset="0"/>
              <a:cs typeface="+mn-cs"/>
            </a:endParaRPr>
          </a:p>
          <a:p>
            <a:pPr>
              <a:lnSpc>
                <a:spcPct val="90000"/>
              </a:lnSpc>
              <a:defRPr/>
            </a:pPr>
            <a:r>
              <a:rPr lang="en-US" sz="2400" dirty="0">
                <a:latin typeface="Gill Sans MT" pitchFamily="34" charset="0"/>
                <a:cs typeface="+mn-cs"/>
              </a:rPr>
              <a:t>idle slots</a:t>
            </a:r>
            <a:endParaRPr lang="en-US" sz="2400" dirty="0">
              <a:latin typeface="Gill Sans MT" pitchFamily="34" charset="0"/>
              <a:cs typeface="+mn-cs"/>
            </a:endParaRPr>
          </a:p>
          <a:p>
            <a:pPr>
              <a:lnSpc>
                <a:spcPct val="90000"/>
              </a:lnSpc>
              <a:defRPr/>
            </a:pPr>
            <a:r>
              <a:rPr lang="en-US" sz="2400" dirty="0">
                <a:latin typeface="Gill Sans MT" pitchFamily="34" charset="0"/>
                <a:cs typeface="+mn-cs"/>
              </a:rPr>
              <a:t>nodes may be able to detect collision in less than time to transmit packet</a:t>
            </a:r>
            <a:endParaRPr lang="en-US" sz="2400" dirty="0">
              <a:latin typeface="Gill Sans MT" pitchFamily="34" charset="0"/>
              <a:cs typeface="+mn-cs"/>
            </a:endParaRPr>
          </a:p>
          <a:p>
            <a:pPr>
              <a:lnSpc>
                <a:spcPct val="90000"/>
              </a:lnSpc>
              <a:defRPr/>
            </a:pPr>
            <a:r>
              <a:rPr lang="en-US" sz="2400" dirty="0">
                <a:latin typeface="Gill Sans MT" pitchFamily="34" charset="0"/>
                <a:cs typeface="+mn-cs"/>
              </a:rPr>
              <a:t>clock synchronization</a:t>
            </a:r>
            <a:endParaRPr lang="en-US" sz="2400" dirty="0">
              <a:latin typeface="Gill Sans MT" pitchFamily="34" charset="0"/>
              <a:cs typeface="+mn-cs"/>
            </a:endParaRPr>
          </a:p>
        </p:txBody>
      </p:sp>
      <p:sp>
        <p:nvSpPr>
          <p:cNvPr id="25606" name="Rectangle 5"/>
          <p:cNvSpPr>
            <a:spLocks noGrp="1" noChangeArrowheads="1"/>
          </p:cNvSpPr>
          <p:nvPr>
            <p:ph type="title"/>
          </p:nvPr>
        </p:nvSpPr>
        <p:spPr>
          <a:xfrm>
            <a:off x="533400" y="106363"/>
            <a:ext cx="4954588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pitchFamily="34" charset="0"/>
                <a:cs typeface="+mj-cs"/>
              </a:rPr>
              <a:t>Slotted </a:t>
            </a:r>
            <a:r>
              <a:rPr lang="en-US" sz="4000" dirty="0">
                <a:latin typeface="Gill Sans MT" pitchFamily="34" charset="0"/>
                <a:cs typeface="+mj-cs"/>
              </a:rPr>
              <a:t>ALOHA</a:t>
            </a:r>
            <a:endParaRPr lang="en-US" sz="4000" dirty="0">
              <a:latin typeface="Gill Sans MT" pitchFamily="34" charset="0"/>
              <a:cs typeface="+mj-cs"/>
            </a:endParaRPr>
          </a:p>
        </p:txBody>
      </p:sp>
      <p:pic>
        <p:nvPicPr>
          <p:cNvPr id="89094" name="Picture 6" descr="underline_base"/>
          <p:cNvPicPr>
            <a:picLocks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900" y="920750"/>
            <a:ext cx="3656013" cy="17303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9095" name="Group 64"/>
          <p:cNvGrpSpPr/>
          <p:nvPr/>
        </p:nvGrpSpPr>
        <p:grpSpPr bwMode="auto">
          <a:xfrm>
            <a:off x="1028700" y="1350963"/>
            <a:ext cx="6053138" cy="1938337"/>
            <a:chOff x="648" y="899"/>
            <a:chExt cx="3813" cy="1221"/>
          </a:xfrm>
        </p:grpSpPr>
        <p:grpSp>
          <p:nvGrpSpPr>
            <p:cNvPr id="89096" name="Group 9"/>
            <p:cNvGrpSpPr/>
            <p:nvPr/>
          </p:nvGrpSpPr>
          <p:grpSpPr bwMode="auto">
            <a:xfrm>
              <a:off x="1193" y="899"/>
              <a:ext cx="283" cy="192"/>
              <a:chOff x="1185" y="903"/>
              <a:chExt cx="283" cy="192"/>
            </a:xfrm>
          </p:grpSpPr>
          <p:sp>
            <p:nvSpPr>
              <p:cNvPr id="25660" name="Rectangle 7"/>
              <p:cNvSpPr>
                <a:spLocks noChangeArrowheads="1"/>
              </p:cNvSpPr>
              <p:nvPr/>
            </p:nvSpPr>
            <p:spPr bwMode="auto">
              <a:xfrm>
                <a:off x="1185" y="924"/>
                <a:ext cx="283" cy="169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25661" name="Text Box 8"/>
              <p:cNvSpPr txBox="1">
                <a:spLocks noChangeArrowheads="1"/>
              </p:cNvSpPr>
              <p:nvPr/>
            </p:nvSpPr>
            <p:spPr bwMode="auto">
              <a:xfrm>
                <a:off x="1236" y="903"/>
                <a:ext cx="178" cy="19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1400" b="1" i="0" dirty="0" smtClean="0">
                    <a:latin typeface="Arial" panose="020B0604020202090204" pitchFamily="34" charset="0"/>
                    <a:cs typeface="+mn-cs"/>
                  </a:rPr>
                  <a:t>1</a:t>
                </a:r>
                <a:endParaRPr lang="en-US" sz="1400" b="1" i="0" dirty="0" smtClean="0">
                  <a:latin typeface="Arial" panose="020B0604020202090204" pitchFamily="34" charset="0"/>
                  <a:cs typeface="+mn-cs"/>
                </a:endParaRPr>
              </a:p>
            </p:txBody>
          </p:sp>
        </p:grpSp>
        <p:grpSp>
          <p:nvGrpSpPr>
            <p:cNvPr id="89097" name="Group 10"/>
            <p:cNvGrpSpPr/>
            <p:nvPr/>
          </p:nvGrpSpPr>
          <p:grpSpPr bwMode="auto">
            <a:xfrm>
              <a:off x="1811" y="901"/>
              <a:ext cx="283" cy="192"/>
              <a:chOff x="1185" y="903"/>
              <a:chExt cx="283" cy="192"/>
            </a:xfrm>
          </p:grpSpPr>
          <p:sp>
            <p:nvSpPr>
              <p:cNvPr id="25658" name="Rectangle 11"/>
              <p:cNvSpPr>
                <a:spLocks noChangeArrowheads="1"/>
              </p:cNvSpPr>
              <p:nvPr/>
            </p:nvSpPr>
            <p:spPr bwMode="auto">
              <a:xfrm>
                <a:off x="1185" y="924"/>
                <a:ext cx="283" cy="169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25659" name="Text Box 12"/>
              <p:cNvSpPr txBox="1">
                <a:spLocks noChangeArrowheads="1"/>
              </p:cNvSpPr>
              <p:nvPr/>
            </p:nvSpPr>
            <p:spPr bwMode="auto">
              <a:xfrm>
                <a:off x="1236" y="903"/>
                <a:ext cx="178" cy="19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1400" b="1" i="0" dirty="0" smtClean="0">
                    <a:latin typeface="Arial" panose="020B0604020202090204" pitchFamily="34" charset="0"/>
                    <a:cs typeface="+mn-cs"/>
                  </a:rPr>
                  <a:t>1</a:t>
                </a:r>
                <a:endParaRPr lang="en-US" sz="1400" b="1" i="0" dirty="0" smtClean="0">
                  <a:latin typeface="Arial" panose="020B0604020202090204" pitchFamily="34" charset="0"/>
                  <a:cs typeface="+mn-cs"/>
                </a:endParaRPr>
              </a:p>
            </p:txBody>
          </p:sp>
        </p:grpSp>
        <p:grpSp>
          <p:nvGrpSpPr>
            <p:cNvPr id="89098" name="Group 13"/>
            <p:cNvGrpSpPr/>
            <p:nvPr/>
          </p:nvGrpSpPr>
          <p:grpSpPr bwMode="auto">
            <a:xfrm>
              <a:off x="2779" y="902"/>
              <a:ext cx="283" cy="192"/>
              <a:chOff x="1185" y="903"/>
              <a:chExt cx="283" cy="192"/>
            </a:xfrm>
          </p:grpSpPr>
          <p:sp>
            <p:nvSpPr>
              <p:cNvPr id="25656" name="Rectangle 14"/>
              <p:cNvSpPr>
                <a:spLocks noChangeArrowheads="1"/>
              </p:cNvSpPr>
              <p:nvPr/>
            </p:nvSpPr>
            <p:spPr bwMode="auto">
              <a:xfrm>
                <a:off x="1185" y="924"/>
                <a:ext cx="283" cy="169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25657" name="Text Box 15"/>
              <p:cNvSpPr txBox="1">
                <a:spLocks noChangeArrowheads="1"/>
              </p:cNvSpPr>
              <p:nvPr/>
            </p:nvSpPr>
            <p:spPr bwMode="auto">
              <a:xfrm>
                <a:off x="1236" y="903"/>
                <a:ext cx="178" cy="19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1400" b="1" i="0" dirty="0" smtClean="0">
                    <a:latin typeface="Arial" panose="020B0604020202090204" pitchFamily="34" charset="0"/>
                    <a:cs typeface="+mn-cs"/>
                  </a:rPr>
                  <a:t>1</a:t>
                </a:r>
                <a:endParaRPr lang="en-US" sz="1400" b="1" i="0" dirty="0" smtClean="0">
                  <a:latin typeface="Arial" panose="020B0604020202090204" pitchFamily="34" charset="0"/>
                  <a:cs typeface="+mn-cs"/>
                </a:endParaRPr>
              </a:p>
            </p:txBody>
          </p:sp>
        </p:grpSp>
        <p:grpSp>
          <p:nvGrpSpPr>
            <p:cNvPr id="89099" name="Group 16"/>
            <p:cNvGrpSpPr/>
            <p:nvPr/>
          </p:nvGrpSpPr>
          <p:grpSpPr bwMode="auto">
            <a:xfrm>
              <a:off x="3419" y="899"/>
              <a:ext cx="283" cy="192"/>
              <a:chOff x="1185" y="903"/>
              <a:chExt cx="283" cy="192"/>
            </a:xfrm>
          </p:grpSpPr>
          <p:sp>
            <p:nvSpPr>
              <p:cNvPr id="25654" name="Rectangle 17"/>
              <p:cNvSpPr>
                <a:spLocks noChangeArrowheads="1"/>
              </p:cNvSpPr>
              <p:nvPr/>
            </p:nvSpPr>
            <p:spPr bwMode="auto">
              <a:xfrm>
                <a:off x="1185" y="924"/>
                <a:ext cx="283" cy="169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25655" name="Text Box 18"/>
              <p:cNvSpPr txBox="1">
                <a:spLocks noChangeArrowheads="1"/>
              </p:cNvSpPr>
              <p:nvPr/>
            </p:nvSpPr>
            <p:spPr bwMode="auto">
              <a:xfrm>
                <a:off x="1236" y="903"/>
                <a:ext cx="178" cy="19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1400" b="1" i="0" dirty="0" smtClean="0">
                    <a:latin typeface="Arial" panose="020B0604020202090204" pitchFamily="34" charset="0"/>
                    <a:cs typeface="+mn-cs"/>
                  </a:rPr>
                  <a:t>1</a:t>
                </a:r>
                <a:endParaRPr lang="en-US" sz="1400" b="1" i="0" dirty="0" smtClean="0">
                  <a:latin typeface="Arial" panose="020B0604020202090204" pitchFamily="34" charset="0"/>
                  <a:cs typeface="+mn-cs"/>
                </a:endParaRPr>
              </a:p>
            </p:txBody>
          </p:sp>
        </p:grpSp>
        <p:grpSp>
          <p:nvGrpSpPr>
            <p:cNvPr id="89100" name="Group 24"/>
            <p:cNvGrpSpPr/>
            <p:nvPr/>
          </p:nvGrpSpPr>
          <p:grpSpPr bwMode="auto">
            <a:xfrm>
              <a:off x="1194" y="1225"/>
              <a:ext cx="283" cy="192"/>
              <a:chOff x="4584" y="1229"/>
              <a:chExt cx="283" cy="192"/>
            </a:xfrm>
          </p:grpSpPr>
          <p:sp>
            <p:nvSpPr>
              <p:cNvPr id="25652" name="Rectangle 20"/>
              <p:cNvSpPr>
                <a:spLocks noChangeArrowheads="1"/>
              </p:cNvSpPr>
              <p:nvPr/>
            </p:nvSpPr>
            <p:spPr bwMode="auto">
              <a:xfrm>
                <a:off x="4584" y="1247"/>
                <a:ext cx="283" cy="169"/>
              </a:xfrm>
              <a:prstGeom prst="rect">
                <a:avLst/>
              </a:prstGeom>
              <a:solidFill>
                <a:srgbClr val="33CC33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25653" name="Text Box 21"/>
              <p:cNvSpPr txBox="1">
                <a:spLocks noChangeArrowheads="1"/>
              </p:cNvSpPr>
              <p:nvPr/>
            </p:nvSpPr>
            <p:spPr bwMode="auto">
              <a:xfrm>
                <a:off x="4636" y="1229"/>
                <a:ext cx="178" cy="19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1400" b="1" i="0" dirty="0" smtClean="0">
                    <a:latin typeface="Arial" panose="020B0604020202090204" pitchFamily="34" charset="0"/>
                    <a:cs typeface="+mn-cs"/>
                  </a:rPr>
                  <a:t>2</a:t>
                </a:r>
                <a:endParaRPr lang="en-US" sz="1400" b="1" i="0" dirty="0" smtClean="0">
                  <a:latin typeface="Arial" panose="020B0604020202090204" pitchFamily="34" charset="0"/>
                  <a:cs typeface="+mn-cs"/>
                </a:endParaRPr>
              </a:p>
            </p:txBody>
          </p:sp>
        </p:grpSp>
        <p:grpSp>
          <p:nvGrpSpPr>
            <p:cNvPr id="89101" name="Group 31"/>
            <p:cNvGrpSpPr/>
            <p:nvPr/>
          </p:nvGrpSpPr>
          <p:grpSpPr bwMode="auto">
            <a:xfrm>
              <a:off x="1195" y="1546"/>
              <a:ext cx="283" cy="192"/>
              <a:chOff x="4827" y="1591"/>
              <a:chExt cx="283" cy="192"/>
            </a:xfrm>
          </p:grpSpPr>
          <p:sp>
            <p:nvSpPr>
              <p:cNvPr id="25650" name="Rectangle 22"/>
              <p:cNvSpPr>
                <a:spLocks noChangeArrowheads="1"/>
              </p:cNvSpPr>
              <p:nvPr/>
            </p:nvSpPr>
            <p:spPr bwMode="auto">
              <a:xfrm>
                <a:off x="4827" y="1609"/>
                <a:ext cx="283" cy="169"/>
              </a:xfrm>
              <a:prstGeom prst="rect">
                <a:avLst/>
              </a:prstGeom>
              <a:solidFill>
                <a:srgbClr val="D60093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25651" name="Text Box 23"/>
              <p:cNvSpPr txBox="1">
                <a:spLocks noChangeArrowheads="1"/>
              </p:cNvSpPr>
              <p:nvPr/>
            </p:nvSpPr>
            <p:spPr bwMode="auto">
              <a:xfrm>
                <a:off x="4872" y="1591"/>
                <a:ext cx="178" cy="19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1400" b="1" i="0" dirty="0" smtClean="0">
                    <a:latin typeface="Arial" panose="020B0604020202090204" pitchFamily="34" charset="0"/>
                    <a:cs typeface="+mn-cs"/>
                  </a:rPr>
                  <a:t>3</a:t>
                </a:r>
                <a:endParaRPr lang="en-US" sz="1400" b="1" i="0" dirty="0" smtClean="0">
                  <a:latin typeface="Arial" panose="020B0604020202090204" pitchFamily="34" charset="0"/>
                  <a:cs typeface="+mn-cs"/>
                </a:endParaRPr>
              </a:p>
            </p:txBody>
          </p:sp>
        </p:grpSp>
        <p:grpSp>
          <p:nvGrpSpPr>
            <p:cNvPr id="89102" name="Group 25"/>
            <p:cNvGrpSpPr/>
            <p:nvPr/>
          </p:nvGrpSpPr>
          <p:grpSpPr bwMode="auto">
            <a:xfrm>
              <a:off x="1817" y="1226"/>
              <a:ext cx="283" cy="192"/>
              <a:chOff x="4584" y="1229"/>
              <a:chExt cx="283" cy="192"/>
            </a:xfrm>
          </p:grpSpPr>
          <p:sp>
            <p:nvSpPr>
              <p:cNvPr id="25648" name="Rectangle 26"/>
              <p:cNvSpPr>
                <a:spLocks noChangeArrowheads="1"/>
              </p:cNvSpPr>
              <p:nvPr/>
            </p:nvSpPr>
            <p:spPr bwMode="auto">
              <a:xfrm>
                <a:off x="4584" y="1247"/>
                <a:ext cx="283" cy="169"/>
              </a:xfrm>
              <a:prstGeom prst="rect">
                <a:avLst/>
              </a:prstGeom>
              <a:solidFill>
                <a:srgbClr val="33CC33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25649" name="Text Box 27"/>
              <p:cNvSpPr txBox="1">
                <a:spLocks noChangeArrowheads="1"/>
              </p:cNvSpPr>
              <p:nvPr/>
            </p:nvSpPr>
            <p:spPr bwMode="auto">
              <a:xfrm>
                <a:off x="4636" y="1229"/>
                <a:ext cx="178" cy="19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1400" b="1" i="0" dirty="0" smtClean="0">
                    <a:latin typeface="Arial" panose="020B0604020202090204" pitchFamily="34" charset="0"/>
                    <a:cs typeface="+mn-cs"/>
                  </a:rPr>
                  <a:t>2</a:t>
                </a:r>
                <a:endParaRPr lang="en-US" sz="1400" b="1" i="0" dirty="0" smtClean="0">
                  <a:latin typeface="Arial" panose="020B0604020202090204" pitchFamily="34" charset="0"/>
                  <a:cs typeface="+mn-cs"/>
                </a:endParaRPr>
              </a:p>
            </p:txBody>
          </p:sp>
        </p:grpSp>
        <p:grpSp>
          <p:nvGrpSpPr>
            <p:cNvPr id="89103" name="Group 28"/>
            <p:cNvGrpSpPr/>
            <p:nvPr/>
          </p:nvGrpSpPr>
          <p:grpSpPr bwMode="auto">
            <a:xfrm>
              <a:off x="2143" y="1227"/>
              <a:ext cx="283" cy="192"/>
              <a:chOff x="4584" y="1229"/>
              <a:chExt cx="283" cy="192"/>
            </a:xfrm>
          </p:grpSpPr>
          <p:sp>
            <p:nvSpPr>
              <p:cNvPr id="25646" name="Rectangle 29"/>
              <p:cNvSpPr>
                <a:spLocks noChangeArrowheads="1"/>
              </p:cNvSpPr>
              <p:nvPr/>
            </p:nvSpPr>
            <p:spPr bwMode="auto">
              <a:xfrm>
                <a:off x="4584" y="1247"/>
                <a:ext cx="283" cy="169"/>
              </a:xfrm>
              <a:prstGeom prst="rect">
                <a:avLst/>
              </a:prstGeom>
              <a:solidFill>
                <a:srgbClr val="33CC33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25647" name="Text Box 30"/>
              <p:cNvSpPr txBox="1">
                <a:spLocks noChangeArrowheads="1"/>
              </p:cNvSpPr>
              <p:nvPr/>
            </p:nvSpPr>
            <p:spPr bwMode="auto">
              <a:xfrm>
                <a:off x="4636" y="1229"/>
                <a:ext cx="178" cy="19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1400" b="1" i="0" dirty="0" smtClean="0">
                    <a:latin typeface="Arial" panose="020B0604020202090204" pitchFamily="34" charset="0"/>
                    <a:cs typeface="+mn-cs"/>
                  </a:rPr>
                  <a:t>2</a:t>
                </a:r>
                <a:endParaRPr lang="en-US" sz="1400" b="1" i="0" dirty="0" smtClean="0">
                  <a:latin typeface="Arial" panose="020B0604020202090204" pitchFamily="34" charset="0"/>
                  <a:cs typeface="+mn-cs"/>
                </a:endParaRPr>
              </a:p>
            </p:txBody>
          </p:sp>
        </p:grpSp>
        <p:grpSp>
          <p:nvGrpSpPr>
            <p:cNvPr id="89104" name="Group 32"/>
            <p:cNvGrpSpPr/>
            <p:nvPr/>
          </p:nvGrpSpPr>
          <p:grpSpPr bwMode="auto">
            <a:xfrm>
              <a:off x="2780" y="1547"/>
              <a:ext cx="283" cy="192"/>
              <a:chOff x="4827" y="1591"/>
              <a:chExt cx="283" cy="192"/>
            </a:xfrm>
          </p:grpSpPr>
          <p:sp>
            <p:nvSpPr>
              <p:cNvPr id="25644" name="Rectangle 33"/>
              <p:cNvSpPr>
                <a:spLocks noChangeArrowheads="1"/>
              </p:cNvSpPr>
              <p:nvPr/>
            </p:nvSpPr>
            <p:spPr bwMode="auto">
              <a:xfrm>
                <a:off x="4827" y="1609"/>
                <a:ext cx="283" cy="169"/>
              </a:xfrm>
              <a:prstGeom prst="rect">
                <a:avLst/>
              </a:prstGeom>
              <a:solidFill>
                <a:srgbClr val="D60093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25645" name="Text Box 34"/>
              <p:cNvSpPr txBox="1">
                <a:spLocks noChangeArrowheads="1"/>
              </p:cNvSpPr>
              <p:nvPr/>
            </p:nvSpPr>
            <p:spPr bwMode="auto">
              <a:xfrm>
                <a:off x="4872" y="1591"/>
                <a:ext cx="178" cy="19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1400" b="1" i="0" dirty="0" smtClean="0">
                    <a:latin typeface="Arial" panose="020B0604020202090204" pitchFamily="34" charset="0"/>
                    <a:cs typeface="+mn-cs"/>
                  </a:rPr>
                  <a:t>3</a:t>
                </a:r>
                <a:endParaRPr lang="en-US" sz="1400" b="1" i="0" dirty="0" smtClean="0">
                  <a:latin typeface="Arial" panose="020B0604020202090204" pitchFamily="34" charset="0"/>
                  <a:cs typeface="+mn-cs"/>
                </a:endParaRPr>
              </a:p>
            </p:txBody>
          </p:sp>
        </p:grpSp>
        <p:grpSp>
          <p:nvGrpSpPr>
            <p:cNvPr id="89105" name="Group 35"/>
            <p:cNvGrpSpPr/>
            <p:nvPr/>
          </p:nvGrpSpPr>
          <p:grpSpPr bwMode="auto">
            <a:xfrm>
              <a:off x="3732" y="1548"/>
              <a:ext cx="283" cy="192"/>
              <a:chOff x="4827" y="1591"/>
              <a:chExt cx="283" cy="192"/>
            </a:xfrm>
          </p:grpSpPr>
          <p:sp>
            <p:nvSpPr>
              <p:cNvPr id="25642" name="Rectangle 36"/>
              <p:cNvSpPr>
                <a:spLocks noChangeArrowheads="1"/>
              </p:cNvSpPr>
              <p:nvPr/>
            </p:nvSpPr>
            <p:spPr bwMode="auto">
              <a:xfrm>
                <a:off x="4827" y="1609"/>
                <a:ext cx="283" cy="169"/>
              </a:xfrm>
              <a:prstGeom prst="rect">
                <a:avLst/>
              </a:prstGeom>
              <a:solidFill>
                <a:srgbClr val="D60093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25643" name="Text Box 37"/>
              <p:cNvSpPr txBox="1">
                <a:spLocks noChangeArrowheads="1"/>
              </p:cNvSpPr>
              <p:nvPr/>
            </p:nvSpPr>
            <p:spPr bwMode="auto">
              <a:xfrm>
                <a:off x="4872" y="1591"/>
                <a:ext cx="178" cy="19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1400" b="1" i="0" dirty="0" smtClean="0">
                    <a:latin typeface="Arial" panose="020B0604020202090204" pitchFamily="34" charset="0"/>
                    <a:cs typeface="+mn-cs"/>
                  </a:rPr>
                  <a:t>3</a:t>
                </a:r>
                <a:endParaRPr lang="en-US" sz="1400" b="1" i="0" dirty="0" smtClean="0">
                  <a:latin typeface="Arial" panose="020B0604020202090204" pitchFamily="34" charset="0"/>
                  <a:cs typeface="+mn-cs"/>
                </a:endParaRPr>
              </a:p>
            </p:txBody>
          </p:sp>
        </p:grpSp>
        <p:sp>
          <p:nvSpPr>
            <p:cNvPr id="25619" name="Text Box 38"/>
            <p:cNvSpPr txBox="1">
              <a:spLocks noChangeArrowheads="1"/>
            </p:cNvSpPr>
            <p:nvPr/>
          </p:nvSpPr>
          <p:spPr bwMode="auto">
            <a:xfrm>
              <a:off x="659" y="921"/>
              <a:ext cx="457" cy="19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400" i="0" dirty="0" smtClean="0">
                  <a:latin typeface="Arial" panose="020B0604020202090204" pitchFamily="34" charset="0"/>
                  <a:cs typeface="+mn-cs"/>
                </a:rPr>
                <a:t>node 1</a:t>
              </a:r>
              <a:endParaRPr lang="en-US" sz="1400" i="0" dirty="0" smtClean="0">
                <a:latin typeface="Arial" panose="020B0604020202090204" pitchFamily="34" charset="0"/>
                <a:cs typeface="+mn-cs"/>
              </a:endParaRPr>
            </a:p>
          </p:txBody>
        </p:sp>
        <p:sp>
          <p:nvSpPr>
            <p:cNvPr id="25620" name="Text Box 39"/>
            <p:cNvSpPr txBox="1">
              <a:spLocks noChangeArrowheads="1"/>
            </p:cNvSpPr>
            <p:nvPr/>
          </p:nvSpPr>
          <p:spPr bwMode="auto">
            <a:xfrm>
              <a:off x="648" y="1245"/>
              <a:ext cx="457" cy="19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400" i="0" dirty="0" smtClean="0">
                  <a:latin typeface="Arial" panose="020B0604020202090204" pitchFamily="34" charset="0"/>
                  <a:cs typeface="+mn-cs"/>
                </a:rPr>
                <a:t>node 2</a:t>
              </a:r>
              <a:endParaRPr lang="en-US" sz="1400" i="0" dirty="0" smtClean="0">
                <a:latin typeface="Arial" panose="020B0604020202090204" pitchFamily="34" charset="0"/>
                <a:cs typeface="+mn-cs"/>
              </a:endParaRPr>
            </a:p>
          </p:txBody>
        </p:sp>
        <p:sp>
          <p:nvSpPr>
            <p:cNvPr id="25621" name="Text Box 40"/>
            <p:cNvSpPr txBox="1">
              <a:spLocks noChangeArrowheads="1"/>
            </p:cNvSpPr>
            <p:nvPr/>
          </p:nvSpPr>
          <p:spPr bwMode="auto">
            <a:xfrm>
              <a:off x="677" y="1562"/>
              <a:ext cx="457" cy="19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400" i="0" dirty="0" smtClean="0">
                  <a:latin typeface="Arial" panose="020B0604020202090204" pitchFamily="34" charset="0"/>
                  <a:cs typeface="+mn-cs"/>
                </a:rPr>
                <a:t>node 3</a:t>
              </a:r>
              <a:endParaRPr lang="en-US" sz="1400" i="0" dirty="0" smtClean="0">
                <a:latin typeface="Arial" panose="020B0604020202090204" pitchFamily="34" charset="0"/>
                <a:cs typeface="+mn-cs"/>
              </a:endParaRPr>
            </a:p>
          </p:txBody>
        </p:sp>
        <p:sp>
          <p:nvSpPr>
            <p:cNvPr id="25622" name="Line 41"/>
            <p:cNvSpPr>
              <a:spLocks noChangeShapeType="1"/>
            </p:cNvSpPr>
            <p:nvPr/>
          </p:nvSpPr>
          <p:spPr bwMode="auto">
            <a:xfrm>
              <a:off x="1179" y="1882"/>
              <a:ext cx="32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25623" name="Line 42"/>
            <p:cNvSpPr>
              <a:spLocks noChangeShapeType="1"/>
            </p:cNvSpPr>
            <p:nvPr/>
          </p:nvSpPr>
          <p:spPr bwMode="auto">
            <a:xfrm>
              <a:off x="1181" y="1819"/>
              <a:ext cx="0" cy="1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25624" name="Line 43"/>
            <p:cNvSpPr>
              <a:spLocks noChangeShapeType="1"/>
            </p:cNvSpPr>
            <p:nvPr/>
          </p:nvSpPr>
          <p:spPr bwMode="auto">
            <a:xfrm>
              <a:off x="1496" y="1819"/>
              <a:ext cx="0" cy="1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25625" name="Line 44"/>
            <p:cNvSpPr>
              <a:spLocks noChangeShapeType="1"/>
            </p:cNvSpPr>
            <p:nvPr/>
          </p:nvSpPr>
          <p:spPr bwMode="auto">
            <a:xfrm>
              <a:off x="1813" y="1817"/>
              <a:ext cx="0" cy="1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25626" name="Line 45"/>
            <p:cNvSpPr>
              <a:spLocks noChangeShapeType="1"/>
            </p:cNvSpPr>
            <p:nvPr/>
          </p:nvSpPr>
          <p:spPr bwMode="auto">
            <a:xfrm>
              <a:off x="2132" y="1819"/>
              <a:ext cx="0" cy="1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25627" name="Line 46"/>
            <p:cNvSpPr>
              <a:spLocks noChangeShapeType="1"/>
            </p:cNvSpPr>
            <p:nvPr/>
          </p:nvSpPr>
          <p:spPr bwMode="auto">
            <a:xfrm>
              <a:off x="2450" y="1817"/>
              <a:ext cx="0" cy="1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25628" name="Line 47"/>
            <p:cNvSpPr>
              <a:spLocks noChangeShapeType="1"/>
            </p:cNvSpPr>
            <p:nvPr/>
          </p:nvSpPr>
          <p:spPr bwMode="auto">
            <a:xfrm>
              <a:off x="2770" y="1819"/>
              <a:ext cx="0" cy="1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25629" name="Line 48"/>
            <p:cNvSpPr>
              <a:spLocks noChangeShapeType="1"/>
            </p:cNvSpPr>
            <p:nvPr/>
          </p:nvSpPr>
          <p:spPr bwMode="auto">
            <a:xfrm>
              <a:off x="3088" y="1819"/>
              <a:ext cx="0" cy="1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25630" name="Line 49"/>
            <p:cNvSpPr>
              <a:spLocks noChangeShapeType="1"/>
            </p:cNvSpPr>
            <p:nvPr/>
          </p:nvSpPr>
          <p:spPr bwMode="auto">
            <a:xfrm>
              <a:off x="3406" y="1817"/>
              <a:ext cx="0" cy="1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25631" name="Line 50"/>
            <p:cNvSpPr>
              <a:spLocks noChangeShapeType="1"/>
            </p:cNvSpPr>
            <p:nvPr/>
          </p:nvSpPr>
          <p:spPr bwMode="auto">
            <a:xfrm>
              <a:off x="3726" y="1815"/>
              <a:ext cx="0" cy="1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25632" name="Line 51"/>
            <p:cNvSpPr>
              <a:spLocks noChangeShapeType="1"/>
            </p:cNvSpPr>
            <p:nvPr/>
          </p:nvSpPr>
          <p:spPr bwMode="auto">
            <a:xfrm>
              <a:off x="4034" y="1813"/>
              <a:ext cx="0" cy="1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25633" name="Text Box 54"/>
            <p:cNvSpPr txBox="1">
              <a:spLocks noChangeArrowheads="1"/>
            </p:cNvSpPr>
            <p:nvPr/>
          </p:nvSpPr>
          <p:spPr bwMode="auto">
            <a:xfrm>
              <a:off x="1220" y="1883"/>
              <a:ext cx="220" cy="23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b="1" i="0" dirty="0" smtClean="0">
                  <a:solidFill>
                    <a:srgbClr val="000099"/>
                  </a:solidFill>
                  <a:latin typeface="Arial" panose="020B0604020202090204" pitchFamily="34" charset="0"/>
                  <a:cs typeface="+mn-cs"/>
                </a:rPr>
                <a:t>C</a:t>
              </a:r>
              <a:endParaRPr lang="en-US" b="1" i="0" dirty="0" smtClean="0">
                <a:solidFill>
                  <a:srgbClr val="000099"/>
                </a:solidFill>
                <a:latin typeface="Arial" panose="020B0604020202090204" pitchFamily="34" charset="0"/>
                <a:cs typeface="+mn-cs"/>
              </a:endParaRPr>
            </a:p>
          </p:txBody>
        </p:sp>
        <p:sp>
          <p:nvSpPr>
            <p:cNvPr id="25634" name="Text Box 55"/>
            <p:cNvSpPr txBox="1">
              <a:spLocks noChangeArrowheads="1"/>
            </p:cNvSpPr>
            <p:nvPr/>
          </p:nvSpPr>
          <p:spPr bwMode="auto">
            <a:xfrm>
              <a:off x="1862" y="1889"/>
              <a:ext cx="220" cy="23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b="1" i="0" dirty="0" smtClean="0">
                  <a:solidFill>
                    <a:srgbClr val="000099"/>
                  </a:solidFill>
                  <a:latin typeface="Arial" panose="020B0604020202090204" pitchFamily="34" charset="0"/>
                  <a:cs typeface="+mn-cs"/>
                </a:rPr>
                <a:t>C</a:t>
              </a:r>
              <a:endParaRPr lang="en-US" b="1" i="0" dirty="0" smtClean="0">
                <a:solidFill>
                  <a:srgbClr val="000099"/>
                </a:solidFill>
                <a:latin typeface="Arial" panose="020B0604020202090204" pitchFamily="34" charset="0"/>
                <a:cs typeface="+mn-cs"/>
              </a:endParaRPr>
            </a:p>
          </p:txBody>
        </p:sp>
        <p:sp>
          <p:nvSpPr>
            <p:cNvPr id="25635" name="Text Box 56"/>
            <p:cNvSpPr txBox="1">
              <a:spLocks noChangeArrowheads="1"/>
            </p:cNvSpPr>
            <p:nvPr/>
          </p:nvSpPr>
          <p:spPr bwMode="auto">
            <a:xfrm>
              <a:off x="2816" y="1889"/>
              <a:ext cx="220" cy="23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b="1" i="0" dirty="0" smtClean="0">
                  <a:solidFill>
                    <a:srgbClr val="000099"/>
                  </a:solidFill>
                  <a:latin typeface="Arial" panose="020B0604020202090204" pitchFamily="34" charset="0"/>
                  <a:cs typeface="+mn-cs"/>
                </a:rPr>
                <a:t>C</a:t>
              </a:r>
              <a:endParaRPr lang="en-US" b="1" i="0" dirty="0" smtClean="0">
                <a:solidFill>
                  <a:srgbClr val="000099"/>
                </a:solidFill>
                <a:latin typeface="Arial" panose="020B0604020202090204" pitchFamily="34" charset="0"/>
                <a:cs typeface="+mn-cs"/>
              </a:endParaRPr>
            </a:p>
          </p:txBody>
        </p:sp>
        <p:sp>
          <p:nvSpPr>
            <p:cNvPr id="25636" name="Text Box 58"/>
            <p:cNvSpPr txBox="1">
              <a:spLocks noChangeArrowheads="1"/>
            </p:cNvSpPr>
            <p:nvPr/>
          </p:nvSpPr>
          <p:spPr bwMode="auto">
            <a:xfrm>
              <a:off x="2186" y="1889"/>
              <a:ext cx="212" cy="23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b="1" i="0" dirty="0" smtClean="0">
                  <a:solidFill>
                    <a:srgbClr val="000099"/>
                  </a:solidFill>
                  <a:latin typeface="Arial" panose="020B0604020202090204" pitchFamily="34" charset="0"/>
                  <a:cs typeface="+mn-cs"/>
                </a:rPr>
                <a:t>S</a:t>
              </a:r>
              <a:endParaRPr lang="en-US" b="1" i="0" dirty="0" smtClean="0">
                <a:solidFill>
                  <a:srgbClr val="000099"/>
                </a:solidFill>
                <a:latin typeface="Arial" panose="020B0604020202090204" pitchFamily="34" charset="0"/>
                <a:cs typeface="+mn-cs"/>
              </a:endParaRPr>
            </a:p>
          </p:txBody>
        </p:sp>
        <p:sp>
          <p:nvSpPr>
            <p:cNvPr id="25637" name="Text Box 59"/>
            <p:cNvSpPr txBox="1">
              <a:spLocks noChangeArrowheads="1"/>
            </p:cNvSpPr>
            <p:nvPr/>
          </p:nvSpPr>
          <p:spPr bwMode="auto">
            <a:xfrm>
              <a:off x="3446" y="1889"/>
              <a:ext cx="212" cy="23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b="1" i="0" dirty="0" smtClean="0">
                  <a:solidFill>
                    <a:srgbClr val="000099"/>
                  </a:solidFill>
                  <a:latin typeface="Arial" panose="020B0604020202090204" pitchFamily="34" charset="0"/>
                  <a:cs typeface="+mn-cs"/>
                </a:rPr>
                <a:t>S</a:t>
              </a:r>
              <a:endParaRPr lang="en-US" b="1" i="0" dirty="0" smtClean="0">
                <a:solidFill>
                  <a:srgbClr val="000099"/>
                </a:solidFill>
                <a:latin typeface="Arial" panose="020B0604020202090204" pitchFamily="34" charset="0"/>
                <a:cs typeface="+mn-cs"/>
              </a:endParaRPr>
            </a:p>
          </p:txBody>
        </p:sp>
        <p:sp>
          <p:nvSpPr>
            <p:cNvPr id="25638" name="Text Box 60"/>
            <p:cNvSpPr txBox="1">
              <a:spLocks noChangeArrowheads="1"/>
            </p:cNvSpPr>
            <p:nvPr/>
          </p:nvSpPr>
          <p:spPr bwMode="auto">
            <a:xfrm>
              <a:off x="3752" y="1883"/>
              <a:ext cx="212" cy="23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b="1" i="0" dirty="0" smtClean="0">
                  <a:solidFill>
                    <a:srgbClr val="000099"/>
                  </a:solidFill>
                  <a:latin typeface="Arial" panose="020B0604020202090204" pitchFamily="34" charset="0"/>
                  <a:cs typeface="+mn-cs"/>
                </a:rPr>
                <a:t>S</a:t>
              </a:r>
              <a:endParaRPr lang="en-US" b="1" i="0" dirty="0" smtClean="0">
                <a:solidFill>
                  <a:srgbClr val="000099"/>
                </a:solidFill>
                <a:latin typeface="Arial" panose="020B0604020202090204" pitchFamily="34" charset="0"/>
                <a:cs typeface="+mn-cs"/>
              </a:endParaRPr>
            </a:p>
          </p:txBody>
        </p:sp>
        <p:sp>
          <p:nvSpPr>
            <p:cNvPr id="25639" name="Text Box 61"/>
            <p:cNvSpPr txBox="1">
              <a:spLocks noChangeArrowheads="1"/>
            </p:cNvSpPr>
            <p:nvPr/>
          </p:nvSpPr>
          <p:spPr bwMode="auto">
            <a:xfrm>
              <a:off x="1544" y="1883"/>
              <a:ext cx="212" cy="23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b="1" i="0" dirty="0" smtClean="0">
                  <a:solidFill>
                    <a:srgbClr val="000099"/>
                  </a:solidFill>
                  <a:latin typeface="Arial" panose="020B0604020202090204" pitchFamily="34" charset="0"/>
                  <a:cs typeface="+mn-cs"/>
                </a:rPr>
                <a:t>E</a:t>
              </a:r>
              <a:endParaRPr lang="en-US" b="1" i="0" dirty="0" smtClean="0">
                <a:solidFill>
                  <a:srgbClr val="000099"/>
                </a:solidFill>
                <a:latin typeface="Arial" panose="020B0604020202090204" pitchFamily="34" charset="0"/>
                <a:cs typeface="+mn-cs"/>
              </a:endParaRPr>
            </a:p>
          </p:txBody>
        </p:sp>
        <p:sp>
          <p:nvSpPr>
            <p:cNvPr id="25640" name="Text Box 62"/>
            <p:cNvSpPr txBox="1">
              <a:spLocks noChangeArrowheads="1"/>
            </p:cNvSpPr>
            <p:nvPr/>
          </p:nvSpPr>
          <p:spPr bwMode="auto">
            <a:xfrm>
              <a:off x="2504" y="1889"/>
              <a:ext cx="212" cy="23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b="1" i="0" dirty="0" smtClean="0">
                  <a:solidFill>
                    <a:srgbClr val="000099"/>
                  </a:solidFill>
                  <a:latin typeface="Arial" panose="020B0604020202090204" pitchFamily="34" charset="0"/>
                  <a:cs typeface="+mn-cs"/>
                </a:rPr>
                <a:t>E</a:t>
              </a:r>
              <a:endParaRPr lang="en-US" b="1" i="0" dirty="0" smtClean="0">
                <a:solidFill>
                  <a:srgbClr val="000099"/>
                </a:solidFill>
                <a:latin typeface="Arial" panose="020B0604020202090204" pitchFamily="34" charset="0"/>
                <a:cs typeface="+mn-cs"/>
              </a:endParaRPr>
            </a:p>
          </p:txBody>
        </p:sp>
        <p:sp>
          <p:nvSpPr>
            <p:cNvPr id="25641" name="Text Box 63"/>
            <p:cNvSpPr txBox="1">
              <a:spLocks noChangeArrowheads="1"/>
            </p:cNvSpPr>
            <p:nvPr/>
          </p:nvSpPr>
          <p:spPr bwMode="auto">
            <a:xfrm>
              <a:off x="3134" y="1889"/>
              <a:ext cx="212" cy="23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b="1" i="0" dirty="0" smtClean="0">
                  <a:solidFill>
                    <a:srgbClr val="000099"/>
                  </a:solidFill>
                  <a:latin typeface="Arial" panose="020B0604020202090204" pitchFamily="34" charset="0"/>
                  <a:cs typeface="+mn-cs"/>
                </a:rPr>
                <a:t>E</a:t>
              </a:r>
              <a:endParaRPr lang="en-US" b="1" i="0" dirty="0" smtClean="0">
                <a:solidFill>
                  <a:srgbClr val="000099"/>
                </a:solidFill>
                <a:latin typeface="Arial" panose="020B0604020202090204" pitchFamily="34" charset="0"/>
                <a:cs typeface="+mn-cs"/>
              </a:endParaRPr>
            </a:p>
          </p:txBody>
        </p:sp>
      </p:grpSp>
      <p:sp>
        <p:nvSpPr>
          <p:cNvPr id="6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r>
              <a:rPr lang="en-US" sz="1200" dirty="0">
                <a:latin typeface="Tahoma" panose="020B0604030504040204" charset="0"/>
              </a:rPr>
              <a:t>6</a:t>
            </a:r>
            <a:r>
              <a:rPr lang="en-US" sz="1200" dirty="0" smtClean="0">
                <a:latin typeface="Tahoma" panose="020B0604030504040204" charset="0"/>
              </a:rPr>
              <a:t>-</a:t>
            </a:r>
            <a:fld id="{8E8C6E93-DF5B-BC4B-80F9-500DED1EEDCC}" type="slidenum">
              <a:rPr lang="en-US" sz="1200">
                <a:latin typeface="Tahoma" panose="020B0604030504040204" charset="0"/>
              </a:rPr>
            </a:fld>
            <a:endParaRPr lang="en-US" sz="1200" dirty="0">
              <a:latin typeface="Tahoma" panose="020B0604030504040204" charset="0"/>
            </a:endParaRPr>
          </a:p>
        </p:txBody>
      </p:sp>
      <p:sp>
        <p:nvSpPr>
          <p:cNvPr id="6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pPr algn="r"/>
            <a:r>
              <a:rPr lang="en-US" sz="1200" dirty="0" smtClean="0">
                <a:solidFill>
                  <a:srgbClr val="000000"/>
                </a:solidFill>
                <a:latin typeface="Tahoma" panose="020B0604030504040204" charset="0"/>
                <a:cs typeface="Arial" panose="020B0604020202090204" pitchFamily="34" charset="0"/>
              </a:rPr>
              <a:t>Link Layer and LANs</a:t>
            </a:r>
            <a:endParaRPr lang="en-US" sz="1200" dirty="0">
              <a:solidFill>
                <a:srgbClr val="000000"/>
              </a:solidFill>
              <a:latin typeface="Tahoma" panose="020B060403050404020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84188" y="3297238"/>
            <a:ext cx="3810000" cy="3128962"/>
          </a:xfrm>
        </p:spPr>
        <p:txBody>
          <a:bodyPr/>
          <a:lstStyle/>
          <a:p>
            <a:pPr>
              <a:defRPr/>
            </a:pPr>
            <a:r>
              <a:rPr lang="en-US" sz="2400" i="1" dirty="0">
                <a:latin typeface="Gill Sans MT" pitchFamily="34" charset="0"/>
                <a:cs typeface="+mn-cs"/>
              </a:rPr>
              <a:t>suppose:</a:t>
            </a:r>
            <a:r>
              <a:rPr lang="en-US" sz="2400" dirty="0">
                <a:latin typeface="Gill Sans MT" pitchFamily="34" charset="0"/>
                <a:cs typeface="+mn-cs"/>
              </a:rPr>
              <a:t> </a:t>
            </a:r>
            <a:r>
              <a:rPr lang="en-US" sz="2400" i="1" dirty="0">
                <a:latin typeface="Gill Sans MT" pitchFamily="34" charset="0"/>
                <a:cs typeface="+mn-cs"/>
              </a:rPr>
              <a:t>N</a:t>
            </a:r>
            <a:r>
              <a:rPr lang="en-US" sz="2400" dirty="0">
                <a:latin typeface="Gill Sans MT" pitchFamily="34" charset="0"/>
                <a:cs typeface="+mn-cs"/>
              </a:rPr>
              <a:t> nodes with many frames to send, each transmits in slot with probability </a:t>
            </a:r>
            <a:r>
              <a:rPr lang="en-US" sz="2400" i="1" dirty="0">
                <a:latin typeface="Gill Sans MT" pitchFamily="34" charset="0"/>
                <a:cs typeface="+mn-cs"/>
              </a:rPr>
              <a:t>p</a:t>
            </a:r>
            <a:endParaRPr lang="en-US" sz="2400" i="1" dirty="0">
              <a:latin typeface="Gill Sans MT" pitchFamily="34" charset="0"/>
              <a:cs typeface="+mn-cs"/>
            </a:endParaRPr>
          </a:p>
          <a:p>
            <a:pPr>
              <a:defRPr/>
            </a:pPr>
            <a:r>
              <a:rPr lang="en-US" sz="2400" dirty="0">
                <a:latin typeface="Gill Sans MT" pitchFamily="34" charset="0"/>
                <a:cs typeface="+mn-cs"/>
              </a:rPr>
              <a:t>prob that given node has success in a slot  = </a:t>
            </a:r>
            <a:r>
              <a:rPr lang="en-US" sz="2400" i="1" dirty="0">
                <a:latin typeface="Gill Sans MT" pitchFamily="34" charset="0"/>
                <a:cs typeface="+mn-cs"/>
              </a:rPr>
              <a:t>p(1-p)</a:t>
            </a:r>
            <a:r>
              <a:rPr lang="en-US" sz="2400" b="1" i="1" baseline="30000" dirty="0">
                <a:latin typeface="Gill Sans MT" pitchFamily="34" charset="0"/>
                <a:cs typeface="+mn-cs"/>
              </a:rPr>
              <a:t>N-1</a:t>
            </a:r>
            <a:endParaRPr lang="en-US" sz="2400" b="1" i="1" baseline="30000" dirty="0">
              <a:latin typeface="Gill Sans MT" pitchFamily="34" charset="0"/>
              <a:cs typeface="+mn-cs"/>
            </a:endParaRPr>
          </a:p>
          <a:p>
            <a:pPr>
              <a:defRPr/>
            </a:pPr>
            <a:r>
              <a:rPr lang="en-US" sz="2400" dirty="0">
                <a:latin typeface="Gill Sans MT" pitchFamily="34" charset="0"/>
                <a:cs typeface="+mn-cs"/>
              </a:rPr>
              <a:t>prob that </a:t>
            </a:r>
            <a:r>
              <a:rPr lang="en-US" sz="2400" i="1" dirty="0">
                <a:latin typeface="Gill Sans MT" pitchFamily="34" charset="0"/>
                <a:cs typeface="+mn-cs"/>
              </a:rPr>
              <a:t>any</a:t>
            </a:r>
            <a:r>
              <a:rPr lang="en-US" sz="2400" dirty="0">
                <a:latin typeface="Gill Sans MT" pitchFamily="34" charset="0"/>
                <a:cs typeface="+mn-cs"/>
              </a:rPr>
              <a:t> node has a success = </a:t>
            </a:r>
            <a:r>
              <a:rPr lang="en-US" sz="2400" i="1" dirty="0">
                <a:latin typeface="Gill Sans MT" pitchFamily="34" charset="0"/>
                <a:cs typeface="+mn-cs"/>
              </a:rPr>
              <a:t>Np(1-p)</a:t>
            </a:r>
            <a:r>
              <a:rPr lang="en-US" sz="2400" b="1" i="1" baseline="30000" dirty="0">
                <a:latin typeface="Gill Sans MT" pitchFamily="34" charset="0"/>
                <a:cs typeface="+mn-cs"/>
              </a:rPr>
              <a:t>N-1</a:t>
            </a:r>
            <a:endParaRPr lang="en-US" sz="2400" i="1" dirty="0">
              <a:latin typeface="Gill Sans MT" pitchFamily="34" charset="0"/>
              <a:cs typeface="+mn-cs"/>
            </a:endParaRPr>
          </a:p>
        </p:txBody>
      </p:sp>
      <p:sp>
        <p:nvSpPr>
          <p:cNvPr id="26629" name="Rectangle 7"/>
          <p:cNvSpPr>
            <a:spLocks noGrp="1" noChangeArrowheads="1"/>
          </p:cNvSpPr>
          <p:nvPr>
            <p:ph type="body" sz="half" idx="2"/>
          </p:nvPr>
        </p:nvSpPr>
        <p:spPr>
          <a:xfrm>
            <a:off x="4978400" y="1647825"/>
            <a:ext cx="3810000" cy="3238500"/>
          </a:xfrm>
        </p:spPr>
        <p:txBody>
          <a:bodyPr/>
          <a:lstStyle/>
          <a:p>
            <a:pPr>
              <a:defRPr/>
            </a:pPr>
            <a:r>
              <a:rPr lang="en-US" sz="2400" dirty="0">
                <a:latin typeface="Gill Sans MT" pitchFamily="34" charset="0"/>
                <a:cs typeface="+mn-cs"/>
              </a:rPr>
              <a:t>max efficiency: find </a:t>
            </a:r>
            <a:r>
              <a:rPr lang="en-US" sz="2400" i="1" dirty="0">
                <a:latin typeface="Gill Sans MT" pitchFamily="34" charset="0"/>
                <a:cs typeface="+mn-cs"/>
              </a:rPr>
              <a:t>p* </a:t>
            </a:r>
            <a:r>
              <a:rPr lang="en-US" sz="2400" dirty="0">
                <a:latin typeface="Gill Sans MT" pitchFamily="34" charset="0"/>
                <a:cs typeface="+mn-cs"/>
              </a:rPr>
              <a:t>that maximizes </a:t>
            </a:r>
            <a:br>
              <a:rPr lang="en-US" sz="2400" dirty="0">
                <a:latin typeface="Gill Sans MT" pitchFamily="34" charset="0"/>
                <a:cs typeface="+mn-cs"/>
              </a:rPr>
            </a:br>
            <a:r>
              <a:rPr lang="en-US" sz="2400" i="1" dirty="0">
                <a:latin typeface="Gill Sans MT" pitchFamily="34" charset="0"/>
                <a:cs typeface="+mn-cs"/>
              </a:rPr>
              <a:t>Np(1-p)</a:t>
            </a:r>
            <a:r>
              <a:rPr lang="en-US" sz="2400" b="1" i="1" baseline="30000" dirty="0">
                <a:latin typeface="Gill Sans MT" pitchFamily="34" charset="0"/>
                <a:cs typeface="+mn-cs"/>
              </a:rPr>
              <a:t>N-1</a:t>
            </a:r>
            <a:endParaRPr lang="en-US" sz="2400" b="1" i="1" baseline="30000" dirty="0">
              <a:latin typeface="Gill Sans MT" pitchFamily="34" charset="0"/>
              <a:cs typeface="+mn-cs"/>
            </a:endParaRPr>
          </a:p>
          <a:p>
            <a:pPr>
              <a:defRPr/>
            </a:pPr>
            <a:r>
              <a:rPr lang="en-US" sz="2400" dirty="0">
                <a:latin typeface="Gill Sans MT" pitchFamily="34" charset="0"/>
                <a:cs typeface="+mn-cs"/>
              </a:rPr>
              <a:t>for many nodes, take limit of </a:t>
            </a:r>
            <a:r>
              <a:rPr lang="en-US" sz="2400" i="1" dirty="0">
                <a:latin typeface="Gill Sans MT" pitchFamily="34" charset="0"/>
                <a:cs typeface="+mn-cs"/>
              </a:rPr>
              <a:t>Np*(1-p*)</a:t>
            </a:r>
            <a:r>
              <a:rPr lang="en-US" sz="2400" b="1" i="1" baseline="30000" dirty="0">
                <a:latin typeface="Gill Sans MT" pitchFamily="34" charset="0"/>
                <a:cs typeface="+mn-cs"/>
              </a:rPr>
              <a:t>N-1 </a:t>
            </a:r>
            <a:r>
              <a:rPr lang="en-US" sz="2400" dirty="0">
                <a:latin typeface="Gill Sans MT" pitchFamily="34" charset="0"/>
                <a:cs typeface="+mn-cs"/>
              </a:rPr>
              <a:t>as </a:t>
            </a:r>
            <a:r>
              <a:rPr lang="en-US" sz="2400" i="1" dirty="0">
                <a:latin typeface="Gill Sans MT" pitchFamily="34" charset="0"/>
                <a:cs typeface="+mn-cs"/>
              </a:rPr>
              <a:t>N</a:t>
            </a:r>
            <a:r>
              <a:rPr lang="en-US" sz="2400" dirty="0">
                <a:latin typeface="Gill Sans MT" pitchFamily="34" charset="0"/>
                <a:cs typeface="+mn-cs"/>
              </a:rPr>
              <a:t> goes to infinity, gives:</a:t>
            </a:r>
            <a:endParaRPr lang="en-US" sz="2400" dirty="0">
              <a:latin typeface="Gill Sans MT" pitchFamily="34" charset="0"/>
              <a:cs typeface="+mn-cs"/>
            </a:endParaRPr>
          </a:p>
          <a:p>
            <a:pPr>
              <a:buFont typeface="Wingdings" panose="05000000000000000000" charset="0"/>
              <a:buNone/>
              <a:defRPr/>
            </a:pPr>
            <a:r>
              <a:rPr lang="en-US" sz="2400" dirty="0">
                <a:latin typeface="Gill Sans MT" pitchFamily="34" charset="0"/>
                <a:cs typeface="+mn-cs"/>
              </a:rPr>
              <a:t>    </a:t>
            </a:r>
            <a:r>
              <a:rPr lang="en-US" sz="2400" i="1" dirty="0">
                <a:solidFill>
                  <a:srgbClr val="CC0000"/>
                </a:solidFill>
                <a:latin typeface="Gill Sans MT" pitchFamily="34" charset="0"/>
                <a:cs typeface="+mn-cs"/>
              </a:rPr>
              <a:t>max efficiency = 1/e = .37</a:t>
            </a:r>
            <a:endParaRPr lang="en-US" sz="2400" b="1" i="1" baseline="30000" dirty="0">
              <a:solidFill>
                <a:srgbClr val="CC0000"/>
              </a:solidFill>
              <a:latin typeface="Gill Sans MT" pitchFamily="34" charset="0"/>
              <a:cs typeface="+mn-cs"/>
            </a:endParaRPr>
          </a:p>
        </p:txBody>
      </p:sp>
      <p:sp>
        <p:nvSpPr>
          <p:cNvPr id="26630" name="Text Box 9"/>
          <p:cNvSpPr txBox="1">
            <a:spLocks noChangeArrowheads="1"/>
          </p:cNvSpPr>
          <p:nvPr/>
        </p:nvSpPr>
        <p:spPr bwMode="auto">
          <a:xfrm>
            <a:off x="595313" y="1687513"/>
            <a:ext cx="3554412" cy="1414462"/>
          </a:xfrm>
          <a:prstGeom prst="rect">
            <a:avLst/>
          </a:prstGeom>
          <a:noFill/>
          <a:ln w="25400">
            <a:solidFill>
              <a:srgbClr val="CC0000"/>
            </a:solidFill>
            <a:miter lim="800000"/>
          </a:ln>
          <a:effectLst/>
        </p:spPr>
        <p:txBody>
          <a:bodyPr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lnSpc>
                <a:spcPct val="85000"/>
              </a:lnSpc>
              <a:defRPr/>
            </a:pPr>
            <a:r>
              <a:rPr lang="en-US" sz="2800" dirty="0" smtClean="0">
                <a:solidFill>
                  <a:srgbClr val="CC0000"/>
                </a:solidFill>
                <a:latin typeface="Gill Sans MT" pitchFamily="34" charset="0"/>
                <a:cs typeface="+mn-cs"/>
              </a:rPr>
              <a:t>efficiency</a:t>
            </a:r>
            <a:r>
              <a:rPr lang="en-US" sz="2400" i="0" dirty="0" smtClean="0">
                <a:latin typeface="Gill Sans MT" pitchFamily="34" charset="0"/>
                <a:cs typeface="+mn-cs"/>
              </a:rPr>
              <a:t>: long-run </a:t>
            </a:r>
            <a:br>
              <a:rPr lang="en-US" sz="2400" i="0" dirty="0" smtClean="0">
                <a:latin typeface="Gill Sans MT" pitchFamily="34" charset="0"/>
                <a:cs typeface="+mn-cs"/>
              </a:rPr>
            </a:br>
            <a:r>
              <a:rPr lang="en-US" sz="2400" i="0" dirty="0" smtClean="0">
                <a:latin typeface="Gill Sans MT" pitchFamily="34" charset="0"/>
                <a:cs typeface="+mn-cs"/>
              </a:rPr>
              <a:t>fraction of successful slots </a:t>
            </a:r>
            <a:br>
              <a:rPr lang="en-US" sz="2400" i="0" dirty="0" smtClean="0">
                <a:latin typeface="Gill Sans MT" pitchFamily="34" charset="0"/>
                <a:cs typeface="+mn-cs"/>
              </a:rPr>
            </a:br>
            <a:r>
              <a:rPr lang="en-US" sz="2400" i="0" dirty="0" smtClean="0">
                <a:latin typeface="Gill Sans MT" pitchFamily="34" charset="0"/>
                <a:cs typeface="+mn-cs"/>
              </a:rPr>
              <a:t>(many nodes, all with many frames to send)</a:t>
            </a:r>
            <a:endParaRPr lang="en-US" sz="2400" i="0" dirty="0" smtClean="0">
              <a:latin typeface="Gill Sans MT" pitchFamily="34" charset="0"/>
              <a:cs typeface="+mn-cs"/>
            </a:endParaRPr>
          </a:p>
        </p:txBody>
      </p:sp>
      <p:sp>
        <p:nvSpPr>
          <p:cNvPr id="26631" name="Text Box 10"/>
          <p:cNvSpPr txBox="1">
            <a:spLocks noChangeArrowheads="1"/>
          </p:cNvSpPr>
          <p:nvPr/>
        </p:nvSpPr>
        <p:spPr bwMode="auto">
          <a:xfrm>
            <a:off x="5407025" y="4529138"/>
            <a:ext cx="2568575" cy="1414462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</a:ln>
          <a:effectLst/>
        </p:spPr>
        <p:txBody>
          <a:bodyPr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lnSpc>
                <a:spcPct val="85000"/>
              </a:lnSpc>
              <a:defRPr/>
            </a:pPr>
            <a:r>
              <a:rPr lang="en-US" sz="2800" dirty="0" smtClean="0">
                <a:solidFill>
                  <a:srgbClr val="CC0000"/>
                </a:solidFill>
                <a:latin typeface="Gill Sans MT" pitchFamily="34" charset="0"/>
                <a:cs typeface="+mn-cs"/>
              </a:rPr>
              <a:t>at best:</a:t>
            </a:r>
            <a:r>
              <a:rPr lang="en-US" sz="2400" i="0" dirty="0" smtClean="0">
                <a:latin typeface="Gill Sans MT" pitchFamily="34" charset="0"/>
                <a:cs typeface="+mn-cs"/>
              </a:rPr>
              <a:t> channel</a:t>
            </a:r>
            <a:endParaRPr lang="en-US" sz="2400" i="0" dirty="0" smtClean="0">
              <a:latin typeface="Gill Sans MT" pitchFamily="34" charset="0"/>
              <a:cs typeface="+mn-cs"/>
            </a:endParaRPr>
          </a:p>
          <a:p>
            <a:pPr>
              <a:lnSpc>
                <a:spcPct val="85000"/>
              </a:lnSpc>
              <a:defRPr/>
            </a:pPr>
            <a:r>
              <a:rPr lang="en-US" sz="2400" i="0" dirty="0" smtClean="0">
                <a:latin typeface="Gill Sans MT" pitchFamily="34" charset="0"/>
                <a:cs typeface="+mn-cs"/>
              </a:rPr>
              <a:t>used for useful </a:t>
            </a:r>
            <a:endParaRPr lang="en-US" sz="2400" i="0" dirty="0" smtClean="0">
              <a:latin typeface="Gill Sans MT" pitchFamily="34" charset="0"/>
              <a:cs typeface="+mn-cs"/>
            </a:endParaRPr>
          </a:p>
          <a:p>
            <a:pPr>
              <a:lnSpc>
                <a:spcPct val="85000"/>
              </a:lnSpc>
              <a:defRPr/>
            </a:pPr>
            <a:r>
              <a:rPr lang="en-US" sz="2400" i="0" dirty="0" smtClean="0">
                <a:latin typeface="Gill Sans MT" pitchFamily="34" charset="0"/>
                <a:cs typeface="+mn-cs"/>
              </a:rPr>
              <a:t>transmissions 37%</a:t>
            </a:r>
            <a:endParaRPr lang="en-US" sz="2400" i="0" dirty="0" smtClean="0">
              <a:latin typeface="Gill Sans MT" pitchFamily="34" charset="0"/>
              <a:cs typeface="+mn-cs"/>
            </a:endParaRPr>
          </a:p>
          <a:p>
            <a:pPr>
              <a:lnSpc>
                <a:spcPct val="85000"/>
              </a:lnSpc>
              <a:defRPr/>
            </a:pPr>
            <a:r>
              <a:rPr lang="en-US" sz="2400" i="0" dirty="0" smtClean="0">
                <a:latin typeface="Gill Sans MT" pitchFamily="34" charset="0"/>
                <a:cs typeface="+mn-cs"/>
              </a:rPr>
              <a:t>of time!</a:t>
            </a:r>
            <a:endParaRPr lang="en-US" sz="2400" i="0" dirty="0" smtClean="0">
              <a:latin typeface="Gill Sans MT" pitchFamily="34" charset="0"/>
              <a:cs typeface="+mn-cs"/>
            </a:endParaRPr>
          </a:p>
        </p:txBody>
      </p:sp>
      <p:sp>
        <p:nvSpPr>
          <p:cNvPr id="26632" name="Text Box 11"/>
          <p:cNvSpPr txBox="1">
            <a:spLocks noChangeArrowheads="1"/>
          </p:cNvSpPr>
          <p:nvPr/>
        </p:nvSpPr>
        <p:spPr bwMode="auto">
          <a:xfrm>
            <a:off x="8048625" y="4402138"/>
            <a:ext cx="488950" cy="15557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9600" dirty="0" smtClean="0">
                <a:solidFill>
                  <a:srgbClr val="CC0000"/>
                </a:solidFill>
                <a:latin typeface="Gill Sans MT" pitchFamily="34" charset="0"/>
                <a:cs typeface="+mn-cs"/>
              </a:rPr>
              <a:t>!</a:t>
            </a:r>
            <a:endParaRPr lang="en-US" sz="9600" dirty="0" smtClean="0">
              <a:solidFill>
                <a:srgbClr val="CC0000"/>
              </a:solidFill>
              <a:latin typeface="Gill Sans MT" pitchFamily="34" charset="0"/>
              <a:cs typeface="+mn-cs"/>
            </a:endParaRPr>
          </a:p>
        </p:txBody>
      </p:sp>
      <p:sp>
        <p:nvSpPr>
          <p:cNvPr id="26633" name="Rectangle 17"/>
          <p:cNvSpPr>
            <a:spLocks noGrp="1" noChangeArrowheads="1"/>
          </p:cNvSpPr>
          <p:nvPr>
            <p:ph type="title"/>
          </p:nvPr>
        </p:nvSpPr>
        <p:spPr>
          <a:xfrm>
            <a:off x="533400" y="106363"/>
            <a:ext cx="7602538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pitchFamily="34" charset="0"/>
                <a:cs typeface="+mj-cs"/>
              </a:rPr>
              <a:t>Slotted </a:t>
            </a:r>
            <a:r>
              <a:rPr lang="en-US" sz="4000" dirty="0">
                <a:latin typeface="Gill Sans MT" pitchFamily="34" charset="0"/>
                <a:cs typeface="+mj-cs"/>
              </a:rPr>
              <a:t>ALOHA: efficiency</a:t>
            </a:r>
            <a:endParaRPr lang="en-US" sz="4000" dirty="0">
              <a:latin typeface="Gill Sans MT" pitchFamily="34" charset="0"/>
              <a:cs typeface="+mj-cs"/>
            </a:endParaRPr>
          </a:p>
        </p:txBody>
      </p:sp>
      <p:pic>
        <p:nvPicPr>
          <p:cNvPr id="91145" name="Picture 18" descr="underline_base"/>
          <p:cNvPicPr>
            <a:picLocks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900" y="920750"/>
            <a:ext cx="5770563" cy="17303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r>
              <a:rPr lang="en-US" sz="1200" dirty="0">
                <a:latin typeface="Tahoma" panose="020B0604030504040204" charset="0"/>
              </a:rPr>
              <a:t>6</a:t>
            </a:r>
            <a:r>
              <a:rPr lang="en-US" sz="1200" dirty="0" smtClean="0">
                <a:latin typeface="Tahoma" panose="020B0604030504040204" charset="0"/>
              </a:rPr>
              <a:t>-</a:t>
            </a:r>
            <a:fld id="{8E8C6E93-DF5B-BC4B-80F9-500DED1EEDCC}" type="slidenum">
              <a:rPr lang="en-US" sz="1200">
                <a:latin typeface="Tahoma" panose="020B0604030504040204" charset="0"/>
              </a:rPr>
            </a:fld>
            <a:endParaRPr lang="en-US" sz="1200" dirty="0">
              <a:latin typeface="Tahoma" panose="020B0604030504040204" charset="0"/>
            </a:endParaRPr>
          </a:p>
        </p:txBody>
      </p:sp>
      <p:sp>
        <p:nvSpPr>
          <p:cNvPr id="12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pPr algn="r"/>
            <a:r>
              <a:rPr lang="en-US" sz="1200" dirty="0" smtClean="0">
                <a:solidFill>
                  <a:srgbClr val="000000"/>
                </a:solidFill>
                <a:latin typeface="Tahoma" panose="020B0604030504040204" charset="0"/>
                <a:cs typeface="Arial" panose="020B0604020202090204" pitchFamily="34" charset="0"/>
              </a:rPr>
              <a:t>Link Layer and LANs</a:t>
            </a:r>
            <a:endParaRPr lang="en-US" sz="1200" dirty="0">
              <a:solidFill>
                <a:srgbClr val="000000"/>
              </a:solidFill>
              <a:latin typeface="Tahoma" panose="020B060403050404020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187" name="Picture 5" descr="underline_base"/>
          <p:cNvPicPr>
            <a:picLocks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713" y="950913"/>
            <a:ext cx="5942012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27653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50813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pitchFamily="34" charset="0"/>
                <a:cs typeface="+mj-cs"/>
              </a:rPr>
              <a:t>Pure (unslotted) </a:t>
            </a:r>
            <a:r>
              <a:rPr lang="en-US" sz="4000" dirty="0">
                <a:latin typeface="Gill Sans MT" pitchFamily="34" charset="0"/>
                <a:cs typeface="+mj-cs"/>
              </a:rPr>
              <a:t>ALOHA</a:t>
            </a:r>
            <a:endParaRPr lang="en-US" sz="4000" dirty="0">
              <a:latin typeface="Gill Sans MT" pitchFamily="34" charset="0"/>
              <a:cs typeface="+mj-cs"/>
            </a:endParaRPr>
          </a:p>
        </p:txBody>
      </p:sp>
      <p:sp>
        <p:nvSpPr>
          <p:cNvPr id="276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422400"/>
            <a:ext cx="8343900" cy="4648200"/>
          </a:xfrm>
        </p:spPr>
        <p:txBody>
          <a:bodyPr/>
          <a:lstStyle/>
          <a:p>
            <a:pPr>
              <a:defRPr/>
            </a:pPr>
            <a:r>
              <a:rPr lang="en-US" sz="2400" dirty="0">
                <a:latin typeface="Gill Sans MT" pitchFamily="34" charset="0"/>
                <a:cs typeface="+mn-cs"/>
              </a:rPr>
              <a:t>unslotted Aloha: simpler, no synchronization</a:t>
            </a:r>
            <a:endParaRPr lang="en-US" sz="2400" dirty="0">
              <a:latin typeface="Gill Sans MT" pitchFamily="34" charset="0"/>
              <a:cs typeface="+mn-cs"/>
            </a:endParaRPr>
          </a:p>
          <a:p>
            <a:pPr>
              <a:defRPr/>
            </a:pPr>
            <a:r>
              <a:rPr lang="en-US" sz="2400" dirty="0">
                <a:latin typeface="Gill Sans MT" pitchFamily="34" charset="0"/>
                <a:cs typeface="+mn-cs"/>
              </a:rPr>
              <a:t>when frame first arrives</a:t>
            </a:r>
            <a:endParaRPr lang="en-US" sz="2400" dirty="0">
              <a:latin typeface="Gill Sans MT" pitchFamily="34" charset="0"/>
              <a:cs typeface="+mn-cs"/>
            </a:endParaRPr>
          </a:p>
          <a:p>
            <a:pPr lvl="1">
              <a:defRPr/>
            </a:pPr>
            <a:r>
              <a:rPr lang="en-US" dirty="0">
                <a:latin typeface="Gill Sans MT" pitchFamily="34" charset="0"/>
              </a:rPr>
              <a:t> transmit immediately </a:t>
            </a:r>
            <a:endParaRPr lang="en-US" dirty="0">
              <a:latin typeface="Gill Sans MT" pitchFamily="34" charset="0"/>
            </a:endParaRPr>
          </a:p>
          <a:p>
            <a:pPr>
              <a:defRPr/>
            </a:pPr>
            <a:r>
              <a:rPr lang="en-US" sz="2400" dirty="0">
                <a:latin typeface="Gill Sans MT" pitchFamily="34" charset="0"/>
                <a:cs typeface="+mn-cs"/>
              </a:rPr>
              <a:t>collision probability increases:</a:t>
            </a:r>
            <a:endParaRPr lang="en-US" sz="2400" dirty="0">
              <a:latin typeface="Gill Sans MT" pitchFamily="34" charset="0"/>
              <a:cs typeface="+mn-cs"/>
            </a:endParaRPr>
          </a:p>
          <a:p>
            <a:pPr lvl="1">
              <a:defRPr/>
            </a:pPr>
            <a:r>
              <a:rPr lang="en-US" dirty="0">
                <a:latin typeface="Gill Sans MT" pitchFamily="34" charset="0"/>
              </a:rPr>
              <a:t>frame sent at t</a:t>
            </a:r>
            <a:r>
              <a:rPr lang="en-US" baseline="-25000" dirty="0">
                <a:latin typeface="Gill Sans MT" pitchFamily="34" charset="0"/>
              </a:rPr>
              <a:t>0</a:t>
            </a:r>
            <a:r>
              <a:rPr lang="en-US" dirty="0">
                <a:latin typeface="Gill Sans MT" pitchFamily="34" charset="0"/>
              </a:rPr>
              <a:t> collides with other frames sent in [t</a:t>
            </a:r>
            <a:r>
              <a:rPr lang="en-US" baseline="-25000" dirty="0">
                <a:latin typeface="Gill Sans MT" pitchFamily="34" charset="0"/>
              </a:rPr>
              <a:t>0</a:t>
            </a:r>
            <a:r>
              <a:rPr lang="en-US" dirty="0">
                <a:latin typeface="Gill Sans MT" pitchFamily="34" charset="0"/>
              </a:rPr>
              <a:t>-1,t</a:t>
            </a:r>
            <a:r>
              <a:rPr lang="en-US" baseline="-25000" dirty="0">
                <a:latin typeface="Gill Sans MT" pitchFamily="34" charset="0"/>
              </a:rPr>
              <a:t>0</a:t>
            </a:r>
            <a:r>
              <a:rPr lang="en-US" dirty="0">
                <a:latin typeface="Gill Sans MT" pitchFamily="34" charset="0"/>
              </a:rPr>
              <a:t>+1]</a:t>
            </a:r>
            <a:endParaRPr lang="en-US" dirty="0">
              <a:latin typeface="Gill Sans MT" pitchFamily="34" charset="0"/>
            </a:endParaRPr>
          </a:p>
        </p:txBody>
      </p:sp>
      <p:pic>
        <p:nvPicPr>
          <p:cNvPr id="93190" name="Picture 4" descr="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738" y="3871913"/>
            <a:ext cx="6280150" cy="254317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r>
              <a:rPr lang="en-US" sz="1200" dirty="0">
                <a:latin typeface="Tahoma" panose="020B0604030504040204" charset="0"/>
              </a:rPr>
              <a:t>6</a:t>
            </a:r>
            <a:r>
              <a:rPr lang="en-US" sz="1200" dirty="0" smtClean="0">
                <a:latin typeface="Tahoma" panose="020B0604030504040204" charset="0"/>
              </a:rPr>
              <a:t>-</a:t>
            </a:r>
            <a:fld id="{8E8C6E93-DF5B-BC4B-80F9-500DED1EEDCC}" type="slidenum">
              <a:rPr lang="en-US" sz="1200">
                <a:latin typeface="Tahoma" panose="020B0604030504040204" charset="0"/>
              </a:rPr>
            </a:fld>
            <a:endParaRPr lang="en-US" sz="1200" dirty="0">
              <a:latin typeface="Tahoma" panose="020B0604030504040204" charset="0"/>
            </a:endParaRPr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pPr algn="r"/>
            <a:r>
              <a:rPr lang="en-US" sz="1200" dirty="0" smtClean="0">
                <a:solidFill>
                  <a:srgbClr val="000000"/>
                </a:solidFill>
                <a:latin typeface="Tahoma" panose="020B0604030504040204" charset="0"/>
                <a:cs typeface="Arial" panose="020B0604020202090204" pitchFamily="34" charset="0"/>
              </a:rPr>
              <a:t>Link Layer and LANs</a:t>
            </a:r>
            <a:endParaRPr lang="en-US" sz="1200" dirty="0">
              <a:solidFill>
                <a:srgbClr val="000000"/>
              </a:solidFill>
              <a:latin typeface="Tahoma" panose="020B060403050404020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235" name="Picture 6" descr="underline_base"/>
          <p:cNvPicPr>
            <a:picLocks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388" y="857250"/>
            <a:ext cx="5027612" cy="173038"/>
          </a:xfrm>
          <a:prstGeom prst="rect">
            <a:avLst/>
          </a:prstGeom>
          <a:noFill/>
          <a:ln>
            <a:noFill/>
          </a:ln>
        </p:spPr>
      </p:pic>
      <p:sp>
        <p:nvSpPr>
          <p:cNvPr id="28677" name="Rectangle 2"/>
          <p:cNvSpPr>
            <a:spLocks noGrp="1" noChangeArrowheads="1"/>
          </p:cNvSpPr>
          <p:nvPr>
            <p:ph type="title"/>
          </p:nvPr>
        </p:nvSpPr>
        <p:spPr>
          <a:xfrm>
            <a:off x="500063" y="153988"/>
            <a:ext cx="7772400" cy="962025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pitchFamily="34" charset="0"/>
                <a:cs typeface="+mj-cs"/>
              </a:rPr>
              <a:t>Pure </a:t>
            </a:r>
            <a:r>
              <a:rPr lang="en-US" sz="4000" dirty="0">
                <a:latin typeface="Gill Sans MT" pitchFamily="34" charset="0"/>
                <a:cs typeface="+mj-cs"/>
              </a:rPr>
              <a:t>ALOHA</a:t>
            </a:r>
            <a:r>
              <a:rPr lang="en-US" dirty="0">
                <a:latin typeface="Gill Sans MT" pitchFamily="34" charset="0"/>
                <a:cs typeface="+mj-cs"/>
              </a:rPr>
              <a:t> efficiency</a:t>
            </a:r>
            <a:endParaRPr lang="en-US" dirty="0">
              <a:latin typeface="Gill Sans MT" pitchFamily="34" charset="0"/>
              <a:cs typeface="+mj-cs"/>
            </a:endParaRPr>
          </a:p>
        </p:txBody>
      </p:sp>
      <p:sp>
        <p:nvSpPr>
          <p:cNvPr id="2867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328738"/>
            <a:ext cx="8264525" cy="4648200"/>
          </a:xfrm>
        </p:spPr>
        <p:txBody>
          <a:bodyPr/>
          <a:lstStyle/>
          <a:p>
            <a:pPr>
              <a:buFont typeface="Wingdings" panose="05000000000000000000" charset="0"/>
              <a:buNone/>
              <a:defRPr/>
            </a:pPr>
            <a:r>
              <a:rPr lang="en-US" sz="2000" dirty="0">
                <a:latin typeface="Gill Sans MT" pitchFamily="34" charset="0"/>
                <a:cs typeface="+mn-cs"/>
              </a:rPr>
              <a:t>P(success by given node) = P(node transmits) </a:t>
            </a:r>
            <a:r>
              <a:rPr lang="en-US" sz="2000" baseline="16000" dirty="0">
                <a:latin typeface="Gill Sans MT" pitchFamily="34" charset="0"/>
                <a:cs typeface="+mn-cs"/>
              </a:rPr>
              <a:t>.</a:t>
            </a:r>
            <a:endParaRPr lang="en-US" sz="2000" dirty="0">
              <a:latin typeface="Gill Sans MT" pitchFamily="34" charset="0"/>
              <a:cs typeface="+mn-cs"/>
            </a:endParaRPr>
          </a:p>
          <a:p>
            <a:pPr>
              <a:buFont typeface="Wingdings" panose="05000000000000000000" charset="0"/>
              <a:buNone/>
              <a:defRPr/>
            </a:pPr>
            <a:r>
              <a:rPr lang="en-US" sz="2000" dirty="0">
                <a:latin typeface="Gill Sans MT" pitchFamily="34" charset="0"/>
                <a:cs typeface="+mn-cs"/>
              </a:rPr>
              <a:t>                                              P(no other node transmits in [t</a:t>
            </a:r>
            <a:r>
              <a:rPr lang="en-US" sz="2000" baseline="-25000" dirty="0">
                <a:latin typeface="Gill Sans MT" pitchFamily="34" charset="0"/>
                <a:cs typeface="+mn-cs"/>
              </a:rPr>
              <a:t>0</a:t>
            </a:r>
            <a:r>
              <a:rPr lang="en-US" sz="2000" dirty="0">
                <a:latin typeface="Gill Sans MT" pitchFamily="34" charset="0"/>
                <a:cs typeface="+mn-cs"/>
              </a:rPr>
              <a:t>-1,t</a:t>
            </a:r>
            <a:r>
              <a:rPr lang="en-US" sz="2000" baseline="-25000" dirty="0">
                <a:latin typeface="Gill Sans MT" pitchFamily="34" charset="0"/>
                <a:cs typeface="+mn-cs"/>
              </a:rPr>
              <a:t>0</a:t>
            </a:r>
            <a:r>
              <a:rPr lang="en-US" sz="2000" dirty="0">
                <a:latin typeface="Gill Sans MT" pitchFamily="34" charset="0"/>
                <a:cs typeface="+mn-cs"/>
              </a:rPr>
              <a:t>] </a:t>
            </a:r>
            <a:r>
              <a:rPr lang="en-US" sz="2000" baseline="16000" dirty="0">
                <a:latin typeface="Gill Sans MT" pitchFamily="34" charset="0"/>
                <a:cs typeface="+mn-cs"/>
              </a:rPr>
              <a:t>.</a:t>
            </a:r>
            <a:endParaRPr lang="en-US" sz="2000" dirty="0">
              <a:latin typeface="Gill Sans MT" pitchFamily="34" charset="0"/>
              <a:cs typeface="+mn-cs"/>
            </a:endParaRPr>
          </a:p>
          <a:p>
            <a:pPr>
              <a:buFont typeface="Wingdings" panose="05000000000000000000" charset="0"/>
              <a:buNone/>
              <a:defRPr/>
            </a:pPr>
            <a:r>
              <a:rPr lang="en-US" sz="2000" dirty="0">
                <a:latin typeface="Gill Sans MT" pitchFamily="34" charset="0"/>
                <a:cs typeface="+mn-cs"/>
              </a:rPr>
              <a:t>                                              P(no other node transmits in [t</a:t>
            </a:r>
            <a:r>
              <a:rPr lang="en-US" sz="2000" baseline="-25000" dirty="0">
                <a:latin typeface="Gill Sans MT" pitchFamily="34" charset="0"/>
                <a:cs typeface="+mn-cs"/>
              </a:rPr>
              <a:t>0</a:t>
            </a:r>
            <a:r>
              <a:rPr lang="en-US" sz="2000" dirty="0">
                <a:latin typeface="Gill Sans MT" pitchFamily="34" charset="0"/>
                <a:cs typeface="+mn-cs"/>
              </a:rPr>
              <a:t>-1,t</a:t>
            </a:r>
            <a:r>
              <a:rPr lang="en-US" sz="2000" baseline="-25000" dirty="0">
                <a:latin typeface="Gill Sans MT" pitchFamily="34" charset="0"/>
                <a:cs typeface="+mn-cs"/>
              </a:rPr>
              <a:t>0</a:t>
            </a:r>
            <a:r>
              <a:rPr lang="en-US" sz="2000" dirty="0">
                <a:latin typeface="Gill Sans MT" pitchFamily="34" charset="0"/>
                <a:cs typeface="+mn-cs"/>
              </a:rPr>
              <a:t>] </a:t>
            </a:r>
            <a:endParaRPr lang="en-US" sz="2000" dirty="0">
              <a:latin typeface="Gill Sans MT" pitchFamily="34" charset="0"/>
              <a:cs typeface="+mn-cs"/>
            </a:endParaRPr>
          </a:p>
          <a:p>
            <a:pPr>
              <a:buFont typeface="Wingdings" panose="05000000000000000000" charset="0"/>
              <a:buNone/>
              <a:defRPr/>
            </a:pPr>
            <a:r>
              <a:rPr lang="en-US" sz="2000" dirty="0">
                <a:latin typeface="Gill Sans MT" pitchFamily="34" charset="0"/>
                <a:cs typeface="+mn-cs"/>
              </a:rPr>
              <a:t>                                      </a:t>
            </a:r>
            <a:endParaRPr lang="en-US" sz="2000" dirty="0">
              <a:latin typeface="Gill Sans MT" pitchFamily="34" charset="0"/>
              <a:cs typeface="+mn-cs"/>
            </a:endParaRPr>
          </a:p>
          <a:p>
            <a:pPr>
              <a:buFont typeface="Wingdings" panose="05000000000000000000" charset="0"/>
              <a:buNone/>
              <a:defRPr/>
            </a:pPr>
            <a:r>
              <a:rPr lang="en-US" sz="2400" dirty="0">
                <a:latin typeface="Gill Sans MT" pitchFamily="34" charset="0"/>
                <a:cs typeface="+mn-cs"/>
              </a:rPr>
              <a:t>                                    </a:t>
            </a:r>
            <a:r>
              <a:rPr lang="en-US" sz="2400" i="1" dirty="0">
                <a:latin typeface="Gill Sans MT" pitchFamily="34" charset="0"/>
                <a:cs typeface="+mn-cs"/>
              </a:rPr>
              <a:t>  = p </a:t>
            </a:r>
            <a:r>
              <a:rPr lang="en-US" sz="2400" i="1" baseline="16000" dirty="0">
                <a:latin typeface="Gill Sans MT" pitchFamily="34" charset="0"/>
                <a:cs typeface="+mn-cs"/>
              </a:rPr>
              <a:t>. </a:t>
            </a:r>
            <a:r>
              <a:rPr lang="en-US" sz="2400" i="1" dirty="0">
                <a:latin typeface="Gill Sans MT" pitchFamily="34" charset="0"/>
                <a:cs typeface="+mn-cs"/>
              </a:rPr>
              <a:t>(1-p)</a:t>
            </a:r>
            <a:r>
              <a:rPr lang="en-US" sz="2400" b="1" i="1" baseline="30000" dirty="0">
                <a:latin typeface="Gill Sans MT" pitchFamily="34" charset="0"/>
                <a:cs typeface="+mn-cs"/>
              </a:rPr>
              <a:t>N-1</a:t>
            </a:r>
            <a:r>
              <a:rPr lang="en-US" sz="2400" i="1" baseline="16000" dirty="0">
                <a:latin typeface="Gill Sans MT" pitchFamily="34" charset="0"/>
                <a:cs typeface="+mn-cs"/>
              </a:rPr>
              <a:t> . </a:t>
            </a:r>
            <a:r>
              <a:rPr lang="en-US" sz="2400" i="1" dirty="0">
                <a:latin typeface="Gill Sans MT" pitchFamily="34" charset="0"/>
                <a:cs typeface="+mn-cs"/>
              </a:rPr>
              <a:t>(1-p)</a:t>
            </a:r>
            <a:r>
              <a:rPr lang="en-US" sz="2400" b="1" i="1" baseline="30000" dirty="0">
                <a:latin typeface="Gill Sans MT" pitchFamily="34" charset="0"/>
                <a:cs typeface="+mn-cs"/>
              </a:rPr>
              <a:t>N-1  </a:t>
            </a:r>
            <a:endParaRPr lang="en-US" sz="2400" b="1" i="1" baseline="30000" dirty="0">
              <a:latin typeface="Gill Sans MT" pitchFamily="34" charset="0"/>
              <a:cs typeface="+mn-cs"/>
            </a:endParaRPr>
          </a:p>
          <a:p>
            <a:pPr>
              <a:buFont typeface="Wingdings" panose="05000000000000000000" charset="0"/>
              <a:buNone/>
              <a:defRPr/>
            </a:pPr>
            <a:r>
              <a:rPr lang="en-US" sz="2400" b="1" baseline="30000" dirty="0">
                <a:latin typeface="Gill Sans MT" pitchFamily="34" charset="0"/>
                <a:cs typeface="+mn-cs"/>
              </a:rPr>
              <a:t>                                                    </a:t>
            </a:r>
            <a:r>
              <a:rPr lang="en-US" sz="2400" b="1" i="1" baseline="30000" dirty="0">
                <a:latin typeface="Gill Sans MT" pitchFamily="34" charset="0"/>
                <a:cs typeface="+mn-cs"/>
              </a:rPr>
              <a:t>     </a:t>
            </a:r>
            <a:r>
              <a:rPr lang="en-US" sz="2400" i="1" dirty="0">
                <a:latin typeface="Gill Sans MT" pitchFamily="34" charset="0"/>
                <a:cs typeface="+mn-cs"/>
              </a:rPr>
              <a:t>=</a:t>
            </a:r>
            <a:r>
              <a:rPr lang="en-US" sz="2400" b="1" i="1" dirty="0">
                <a:latin typeface="Gill Sans MT" pitchFamily="34" charset="0"/>
                <a:cs typeface="+mn-cs"/>
              </a:rPr>
              <a:t> </a:t>
            </a:r>
            <a:r>
              <a:rPr lang="en-US" sz="2400" i="1" dirty="0">
                <a:latin typeface="Gill Sans MT" pitchFamily="34" charset="0"/>
                <a:cs typeface="+mn-cs"/>
              </a:rPr>
              <a:t>p </a:t>
            </a:r>
            <a:r>
              <a:rPr lang="en-US" sz="2400" i="1" baseline="16000" dirty="0">
                <a:latin typeface="Gill Sans MT" pitchFamily="34" charset="0"/>
                <a:cs typeface="+mn-cs"/>
              </a:rPr>
              <a:t>. </a:t>
            </a:r>
            <a:r>
              <a:rPr lang="en-US" sz="2400" i="1" dirty="0">
                <a:latin typeface="Gill Sans MT" pitchFamily="34" charset="0"/>
                <a:cs typeface="+mn-cs"/>
              </a:rPr>
              <a:t>(1-p)</a:t>
            </a:r>
            <a:r>
              <a:rPr lang="en-US" sz="2400" b="1" i="1" baseline="30000" dirty="0">
                <a:latin typeface="Gill Sans MT" pitchFamily="34" charset="0"/>
                <a:cs typeface="+mn-cs"/>
              </a:rPr>
              <a:t>2(N-1)</a:t>
            </a:r>
            <a:r>
              <a:rPr lang="en-US" i="1" baseline="16000" dirty="0">
                <a:latin typeface="Gill Sans MT" pitchFamily="34" charset="0"/>
                <a:cs typeface="+mn-cs"/>
              </a:rPr>
              <a:t> </a:t>
            </a:r>
            <a:endParaRPr lang="en-US" sz="2000" i="1" dirty="0">
              <a:latin typeface="Gill Sans MT" pitchFamily="34" charset="0"/>
              <a:cs typeface="+mn-cs"/>
            </a:endParaRPr>
          </a:p>
          <a:p>
            <a:pPr>
              <a:buFont typeface="Wingdings" panose="05000000000000000000" charset="0"/>
              <a:buNone/>
              <a:defRPr/>
            </a:pPr>
            <a:endParaRPr lang="en-US" baseline="16000" dirty="0">
              <a:latin typeface="Gill Sans MT" pitchFamily="34" charset="0"/>
              <a:cs typeface="+mn-cs"/>
            </a:endParaRPr>
          </a:p>
          <a:p>
            <a:pPr>
              <a:buFont typeface="Wingdings" panose="05000000000000000000" charset="0"/>
              <a:buNone/>
              <a:defRPr/>
            </a:pPr>
            <a:r>
              <a:rPr lang="en-US" baseline="16000" dirty="0">
                <a:latin typeface="Gill Sans MT" pitchFamily="34" charset="0"/>
                <a:cs typeface="+mn-cs"/>
              </a:rPr>
              <a:t>                              … choosing optimum p and then letting </a:t>
            </a:r>
            <a:r>
              <a:rPr lang="en-US" i="1" baseline="16000" dirty="0">
                <a:latin typeface="Gill Sans MT" pitchFamily="34" charset="0"/>
                <a:cs typeface="+mn-cs"/>
              </a:rPr>
              <a:t>n</a:t>
            </a:r>
            <a:r>
              <a:rPr lang="en-US" baseline="16000" dirty="0">
                <a:latin typeface="Gill Sans MT" pitchFamily="34" charset="0"/>
                <a:cs typeface="+mn-cs"/>
              </a:rPr>
              <a:t> </a:t>
            </a:r>
            <a:endParaRPr lang="en-US" baseline="16000" dirty="0">
              <a:latin typeface="Gill Sans MT" pitchFamily="34" charset="0"/>
              <a:cs typeface="+mn-cs"/>
            </a:endParaRPr>
          </a:p>
          <a:p>
            <a:pPr>
              <a:buFont typeface="Wingdings" panose="05000000000000000000" charset="0"/>
              <a:buNone/>
              <a:defRPr/>
            </a:pPr>
            <a:r>
              <a:rPr lang="en-US" baseline="16000" dirty="0">
                <a:latin typeface="Gill Sans MT" pitchFamily="34" charset="0"/>
                <a:cs typeface="+mn-cs"/>
              </a:rPr>
              <a:t>                                        </a:t>
            </a:r>
            <a:r>
              <a:rPr lang="en-US" i="1" baseline="16000" dirty="0">
                <a:latin typeface="Gill Sans MT" pitchFamily="34" charset="0"/>
                <a:cs typeface="+mn-cs"/>
              </a:rPr>
              <a:t>         </a:t>
            </a:r>
            <a:r>
              <a:rPr lang="en-US" sz="2400" i="1" dirty="0">
                <a:latin typeface="Gill Sans MT" pitchFamily="34" charset="0"/>
                <a:cs typeface="+mn-cs"/>
              </a:rPr>
              <a:t>= 1/(2e) = .18</a:t>
            </a:r>
            <a:r>
              <a:rPr lang="en-US" i="1" baseline="16000" dirty="0">
                <a:latin typeface="Gill Sans MT" pitchFamily="34" charset="0"/>
                <a:cs typeface="+mn-cs"/>
              </a:rPr>
              <a:t> </a:t>
            </a:r>
            <a:r>
              <a:rPr lang="en-US" dirty="0">
                <a:latin typeface="Gill Sans MT" pitchFamily="34" charset="0"/>
                <a:cs typeface="+mn-cs"/>
              </a:rPr>
              <a:t>	</a:t>
            </a:r>
            <a:endParaRPr lang="en-US" b="1" i="1" dirty="0">
              <a:latin typeface="Gill Sans MT" pitchFamily="34" charset="0"/>
              <a:cs typeface="+mn-cs"/>
            </a:endParaRPr>
          </a:p>
          <a:p>
            <a:pPr>
              <a:defRPr/>
            </a:pPr>
            <a:endParaRPr lang="en-US" dirty="0">
              <a:latin typeface="Gill Sans MT" pitchFamily="34" charset="0"/>
              <a:cs typeface="+mn-cs"/>
            </a:endParaRPr>
          </a:p>
        </p:txBody>
      </p:sp>
      <p:sp>
        <p:nvSpPr>
          <p:cNvPr id="28679" name="Text Box 4"/>
          <p:cNvSpPr txBox="1">
            <a:spLocks noChangeArrowheads="1"/>
          </p:cNvSpPr>
          <p:nvPr/>
        </p:nvSpPr>
        <p:spPr bwMode="auto">
          <a:xfrm>
            <a:off x="2222500" y="5175250"/>
            <a:ext cx="4586288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2800" i="0" dirty="0" smtClean="0">
                <a:solidFill>
                  <a:srgbClr val="CC0000"/>
                </a:solidFill>
                <a:latin typeface="Gill Sans MT" pitchFamily="34" charset="0"/>
                <a:cs typeface="+mn-cs"/>
              </a:rPr>
              <a:t>even </a:t>
            </a:r>
            <a:r>
              <a:rPr lang="en-US" sz="2800" dirty="0" smtClean="0">
                <a:solidFill>
                  <a:srgbClr val="CC0000"/>
                </a:solidFill>
                <a:latin typeface="Gill Sans MT" pitchFamily="34" charset="0"/>
                <a:cs typeface="+mn-cs"/>
              </a:rPr>
              <a:t>worse</a:t>
            </a:r>
            <a:r>
              <a:rPr lang="en-US" sz="2800" i="0" dirty="0" smtClean="0">
                <a:solidFill>
                  <a:srgbClr val="CC0000"/>
                </a:solidFill>
                <a:latin typeface="Gill Sans MT" pitchFamily="34" charset="0"/>
                <a:cs typeface="+mn-cs"/>
              </a:rPr>
              <a:t> than slotted Aloha!</a:t>
            </a:r>
            <a:endParaRPr lang="en-US" sz="2800" i="0" dirty="0" smtClean="0">
              <a:solidFill>
                <a:srgbClr val="CC0000"/>
              </a:solidFill>
              <a:latin typeface="Gill Sans MT" pitchFamily="34" charset="0"/>
              <a:cs typeface="+mn-cs"/>
            </a:endParaRPr>
          </a:p>
        </p:txBody>
      </p:sp>
      <p:grpSp>
        <p:nvGrpSpPr>
          <p:cNvPr id="95239" name="Group 10"/>
          <p:cNvGrpSpPr/>
          <p:nvPr/>
        </p:nvGrpSpPr>
        <p:grpSpPr bwMode="auto">
          <a:xfrm>
            <a:off x="6664312" y="3739362"/>
            <a:ext cx="736600" cy="90487"/>
            <a:chOff x="3242" y="3679"/>
            <a:chExt cx="464" cy="57"/>
          </a:xfrm>
        </p:grpSpPr>
        <p:sp>
          <p:nvSpPr>
            <p:cNvPr id="28681" name="Line 7"/>
            <p:cNvSpPr>
              <a:spLocks noChangeShapeType="1"/>
            </p:cNvSpPr>
            <p:nvPr/>
          </p:nvSpPr>
          <p:spPr bwMode="auto">
            <a:xfrm>
              <a:off x="3242" y="3711"/>
              <a:ext cx="20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28682" name="Oval 8"/>
            <p:cNvSpPr>
              <a:spLocks noChangeArrowheads="1"/>
            </p:cNvSpPr>
            <p:nvPr/>
          </p:nvSpPr>
          <p:spPr bwMode="auto">
            <a:xfrm>
              <a:off x="3494" y="3680"/>
              <a:ext cx="107" cy="5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28683" name="Oval 9"/>
            <p:cNvSpPr>
              <a:spLocks noChangeArrowheads="1"/>
            </p:cNvSpPr>
            <p:nvPr/>
          </p:nvSpPr>
          <p:spPr bwMode="auto">
            <a:xfrm>
              <a:off x="3599" y="3679"/>
              <a:ext cx="107" cy="5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r>
              <a:rPr lang="en-US" sz="1200" dirty="0">
                <a:latin typeface="Tahoma" panose="020B0604030504040204" charset="0"/>
              </a:rPr>
              <a:t>6</a:t>
            </a:r>
            <a:r>
              <a:rPr lang="en-US" sz="1200" dirty="0" smtClean="0">
                <a:latin typeface="Tahoma" panose="020B0604030504040204" charset="0"/>
              </a:rPr>
              <a:t>-</a:t>
            </a:r>
            <a:fld id="{8E8C6E93-DF5B-BC4B-80F9-500DED1EEDCC}" type="slidenum">
              <a:rPr lang="en-US" sz="1200">
                <a:latin typeface="Tahoma" panose="020B0604030504040204" charset="0"/>
              </a:rPr>
            </a:fld>
            <a:endParaRPr lang="en-US" sz="1200" dirty="0">
              <a:latin typeface="Tahoma" panose="020B0604030504040204" charset="0"/>
            </a:endParaRPr>
          </a:p>
        </p:txBody>
      </p:sp>
      <p:sp>
        <p:nvSpPr>
          <p:cNvPr id="1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pPr algn="r"/>
            <a:r>
              <a:rPr lang="en-US" sz="1200" dirty="0" smtClean="0">
                <a:solidFill>
                  <a:srgbClr val="000000"/>
                </a:solidFill>
                <a:latin typeface="Tahoma" panose="020B0604030504040204" charset="0"/>
                <a:cs typeface="Arial" panose="020B0604020202090204" pitchFamily="34" charset="0"/>
              </a:rPr>
              <a:t>Link Layer and LANs</a:t>
            </a:r>
            <a:endParaRPr lang="en-US" sz="1200" dirty="0">
              <a:solidFill>
                <a:srgbClr val="000000"/>
              </a:solidFill>
              <a:latin typeface="Tahoma" panose="020B060403050404020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283" name="Picture 4" descr="underline_base"/>
          <p:cNvPicPr>
            <a:picLocks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838" y="1004888"/>
            <a:ext cx="7769225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29701" name="Rectangle 2"/>
          <p:cNvSpPr>
            <a:spLocks noGrp="1" noChangeArrowheads="1"/>
          </p:cNvSpPr>
          <p:nvPr>
            <p:ph type="title"/>
          </p:nvPr>
        </p:nvSpPr>
        <p:spPr>
          <a:xfrm>
            <a:off x="333375" y="228600"/>
            <a:ext cx="8464550" cy="1143000"/>
          </a:xfrm>
        </p:spPr>
        <p:txBody>
          <a:bodyPr/>
          <a:lstStyle/>
          <a:p>
            <a:pPr>
              <a:defRPr/>
            </a:pPr>
            <a:r>
              <a:rPr lang="en-US" sz="4000" dirty="0">
                <a:latin typeface="Gill Sans MT" pitchFamily="34" charset="0"/>
                <a:cs typeface="+mj-cs"/>
              </a:rPr>
              <a:t>CSMA (carrier sense multiple access)</a:t>
            </a:r>
            <a:endParaRPr lang="en-US" dirty="0">
              <a:latin typeface="Gill Sans MT" pitchFamily="34" charset="0"/>
              <a:cs typeface="+mj-cs"/>
            </a:endParaRPr>
          </a:p>
        </p:txBody>
      </p:sp>
      <p:sp>
        <p:nvSpPr>
          <p:cNvPr id="2970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06525" y="1662113"/>
            <a:ext cx="6467475" cy="3246437"/>
          </a:xfrm>
        </p:spPr>
        <p:txBody>
          <a:bodyPr/>
          <a:lstStyle/>
          <a:p>
            <a:pPr>
              <a:buFont typeface="Wingdings" panose="05000000000000000000" charset="0"/>
              <a:buNone/>
              <a:defRPr/>
            </a:pPr>
            <a:r>
              <a:rPr lang="en-US" sz="3600" i="1" dirty="0">
                <a:solidFill>
                  <a:srgbClr val="CC0000"/>
                </a:solidFill>
                <a:cs typeface="+mn-cs"/>
              </a:rPr>
              <a:t>CSMA</a:t>
            </a:r>
            <a:r>
              <a:rPr lang="en-US" sz="3600" dirty="0">
                <a:solidFill>
                  <a:srgbClr val="FF0000"/>
                </a:solidFill>
                <a:cs typeface="+mn-cs"/>
              </a:rPr>
              <a:t>:</a:t>
            </a:r>
            <a:r>
              <a:rPr lang="en-US" sz="3200" dirty="0">
                <a:cs typeface="+mn-cs"/>
              </a:rPr>
              <a:t> listen before transmit:</a:t>
            </a:r>
            <a:endParaRPr lang="en-US" sz="3200" dirty="0">
              <a:cs typeface="+mn-cs"/>
            </a:endParaRPr>
          </a:p>
          <a:p>
            <a:pPr>
              <a:buFont typeface="Wingdings" panose="05000000000000000000" charset="0"/>
              <a:buNone/>
              <a:defRPr/>
            </a:pPr>
            <a:r>
              <a:rPr lang="en-US" dirty="0">
                <a:solidFill>
                  <a:srgbClr val="000099"/>
                </a:solidFill>
                <a:cs typeface="+mn-cs"/>
              </a:rPr>
              <a:t>if channel sensed idle:</a:t>
            </a:r>
            <a:r>
              <a:rPr lang="en-US" dirty="0">
                <a:cs typeface="+mn-cs"/>
              </a:rPr>
              <a:t> transmit entire frame</a:t>
            </a:r>
            <a:endParaRPr lang="en-US" dirty="0">
              <a:cs typeface="+mn-cs"/>
            </a:endParaRPr>
          </a:p>
          <a:p>
            <a:pPr>
              <a:defRPr/>
            </a:pPr>
            <a:r>
              <a:rPr lang="en-US" dirty="0">
                <a:solidFill>
                  <a:srgbClr val="000099"/>
                </a:solidFill>
                <a:cs typeface="+mn-cs"/>
              </a:rPr>
              <a:t>if channel sensed busy</a:t>
            </a:r>
            <a:r>
              <a:rPr lang="en-US" dirty="0">
                <a:cs typeface="+mn-cs"/>
              </a:rPr>
              <a:t>, defer transmission </a:t>
            </a:r>
            <a:br>
              <a:rPr lang="en-US" dirty="0">
                <a:cs typeface="+mn-cs"/>
              </a:rPr>
            </a:br>
            <a:br>
              <a:rPr lang="en-US" dirty="0">
                <a:cs typeface="+mn-cs"/>
              </a:rPr>
            </a:br>
            <a:endParaRPr lang="en-US" dirty="0">
              <a:cs typeface="+mn-cs"/>
            </a:endParaRPr>
          </a:p>
          <a:p>
            <a:pPr>
              <a:defRPr/>
            </a:pPr>
            <a:r>
              <a:rPr lang="en-US" dirty="0">
                <a:cs typeface="+mn-cs"/>
              </a:rPr>
              <a:t>human analogy: don</a:t>
            </a:r>
            <a:r>
              <a:rPr lang="ja-JP" altLang="en-US" dirty="0">
                <a:cs typeface="+mn-cs"/>
              </a:rPr>
              <a:t>’</a:t>
            </a:r>
            <a:r>
              <a:rPr lang="en-US" dirty="0">
                <a:cs typeface="+mn-cs"/>
              </a:rPr>
              <a:t>t interrupt others!</a:t>
            </a:r>
            <a:endParaRPr lang="en-US" dirty="0">
              <a:cs typeface="+mn-cs"/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r>
              <a:rPr lang="en-US" sz="1200" dirty="0">
                <a:latin typeface="Tahoma" panose="020B0604030504040204" charset="0"/>
              </a:rPr>
              <a:t>6</a:t>
            </a:r>
            <a:r>
              <a:rPr lang="en-US" sz="1200" dirty="0" smtClean="0">
                <a:latin typeface="Tahoma" panose="020B0604030504040204" charset="0"/>
              </a:rPr>
              <a:t>-</a:t>
            </a:r>
            <a:fld id="{8E8C6E93-DF5B-BC4B-80F9-500DED1EEDCC}" type="slidenum">
              <a:rPr lang="en-US" sz="1200">
                <a:latin typeface="Tahoma" panose="020B0604030504040204" charset="0"/>
              </a:rPr>
            </a:fld>
            <a:endParaRPr lang="en-US" sz="1200" dirty="0">
              <a:latin typeface="Tahoma" panose="020B0604030504040204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pPr algn="r"/>
            <a:r>
              <a:rPr lang="en-US" sz="1200" dirty="0" smtClean="0">
                <a:solidFill>
                  <a:srgbClr val="000000"/>
                </a:solidFill>
                <a:latin typeface="Tahoma" panose="020B0604030504040204" charset="0"/>
                <a:cs typeface="Arial" panose="020B0604020202090204" pitchFamily="34" charset="0"/>
              </a:rPr>
              <a:t>Link Layer and LANs</a:t>
            </a:r>
            <a:endParaRPr lang="en-US" sz="1200" dirty="0">
              <a:solidFill>
                <a:srgbClr val="000000"/>
              </a:solidFill>
              <a:latin typeface="Tahoma" panose="020B060403050404020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Gill Sans MT" pitchFamily="34" charset="0"/>
                <a:cs typeface="+mj-cs"/>
              </a:rPr>
              <a:t>CSMA collisions</a:t>
            </a:r>
            <a:endParaRPr lang="en-US" dirty="0">
              <a:latin typeface="Gill Sans MT" pitchFamily="34" charset="0"/>
              <a:cs typeface="+mj-cs"/>
            </a:endParaRPr>
          </a:p>
        </p:txBody>
      </p:sp>
      <p:sp>
        <p:nvSpPr>
          <p:cNvPr id="30725" name="Rectangle 9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600200"/>
            <a:ext cx="3597275" cy="4648200"/>
          </a:xfrm>
        </p:spPr>
        <p:txBody>
          <a:bodyPr/>
          <a:lstStyle/>
          <a:p>
            <a:pPr>
              <a:defRPr/>
            </a:pPr>
            <a:r>
              <a:rPr lang="en-US" sz="2400" dirty="0">
                <a:solidFill>
                  <a:srgbClr val="CC0000"/>
                </a:solidFill>
                <a:latin typeface="Gill Sans MT" pitchFamily="34" charset="0"/>
                <a:cs typeface="+mn-cs"/>
              </a:rPr>
              <a:t>collisions </a:t>
            </a:r>
            <a:r>
              <a:rPr lang="en-US" sz="2400" i="1" dirty="0">
                <a:solidFill>
                  <a:srgbClr val="CC0000"/>
                </a:solidFill>
                <a:latin typeface="Gill Sans MT" pitchFamily="34" charset="0"/>
                <a:cs typeface="+mn-cs"/>
              </a:rPr>
              <a:t>can</a:t>
            </a:r>
            <a:r>
              <a:rPr lang="en-US" sz="2400" dirty="0">
                <a:solidFill>
                  <a:srgbClr val="CC0000"/>
                </a:solidFill>
                <a:latin typeface="Gill Sans MT" pitchFamily="34" charset="0"/>
                <a:cs typeface="+mn-cs"/>
              </a:rPr>
              <a:t> still occur: </a:t>
            </a:r>
            <a:r>
              <a:rPr lang="en-US" sz="2400" dirty="0">
                <a:latin typeface="Gill Sans MT" pitchFamily="34" charset="0"/>
                <a:cs typeface="+mn-cs"/>
              </a:rPr>
              <a:t>propagation delay means  two nodes may not hear each other</a:t>
            </a:r>
            <a:r>
              <a:rPr lang="ja-JP" altLang="en-US" sz="2400" dirty="0">
                <a:latin typeface="Gill Sans MT" pitchFamily="34" charset="0"/>
                <a:cs typeface="+mn-cs"/>
              </a:rPr>
              <a:t>’</a:t>
            </a:r>
            <a:r>
              <a:rPr lang="en-US" sz="2400" dirty="0">
                <a:latin typeface="Gill Sans MT" pitchFamily="34" charset="0"/>
                <a:cs typeface="+mn-cs"/>
              </a:rPr>
              <a:t>s transmission</a:t>
            </a:r>
            <a:endParaRPr lang="en-US" sz="2400" dirty="0">
              <a:latin typeface="Gill Sans MT" pitchFamily="34" charset="0"/>
              <a:cs typeface="+mn-cs"/>
            </a:endParaRPr>
          </a:p>
          <a:p>
            <a:pPr>
              <a:defRPr/>
            </a:pPr>
            <a:r>
              <a:rPr lang="en-US" sz="2400" dirty="0">
                <a:solidFill>
                  <a:srgbClr val="CC0000"/>
                </a:solidFill>
                <a:latin typeface="Gill Sans MT" pitchFamily="34" charset="0"/>
                <a:cs typeface="+mn-cs"/>
              </a:rPr>
              <a:t>collision: </a:t>
            </a:r>
            <a:r>
              <a:rPr lang="en-US" sz="2400" dirty="0">
                <a:latin typeface="Gill Sans MT" pitchFamily="34" charset="0"/>
                <a:cs typeface="+mn-cs"/>
              </a:rPr>
              <a:t>entire packet transmission time wasted</a:t>
            </a:r>
            <a:endParaRPr lang="en-US" sz="2400" dirty="0">
              <a:latin typeface="Gill Sans MT" pitchFamily="34" charset="0"/>
              <a:cs typeface="+mn-cs"/>
            </a:endParaRPr>
          </a:p>
          <a:p>
            <a:pPr lvl="1">
              <a:defRPr/>
            </a:pPr>
            <a:r>
              <a:rPr lang="en-US" dirty="0">
                <a:latin typeface="Gill Sans MT" pitchFamily="34" charset="0"/>
              </a:rPr>
              <a:t>distance &amp; propagation delay play role in in determining collision probability</a:t>
            </a:r>
            <a:endParaRPr lang="en-US" dirty="0">
              <a:latin typeface="Gill Sans MT" pitchFamily="34" charset="0"/>
            </a:endParaRPr>
          </a:p>
          <a:p>
            <a:pPr lvl="1">
              <a:defRPr/>
            </a:pPr>
            <a:endParaRPr lang="en-US" sz="2000" dirty="0">
              <a:latin typeface="Gill Sans MT" pitchFamily="34" charset="0"/>
            </a:endParaRPr>
          </a:p>
        </p:txBody>
      </p:sp>
      <p:sp>
        <p:nvSpPr>
          <p:cNvPr id="30726" name="Rectangle 10"/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pPr>
              <a:defRPr/>
            </a:pPr>
            <a:endParaRPr lang="en-US" sz="2400" dirty="0">
              <a:latin typeface="Gill Sans MT" pitchFamily="34" charset="0"/>
              <a:cs typeface="+mn-cs"/>
            </a:endParaRPr>
          </a:p>
        </p:txBody>
      </p:sp>
      <p:pic>
        <p:nvPicPr>
          <p:cNvPr id="99334" name="Picture 3" descr="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3413" y="1322388"/>
            <a:ext cx="4287837" cy="5049837"/>
          </a:xfrm>
          <a:prstGeom prst="rect">
            <a:avLst/>
          </a:prstGeom>
          <a:noFill/>
          <a:ln>
            <a:noFill/>
          </a:ln>
        </p:spPr>
      </p:pic>
      <p:sp>
        <p:nvSpPr>
          <p:cNvPr id="30728" name="Rectangle 6"/>
          <p:cNvSpPr>
            <a:spLocks noChangeArrowheads="1"/>
          </p:cNvSpPr>
          <p:nvPr/>
        </p:nvSpPr>
        <p:spPr bwMode="auto">
          <a:xfrm>
            <a:off x="5521325" y="884238"/>
            <a:ext cx="2568575" cy="33655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600" i="0" dirty="0">
                <a:latin typeface="Arial" panose="020B0604020202090204" pitchFamily="34" charset="0"/>
                <a:cs typeface="+mn-cs"/>
              </a:rPr>
              <a:t>spatial layout of nodes </a:t>
            </a:r>
            <a:endParaRPr lang="en-US" sz="2000" i="0" dirty="0">
              <a:latin typeface="Arial" panose="020B0604020202090204" pitchFamily="34" charset="0"/>
              <a:cs typeface="+mn-cs"/>
            </a:endParaRPr>
          </a:p>
        </p:txBody>
      </p:sp>
      <p:pic>
        <p:nvPicPr>
          <p:cNvPr id="99336" name="Picture 8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363" y="1012825"/>
            <a:ext cx="3943350" cy="173038"/>
          </a:xfrm>
          <a:prstGeom prst="rect">
            <a:avLst/>
          </a:prstGeom>
          <a:noFill/>
          <a:ln>
            <a:noFill/>
          </a:ln>
        </p:spPr>
      </p:pic>
      <p:sp>
        <p:nvSpPr>
          <p:cNvPr id="180311" name="Rectangle 87"/>
          <p:cNvSpPr>
            <a:spLocks noChangeArrowheads="1"/>
          </p:cNvSpPr>
          <p:nvPr/>
        </p:nvSpPr>
        <p:spPr bwMode="auto">
          <a:xfrm>
            <a:off x="4827588" y="2552700"/>
            <a:ext cx="3736975" cy="2571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80312" name="Rectangle 88"/>
          <p:cNvSpPr>
            <a:spLocks noChangeArrowheads="1"/>
          </p:cNvSpPr>
          <p:nvPr/>
        </p:nvSpPr>
        <p:spPr bwMode="auto">
          <a:xfrm>
            <a:off x="4835525" y="2809875"/>
            <a:ext cx="3725863" cy="2571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80314" name="Rectangle 90"/>
          <p:cNvSpPr>
            <a:spLocks noChangeArrowheads="1"/>
          </p:cNvSpPr>
          <p:nvPr/>
        </p:nvSpPr>
        <p:spPr bwMode="auto">
          <a:xfrm>
            <a:off x="4797425" y="3062288"/>
            <a:ext cx="3763963" cy="162401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80315" name="Rectangle 91"/>
          <p:cNvSpPr>
            <a:spLocks noChangeArrowheads="1"/>
          </p:cNvSpPr>
          <p:nvPr/>
        </p:nvSpPr>
        <p:spPr bwMode="auto">
          <a:xfrm>
            <a:off x="4770438" y="4670425"/>
            <a:ext cx="3789362" cy="16351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0734" name="Rectangle 92"/>
          <p:cNvSpPr>
            <a:spLocks noChangeArrowheads="1"/>
          </p:cNvSpPr>
          <p:nvPr/>
        </p:nvSpPr>
        <p:spPr bwMode="auto">
          <a:xfrm>
            <a:off x="4764088" y="1254125"/>
            <a:ext cx="4040187" cy="13017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99342" name="Group 98"/>
          <p:cNvGrpSpPr/>
          <p:nvPr/>
        </p:nvGrpSpPr>
        <p:grpSpPr bwMode="auto">
          <a:xfrm>
            <a:off x="4948238" y="1252538"/>
            <a:ext cx="3513137" cy="628650"/>
            <a:chOff x="3117" y="180"/>
            <a:chExt cx="2213" cy="396"/>
          </a:xfrm>
        </p:grpSpPr>
        <p:grpSp>
          <p:nvGrpSpPr>
            <p:cNvPr id="99343" name="Group 67"/>
            <p:cNvGrpSpPr/>
            <p:nvPr/>
          </p:nvGrpSpPr>
          <p:grpSpPr bwMode="auto">
            <a:xfrm flipH="1">
              <a:off x="3117" y="245"/>
              <a:ext cx="316" cy="323"/>
              <a:chOff x="2839" y="3501"/>
              <a:chExt cx="755" cy="803"/>
            </a:xfrm>
          </p:grpSpPr>
          <p:pic>
            <p:nvPicPr>
              <p:cNvPr id="99358" name="Picture 68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9359" name="Freeform 69"/>
              <p:cNvSpPr/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99344" name="Group 70"/>
            <p:cNvGrpSpPr/>
            <p:nvPr/>
          </p:nvGrpSpPr>
          <p:grpSpPr bwMode="auto">
            <a:xfrm flipH="1">
              <a:off x="3747" y="253"/>
              <a:ext cx="316" cy="323"/>
              <a:chOff x="2839" y="3501"/>
              <a:chExt cx="755" cy="803"/>
            </a:xfrm>
          </p:grpSpPr>
          <p:pic>
            <p:nvPicPr>
              <p:cNvPr id="99356" name="Picture 71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9357" name="Freeform 72"/>
              <p:cNvSpPr/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99345" name="Group 73"/>
            <p:cNvGrpSpPr/>
            <p:nvPr/>
          </p:nvGrpSpPr>
          <p:grpSpPr bwMode="auto">
            <a:xfrm flipH="1">
              <a:off x="4356" y="247"/>
              <a:ext cx="316" cy="323"/>
              <a:chOff x="2839" y="3501"/>
              <a:chExt cx="755" cy="803"/>
            </a:xfrm>
          </p:grpSpPr>
          <p:pic>
            <p:nvPicPr>
              <p:cNvPr id="99354" name="Picture 74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9355" name="Freeform 75"/>
              <p:cNvSpPr/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99346" name="Group 76"/>
            <p:cNvGrpSpPr/>
            <p:nvPr/>
          </p:nvGrpSpPr>
          <p:grpSpPr bwMode="auto">
            <a:xfrm flipH="1">
              <a:off x="5014" y="249"/>
              <a:ext cx="316" cy="323"/>
              <a:chOff x="2839" y="3501"/>
              <a:chExt cx="755" cy="803"/>
            </a:xfrm>
          </p:grpSpPr>
          <p:pic>
            <p:nvPicPr>
              <p:cNvPr id="99352" name="Picture 77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9353" name="Freeform 78"/>
              <p:cNvSpPr/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sp>
          <p:nvSpPr>
            <p:cNvPr id="30740" name="Line 93"/>
            <p:cNvSpPr>
              <a:spLocks noChangeShapeType="1"/>
            </p:cNvSpPr>
            <p:nvPr/>
          </p:nvSpPr>
          <p:spPr bwMode="auto">
            <a:xfrm>
              <a:off x="3309" y="181"/>
              <a:ext cx="198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0741" name="Line 94"/>
            <p:cNvSpPr>
              <a:spLocks noChangeShapeType="1"/>
            </p:cNvSpPr>
            <p:nvPr/>
          </p:nvSpPr>
          <p:spPr bwMode="auto">
            <a:xfrm>
              <a:off x="3309" y="180"/>
              <a:ext cx="0" cy="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0742" name="Line 95"/>
            <p:cNvSpPr>
              <a:spLocks noChangeShapeType="1"/>
            </p:cNvSpPr>
            <p:nvPr/>
          </p:nvSpPr>
          <p:spPr bwMode="auto">
            <a:xfrm>
              <a:off x="3975" y="183"/>
              <a:ext cx="0" cy="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0743" name="Line 96"/>
            <p:cNvSpPr>
              <a:spLocks noChangeShapeType="1"/>
            </p:cNvSpPr>
            <p:nvPr/>
          </p:nvSpPr>
          <p:spPr bwMode="auto">
            <a:xfrm>
              <a:off x="4578" y="183"/>
              <a:ext cx="0" cy="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0744" name="Line 97"/>
            <p:cNvSpPr>
              <a:spLocks noChangeShapeType="1"/>
            </p:cNvSpPr>
            <p:nvPr/>
          </p:nvSpPr>
          <p:spPr bwMode="auto">
            <a:xfrm>
              <a:off x="5289" y="180"/>
              <a:ext cx="0" cy="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sp>
        <p:nvSpPr>
          <p:cNvPr id="3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r>
              <a:rPr lang="en-US" sz="1200" dirty="0">
                <a:latin typeface="Tahoma" panose="020B0604030504040204" charset="0"/>
              </a:rPr>
              <a:t>6</a:t>
            </a:r>
            <a:r>
              <a:rPr lang="en-US" sz="1200" dirty="0" smtClean="0">
                <a:latin typeface="Tahoma" panose="020B0604030504040204" charset="0"/>
              </a:rPr>
              <a:t>-</a:t>
            </a:r>
            <a:fld id="{8E8C6E93-DF5B-BC4B-80F9-500DED1EEDCC}" type="slidenum">
              <a:rPr lang="en-US" sz="1200">
                <a:latin typeface="Tahoma" panose="020B0604030504040204" charset="0"/>
              </a:rPr>
            </a:fld>
            <a:endParaRPr lang="en-US" sz="1200" dirty="0">
              <a:latin typeface="Tahoma" panose="020B0604030504040204" charset="0"/>
            </a:endParaRPr>
          </a:p>
        </p:txBody>
      </p:sp>
      <p:sp>
        <p:nvSpPr>
          <p:cNvPr id="34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pPr algn="r"/>
            <a:r>
              <a:rPr lang="en-US" sz="1200" dirty="0" smtClean="0">
                <a:solidFill>
                  <a:srgbClr val="000000"/>
                </a:solidFill>
                <a:latin typeface="Tahoma" panose="020B0604030504040204" charset="0"/>
                <a:cs typeface="Arial" panose="020B0604020202090204" pitchFamily="34" charset="0"/>
              </a:rPr>
              <a:t>Link Layer and LANs</a:t>
            </a:r>
            <a:endParaRPr lang="en-US" sz="1200" dirty="0">
              <a:solidFill>
                <a:srgbClr val="000000"/>
              </a:solidFill>
              <a:latin typeface="Tahoma" panose="020B060403050404020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6" dur="500"/>
                                        <p:tgtEl>
                                          <p:spTgt spid="1803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0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1" dur="500"/>
                                        <p:tgtEl>
                                          <p:spTgt spid="1803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0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6" dur="500"/>
                                        <p:tgtEl>
                                          <p:spTgt spid="1803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0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1" dur="500"/>
                                        <p:tgtEl>
                                          <p:spTgt spid="1803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0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0311" grpId="0" animBg="1"/>
      <p:bldP spid="180312" grpId="0" animBg="1"/>
      <p:bldP spid="180314" grpId="0" animBg="1"/>
      <p:bldP spid="18031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379" name="Picture 5" descr="underline_base"/>
          <p:cNvPicPr>
            <a:picLocks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" y="1016000"/>
            <a:ext cx="6856413" cy="173038"/>
          </a:xfrm>
          <a:prstGeom prst="rect">
            <a:avLst/>
          </a:prstGeom>
          <a:noFill/>
          <a:ln>
            <a:noFill/>
          </a:ln>
        </p:spPr>
      </p:pic>
      <p:sp>
        <p:nvSpPr>
          <p:cNvPr id="31749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95263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pitchFamily="34" charset="0"/>
                <a:cs typeface="+mj-cs"/>
              </a:rPr>
              <a:t>CSMA/CD </a:t>
            </a:r>
            <a:r>
              <a:rPr lang="en-US" sz="4000" dirty="0">
                <a:latin typeface="Gill Sans MT" pitchFamily="34" charset="0"/>
                <a:cs typeface="+mj-cs"/>
              </a:rPr>
              <a:t>(collision detection)</a:t>
            </a:r>
            <a:endParaRPr lang="en-US" sz="4000" dirty="0">
              <a:latin typeface="Gill Sans MT" pitchFamily="34" charset="0"/>
              <a:cs typeface="+mj-cs"/>
            </a:endParaRPr>
          </a:p>
        </p:txBody>
      </p:sp>
      <p:sp>
        <p:nvSpPr>
          <p:cNvPr id="317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22288" y="1433513"/>
            <a:ext cx="8264525" cy="4648200"/>
          </a:xfrm>
        </p:spPr>
        <p:txBody>
          <a:bodyPr/>
          <a:lstStyle/>
          <a:p>
            <a:pPr>
              <a:buFont typeface="Wingdings" panose="05000000000000000000" charset="0"/>
              <a:buNone/>
              <a:defRPr/>
            </a:pPr>
            <a:r>
              <a:rPr lang="en-US" sz="3200" i="1" dirty="0">
                <a:solidFill>
                  <a:srgbClr val="CC0000"/>
                </a:solidFill>
                <a:latin typeface="Gill Sans MT" pitchFamily="34" charset="0"/>
                <a:cs typeface="+mn-cs"/>
              </a:rPr>
              <a:t>CSMA/CD:</a:t>
            </a:r>
            <a:r>
              <a:rPr lang="en-US" dirty="0">
                <a:solidFill>
                  <a:srgbClr val="CC0000"/>
                </a:solidFill>
                <a:latin typeface="Gill Sans MT" pitchFamily="34" charset="0"/>
                <a:cs typeface="+mn-cs"/>
              </a:rPr>
              <a:t> </a:t>
            </a:r>
            <a:r>
              <a:rPr lang="en-US" dirty="0">
                <a:latin typeface="Gill Sans MT" pitchFamily="34" charset="0"/>
                <a:cs typeface="+mn-cs"/>
              </a:rPr>
              <a:t>carrier sensing, deferral as in CSMA</a:t>
            </a:r>
            <a:endParaRPr lang="en-US" dirty="0">
              <a:latin typeface="Gill Sans MT" pitchFamily="34" charset="0"/>
              <a:cs typeface="+mn-cs"/>
            </a:endParaRPr>
          </a:p>
          <a:p>
            <a:pPr lvl="1">
              <a:defRPr/>
            </a:pPr>
            <a:r>
              <a:rPr lang="en-US" dirty="0">
                <a:latin typeface="Gill Sans MT" pitchFamily="34" charset="0"/>
              </a:rPr>
              <a:t>collisions </a:t>
            </a:r>
            <a:r>
              <a:rPr lang="en-US" i="1" dirty="0">
                <a:latin typeface="Gill Sans MT" pitchFamily="34" charset="0"/>
              </a:rPr>
              <a:t>detected</a:t>
            </a:r>
            <a:r>
              <a:rPr lang="en-US" dirty="0">
                <a:latin typeface="Gill Sans MT" pitchFamily="34" charset="0"/>
              </a:rPr>
              <a:t> within short time</a:t>
            </a:r>
            <a:endParaRPr lang="en-US" dirty="0">
              <a:latin typeface="Gill Sans MT" pitchFamily="34" charset="0"/>
            </a:endParaRPr>
          </a:p>
          <a:p>
            <a:pPr lvl="1">
              <a:defRPr/>
            </a:pPr>
            <a:r>
              <a:rPr lang="en-US" dirty="0">
                <a:latin typeface="Gill Sans MT" pitchFamily="34" charset="0"/>
              </a:rPr>
              <a:t>colliding transmissions aborted, reducing channel wastage </a:t>
            </a:r>
            <a:endParaRPr lang="en-US" dirty="0">
              <a:latin typeface="Gill Sans MT" pitchFamily="34" charset="0"/>
            </a:endParaRPr>
          </a:p>
          <a:p>
            <a:pPr>
              <a:defRPr/>
            </a:pPr>
            <a:r>
              <a:rPr lang="en-US" dirty="0">
                <a:latin typeface="Gill Sans MT" pitchFamily="34" charset="0"/>
                <a:cs typeface="+mn-cs"/>
              </a:rPr>
              <a:t>collision detection:</a:t>
            </a:r>
            <a:r>
              <a:rPr lang="en-US" sz="2400" dirty="0">
                <a:latin typeface="Gill Sans MT" pitchFamily="34" charset="0"/>
                <a:cs typeface="+mn-cs"/>
              </a:rPr>
              <a:t> </a:t>
            </a:r>
            <a:endParaRPr lang="en-US" sz="2400" dirty="0">
              <a:latin typeface="Gill Sans MT" pitchFamily="34" charset="0"/>
              <a:cs typeface="+mn-cs"/>
            </a:endParaRPr>
          </a:p>
          <a:p>
            <a:pPr lvl="1">
              <a:defRPr/>
            </a:pPr>
            <a:r>
              <a:rPr lang="en-US" dirty="0">
                <a:latin typeface="Gill Sans MT" pitchFamily="34" charset="0"/>
              </a:rPr>
              <a:t>easy in wired LANs: measure signal strengths, compare transmitted, received signals</a:t>
            </a:r>
            <a:endParaRPr lang="en-US" dirty="0">
              <a:latin typeface="Gill Sans MT" pitchFamily="34" charset="0"/>
            </a:endParaRPr>
          </a:p>
          <a:p>
            <a:pPr lvl="1">
              <a:defRPr/>
            </a:pPr>
            <a:r>
              <a:rPr lang="en-US" dirty="0">
                <a:latin typeface="Gill Sans MT" pitchFamily="34" charset="0"/>
              </a:rPr>
              <a:t>difficult in wireless LANs: received signal strength overwhelmed by local transmission strength </a:t>
            </a:r>
            <a:endParaRPr lang="en-US" dirty="0">
              <a:latin typeface="Gill Sans MT" pitchFamily="34" charset="0"/>
            </a:endParaRPr>
          </a:p>
          <a:p>
            <a:pPr>
              <a:defRPr/>
            </a:pPr>
            <a:r>
              <a:rPr lang="en-US" dirty="0">
                <a:latin typeface="Gill Sans MT" pitchFamily="34" charset="0"/>
                <a:cs typeface="+mn-cs"/>
              </a:rPr>
              <a:t>human analogy: the polite conversationalist </a:t>
            </a:r>
            <a:endParaRPr lang="en-US" dirty="0">
              <a:latin typeface="Gill Sans MT" pitchFamily="34" charset="0"/>
              <a:cs typeface="+mn-cs"/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r>
              <a:rPr lang="en-US" sz="1200" dirty="0">
                <a:latin typeface="Tahoma" panose="020B0604030504040204" charset="0"/>
              </a:rPr>
              <a:t>6</a:t>
            </a:r>
            <a:r>
              <a:rPr lang="en-US" sz="1200" dirty="0" smtClean="0">
                <a:latin typeface="Tahoma" panose="020B0604030504040204" charset="0"/>
              </a:rPr>
              <a:t>-</a:t>
            </a:r>
            <a:fld id="{8E8C6E93-DF5B-BC4B-80F9-500DED1EEDCC}" type="slidenum">
              <a:rPr lang="en-US" sz="1200">
                <a:latin typeface="Tahoma" panose="020B0604030504040204" charset="0"/>
              </a:rPr>
            </a:fld>
            <a:endParaRPr lang="en-US" sz="1200" dirty="0">
              <a:latin typeface="Tahoma" panose="020B0604030504040204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pPr algn="r"/>
            <a:r>
              <a:rPr lang="en-US" sz="1200" dirty="0" smtClean="0">
                <a:solidFill>
                  <a:srgbClr val="000000"/>
                </a:solidFill>
                <a:latin typeface="Tahoma" panose="020B0604030504040204" charset="0"/>
                <a:cs typeface="Arial" panose="020B0604020202090204" pitchFamily="34" charset="0"/>
              </a:rPr>
              <a:t>Link Layer and LANs</a:t>
            </a:r>
            <a:endParaRPr lang="en-US" sz="1200" dirty="0">
              <a:solidFill>
                <a:srgbClr val="000000"/>
              </a:solidFill>
              <a:latin typeface="Tahoma" panose="020B060403050404020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427" name="Picture 3" descr="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5788" y="1531938"/>
            <a:ext cx="4433887" cy="3870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428" name="Picture 7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" y="1016000"/>
            <a:ext cx="6856413" cy="173038"/>
          </a:xfrm>
          <a:prstGeom prst="rect">
            <a:avLst/>
          </a:prstGeom>
          <a:noFill/>
          <a:ln>
            <a:noFill/>
          </a:ln>
        </p:spPr>
      </p:pic>
      <p:sp>
        <p:nvSpPr>
          <p:cNvPr id="32774" name="Rectangle 8"/>
          <p:cNvSpPr>
            <a:spLocks noGrp="1" noChangeArrowheads="1"/>
          </p:cNvSpPr>
          <p:nvPr>
            <p:ph type="title"/>
          </p:nvPr>
        </p:nvSpPr>
        <p:spPr>
          <a:xfrm>
            <a:off x="533400" y="195263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pitchFamily="34" charset="0"/>
                <a:cs typeface="+mj-cs"/>
              </a:rPr>
              <a:t>CSMA/CD </a:t>
            </a:r>
            <a:r>
              <a:rPr lang="en-US" sz="4000" dirty="0">
                <a:latin typeface="Gill Sans MT" pitchFamily="34" charset="0"/>
                <a:cs typeface="+mj-cs"/>
              </a:rPr>
              <a:t>(collision detection)</a:t>
            </a:r>
            <a:endParaRPr lang="en-US" sz="4000" dirty="0">
              <a:latin typeface="Gill Sans MT" pitchFamily="34" charset="0"/>
              <a:cs typeface="+mj-cs"/>
            </a:endParaRPr>
          </a:p>
        </p:txBody>
      </p:sp>
      <p:sp>
        <p:nvSpPr>
          <p:cNvPr id="32775" name="Rectangle 29"/>
          <p:cNvSpPr>
            <a:spLocks noChangeArrowheads="1"/>
          </p:cNvSpPr>
          <p:nvPr/>
        </p:nvSpPr>
        <p:spPr bwMode="auto">
          <a:xfrm>
            <a:off x="2041525" y="1446213"/>
            <a:ext cx="4135438" cy="12112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2776" name="Rectangle 9"/>
          <p:cNvSpPr>
            <a:spLocks noChangeArrowheads="1"/>
          </p:cNvSpPr>
          <p:nvPr/>
        </p:nvSpPr>
        <p:spPr bwMode="auto">
          <a:xfrm>
            <a:off x="2778125" y="1595438"/>
            <a:ext cx="2568575" cy="33655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600" i="0" dirty="0">
                <a:latin typeface="Arial" panose="020B0604020202090204" pitchFamily="34" charset="0"/>
                <a:cs typeface="+mn-cs"/>
              </a:rPr>
              <a:t>spatial layout of nodes </a:t>
            </a:r>
            <a:endParaRPr lang="en-US" sz="2000" i="0" dirty="0">
              <a:latin typeface="Arial" panose="020B0604020202090204" pitchFamily="34" charset="0"/>
              <a:cs typeface="+mn-cs"/>
            </a:endParaRPr>
          </a:p>
        </p:txBody>
      </p:sp>
      <p:grpSp>
        <p:nvGrpSpPr>
          <p:cNvPr id="103432" name="Group 30"/>
          <p:cNvGrpSpPr/>
          <p:nvPr/>
        </p:nvGrpSpPr>
        <p:grpSpPr bwMode="auto">
          <a:xfrm>
            <a:off x="2541588" y="1985963"/>
            <a:ext cx="3263900" cy="195262"/>
            <a:chOff x="4220" y="1231"/>
            <a:chExt cx="1989" cy="90"/>
          </a:xfrm>
        </p:grpSpPr>
        <p:sp>
          <p:nvSpPr>
            <p:cNvPr id="32790" name="Line 23"/>
            <p:cNvSpPr>
              <a:spLocks noChangeShapeType="1"/>
            </p:cNvSpPr>
            <p:nvPr/>
          </p:nvSpPr>
          <p:spPr bwMode="auto">
            <a:xfrm>
              <a:off x="4220" y="1232"/>
              <a:ext cx="198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2791" name="Line 24"/>
            <p:cNvSpPr>
              <a:spLocks noChangeShapeType="1"/>
            </p:cNvSpPr>
            <p:nvPr/>
          </p:nvSpPr>
          <p:spPr bwMode="auto">
            <a:xfrm>
              <a:off x="4220" y="1231"/>
              <a:ext cx="0" cy="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2792" name="Line 25"/>
            <p:cNvSpPr>
              <a:spLocks noChangeShapeType="1"/>
            </p:cNvSpPr>
            <p:nvPr/>
          </p:nvSpPr>
          <p:spPr bwMode="auto">
            <a:xfrm>
              <a:off x="4886" y="1234"/>
              <a:ext cx="0" cy="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2793" name="Line 26"/>
            <p:cNvSpPr>
              <a:spLocks noChangeShapeType="1"/>
            </p:cNvSpPr>
            <p:nvPr/>
          </p:nvSpPr>
          <p:spPr bwMode="auto">
            <a:xfrm>
              <a:off x="5489" y="1234"/>
              <a:ext cx="0" cy="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2794" name="Line 27"/>
            <p:cNvSpPr>
              <a:spLocks noChangeShapeType="1"/>
            </p:cNvSpPr>
            <p:nvPr/>
          </p:nvSpPr>
          <p:spPr bwMode="auto">
            <a:xfrm>
              <a:off x="6200" y="1231"/>
              <a:ext cx="0" cy="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grpSp>
        <p:nvGrpSpPr>
          <p:cNvPr id="103433" name="Group 11"/>
          <p:cNvGrpSpPr/>
          <p:nvPr/>
        </p:nvGrpSpPr>
        <p:grpSpPr bwMode="auto">
          <a:xfrm flipH="1">
            <a:off x="2187575" y="2119313"/>
            <a:ext cx="501650" cy="512762"/>
            <a:chOff x="2839" y="3501"/>
            <a:chExt cx="755" cy="803"/>
          </a:xfrm>
        </p:grpSpPr>
        <p:pic>
          <p:nvPicPr>
            <p:cNvPr id="103443" name="Picture 12" descr="desktop_computer_stylized_medium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444" name="Freeform 13"/>
            <p:cNvSpPr/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03434" name="Group 14"/>
          <p:cNvGrpSpPr/>
          <p:nvPr/>
        </p:nvGrpSpPr>
        <p:grpSpPr bwMode="auto">
          <a:xfrm flipH="1">
            <a:off x="3279775" y="2101850"/>
            <a:ext cx="501650" cy="512763"/>
            <a:chOff x="2839" y="3501"/>
            <a:chExt cx="755" cy="803"/>
          </a:xfrm>
        </p:grpSpPr>
        <p:pic>
          <p:nvPicPr>
            <p:cNvPr id="103441" name="Picture 15" descr="desktop_computer_stylized_medium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442" name="Freeform 16"/>
            <p:cNvSpPr/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03435" name="Group 17"/>
          <p:cNvGrpSpPr/>
          <p:nvPr/>
        </p:nvGrpSpPr>
        <p:grpSpPr bwMode="auto">
          <a:xfrm flipH="1">
            <a:off x="4278313" y="2092325"/>
            <a:ext cx="501650" cy="512763"/>
            <a:chOff x="2839" y="3501"/>
            <a:chExt cx="755" cy="803"/>
          </a:xfrm>
        </p:grpSpPr>
        <p:pic>
          <p:nvPicPr>
            <p:cNvPr id="103439" name="Picture 18" descr="desktop_computer_stylized_medium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440" name="Freeform 19"/>
            <p:cNvSpPr/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03436" name="Group 20"/>
          <p:cNvGrpSpPr/>
          <p:nvPr/>
        </p:nvGrpSpPr>
        <p:grpSpPr bwMode="auto">
          <a:xfrm flipH="1">
            <a:off x="5397500" y="2106613"/>
            <a:ext cx="501650" cy="512762"/>
            <a:chOff x="2839" y="3501"/>
            <a:chExt cx="755" cy="803"/>
          </a:xfrm>
        </p:grpSpPr>
        <p:pic>
          <p:nvPicPr>
            <p:cNvPr id="103437" name="Picture 21" descr="desktop_computer_stylized_medium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438" name="Freeform 22"/>
            <p:cNvSpPr/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</p:spPr>
          <p:txBody>
            <a:bodyPr wrap="none"/>
            <a:lstStyle/>
            <a:p>
              <a:endParaRPr lang="en-US" dirty="0"/>
            </a:p>
          </p:txBody>
        </p:sp>
      </p:grpSp>
      <p:sp>
        <p:nvSpPr>
          <p:cNvPr id="2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r>
              <a:rPr lang="en-US" sz="1200" dirty="0">
                <a:latin typeface="Tahoma" panose="020B0604030504040204" charset="0"/>
              </a:rPr>
              <a:t>6</a:t>
            </a:r>
            <a:r>
              <a:rPr lang="en-US" sz="1200" dirty="0" smtClean="0">
                <a:latin typeface="Tahoma" panose="020B0604030504040204" charset="0"/>
              </a:rPr>
              <a:t>-</a:t>
            </a:r>
            <a:fld id="{8E8C6E93-DF5B-BC4B-80F9-500DED1EEDCC}" type="slidenum">
              <a:rPr lang="en-US" sz="1200">
                <a:latin typeface="Tahoma" panose="020B0604030504040204" charset="0"/>
              </a:rPr>
            </a:fld>
            <a:endParaRPr lang="en-US" sz="1200" dirty="0">
              <a:latin typeface="Tahoma" panose="020B0604030504040204" charset="0"/>
            </a:endParaRPr>
          </a:p>
        </p:txBody>
      </p:sp>
      <p:sp>
        <p:nvSpPr>
          <p:cNvPr id="2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pPr algn="r"/>
            <a:r>
              <a:rPr lang="en-US" sz="1200" dirty="0" smtClean="0">
                <a:solidFill>
                  <a:srgbClr val="000000"/>
                </a:solidFill>
                <a:latin typeface="Tahoma" panose="020B0604030504040204" charset="0"/>
                <a:cs typeface="Arial" panose="020B0604020202090204" pitchFamily="34" charset="0"/>
              </a:rPr>
              <a:t>Link Layer and LANs</a:t>
            </a:r>
            <a:endParaRPr lang="en-US" sz="1200" dirty="0">
              <a:solidFill>
                <a:srgbClr val="000000"/>
              </a:solidFill>
              <a:latin typeface="Tahoma" panose="020B060403050404020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84138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pitchFamily="34" charset="0"/>
                <a:cs typeface="+mj-cs"/>
              </a:rPr>
              <a:t>Ethernet CSMA/CD algorithm</a:t>
            </a:r>
            <a:endParaRPr lang="en-US" dirty="0">
              <a:latin typeface="Gill Sans MT" pitchFamily="34" charset="0"/>
              <a:cs typeface="+mj-cs"/>
            </a:endParaRPr>
          </a:p>
        </p:txBody>
      </p:sp>
      <p:sp>
        <p:nvSpPr>
          <p:cNvPr id="5734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73075" y="1500188"/>
            <a:ext cx="4041775" cy="4648200"/>
          </a:xfrm>
        </p:spPr>
        <p:txBody>
          <a:bodyPr/>
          <a:lstStyle/>
          <a:p>
            <a:pPr>
              <a:buFont typeface="Wingdings" panose="05000000000000000000" charset="0"/>
              <a:buNone/>
              <a:defRPr/>
            </a:pPr>
            <a:r>
              <a:rPr lang="en-US" sz="2600" dirty="0">
                <a:solidFill>
                  <a:srgbClr val="000099"/>
                </a:solidFill>
                <a:latin typeface="Gill Sans MT" pitchFamily="34" charset="0"/>
                <a:cs typeface="+mn-cs"/>
              </a:rPr>
              <a:t>1. </a:t>
            </a:r>
            <a:r>
              <a:rPr lang="en-US" sz="2600" dirty="0">
                <a:latin typeface="Gill Sans MT" pitchFamily="34" charset="0"/>
                <a:cs typeface="+mn-cs"/>
              </a:rPr>
              <a:t>NIC receives datagram from network layer, creates frame</a:t>
            </a:r>
            <a:endParaRPr lang="en-US" sz="2600" dirty="0">
              <a:latin typeface="Gill Sans MT" pitchFamily="34" charset="0"/>
              <a:cs typeface="+mn-cs"/>
            </a:endParaRPr>
          </a:p>
          <a:p>
            <a:pPr>
              <a:buFont typeface="Wingdings" panose="05000000000000000000" charset="0"/>
              <a:buNone/>
              <a:defRPr/>
            </a:pPr>
            <a:r>
              <a:rPr lang="en-US" sz="2600" dirty="0">
                <a:solidFill>
                  <a:srgbClr val="000099"/>
                </a:solidFill>
                <a:latin typeface="Gill Sans MT" pitchFamily="34" charset="0"/>
                <a:cs typeface="+mn-cs"/>
              </a:rPr>
              <a:t>2. </a:t>
            </a:r>
            <a:r>
              <a:rPr lang="en-US" sz="2600" dirty="0">
                <a:latin typeface="Gill Sans MT" pitchFamily="34" charset="0"/>
                <a:cs typeface="+mn-cs"/>
              </a:rPr>
              <a:t>If NIC senses channel idle, starts frame </a:t>
            </a:r>
            <a:r>
              <a:rPr lang="en-US" sz="2600" dirty="0" smtClean="0">
                <a:latin typeface="Gill Sans MT" pitchFamily="34" charset="0"/>
                <a:cs typeface="+mn-cs"/>
              </a:rPr>
              <a:t>transmission. </a:t>
            </a:r>
            <a:r>
              <a:rPr lang="en-US" sz="2600" dirty="0">
                <a:latin typeface="Gill Sans MT" pitchFamily="34" charset="0"/>
                <a:cs typeface="+mn-cs"/>
              </a:rPr>
              <a:t>If NIC senses channel busy, waits until channel idle, then </a:t>
            </a:r>
            <a:r>
              <a:rPr lang="en-US" sz="2600" dirty="0" smtClean="0">
                <a:latin typeface="Gill Sans MT" pitchFamily="34" charset="0"/>
                <a:cs typeface="+mn-cs"/>
              </a:rPr>
              <a:t>transmits.</a:t>
            </a:r>
            <a:endParaRPr lang="en-US" sz="2600" dirty="0">
              <a:latin typeface="Gill Sans MT" pitchFamily="34" charset="0"/>
              <a:cs typeface="+mn-cs"/>
            </a:endParaRPr>
          </a:p>
          <a:p>
            <a:pPr>
              <a:buFont typeface="Wingdings" panose="05000000000000000000" charset="0"/>
              <a:buNone/>
              <a:defRPr/>
            </a:pPr>
            <a:r>
              <a:rPr lang="en-US" sz="2600" dirty="0">
                <a:solidFill>
                  <a:srgbClr val="000099"/>
                </a:solidFill>
                <a:latin typeface="Gill Sans MT" pitchFamily="34" charset="0"/>
                <a:cs typeface="+mn-cs"/>
              </a:rPr>
              <a:t>3. </a:t>
            </a:r>
            <a:r>
              <a:rPr lang="en-US" sz="2600" dirty="0">
                <a:latin typeface="Gill Sans MT" pitchFamily="34" charset="0"/>
                <a:cs typeface="+mn-cs"/>
              </a:rPr>
              <a:t>If NIC transmits entire frame without detecting another transmission, NIC is done with frame !</a:t>
            </a:r>
            <a:endParaRPr lang="en-US" sz="2600" dirty="0">
              <a:latin typeface="Gill Sans MT" pitchFamily="34" charset="0"/>
              <a:cs typeface="+mn-cs"/>
            </a:endParaRPr>
          </a:p>
        </p:txBody>
      </p:sp>
      <p:sp>
        <p:nvSpPr>
          <p:cNvPr id="57350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627563" y="1543050"/>
            <a:ext cx="3965575" cy="4648200"/>
          </a:xfrm>
        </p:spPr>
        <p:txBody>
          <a:bodyPr/>
          <a:lstStyle/>
          <a:p>
            <a:pPr>
              <a:buFont typeface="Wingdings" panose="05000000000000000000" charset="0"/>
              <a:buNone/>
              <a:defRPr/>
            </a:pPr>
            <a:r>
              <a:rPr lang="en-US" sz="2600" dirty="0">
                <a:solidFill>
                  <a:srgbClr val="000099"/>
                </a:solidFill>
                <a:latin typeface="Gill Sans MT" pitchFamily="34" charset="0"/>
                <a:cs typeface="+mn-cs"/>
              </a:rPr>
              <a:t>4. </a:t>
            </a:r>
            <a:r>
              <a:rPr lang="en-US" sz="2600" dirty="0">
                <a:latin typeface="Gill Sans MT" pitchFamily="34" charset="0"/>
                <a:cs typeface="+mn-cs"/>
              </a:rPr>
              <a:t>If NIC detects another transmission while transmitting,  aborts and sends jam signal</a:t>
            </a:r>
            <a:endParaRPr lang="en-US" sz="2600" dirty="0">
              <a:latin typeface="Gill Sans MT" pitchFamily="34" charset="0"/>
              <a:cs typeface="+mn-cs"/>
            </a:endParaRPr>
          </a:p>
          <a:p>
            <a:pPr>
              <a:buFont typeface="Wingdings" panose="05000000000000000000" charset="0"/>
              <a:buNone/>
              <a:defRPr/>
            </a:pPr>
            <a:r>
              <a:rPr lang="en-US" sz="2600" dirty="0">
                <a:solidFill>
                  <a:srgbClr val="000099"/>
                </a:solidFill>
                <a:latin typeface="Gill Sans MT" pitchFamily="34" charset="0"/>
                <a:cs typeface="+mn-cs"/>
              </a:rPr>
              <a:t>5. </a:t>
            </a:r>
            <a:r>
              <a:rPr lang="en-US" sz="2600" dirty="0">
                <a:latin typeface="Gill Sans MT" pitchFamily="34" charset="0"/>
                <a:cs typeface="+mn-cs"/>
              </a:rPr>
              <a:t>After aborting, NIC enters </a:t>
            </a:r>
            <a:r>
              <a:rPr lang="en-US" sz="2600" i="1" dirty="0" smtClean="0">
                <a:solidFill>
                  <a:srgbClr val="CC0000"/>
                </a:solidFill>
                <a:latin typeface="Gill Sans MT" pitchFamily="34" charset="0"/>
                <a:cs typeface="+mn-cs"/>
              </a:rPr>
              <a:t>binary (exponential) </a:t>
            </a:r>
            <a:r>
              <a:rPr lang="en-US" sz="2600" i="1" dirty="0">
                <a:solidFill>
                  <a:srgbClr val="CC0000"/>
                </a:solidFill>
                <a:latin typeface="Gill Sans MT" pitchFamily="34" charset="0"/>
                <a:cs typeface="+mn-cs"/>
              </a:rPr>
              <a:t>backoff: </a:t>
            </a:r>
            <a:endParaRPr lang="en-US" sz="2600" i="1" dirty="0" smtClean="0">
              <a:solidFill>
                <a:srgbClr val="CC0000"/>
              </a:solidFill>
              <a:latin typeface="Gill Sans MT" pitchFamily="34" charset="0"/>
              <a:cs typeface="+mn-cs"/>
            </a:endParaRPr>
          </a:p>
          <a:p>
            <a:pPr lvl="1">
              <a:defRPr/>
            </a:pPr>
            <a:r>
              <a:rPr lang="en-US" dirty="0" smtClean="0">
                <a:latin typeface="Gill Sans MT" pitchFamily="34" charset="0"/>
              </a:rPr>
              <a:t>after </a:t>
            </a:r>
            <a:r>
              <a:rPr lang="en-US" i="1" dirty="0">
                <a:latin typeface="Gill Sans MT" pitchFamily="34" charset="0"/>
              </a:rPr>
              <a:t>m</a:t>
            </a:r>
            <a:r>
              <a:rPr lang="en-US" dirty="0">
                <a:latin typeface="Gill Sans MT" pitchFamily="34" charset="0"/>
              </a:rPr>
              <a:t>th collision, NIC chooses </a:t>
            </a:r>
            <a:r>
              <a:rPr lang="en-US" i="1" dirty="0">
                <a:latin typeface="Gill Sans MT" pitchFamily="34" charset="0"/>
              </a:rPr>
              <a:t>K </a:t>
            </a:r>
            <a:r>
              <a:rPr lang="en-US" dirty="0">
                <a:latin typeface="Gill Sans MT" pitchFamily="34" charset="0"/>
              </a:rPr>
              <a:t>at random from </a:t>
            </a:r>
            <a:r>
              <a:rPr lang="en-US" i="1" dirty="0" smtClean="0">
                <a:latin typeface="Gill Sans MT" pitchFamily="34" charset="0"/>
              </a:rPr>
              <a:t>{</a:t>
            </a:r>
            <a:r>
              <a:rPr lang="en-US" i="1" dirty="0">
                <a:latin typeface="Gill Sans MT" pitchFamily="34" charset="0"/>
              </a:rPr>
              <a:t>0,1,2</a:t>
            </a:r>
            <a:r>
              <a:rPr lang="en-US" i="1" dirty="0" smtClean="0">
                <a:latin typeface="Gill Sans MT" pitchFamily="34" charset="0"/>
              </a:rPr>
              <a:t>, …, 2</a:t>
            </a:r>
            <a:r>
              <a:rPr lang="en-US" b="1" i="1" baseline="30000" dirty="0" smtClean="0">
                <a:latin typeface="Gill Sans MT" pitchFamily="34" charset="0"/>
              </a:rPr>
              <a:t>m</a:t>
            </a:r>
            <a:r>
              <a:rPr lang="en-US" i="1" dirty="0">
                <a:latin typeface="Gill Sans MT" pitchFamily="34" charset="0"/>
              </a:rPr>
              <a:t>-1}</a:t>
            </a:r>
            <a:r>
              <a:rPr lang="en-US" dirty="0">
                <a:latin typeface="Gill Sans MT" pitchFamily="34" charset="0"/>
              </a:rPr>
              <a:t>. NIC waits K</a:t>
            </a:r>
            <a:r>
              <a:rPr lang="el-GR" dirty="0">
                <a:latin typeface="Gill Sans MT" pitchFamily="34" charset="0"/>
              </a:rPr>
              <a:t>·</a:t>
            </a:r>
            <a:r>
              <a:rPr lang="en-US" dirty="0">
                <a:latin typeface="Gill Sans MT" pitchFamily="34" charset="0"/>
              </a:rPr>
              <a:t>512 </a:t>
            </a:r>
            <a:r>
              <a:rPr lang="en-US" dirty="0" smtClean="0">
                <a:latin typeface="Gill Sans MT" pitchFamily="34" charset="0"/>
              </a:rPr>
              <a:t>bit times</a:t>
            </a:r>
            <a:r>
              <a:rPr lang="en-US" dirty="0">
                <a:latin typeface="Gill Sans MT" pitchFamily="34" charset="0"/>
              </a:rPr>
              <a:t>, returns to Step </a:t>
            </a:r>
            <a:r>
              <a:rPr lang="en-US" dirty="0" smtClean="0">
                <a:latin typeface="Gill Sans MT" pitchFamily="34" charset="0"/>
              </a:rPr>
              <a:t>2</a:t>
            </a:r>
            <a:endParaRPr lang="en-US" dirty="0" smtClean="0">
              <a:latin typeface="Gill Sans MT" pitchFamily="34" charset="0"/>
            </a:endParaRPr>
          </a:p>
          <a:p>
            <a:pPr lvl="1">
              <a:defRPr/>
            </a:pPr>
            <a:r>
              <a:rPr lang="en-US" dirty="0" smtClean="0">
                <a:latin typeface="Gill Sans MT" pitchFamily="34" charset="0"/>
              </a:rPr>
              <a:t>longer backoff interval with more collisions</a:t>
            </a:r>
            <a:endParaRPr lang="en-US" dirty="0">
              <a:latin typeface="Gill Sans MT" pitchFamily="34" charset="0"/>
            </a:endParaRPr>
          </a:p>
          <a:p>
            <a:pPr>
              <a:buFont typeface="Wingdings" panose="05000000000000000000" charset="0"/>
              <a:buNone/>
              <a:defRPr/>
            </a:pPr>
            <a:r>
              <a:rPr lang="en-US" sz="2600" dirty="0">
                <a:latin typeface="Gill Sans MT" pitchFamily="34" charset="0"/>
                <a:cs typeface="+mn-cs"/>
              </a:rPr>
              <a:t>  </a:t>
            </a:r>
            <a:endParaRPr lang="en-US" sz="2600" dirty="0">
              <a:latin typeface="Gill Sans MT" pitchFamily="34" charset="0"/>
              <a:cs typeface="+mn-cs"/>
            </a:endParaRPr>
          </a:p>
        </p:txBody>
      </p:sp>
      <p:pic>
        <p:nvPicPr>
          <p:cNvPr id="105478" name="Picture 16" descr="underline_base"/>
          <p:cNvPicPr>
            <a:picLocks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925" y="906463"/>
            <a:ext cx="7313613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r>
              <a:rPr lang="en-US" sz="1200" dirty="0">
                <a:latin typeface="Tahoma" panose="020B0604030504040204" charset="0"/>
              </a:rPr>
              <a:t>6</a:t>
            </a:r>
            <a:r>
              <a:rPr lang="en-US" sz="1200" dirty="0" smtClean="0">
                <a:latin typeface="Tahoma" panose="020B0604030504040204" charset="0"/>
              </a:rPr>
              <a:t>-</a:t>
            </a:r>
            <a:fld id="{8E8C6E93-DF5B-BC4B-80F9-500DED1EEDCC}" type="slidenum">
              <a:rPr lang="en-US" sz="1200">
                <a:latin typeface="Tahoma" panose="020B0604030504040204" charset="0"/>
              </a:rPr>
            </a:fld>
            <a:endParaRPr lang="en-US" sz="1200" dirty="0">
              <a:latin typeface="Tahoma" panose="020B0604030504040204" charset="0"/>
            </a:endParaRPr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pPr algn="r"/>
            <a:r>
              <a:rPr lang="en-US" sz="1200" dirty="0" smtClean="0">
                <a:solidFill>
                  <a:srgbClr val="000000"/>
                </a:solidFill>
                <a:latin typeface="Tahoma" panose="020B0604030504040204" charset="0"/>
                <a:cs typeface="Arial" panose="020B0604020202090204" pitchFamily="34" charset="0"/>
              </a:rPr>
              <a:t>Link Layer and LANs</a:t>
            </a:r>
            <a:endParaRPr lang="en-US" sz="1200" dirty="0">
              <a:solidFill>
                <a:srgbClr val="000000"/>
              </a:solidFill>
              <a:latin typeface="Tahoma" panose="020B060403050404020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Gill Sans MT" pitchFamily="34" charset="0"/>
                <a:cs typeface="+mj-cs"/>
              </a:rPr>
              <a:t>CSMA/CD efficiency</a:t>
            </a:r>
            <a:endParaRPr lang="en-US" dirty="0">
              <a:latin typeface="Gill Sans MT" pitchFamily="34" charset="0"/>
              <a:cs typeface="+mj-cs"/>
            </a:endParaRPr>
          </a:p>
        </p:txBody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7772400" cy="1684338"/>
          </a:xfrm>
        </p:spPr>
        <p:txBody>
          <a:bodyPr/>
          <a:lstStyle/>
          <a:p>
            <a:pPr marL="238125" indent="-238125">
              <a:defRPr/>
            </a:pPr>
            <a:r>
              <a:rPr lang="en-US" sz="2400" dirty="0">
                <a:latin typeface="Gill Sans MT" pitchFamily="34" charset="0"/>
                <a:cs typeface="+mn-cs"/>
              </a:rPr>
              <a:t>T</a:t>
            </a:r>
            <a:r>
              <a:rPr lang="en-US" sz="2400" baseline="-25000" dirty="0">
                <a:latin typeface="Gill Sans MT" pitchFamily="34" charset="0"/>
                <a:cs typeface="+mn-cs"/>
              </a:rPr>
              <a:t>prop</a:t>
            </a:r>
            <a:r>
              <a:rPr lang="en-US" sz="2400" dirty="0">
                <a:latin typeface="Gill Sans MT" pitchFamily="34" charset="0"/>
                <a:cs typeface="+mn-cs"/>
              </a:rPr>
              <a:t> = max prop delay between 2 nodes in LAN</a:t>
            </a:r>
            <a:endParaRPr lang="en-US" sz="2400" dirty="0">
              <a:latin typeface="Gill Sans MT" pitchFamily="34" charset="0"/>
              <a:cs typeface="+mn-cs"/>
            </a:endParaRPr>
          </a:p>
          <a:p>
            <a:pPr marL="238125" indent="-238125">
              <a:defRPr/>
            </a:pPr>
            <a:r>
              <a:rPr lang="en-US" sz="2400" dirty="0">
                <a:latin typeface="Gill Sans MT" pitchFamily="34" charset="0"/>
                <a:cs typeface="+mn-cs"/>
              </a:rPr>
              <a:t>t</a:t>
            </a:r>
            <a:r>
              <a:rPr lang="en-US" sz="2400" baseline="-25000" dirty="0">
                <a:latin typeface="Gill Sans MT" pitchFamily="34" charset="0"/>
                <a:cs typeface="+mn-cs"/>
              </a:rPr>
              <a:t>trans</a:t>
            </a:r>
            <a:r>
              <a:rPr lang="en-US" sz="2400" dirty="0">
                <a:latin typeface="Gill Sans MT" pitchFamily="34" charset="0"/>
                <a:cs typeface="+mn-cs"/>
              </a:rPr>
              <a:t> = time to transmit max-size frame</a:t>
            </a:r>
            <a:endParaRPr lang="en-US" dirty="0">
              <a:latin typeface="Gill Sans MT" pitchFamily="34" charset="0"/>
              <a:cs typeface="+mn-cs"/>
            </a:endParaRPr>
          </a:p>
          <a:p>
            <a:pPr>
              <a:defRPr/>
            </a:pPr>
            <a:endParaRPr lang="en-US" dirty="0">
              <a:latin typeface="Gill Sans MT" pitchFamily="34" charset="0"/>
              <a:cs typeface="+mn-cs"/>
            </a:endParaRPr>
          </a:p>
          <a:p>
            <a:pPr>
              <a:defRPr/>
            </a:pPr>
            <a:endParaRPr lang="en-US" dirty="0">
              <a:latin typeface="Gill Sans MT" pitchFamily="34" charset="0"/>
              <a:cs typeface="+mn-cs"/>
            </a:endParaRPr>
          </a:p>
          <a:p>
            <a:pPr>
              <a:defRPr/>
            </a:pPr>
            <a:endParaRPr lang="en-US" dirty="0">
              <a:latin typeface="Gill Sans MT" pitchFamily="34" charset="0"/>
              <a:cs typeface="+mn-cs"/>
            </a:endParaRPr>
          </a:p>
          <a:p>
            <a:pPr marL="278130" indent="-278130">
              <a:defRPr/>
            </a:pPr>
            <a:r>
              <a:rPr lang="en-US" sz="2400" dirty="0">
                <a:latin typeface="Gill Sans MT" pitchFamily="34" charset="0"/>
                <a:cs typeface="+mn-cs"/>
              </a:rPr>
              <a:t>efficiency goes to 1 </a:t>
            </a:r>
            <a:endParaRPr lang="en-US" sz="2400" dirty="0">
              <a:latin typeface="Gill Sans MT" pitchFamily="34" charset="0"/>
              <a:cs typeface="+mn-cs"/>
            </a:endParaRPr>
          </a:p>
          <a:p>
            <a:pPr marL="695325" lvl="1" indent="-238125">
              <a:defRPr/>
            </a:pPr>
            <a:r>
              <a:rPr lang="en-US" dirty="0">
                <a:latin typeface="Gill Sans MT" pitchFamily="34" charset="0"/>
              </a:rPr>
              <a:t>as </a:t>
            </a:r>
            <a:r>
              <a:rPr lang="en-US" i="1" dirty="0">
                <a:latin typeface="Gill Sans MT" pitchFamily="34" charset="0"/>
              </a:rPr>
              <a:t>t</a:t>
            </a:r>
            <a:r>
              <a:rPr lang="en-US" i="1" baseline="-25000" dirty="0">
                <a:latin typeface="Gill Sans MT" pitchFamily="34" charset="0"/>
              </a:rPr>
              <a:t>prop</a:t>
            </a:r>
            <a:r>
              <a:rPr lang="en-US" dirty="0">
                <a:latin typeface="Gill Sans MT" pitchFamily="34" charset="0"/>
              </a:rPr>
              <a:t> goes to 0</a:t>
            </a:r>
            <a:endParaRPr lang="en-US" dirty="0">
              <a:latin typeface="Gill Sans MT" pitchFamily="34" charset="0"/>
            </a:endParaRPr>
          </a:p>
          <a:p>
            <a:pPr marL="695325" lvl="1" indent="-238125">
              <a:defRPr/>
            </a:pPr>
            <a:r>
              <a:rPr lang="en-US" dirty="0">
                <a:latin typeface="Gill Sans MT" pitchFamily="34" charset="0"/>
              </a:rPr>
              <a:t>as </a:t>
            </a:r>
            <a:r>
              <a:rPr lang="en-US" i="1" dirty="0">
                <a:latin typeface="Gill Sans MT" pitchFamily="34" charset="0"/>
              </a:rPr>
              <a:t>t</a:t>
            </a:r>
            <a:r>
              <a:rPr lang="en-US" i="1" baseline="-25000" dirty="0">
                <a:latin typeface="Gill Sans MT" pitchFamily="34" charset="0"/>
              </a:rPr>
              <a:t>trans</a:t>
            </a:r>
            <a:r>
              <a:rPr lang="en-US" dirty="0">
                <a:latin typeface="Gill Sans MT" pitchFamily="34" charset="0"/>
              </a:rPr>
              <a:t> goes to infinity</a:t>
            </a:r>
            <a:endParaRPr lang="en-US" dirty="0">
              <a:latin typeface="Gill Sans MT" pitchFamily="34" charset="0"/>
            </a:endParaRPr>
          </a:p>
          <a:p>
            <a:pPr marL="278130" indent="-278130">
              <a:defRPr/>
            </a:pPr>
            <a:r>
              <a:rPr lang="en-US" sz="2400" dirty="0">
                <a:latin typeface="Gill Sans MT" pitchFamily="34" charset="0"/>
                <a:cs typeface="+mn-cs"/>
              </a:rPr>
              <a:t>better performance than ALOHA: and simple, cheap, decentralized</a:t>
            </a:r>
            <a:r>
              <a:rPr lang="en-US" dirty="0">
                <a:latin typeface="Gill Sans MT" pitchFamily="34" charset="0"/>
                <a:cs typeface="+mn-cs"/>
              </a:rPr>
              <a:t>!</a:t>
            </a:r>
            <a:endParaRPr lang="en-US" dirty="0">
              <a:latin typeface="Gill Sans MT" pitchFamily="34" charset="0"/>
              <a:cs typeface="+mn-cs"/>
            </a:endParaRPr>
          </a:p>
        </p:txBody>
      </p:sp>
      <p:graphicFrame>
        <p:nvGraphicFramePr>
          <p:cNvPr id="107525" name="Object 4"/>
          <p:cNvGraphicFramePr>
            <a:graphicFrameLocks noChangeAspect="1"/>
          </p:cNvGraphicFramePr>
          <p:nvPr/>
        </p:nvGraphicFramePr>
        <p:xfrm>
          <a:off x="2795588" y="2859088"/>
          <a:ext cx="3570287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67" name="Equation" r:id="rId1" imgW="1422400" imgH="393700" progId="Equation.3">
                  <p:embed/>
                </p:oleObj>
              </mc:Choice>
              <mc:Fallback>
                <p:oleObj name="Equation" r:id="rId1" imgW="1422400" imgH="393700" progId="Equation.3">
                  <p:embed/>
                  <p:pic>
                    <p:nvPicPr>
                      <p:cNvPr id="0" name="图片 706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5588" y="2859088"/>
                        <a:ext cx="3570287" cy="984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7526" name="Picture 22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100" y="1033463"/>
            <a:ext cx="4570413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r>
              <a:rPr lang="en-US" sz="1200" dirty="0">
                <a:latin typeface="Tahoma" panose="020B0604030504040204" charset="0"/>
              </a:rPr>
              <a:t>6</a:t>
            </a:r>
            <a:r>
              <a:rPr lang="en-US" sz="1200" dirty="0" smtClean="0">
                <a:latin typeface="Tahoma" panose="020B0604030504040204" charset="0"/>
              </a:rPr>
              <a:t>-</a:t>
            </a:r>
            <a:fld id="{8E8C6E93-DF5B-BC4B-80F9-500DED1EEDCC}" type="slidenum">
              <a:rPr lang="en-US" sz="1200">
                <a:latin typeface="Tahoma" panose="020B0604030504040204" charset="0"/>
              </a:rPr>
            </a:fld>
            <a:endParaRPr lang="en-US" sz="1200" dirty="0">
              <a:latin typeface="Tahoma" panose="020B0604030504040204" charset="0"/>
            </a:endParaRPr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pPr algn="r"/>
            <a:r>
              <a:rPr lang="en-US" sz="1200" dirty="0" smtClean="0">
                <a:solidFill>
                  <a:srgbClr val="000000"/>
                </a:solidFill>
                <a:latin typeface="Tahoma" panose="020B0604030504040204" charset="0"/>
                <a:cs typeface="Arial" panose="020B0604020202090204" pitchFamily="34" charset="0"/>
              </a:rPr>
              <a:t>Link Layer and LANs</a:t>
            </a:r>
            <a:endParaRPr lang="en-US" sz="1200" dirty="0">
              <a:solidFill>
                <a:srgbClr val="000000"/>
              </a:solidFill>
              <a:latin typeface="Tahoma" panose="020B060403050404020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571" name="Picture 5" descr="underline_base"/>
          <p:cNvPicPr>
            <a:picLocks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588" y="995363"/>
            <a:ext cx="6856412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33797" name="Rectangle 2"/>
          <p:cNvSpPr>
            <a:spLocks noGrp="1" noChangeArrowheads="1"/>
          </p:cNvSpPr>
          <p:nvPr>
            <p:ph type="title"/>
          </p:nvPr>
        </p:nvSpPr>
        <p:spPr>
          <a:xfrm>
            <a:off x="422275" y="195263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ja-JP" altLang="en-US">
                <a:latin typeface="Gill Sans MT" pitchFamily="34" charset="0"/>
                <a:cs typeface="+mj-cs"/>
              </a:rPr>
              <a:t>“</a:t>
            </a:r>
            <a:r>
              <a:rPr lang="en-US" dirty="0">
                <a:latin typeface="Gill Sans MT" pitchFamily="34" charset="0"/>
                <a:cs typeface="+mj-cs"/>
              </a:rPr>
              <a:t>Taking turns</a:t>
            </a:r>
            <a:r>
              <a:rPr lang="ja-JP" altLang="en-US">
                <a:latin typeface="Gill Sans MT" pitchFamily="34" charset="0"/>
                <a:cs typeface="+mj-cs"/>
              </a:rPr>
              <a:t>”</a:t>
            </a:r>
            <a:r>
              <a:rPr lang="en-US" dirty="0">
                <a:latin typeface="Gill Sans MT" pitchFamily="34" charset="0"/>
                <a:cs typeface="+mj-cs"/>
              </a:rPr>
              <a:t> </a:t>
            </a:r>
            <a:r>
              <a:rPr lang="en-US" sz="4000" dirty="0">
                <a:latin typeface="Gill Sans MT" pitchFamily="34" charset="0"/>
                <a:cs typeface="+mj-cs"/>
              </a:rPr>
              <a:t>MAC</a:t>
            </a:r>
            <a:r>
              <a:rPr lang="en-US" dirty="0">
                <a:latin typeface="Gill Sans MT" pitchFamily="34" charset="0"/>
                <a:cs typeface="+mj-cs"/>
              </a:rPr>
              <a:t> protocols</a:t>
            </a:r>
            <a:endParaRPr lang="en-US" dirty="0">
              <a:latin typeface="Gill Sans MT" pitchFamily="34" charset="0"/>
              <a:cs typeface="+mj-cs"/>
            </a:endParaRPr>
          </a:p>
        </p:txBody>
      </p:sp>
      <p:sp>
        <p:nvSpPr>
          <p:cNvPr id="3379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pitchFamily="34" charset="0"/>
                <a:cs typeface="+mn-cs"/>
              </a:rPr>
              <a:t>channel partitioning MAC protocols:</a:t>
            </a:r>
            <a:endParaRPr lang="en-US" dirty="0">
              <a:solidFill>
                <a:srgbClr val="000099"/>
              </a:solidFill>
              <a:latin typeface="Gill Sans MT" pitchFamily="34" charset="0"/>
              <a:cs typeface="+mn-cs"/>
            </a:endParaRPr>
          </a:p>
          <a:p>
            <a:pPr lvl="1">
              <a:buFont typeface="Wingdings" panose="05000000000000000000" pitchFamily="2" charset="2"/>
              <a:buChar char="§"/>
              <a:defRPr/>
            </a:pPr>
            <a:r>
              <a:rPr lang="en-US" dirty="0">
                <a:latin typeface="Gill Sans MT" pitchFamily="34" charset="0"/>
              </a:rPr>
              <a:t>share channel </a:t>
            </a:r>
            <a:r>
              <a:rPr lang="en-US" i="1" dirty="0">
                <a:latin typeface="Gill Sans MT" pitchFamily="34" charset="0"/>
              </a:rPr>
              <a:t>efficiently</a:t>
            </a:r>
            <a:r>
              <a:rPr lang="en-US" dirty="0">
                <a:latin typeface="Gill Sans MT" pitchFamily="34" charset="0"/>
              </a:rPr>
              <a:t> and </a:t>
            </a:r>
            <a:r>
              <a:rPr lang="en-US" i="1" dirty="0">
                <a:latin typeface="Gill Sans MT" pitchFamily="34" charset="0"/>
              </a:rPr>
              <a:t>fairly</a:t>
            </a:r>
            <a:r>
              <a:rPr lang="en-US" dirty="0">
                <a:latin typeface="Gill Sans MT" pitchFamily="34" charset="0"/>
              </a:rPr>
              <a:t> at high load</a:t>
            </a:r>
            <a:endParaRPr lang="en-US" dirty="0">
              <a:latin typeface="Gill Sans MT" pitchFamily="34" charset="0"/>
            </a:endParaRPr>
          </a:p>
          <a:p>
            <a:pPr lvl="1">
              <a:buFont typeface="Wingdings" panose="05000000000000000000" pitchFamily="2" charset="2"/>
              <a:buChar char="§"/>
              <a:defRPr/>
            </a:pPr>
            <a:r>
              <a:rPr lang="en-US" dirty="0">
                <a:latin typeface="Gill Sans MT" pitchFamily="34" charset="0"/>
              </a:rPr>
              <a:t>inefficient at low load: delay in channel access, 1/N bandwidth allocated even if only 1 active node! </a:t>
            </a:r>
            <a:endParaRPr lang="en-US" dirty="0">
              <a:latin typeface="Gill Sans MT" pitchFamily="34" charset="0"/>
            </a:endParaRPr>
          </a:p>
          <a:p>
            <a:pPr>
              <a:buFont typeface="Wingdings" panose="05000000000000000000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pitchFamily="34" charset="0"/>
                <a:cs typeface="+mn-cs"/>
              </a:rPr>
              <a:t>random access MAC protocols</a:t>
            </a:r>
            <a:endParaRPr lang="en-US" dirty="0">
              <a:solidFill>
                <a:srgbClr val="000099"/>
              </a:solidFill>
              <a:latin typeface="Gill Sans MT" pitchFamily="34" charset="0"/>
              <a:cs typeface="+mn-cs"/>
            </a:endParaRPr>
          </a:p>
          <a:p>
            <a:pPr lvl="1">
              <a:buFont typeface="Wingdings" panose="05000000000000000000" pitchFamily="2" charset="2"/>
              <a:buChar char="§"/>
              <a:defRPr/>
            </a:pPr>
            <a:r>
              <a:rPr lang="en-US" dirty="0">
                <a:latin typeface="Gill Sans MT" pitchFamily="34" charset="0"/>
              </a:rPr>
              <a:t>efficient at low load: single node can fully utilize channel</a:t>
            </a:r>
            <a:endParaRPr lang="en-US" dirty="0">
              <a:latin typeface="Gill Sans MT" pitchFamily="34" charset="0"/>
            </a:endParaRPr>
          </a:p>
          <a:p>
            <a:pPr lvl="1">
              <a:buFont typeface="Wingdings" panose="05000000000000000000" pitchFamily="2" charset="2"/>
              <a:buChar char="§"/>
              <a:defRPr/>
            </a:pPr>
            <a:r>
              <a:rPr lang="en-US" dirty="0">
                <a:latin typeface="Gill Sans MT" pitchFamily="34" charset="0"/>
              </a:rPr>
              <a:t>high load: collision overhead</a:t>
            </a:r>
            <a:endParaRPr lang="en-US" dirty="0">
              <a:latin typeface="Gill Sans MT" pitchFamily="34" charset="0"/>
            </a:endParaRPr>
          </a:p>
          <a:p>
            <a:pPr>
              <a:buFont typeface="Wingdings" panose="05000000000000000000" charset="0"/>
              <a:buNone/>
              <a:defRPr/>
            </a:pPr>
            <a:r>
              <a:rPr lang="ja-JP" altLang="en-US" dirty="0">
                <a:solidFill>
                  <a:srgbClr val="CC0000"/>
                </a:solidFill>
                <a:latin typeface="Gill Sans MT" pitchFamily="34" charset="0"/>
                <a:cs typeface="+mn-cs"/>
              </a:rPr>
              <a:t>“</a:t>
            </a:r>
            <a:r>
              <a:rPr lang="en-US" dirty="0">
                <a:solidFill>
                  <a:srgbClr val="CC0000"/>
                </a:solidFill>
                <a:latin typeface="Gill Sans MT" pitchFamily="34" charset="0"/>
                <a:cs typeface="+mn-cs"/>
              </a:rPr>
              <a:t>taking turns</a:t>
            </a:r>
            <a:r>
              <a:rPr lang="ja-JP" altLang="en-US" dirty="0">
                <a:solidFill>
                  <a:srgbClr val="CC0000"/>
                </a:solidFill>
                <a:latin typeface="Gill Sans MT" pitchFamily="34" charset="0"/>
                <a:cs typeface="+mn-cs"/>
              </a:rPr>
              <a:t>”</a:t>
            </a:r>
            <a:r>
              <a:rPr lang="en-US" dirty="0">
                <a:solidFill>
                  <a:srgbClr val="CC0000"/>
                </a:solidFill>
                <a:latin typeface="Gill Sans MT" pitchFamily="34" charset="0"/>
                <a:cs typeface="+mn-cs"/>
              </a:rPr>
              <a:t> protocols</a:t>
            </a:r>
            <a:endParaRPr lang="en-US" dirty="0">
              <a:solidFill>
                <a:srgbClr val="CC0000"/>
              </a:solidFill>
              <a:latin typeface="Gill Sans MT" pitchFamily="34" charset="0"/>
              <a:cs typeface="+mn-cs"/>
            </a:endParaRPr>
          </a:p>
          <a:p>
            <a:pPr lvl="1">
              <a:buFont typeface="Wingdings" panose="05000000000000000000" charset="0"/>
              <a:buNone/>
              <a:defRPr/>
            </a:pPr>
            <a:r>
              <a:rPr lang="en-US" dirty="0">
                <a:latin typeface="Gill Sans MT" pitchFamily="34" charset="0"/>
              </a:rPr>
              <a:t>look for best of both worlds!</a:t>
            </a:r>
            <a:endParaRPr lang="en-US" dirty="0">
              <a:latin typeface="Gill Sans MT" pitchFamily="34" charset="0"/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r>
              <a:rPr lang="en-US" sz="1200" dirty="0">
                <a:latin typeface="Tahoma" panose="020B0604030504040204" charset="0"/>
              </a:rPr>
              <a:t>6</a:t>
            </a:r>
            <a:r>
              <a:rPr lang="en-US" sz="1200" dirty="0" smtClean="0">
                <a:latin typeface="Tahoma" panose="020B0604030504040204" charset="0"/>
              </a:rPr>
              <a:t>-</a:t>
            </a:r>
            <a:fld id="{8E8C6E93-DF5B-BC4B-80F9-500DED1EEDCC}" type="slidenum">
              <a:rPr lang="en-US" sz="1200">
                <a:latin typeface="Tahoma" panose="020B0604030504040204" charset="0"/>
              </a:rPr>
            </a:fld>
            <a:endParaRPr lang="en-US" sz="1200" dirty="0">
              <a:latin typeface="Tahoma" panose="020B0604030504040204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pPr algn="r"/>
            <a:r>
              <a:rPr lang="en-US" sz="1200" dirty="0" smtClean="0">
                <a:solidFill>
                  <a:srgbClr val="000000"/>
                </a:solidFill>
                <a:latin typeface="Tahoma" panose="020B0604030504040204" charset="0"/>
                <a:cs typeface="Arial" panose="020B0604020202090204" pitchFamily="34" charset="0"/>
              </a:rPr>
              <a:t>Link Layer and LANs</a:t>
            </a:r>
            <a:endParaRPr lang="en-US" sz="1200" dirty="0">
              <a:solidFill>
                <a:srgbClr val="000000"/>
              </a:solidFill>
              <a:latin typeface="Tahoma" panose="020B060403050404020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619" name="Group 55"/>
          <p:cNvGrpSpPr/>
          <p:nvPr/>
        </p:nvGrpSpPr>
        <p:grpSpPr bwMode="auto">
          <a:xfrm>
            <a:off x="4398963" y="4154488"/>
            <a:ext cx="781050" cy="681037"/>
            <a:chOff x="-44" y="1473"/>
            <a:chExt cx="981" cy="1105"/>
          </a:xfrm>
        </p:grpSpPr>
        <p:pic>
          <p:nvPicPr>
            <p:cNvPr id="111652" name="Picture 56" descr="desktop_computer_stylized_medium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653" name="Freeform 57"/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11620" name="Group 58"/>
          <p:cNvGrpSpPr/>
          <p:nvPr/>
        </p:nvGrpSpPr>
        <p:grpSpPr bwMode="auto">
          <a:xfrm>
            <a:off x="4691063" y="3549650"/>
            <a:ext cx="781050" cy="681038"/>
            <a:chOff x="-44" y="1473"/>
            <a:chExt cx="981" cy="1105"/>
          </a:xfrm>
        </p:grpSpPr>
        <p:pic>
          <p:nvPicPr>
            <p:cNvPr id="111650" name="Picture 59" descr="desktop_computer_stylized_medium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651" name="Freeform 60"/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11621" name="Group 61"/>
          <p:cNvGrpSpPr/>
          <p:nvPr/>
        </p:nvGrpSpPr>
        <p:grpSpPr bwMode="auto">
          <a:xfrm>
            <a:off x="4972050" y="2935288"/>
            <a:ext cx="781050" cy="681037"/>
            <a:chOff x="-44" y="1473"/>
            <a:chExt cx="981" cy="1105"/>
          </a:xfrm>
        </p:grpSpPr>
        <p:pic>
          <p:nvPicPr>
            <p:cNvPr id="111648" name="Picture 62" descr="desktop_computer_stylized_medium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649" name="Freeform 63"/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11622" name="Group 64"/>
          <p:cNvGrpSpPr/>
          <p:nvPr/>
        </p:nvGrpSpPr>
        <p:grpSpPr bwMode="auto">
          <a:xfrm>
            <a:off x="5273675" y="2354263"/>
            <a:ext cx="781050" cy="681037"/>
            <a:chOff x="-44" y="1473"/>
            <a:chExt cx="981" cy="1105"/>
          </a:xfrm>
        </p:grpSpPr>
        <p:pic>
          <p:nvPicPr>
            <p:cNvPr id="111646" name="Picture 65" descr="desktop_computer_stylized_medium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647" name="Freeform 66"/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11623" name="Group 67"/>
          <p:cNvGrpSpPr/>
          <p:nvPr/>
        </p:nvGrpSpPr>
        <p:grpSpPr bwMode="auto">
          <a:xfrm flipH="1">
            <a:off x="6810375" y="2600325"/>
            <a:ext cx="781050" cy="681038"/>
            <a:chOff x="-44" y="1473"/>
            <a:chExt cx="981" cy="1105"/>
          </a:xfrm>
        </p:grpSpPr>
        <p:pic>
          <p:nvPicPr>
            <p:cNvPr id="111644" name="Picture 68" descr="desktop_computer_stylized_medium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645" name="Freeform 69"/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</p:spPr>
          <p:txBody>
            <a:bodyPr wrap="none"/>
            <a:lstStyle/>
            <a:p>
              <a:endParaRPr lang="en-US" dirty="0"/>
            </a:p>
          </p:txBody>
        </p:sp>
      </p:grpSp>
      <p:sp>
        <p:nvSpPr>
          <p:cNvPr id="3482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90563" y="1485900"/>
            <a:ext cx="3460750" cy="5062538"/>
          </a:xfrm>
        </p:spPr>
        <p:txBody>
          <a:bodyPr/>
          <a:lstStyle/>
          <a:p>
            <a:pPr>
              <a:buFont typeface="Wingdings" panose="05000000000000000000" charset="0"/>
              <a:buNone/>
              <a:defRPr/>
            </a:pPr>
            <a:r>
              <a:rPr lang="en-US" sz="3200" i="1" dirty="0">
                <a:solidFill>
                  <a:srgbClr val="CC0000"/>
                </a:solidFill>
                <a:latin typeface="Gill Sans MT" pitchFamily="34" charset="0"/>
                <a:cs typeface="+mn-cs"/>
              </a:rPr>
              <a:t>polling:</a:t>
            </a:r>
            <a:r>
              <a:rPr lang="en-US" sz="3200" b="1" dirty="0">
                <a:solidFill>
                  <a:srgbClr val="CC0000"/>
                </a:solidFill>
                <a:latin typeface="Gill Sans MT" pitchFamily="34" charset="0"/>
                <a:cs typeface="+mn-cs"/>
              </a:rPr>
              <a:t> </a:t>
            </a:r>
            <a:endParaRPr lang="en-US" sz="3200" dirty="0">
              <a:solidFill>
                <a:srgbClr val="CC0000"/>
              </a:solidFill>
              <a:latin typeface="Gill Sans MT" pitchFamily="34" charset="0"/>
              <a:cs typeface="+mn-cs"/>
            </a:endParaRPr>
          </a:p>
          <a:p>
            <a:pPr marL="238125" indent="-238125">
              <a:defRPr/>
            </a:pPr>
            <a:r>
              <a:rPr lang="en-US" sz="2400" dirty="0">
                <a:latin typeface="Gill Sans MT" pitchFamily="34" charset="0"/>
                <a:cs typeface="+mn-cs"/>
              </a:rPr>
              <a:t>master node </a:t>
            </a:r>
            <a:r>
              <a:rPr lang="ja-JP" altLang="en-US" sz="2400" dirty="0">
                <a:latin typeface="Gill Sans MT" pitchFamily="34" charset="0"/>
                <a:cs typeface="+mn-cs"/>
              </a:rPr>
              <a:t>“</a:t>
            </a:r>
            <a:r>
              <a:rPr lang="en-US" sz="2400" dirty="0">
                <a:latin typeface="Gill Sans MT" pitchFamily="34" charset="0"/>
                <a:cs typeface="+mn-cs"/>
              </a:rPr>
              <a:t>invites</a:t>
            </a:r>
            <a:r>
              <a:rPr lang="ja-JP" altLang="en-US" sz="2400" dirty="0">
                <a:latin typeface="Gill Sans MT" pitchFamily="34" charset="0"/>
                <a:cs typeface="+mn-cs"/>
              </a:rPr>
              <a:t>”</a:t>
            </a:r>
            <a:r>
              <a:rPr lang="en-US" sz="2400" dirty="0">
                <a:latin typeface="Gill Sans MT" pitchFamily="34" charset="0"/>
                <a:cs typeface="+mn-cs"/>
              </a:rPr>
              <a:t> slave nodes to transmit in turn</a:t>
            </a:r>
            <a:endParaRPr lang="en-US" sz="2400" dirty="0">
              <a:latin typeface="Gill Sans MT" pitchFamily="34" charset="0"/>
              <a:cs typeface="+mn-cs"/>
            </a:endParaRPr>
          </a:p>
          <a:p>
            <a:pPr marL="238125" indent="-238125">
              <a:defRPr/>
            </a:pPr>
            <a:r>
              <a:rPr lang="en-US" sz="2400" dirty="0">
                <a:latin typeface="Gill Sans MT" pitchFamily="34" charset="0"/>
                <a:cs typeface="+mn-cs"/>
              </a:rPr>
              <a:t>typically used with </a:t>
            </a:r>
            <a:r>
              <a:rPr lang="ja-JP" altLang="en-US" sz="2400" dirty="0">
                <a:latin typeface="Gill Sans MT" pitchFamily="34" charset="0"/>
                <a:cs typeface="+mn-cs"/>
              </a:rPr>
              <a:t>“</a:t>
            </a:r>
            <a:r>
              <a:rPr lang="en-US" sz="2400" dirty="0">
                <a:latin typeface="Gill Sans MT" pitchFamily="34" charset="0"/>
                <a:cs typeface="+mn-cs"/>
              </a:rPr>
              <a:t>dumb</a:t>
            </a:r>
            <a:r>
              <a:rPr lang="ja-JP" altLang="en-US" sz="2400" dirty="0">
                <a:latin typeface="Gill Sans MT" pitchFamily="34" charset="0"/>
                <a:cs typeface="+mn-cs"/>
              </a:rPr>
              <a:t>”</a:t>
            </a:r>
            <a:r>
              <a:rPr lang="en-US" sz="2400" dirty="0">
                <a:latin typeface="Gill Sans MT" pitchFamily="34" charset="0"/>
                <a:cs typeface="+mn-cs"/>
              </a:rPr>
              <a:t> slave devices</a:t>
            </a:r>
            <a:endParaRPr lang="en-US" sz="2400" dirty="0">
              <a:latin typeface="Gill Sans MT" pitchFamily="34" charset="0"/>
              <a:cs typeface="+mn-cs"/>
            </a:endParaRPr>
          </a:p>
          <a:p>
            <a:pPr marL="238125" indent="-238125">
              <a:defRPr/>
            </a:pPr>
            <a:r>
              <a:rPr lang="en-US" sz="2400" dirty="0">
                <a:latin typeface="Gill Sans MT" pitchFamily="34" charset="0"/>
                <a:cs typeface="+mn-cs"/>
              </a:rPr>
              <a:t>concerns:</a:t>
            </a:r>
            <a:endParaRPr lang="en-US" sz="2400" dirty="0">
              <a:latin typeface="Gill Sans MT" pitchFamily="34" charset="0"/>
              <a:cs typeface="+mn-cs"/>
            </a:endParaRPr>
          </a:p>
          <a:p>
            <a:pPr lvl="1">
              <a:defRPr/>
            </a:pPr>
            <a:r>
              <a:rPr lang="en-US" dirty="0">
                <a:latin typeface="Gill Sans MT" pitchFamily="34" charset="0"/>
              </a:rPr>
              <a:t>polling overhead </a:t>
            </a:r>
            <a:endParaRPr lang="en-US" dirty="0">
              <a:latin typeface="Gill Sans MT" pitchFamily="34" charset="0"/>
            </a:endParaRPr>
          </a:p>
          <a:p>
            <a:pPr lvl="1">
              <a:defRPr/>
            </a:pPr>
            <a:r>
              <a:rPr lang="en-US" dirty="0">
                <a:latin typeface="Gill Sans MT" pitchFamily="34" charset="0"/>
              </a:rPr>
              <a:t>latency</a:t>
            </a:r>
            <a:endParaRPr lang="en-US" dirty="0">
              <a:latin typeface="Gill Sans MT" pitchFamily="34" charset="0"/>
            </a:endParaRPr>
          </a:p>
          <a:p>
            <a:pPr lvl="1">
              <a:defRPr/>
            </a:pPr>
            <a:r>
              <a:rPr lang="en-US" dirty="0">
                <a:latin typeface="Gill Sans MT" pitchFamily="34" charset="0"/>
              </a:rPr>
              <a:t>single point of failure (master)</a:t>
            </a:r>
            <a:endParaRPr lang="en-US" dirty="0">
              <a:latin typeface="Gill Sans MT" pitchFamily="34" charset="0"/>
            </a:endParaRPr>
          </a:p>
        </p:txBody>
      </p:sp>
      <p:sp>
        <p:nvSpPr>
          <p:cNvPr id="34826" name="Line 24"/>
          <p:cNvSpPr>
            <a:spLocks noChangeShapeType="1"/>
          </p:cNvSpPr>
          <p:nvPr/>
        </p:nvSpPr>
        <p:spPr bwMode="auto">
          <a:xfrm flipH="1">
            <a:off x="5286375" y="2717800"/>
            <a:ext cx="927100" cy="1773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4827" name="Line 25"/>
          <p:cNvSpPr>
            <a:spLocks noChangeShapeType="1"/>
          </p:cNvSpPr>
          <p:nvPr/>
        </p:nvSpPr>
        <p:spPr bwMode="auto">
          <a:xfrm>
            <a:off x="5927725" y="2768600"/>
            <a:ext cx="25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4828" name="Line 31"/>
          <p:cNvSpPr>
            <a:spLocks noChangeShapeType="1"/>
          </p:cNvSpPr>
          <p:nvPr/>
        </p:nvSpPr>
        <p:spPr bwMode="auto">
          <a:xfrm>
            <a:off x="6076950" y="2982913"/>
            <a:ext cx="858838" cy="12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4829" name="Line 35"/>
          <p:cNvSpPr>
            <a:spLocks noChangeShapeType="1"/>
          </p:cNvSpPr>
          <p:nvPr/>
        </p:nvSpPr>
        <p:spPr bwMode="auto">
          <a:xfrm>
            <a:off x="5656263" y="3297238"/>
            <a:ext cx="25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4830" name="Line 37"/>
          <p:cNvSpPr>
            <a:spLocks noChangeShapeType="1"/>
          </p:cNvSpPr>
          <p:nvPr/>
        </p:nvSpPr>
        <p:spPr bwMode="auto">
          <a:xfrm>
            <a:off x="5384800" y="3825875"/>
            <a:ext cx="25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4831" name="Line 39"/>
          <p:cNvSpPr>
            <a:spLocks noChangeShapeType="1"/>
          </p:cNvSpPr>
          <p:nvPr/>
        </p:nvSpPr>
        <p:spPr bwMode="auto">
          <a:xfrm>
            <a:off x="5113338" y="4354513"/>
            <a:ext cx="25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34832" name="Text Box 40"/>
          <p:cNvSpPr txBox="1">
            <a:spLocks noChangeArrowheads="1"/>
          </p:cNvSpPr>
          <p:nvPr/>
        </p:nvSpPr>
        <p:spPr bwMode="auto">
          <a:xfrm>
            <a:off x="6638925" y="3222625"/>
            <a:ext cx="958850" cy="3968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2000" i="0" dirty="0" smtClean="0">
                <a:latin typeface="Arial" panose="020B0604020202090204" pitchFamily="34" charset="0"/>
                <a:cs typeface="+mn-cs"/>
              </a:rPr>
              <a:t>master</a:t>
            </a:r>
            <a:endParaRPr lang="en-US" sz="2000" i="0" dirty="0" smtClean="0">
              <a:latin typeface="Arial" panose="020B0604020202090204" pitchFamily="34" charset="0"/>
              <a:cs typeface="+mn-cs"/>
            </a:endParaRPr>
          </a:p>
        </p:txBody>
      </p:sp>
      <p:sp>
        <p:nvSpPr>
          <p:cNvPr id="34833" name="Text Box 41"/>
          <p:cNvSpPr txBox="1">
            <a:spLocks noChangeArrowheads="1"/>
          </p:cNvSpPr>
          <p:nvPr/>
        </p:nvSpPr>
        <p:spPr bwMode="auto">
          <a:xfrm>
            <a:off x="4464050" y="4808538"/>
            <a:ext cx="904875" cy="3968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2000" i="0" dirty="0" smtClean="0">
                <a:latin typeface="Arial" panose="020B0604020202090204" pitchFamily="34" charset="0"/>
                <a:cs typeface="+mn-cs"/>
              </a:rPr>
              <a:t>slaves</a:t>
            </a:r>
            <a:endParaRPr lang="en-US" sz="2000" i="0" dirty="0" smtClean="0">
              <a:latin typeface="Arial" panose="020B0604020202090204" pitchFamily="34" charset="0"/>
              <a:cs typeface="+mn-cs"/>
            </a:endParaRPr>
          </a:p>
        </p:txBody>
      </p:sp>
      <p:grpSp>
        <p:nvGrpSpPr>
          <p:cNvPr id="184364" name="Group 44"/>
          <p:cNvGrpSpPr/>
          <p:nvPr/>
        </p:nvGrpSpPr>
        <p:grpSpPr bwMode="auto">
          <a:xfrm>
            <a:off x="6823075" y="2636838"/>
            <a:ext cx="560388" cy="336550"/>
            <a:chOff x="4212" y="2864"/>
            <a:chExt cx="353" cy="212"/>
          </a:xfrm>
        </p:grpSpPr>
        <p:sp>
          <p:nvSpPr>
            <p:cNvPr id="34843" name="Rectangle 42"/>
            <p:cNvSpPr>
              <a:spLocks noChangeArrowheads="1"/>
            </p:cNvSpPr>
            <p:nvPr/>
          </p:nvSpPr>
          <p:spPr bwMode="auto">
            <a:xfrm>
              <a:off x="4212" y="2916"/>
              <a:ext cx="353" cy="137"/>
            </a:xfrm>
            <a:prstGeom prst="rect">
              <a:avLst/>
            </a:prstGeom>
            <a:solidFill>
              <a:srgbClr val="00CC00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4844" name="Text Box 43"/>
            <p:cNvSpPr txBox="1">
              <a:spLocks noChangeArrowheads="1"/>
            </p:cNvSpPr>
            <p:nvPr/>
          </p:nvSpPr>
          <p:spPr bwMode="auto">
            <a:xfrm>
              <a:off x="4227" y="2864"/>
              <a:ext cx="314" cy="2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600" i="0" dirty="0" smtClean="0">
                  <a:solidFill>
                    <a:schemeClr val="bg1"/>
                  </a:solidFill>
                  <a:latin typeface="Arial" panose="020B0604020202090204" pitchFamily="34" charset="0"/>
                  <a:cs typeface="+mn-cs"/>
                </a:rPr>
                <a:t>poll</a:t>
              </a:r>
              <a:endParaRPr lang="en-US" sz="1600" i="0" dirty="0" smtClean="0">
                <a:solidFill>
                  <a:schemeClr val="bg1"/>
                </a:solidFill>
                <a:latin typeface="Arial" panose="020B0604020202090204" pitchFamily="34" charset="0"/>
                <a:cs typeface="+mn-cs"/>
              </a:endParaRPr>
            </a:p>
          </p:txBody>
        </p:sp>
      </p:grpSp>
      <p:grpSp>
        <p:nvGrpSpPr>
          <p:cNvPr id="184368" name="Group 48"/>
          <p:cNvGrpSpPr/>
          <p:nvPr/>
        </p:nvGrpSpPr>
        <p:grpSpPr bwMode="auto">
          <a:xfrm>
            <a:off x="4872038" y="3559175"/>
            <a:ext cx="595312" cy="336550"/>
            <a:chOff x="4415" y="2364"/>
            <a:chExt cx="375" cy="212"/>
          </a:xfrm>
        </p:grpSpPr>
        <p:sp>
          <p:nvSpPr>
            <p:cNvPr id="34841" name="Rectangle 46"/>
            <p:cNvSpPr>
              <a:spLocks noChangeArrowheads="1"/>
            </p:cNvSpPr>
            <p:nvPr/>
          </p:nvSpPr>
          <p:spPr bwMode="auto">
            <a:xfrm>
              <a:off x="4437" y="2400"/>
              <a:ext cx="353" cy="137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4842" name="Text Box 47"/>
            <p:cNvSpPr txBox="1">
              <a:spLocks noChangeArrowheads="1"/>
            </p:cNvSpPr>
            <p:nvPr/>
          </p:nvSpPr>
          <p:spPr bwMode="auto">
            <a:xfrm>
              <a:off x="4415" y="2364"/>
              <a:ext cx="365" cy="2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600" i="0" dirty="0" smtClean="0">
                  <a:solidFill>
                    <a:schemeClr val="bg1"/>
                  </a:solidFill>
                  <a:latin typeface="Arial" panose="020B0604020202090204" pitchFamily="34" charset="0"/>
                  <a:cs typeface="+mn-cs"/>
                </a:rPr>
                <a:t>data</a:t>
              </a:r>
              <a:endParaRPr lang="en-US" sz="1600" i="0" dirty="0" smtClean="0">
                <a:solidFill>
                  <a:schemeClr val="bg1"/>
                </a:solidFill>
                <a:latin typeface="Arial" panose="020B0604020202090204" pitchFamily="34" charset="0"/>
                <a:cs typeface="+mn-cs"/>
              </a:endParaRPr>
            </a:p>
          </p:txBody>
        </p:sp>
      </p:grpSp>
      <p:grpSp>
        <p:nvGrpSpPr>
          <p:cNvPr id="184369" name="Group 49"/>
          <p:cNvGrpSpPr/>
          <p:nvPr/>
        </p:nvGrpSpPr>
        <p:grpSpPr bwMode="auto">
          <a:xfrm>
            <a:off x="5378450" y="2441575"/>
            <a:ext cx="595313" cy="336550"/>
            <a:chOff x="4415" y="2364"/>
            <a:chExt cx="375" cy="212"/>
          </a:xfrm>
        </p:grpSpPr>
        <p:sp>
          <p:nvSpPr>
            <p:cNvPr id="34839" name="Rectangle 50"/>
            <p:cNvSpPr>
              <a:spLocks noChangeArrowheads="1"/>
            </p:cNvSpPr>
            <p:nvPr/>
          </p:nvSpPr>
          <p:spPr bwMode="auto">
            <a:xfrm>
              <a:off x="4437" y="2400"/>
              <a:ext cx="353" cy="137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34840" name="Text Box 51"/>
            <p:cNvSpPr txBox="1">
              <a:spLocks noChangeArrowheads="1"/>
            </p:cNvSpPr>
            <p:nvPr/>
          </p:nvSpPr>
          <p:spPr bwMode="auto">
            <a:xfrm>
              <a:off x="4415" y="2364"/>
              <a:ext cx="365" cy="2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600" i="0" dirty="0" smtClean="0">
                  <a:solidFill>
                    <a:schemeClr val="bg1"/>
                  </a:solidFill>
                  <a:latin typeface="Arial" panose="020B0604020202090204" pitchFamily="34" charset="0"/>
                  <a:cs typeface="+mn-cs"/>
                </a:rPr>
                <a:t>data</a:t>
              </a:r>
              <a:endParaRPr lang="en-US" sz="1600" i="0" dirty="0" smtClean="0">
                <a:solidFill>
                  <a:schemeClr val="bg1"/>
                </a:solidFill>
                <a:latin typeface="Arial" panose="020B0604020202090204" pitchFamily="34" charset="0"/>
                <a:cs typeface="+mn-cs"/>
              </a:endParaRPr>
            </a:p>
          </p:txBody>
        </p:sp>
      </p:grpSp>
      <p:pic>
        <p:nvPicPr>
          <p:cNvPr id="111636" name="Picture 53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588" y="995363"/>
            <a:ext cx="6856412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34838" name="Rectangle 54"/>
          <p:cNvSpPr>
            <a:spLocks noGrp="1" noChangeArrowheads="1"/>
          </p:cNvSpPr>
          <p:nvPr>
            <p:ph type="title"/>
          </p:nvPr>
        </p:nvSpPr>
        <p:spPr>
          <a:xfrm>
            <a:off x="422275" y="195263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ja-JP" altLang="en-US">
                <a:latin typeface="Gill Sans MT" pitchFamily="34" charset="0"/>
                <a:cs typeface="+mj-cs"/>
              </a:rPr>
              <a:t>“</a:t>
            </a:r>
            <a:r>
              <a:rPr lang="en-US" dirty="0">
                <a:latin typeface="Gill Sans MT" pitchFamily="34" charset="0"/>
                <a:cs typeface="+mj-cs"/>
              </a:rPr>
              <a:t>Taking turns</a:t>
            </a:r>
            <a:r>
              <a:rPr lang="ja-JP" altLang="en-US">
                <a:latin typeface="Gill Sans MT" pitchFamily="34" charset="0"/>
                <a:cs typeface="+mj-cs"/>
              </a:rPr>
              <a:t>”</a:t>
            </a:r>
            <a:r>
              <a:rPr lang="en-US" dirty="0">
                <a:latin typeface="Gill Sans MT" pitchFamily="34" charset="0"/>
                <a:cs typeface="+mj-cs"/>
              </a:rPr>
              <a:t> MAC protocols</a:t>
            </a:r>
            <a:endParaRPr lang="en-US" dirty="0">
              <a:latin typeface="Gill Sans MT" pitchFamily="34" charset="0"/>
              <a:cs typeface="+mj-cs"/>
            </a:endParaRPr>
          </a:p>
        </p:txBody>
      </p:sp>
      <p:sp>
        <p:nvSpPr>
          <p:cNvPr id="3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r>
              <a:rPr lang="en-US" sz="1200" dirty="0">
                <a:latin typeface="Tahoma" panose="020B0604030504040204" charset="0"/>
              </a:rPr>
              <a:t>6</a:t>
            </a:r>
            <a:r>
              <a:rPr lang="en-US" sz="1200" dirty="0" smtClean="0">
                <a:latin typeface="Tahoma" panose="020B0604030504040204" charset="0"/>
              </a:rPr>
              <a:t>-</a:t>
            </a:r>
            <a:fld id="{8E8C6E93-DF5B-BC4B-80F9-500DED1EEDCC}" type="slidenum">
              <a:rPr lang="en-US" sz="1200">
                <a:latin typeface="Tahoma" panose="020B0604030504040204" charset="0"/>
              </a:rPr>
            </a:fld>
            <a:endParaRPr lang="en-US" sz="1200" dirty="0">
              <a:latin typeface="Tahoma" panose="020B0604030504040204" charset="0"/>
            </a:endParaRPr>
          </a:p>
        </p:txBody>
      </p:sp>
      <p:sp>
        <p:nvSpPr>
          <p:cNvPr id="40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pPr algn="r"/>
            <a:r>
              <a:rPr lang="en-US" sz="1200" dirty="0" smtClean="0">
                <a:solidFill>
                  <a:srgbClr val="000000"/>
                </a:solidFill>
                <a:latin typeface="Tahoma" panose="020B0604030504040204" charset="0"/>
                <a:cs typeface="Arial" panose="020B0604020202090204" pitchFamily="34" charset="0"/>
              </a:rPr>
              <a:t>Link Layer and LANs</a:t>
            </a:r>
            <a:endParaRPr lang="en-US" sz="1200" dirty="0">
              <a:solidFill>
                <a:srgbClr val="000000"/>
              </a:solidFill>
              <a:latin typeface="Tahoma" panose="020B060403050404020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1.85185E-6 L -0.09254 -1.85185E-6 L -0.07882 -0.03495 L -0.1526 -0.03495 " pathEditMode="relative" ptsTypes="AAAA">
                                      <p:cBhvr>
                                        <p:cTn id="9" dur="2000" fill="hold"/>
                                        <p:tgtEl>
                                          <p:spTgt spid="1843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-7.40741E-7 L 0.07119 -0.00162 L 0.0599 0.03171 L 0.15122 0.03009 " pathEditMode="relative" ptsTypes="AAAA">
                                      <p:cBhvr>
                                        <p:cTn id="18" dur="2000" fill="hold"/>
                                        <p:tgtEl>
                                          <p:spTgt spid="1843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4000"/>
                            </p:stCondLst>
                            <p:childTnLst>
                              <p:par>
                                <p:cTn id="20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88889E-6 -1.85185E-6 L -0.08872 -1.85185E-6 L -0.14375 0.14167 L -0.21753 0.14167 " pathEditMode="relative" ptsTypes="AAAA">
                                      <p:cBhvr>
                                        <p:cTn id="28" dur="2000" fill="hold"/>
                                        <p:tgtEl>
                                          <p:spTgt spid="1843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6.2963E-6 L 0.07135 -0.00161 L 0.11754 -0.13171 L 0.21129 -0.13333 " pathEditMode="relative" ptsTypes="AAAA">
                                      <p:cBhvr>
                                        <p:cTn id="37" dur="2000" fill="hold"/>
                                        <p:tgtEl>
                                          <p:spTgt spid="1843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000"/>
                            </p:stCondLst>
                            <p:childTnLst>
                              <p:par>
                                <p:cTn id="39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667" name="Group 21"/>
          <p:cNvGrpSpPr/>
          <p:nvPr/>
        </p:nvGrpSpPr>
        <p:grpSpPr bwMode="auto">
          <a:xfrm>
            <a:off x="7229475" y="3667125"/>
            <a:ext cx="781050" cy="681038"/>
            <a:chOff x="-44" y="1473"/>
            <a:chExt cx="981" cy="1105"/>
          </a:xfrm>
        </p:grpSpPr>
        <p:pic>
          <p:nvPicPr>
            <p:cNvPr id="113685" name="Picture 22" descr="desktop_computer_stylized_medium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686" name="Freeform 23"/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13668" name="Group 24"/>
          <p:cNvGrpSpPr/>
          <p:nvPr/>
        </p:nvGrpSpPr>
        <p:grpSpPr bwMode="auto">
          <a:xfrm>
            <a:off x="4514850" y="3624263"/>
            <a:ext cx="781050" cy="681037"/>
            <a:chOff x="-44" y="1473"/>
            <a:chExt cx="981" cy="1105"/>
          </a:xfrm>
        </p:grpSpPr>
        <p:pic>
          <p:nvPicPr>
            <p:cNvPr id="113683" name="Picture 25" descr="desktop_computer_stylized_medium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684" name="Freeform 26"/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13669" name="Group 27"/>
          <p:cNvGrpSpPr/>
          <p:nvPr/>
        </p:nvGrpSpPr>
        <p:grpSpPr bwMode="auto">
          <a:xfrm>
            <a:off x="5832475" y="1960563"/>
            <a:ext cx="781050" cy="681037"/>
            <a:chOff x="-44" y="1473"/>
            <a:chExt cx="981" cy="1105"/>
          </a:xfrm>
        </p:grpSpPr>
        <p:pic>
          <p:nvPicPr>
            <p:cNvPr id="113681" name="Picture 28" descr="desktop_computer_stylized_medium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682" name="Freeform 29"/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13670" name="Group 30"/>
          <p:cNvGrpSpPr/>
          <p:nvPr/>
        </p:nvGrpSpPr>
        <p:grpSpPr bwMode="auto">
          <a:xfrm>
            <a:off x="5886450" y="5408613"/>
            <a:ext cx="781050" cy="681037"/>
            <a:chOff x="-44" y="1473"/>
            <a:chExt cx="981" cy="1105"/>
          </a:xfrm>
        </p:grpSpPr>
        <p:pic>
          <p:nvPicPr>
            <p:cNvPr id="113679" name="Picture 31" descr="desktop_computer_stylized_medium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680" name="Freeform 32"/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</p:spPr>
          <p:txBody>
            <a:bodyPr wrap="none"/>
            <a:lstStyle/>
            <a:p>
              <a:endParaRPr lang="en-US" dirty="0"/>
            </a:p>
          </p:txBody>
        </p:sp>
      </p:grpSp>
      <p:sp>
        <p:nvSpPr>
          <p:cNvPr id="35848" name="Rectangle 4"/>
          <p:cNvSpPr>
            <a:spLocks noChangeArrowheads="1"/>
          </p:cNvSpPr>
          <p:nvPr/>
        </p:nvSpPr>
        <p:spPr bwMode="auto">
          <a:xfrm>
            <a:off x="600075" y="1376363"/>
            <a:ext cx="3754438" cy="46482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/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charset="0"/>
              <a:buNone/>
              <a:defRPr/>
            </a:pPr>
            <a:r>
              <a:rPr lang="en-US" sz="3200" dirty="0">
                <a:solidFill>
                  <a:srgbClr val="CC0000"/>
                </a:solidFill>
                <a:latin typeface="Gill Sans MT" pitchFamily="34" charset="0"/>
                <a:cs typeface="+mn-cs"/>
              </a:rPr>
              <a:t>token passing:</a:t>
            </a:r>
            <a:endParaRPr lang="en-US" sz="3200" b="1" dirty="0">
              <a:solidFill>
                <a:srgbClr val="CC0000"/>
              </a:solidFill>
              <a:latin typeface="Gill Sans MT" pitchFamily="34" charset="0"/>
              <a:cs typeface="+mn-cs"/>
            </a:endParaRPr>
          </a:p>
          <a:p>
            <a:pPr marL="231775" indent="-2317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i="0" dirty="0">
                <a:latin typeface="Gill Sans MT" pitchFamily="34" charset="0"/>
                <a:cs typeface="+mn-cs"/>
              </a:rPr>
              <a:t>control </a:t>
            </a:r>
            <a:r>
              <a:rPr lang="en-US" sz="2800" i="1" dirty="0">
                <a:solidFill>
                  <a:srgbClr val="CC0000"/>
                </a:solidFill>
                <a:latin typeface="Gill Sans MT" pitchFamily="34" charset="0"/>
                <a:cs typeface="+mn-cs"/>
              </a:rPr>
              <a:t>token</a:t>
            </a:r>
            <a:r>
              <a:rPr lang="en-US" sz="2400" b="1" i="0" dirty="0">
                <a:latin typeface="Gill Sans MT" pitchFamily="34" charset="0"/>
                <a:cs typeface="+mn-cs"/>
              </a:rPr>
              <a:t> </a:t>
            </a:r>
            <a:r>
              <a:rPr lang="en-US" sz="2400" i="0" dirty="0">
                <a:latin typeface="Gill Sans MT" pitchFamily="34" charset="0"/>
                <a:cs typeface="+mn-cs"/>
              </a:rPr>
              <a:t>passed from one node to next sequentially.</a:t>
            </a:r>
            <a:endParaRPr lang="en-US" sz="2400" i="0" dirty="0">
              <a:latin typeface="Gill Sans MT" pitchFamily="34" charset="0"/>
              <a:cs typeface="+mn-cs"/>
            </a:endParaRPr>
          </a:p>
          <a:p>
            <a:pPr marL="231775" indent="-2317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i="0" dirty="0">
                <a:latin typeface="Gill Sans MT" pitchFamily="34" charset="0"/>
                <a:cs typeface="+mn-cs"/>
              </a:rPr>
              <a:t>token message</a:t>
            </a:r>
            <a:endParaRPr lang="en-US" sz="2400" i="0" dirty="0">
              <a:latin typeface="Gill Sans MT" pitchFamily="34" charset="0"/>
              <a:cs typeface="+mn-cs"/>
            </a:endParaRPr>
          </a:p>
          <a:p>
            <a:pPr marL="231775" indent="-2317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i="0" dirty="0">
                <a:latin typeface="Gill Sans MT" pitchFamily="34" charset="0"/>
                <a:cs typeface="+mn-cs"/>
              </a:rPr>
              <a:t>concerns:</a:t>
            </a:r>
            <a:endParaRPr lang="en-US" sz="2400" i="0" dirty="0">
              <a:latin typeface="Gill Sans MT" pitchFamily="34" charset="0"/>
              <a:cs typeface="+mn-cs"/>
            </a:endParaRPr>
          </a:p>
          <a:p>
            <a:pPr marL="742950" lvl="1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charset="0"/>
              <a:buChar char="§"/>
              <a:defRPr/>
            </a:pPr>
            <a:r>
              <a:rPr lang="en-US" sz="2400" i="0" dirty="0">
                <a:latin typeface="Gill Sans MT" pitchFamily="34" charset="0"/>
                <a:cs typeface="+mn-cs"/>
              </a:rPr>
              <a:t>token overhead </a:t>
            </a:r>
            <a:endParaRPr lang="en-US" sz="2400" i="0" dirty="0">
              <a:latin typeface="Gill Sans MT" pitchFamily="34" charset="0"/>
              <a:cs typeface="+mn-cs"/>
            </a:endParaRPr>
          </a:p>
          <a:p>
            <a:pPr marL="742950" lvl="1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charset="0"/>
              <a:buChar char="§"/>
              <a:defRPr/>
            </a:pPr>
            <a:r>
              <a:rPr lang="en-US" sz="2400" i="0" dirty="0">
                <a:latin typeface="Gill Sans MT" pitchFamily="34" charset="0"/>
                <a:cs typeface="+mn-cs"/>
              </a:rPr>
              <a:t>latency</a:t>
            </a:r>
            <a:endParaRPr lang="en-US" sz="2400" i="0" dirty="0">
              <a:latin typeface="Gill Sans MT" pitchFamily="34" charset="0"/>
              <a:cs typeface="+mn-cs"/>
            </a:endParaRPr>
          </a:p>
          <a:p>
            <a:pPr marL="742950" lvl="1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charset="0"/>
              <a:buChar char="§"/>
              <a:defRPr/>
            </a:pPr>
            <a:r>
              <a:rPr lang="en-US" sz="2400" i="0" dirty="0">
                <a:latin typeface="Gill Sans MT" pitchFamily="34" charset="0"/>
                <a:cs typeface="+mn-cs"/>
              </a:rPr>
              <a:t>single point of failure (token)</a:t>
            </a:r>
            <a:endParaRPr lang="en-US" sz="2400" i="0" dirty="0">
              <a:latin typeface="Gill Sans MT" pitchFamily="34" charset="0"/>
              <a:cs typeface="+mn-cs"/>
            </a:endParaRPr>
          </a:p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charset="0"/>
              <a:buNone/>
              <a:defRPr/>
            </a:pPr>
            <a:r>
              <a:rPr lang="en-US" sz="2800" i="0" dirty="0">
                <a:latin typeface="Gill Sans MT" pitchFamily="34" charset="0"/>
                <a:cs typeface="+mn-cs"/>
              </a:rPr>
              <a:t> </a:t>
            </a:r>
            <a:endParaRPr lang="en-US" sz="2800" i="0" dirty="0">
              <a:latin typeface="Gill Sans MT" pitchFamily="34" charset="0"/>
              <a:cs typeface="+mn-cs"/>
            </a:endParaRPr>
          </a:p>
        </p:txBody>
      </p:sp>
      <p:sp>
        <p:nvSpPr>
          <p:cNvPr id="35849" name="Oval 8"/>
          <p:cNvSpPr>
            <a:spLocks noChangeArrowheads="1"/>
          </p:cNvSpPr>
          <p:nvPr/>
        </p:nvSpPr>
        <p:spPr bwMode="auto">
          <a:xfrm>
            <a:off x="5360988" y="2617788"/>
            <a:ext cx="2046287" cy="2778125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672780" name="Rectangle 12"/>
          <p:cNvSpPr>
            <a:spLocks noChangeArrowheads="1"/>
          </p:cNvSpPr>
          <p:nvPr/>
        </p:nvSpPr>
        <p:spPr bwMode="auto">
          <a:xfrm>
            <a:off x="6205538" y="1725613"/>
            <a:ext cx="274637" cy="320675"/>
          </a:xfrm>
          <a:prstGeom prst="rect">
            <a:avLst/>
          </a:prstGeom>
          <a:solidFill>
            <a:srgbClr val="00CC00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i="0" dirty="0">
                <a:solidFill>
                  <a:schemeClr val="bg1"/>
                </a:solidFill>
                <a:latin typeface="Arial" panose="020B0604020202090204" pitchFamily="34" charset="0"/>
                <a:cs typeface="+mn-cs"/>
              </a:rPr>
              <a:t>T</a:t>
            </a:r>
            <a:endParaRPr lang="en-US" i="0" dirty="0">
              <a:solidFill>
                <a:schemeClr val="bg1"/>
              </a:solidFill>
              <a:latin typeface="Arial" panose="020B0604020202090204" pitchFamily="34" charset="0"/>
              <a:cs typeface="+mn-cs"/>
            </a:endParaRPr>
          </a:p>
        </p:txBody>
      </p:sp>
      <p:sp>
        <p:nvSpPr>
          <p:cNvPr id="672783" name="Rectangle 15"/>
          <p:cNvSpPr>
            <a:spLocks noChangeArrowheads="1"/>
          </p:cNvSpPr>
          <p:nvPr/>
        </p:nvSpPr>
        <p:spPr bwMode="auto">
          <a:xfrm>
            <a:off x="5949950" y="6008688"/>
            <a:ext cx="811213" cy="32067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i="0" dirty="0">
                <a:solidFill>
                  <a:schemeClr val="bg1"/>
                </a:solidFill>
                <a:latin typeface="Arial" panose="020B0604020202090204" pitchFamily="34" charset="0"/>
                <a:cs typeface="+mn-cs"/>
              </a:rPr>
              <a:t>data</a:t>
            </a:r>
            <a:endParaRPr lang="en-US" i="0" dirty="0">
              <a:solidFill>
                <a:schemeClr val="bg1"/>
              </a:solidFill>
              <a:latin typeface="Arial" panose="020B0604020202090204" pitchFamily="34" charset="0"/>
              <a:cs typeface="+mn-cs"/>
            </a:endParaRPr>
          </a:p>
        </p:txBody>
      </p:sp>
      <p:sp>
        <p:nvSpPr>
          <p:cNvPr id="672784" name="Text Box 16"/>
          <p:cNvSpPr txBox="1">
            <a:spLocks noChangeArrowheads="1"/>
          </p:cNvSpPr>
          <p:nvPr/>
        </p:nvSpPr>
        <p:spPr bwMode="auto">
          <a:xfrm>
            <a:off x="4341813" y="3079750"/>
            <a:ext cx="1009650" cy="6413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i="0" dirty="0" smtClean="0">
                <a:latin typeface="Arial" panose="020B0604020202090204" pitchFamily="34" charset="0"/>
                <a:cs typeface="+mn-cs"/>
              </a:rPr>
              <a:t>(nothing</a:t>
            </a:r>
            <a:endParaRPr lang="en-US" i="0" dirty="0" smtClean="0">
              <a:latin typeface="Arial" panose="020B0604020202090204" pitchFamily="34" charset="0"/>
              <a:cs typeface="+mn-cs"/>
            </a:endParaRPr>
          </a:p>
          <a:p>
            <a:pPr>
              <a:defRPr/>
            </a:pPr>
            <a:r>
              <a:rPr lang="en-US" i="0" dirty="0" smtClean="0">
                <a:latin typeface="Arial" panose="020B0604020202090204" pitchFamily="34" charset="0"/>
                <a:cs typeface="+mn-cs"/>
              </a:rPr>
              <a:t>to send)</a:t>
            </a:r>
            <a:endParaRPr lang="en-US" i="0" dirty="0" smtClean="0">
              <a:latin typeface="Arial" panose="020B0604020202090204" pitchFamily="34" charset="0"/>
              <a:cs typeface="+mn-cs"/>
            </a:endParaRPr>
          </a:p>
        </p:txBody>
      </p:sp>
      <p:sp>
        <p:nvSpPr>
          <p:cNvPr id="672785" name="Rectangle 17"/>
          <p:cNvSpPr>
            <a:spLocks noChangeArrowheads="1"/>
          </p:cNvSpPr>
          <p:nvPr/>
        </p:nvSpPr>
        <p:spPr bwMode="auto">
          <a:xfrm>
            <a:off x="4838700" y="3743325"/>
            <a:ext cx="274638" cy="320675"/>
          </a:xfrm>
          <a:prstGeom prst="rect">
            <a:avLst/>
          </a:prstGeom>
          <a:solidFill>
            <a:srgbClr val="00CC00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i="0" dirty="0">
                <a:solidFill>
                  <a:schemeClr val="bg1"/>
                </a:solidFill>
                <a:latin typeface="Arial" panose="020B0604020202090204" pitchFamily="34" charset="0"/>
                <a:cs typeface="+mn-cs"/>
              </a:rPr>
              <a:t>T</a:t>
            </a:r>
            <a:endParaRPr lang="en-US" i="0" dirty="0">
              <a:solidFill>
                <a:schemeClr val="bg1"/>
              </a:solidFill>
              <a:latin typeface="Arial" panose="020B0604020202090204" pitchFamily="34" charset="0"/>
              <a:cs typeface="+mn-cs"/>
            </a:endParaRPr>
          </a:p>
        </p:txBody>
      </p:sp>
      <p:pic>
        <p:nvPicPr>
          <p:cNvPr id="113677" name="Picture 19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588" y="995363"/>
            <a:ext cx="6856412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35855" name="Rectangle 20"/>
          <p:cNvSpPr>
            <a:spLocks noGrp="1" noChangeArrowheads="1"/>
          </p:cNvSpPr>
          <p:nvPr>
            <p:ph type="title"/>
          </p:nvPr>
        </p:nvSpPr>
        <p:spPr>
          <a:xfrm>
            <a:off x="422275" y="195263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ja-JP" altLang="en-US">
                <a:latin typeface="Gill Sans MT" pitchFamily="34" charset="0"/>
                <a:cs typeface="+mj-cs"/>
              </a:rPr>
              <a:t>“</a:t>
            </a:r>
            <a:r>
              <a:rPr lang="en-US" dirty="0">
                <a:latin typeface="Gill Sans MT" pitchFamily="34" charset="0"/>
                <a:cs typeface="+mj-cs"/>
              </a:rPr>
              <a:t>Taking turns</a:t>
            </a:r>
            <a:r>
              <a:rPr lang="ja-JP" altLang="en-US">
                <a:latin typeface="Gill Sans MT" pitchFamily="34" charset="0"/>
                <a:cs typeface="+mj-cs"/>
              </a:rPr>
              <a:t>”</a:t>
            </a:r>
            <a:r>
              <a:rPr lang="en-US" dirty="0">
                <a:latin typeface="Gill Sans MT" pitchFamily="34" charset="0"/>
                <a:cs typeface="+mj-cs"/>
              </a:rPr>
              <a:t> MAC protocols</a:t>
            </a:r>
            <a:endParaRPr lang="en-US" dirty="0">
              <a:latin typeface="Gill Sans MT" pitchFamily="34" charset="0"/>
              <a:cs typeface="+mj-cs"/>
            </a:endParaRPr>
          </a:p>
        </p:txBody>
      </p:sp>
      <p:sp>
        <p:nvSpPr>
          <p:cNvPr id="2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r>
              <a:rPr lang="en-US" sz="1200" dirty="0">
                <a:latin typeface="Tahoma" panose="020B0604030504040204" charset="0"/>
              </a:rPr>
              <a:t>6</a:t>
            </a:r>
            <a:r>
              <a:rPr lang="en-US" sz="1200" dirty="0" smtClean="0">
                <a:latin typeface="Tahoma" panose="020B0604030504040204" charset="0"/>
              </a:rPr>
              <a:t>-</a:t>
            </a:r>
            <a:fld id="{8E8C6E93-DF5B-BC4B-80F9-500DED1EEDCC}" type="slidenum">
              <a:rPr lang="en-US" sz="1200">
                <a:latin typeface="Tahoma" panose="020B0604030504040204" charset="0"/>
              </a:rPr>
            </a:fld>
            <a:endParaRPr lang="en-US" sz="1200" dirty="0">
              <a:latin typeface="Tahoma" panose="020B0604030504040204" charset="0"/>
            </a:endParaRPr>
          </a:p>
        </p:txBody>
      </p:sp>
      <p:sp>
        <p:nvSpPr>
          <p:cNvPr id="25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pPr algn="r"/>
            <a:r>
              <a:rPr lang="en-US" sz="1200" dirty="0" smtClean="0">
                <a:solidFill>
                  <a:srgbClr val="000000"/>
                </a:solidFill>
                <a:latin typeface="Tahoma" panose="020B0604030504040204" charset="0"/>
                <a:cs typeface="Arial" panose="020B0604020202090204" pitchFamily="34" charset="0"/>
              </a:rPr>
              <a:t>Link Layer and LANs</a:t>
            </a:r>
            <a:endParaRPr lang="en-US" sz="1200" dirty="0">
              <a:solidFill>
                <a:srgbClr val="000000"/>
              </a:solidFill>
              <a:latin typeface="Tahoma" panose="020B060403050404020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05 0.03657 C 0.00694 0.06435 0.00121 0.09282 0.00139 0.10509 C 0.00156 0.11736 0.00659 0.10694 0.00017 0.10995 C -0.00625 0.11296 -0.02361 0.11273 -0.03733 0.12338 C -0.05105 0.13403 -0.06945 0.14444 -0.0823 0.17338 C -0.09514 0.20231 -0.1033 0.27847 -0.11476 0.29676 C -0.12622 0.31505 -0.14341 0.28611 -0.15105 0.28333 " pathEditMode="relative" rAng="0" ptsTypes="aaaaaaa">
                                      <p:cBhvr>
                                        <p:cTn id="6" dur="2000" fill="hold"/>
                                        <p:tgtEl>
                                          <p:spTgt spid="6727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101" y="1391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 0.0 C 0.01354 -0.0044 0.02708 -0.0088 0.03506 0.00671 C 0.04305 0.02222 0.04236 0.06875 0.04756 0.09328 C 0.05277 0.11782 0.05538 0.13402 0.06631 0.15347 C 0.07725 0.17291 0.09982 0.19861 0.11371 0.20995 C 0.1276 0.22129 0.1434 0.20926 0.15 0.22176 C 0.15659 0.23426 0.1552 0.25949 0.15381 0.28495 " pathEditMode="relative" ptsTypes="aaaaaaA">
                                      <p:cBhvr>
                                        <p:cTn id="19" dur="2000" fill="hold"/>
                                        <p:tgtEl>
                                          <p:spTgt spid="6727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875 -0.02431 C 0.01319 -0.0581 0.00763 -0.09167 0.01371 -0.10926 C 0.01979 -0.12685 0.04114 -0.11273 0.05503 -0.1294 C 0.06892 -0.14607 0.0875 -0.1794 0.09756 -0.20926 C 0.10763 -0.23912 0.11371 -0.27824 0.1151 -0.30926 C 0.11649 -0.34028 0.11371 -0.36783 0.10625 -0.39607 C 0.09878 -0.42431 0.08454 -0.45949 0.06996 -0.4794 C 0.05538 -0.49931 0.03142 -0.50996 0.01875 -0.51598 C 0.00607 -0.52199 0.0052 -0.51875 -0.00625 -0.51598 C -0.01771 -0.5132 -0.03698 -0.51135 -0.05 -0.49931 C -0.06303 -0.48727 -0.07605 -0.46343 -0.0849 -0.44422 C -0.09375 -0.425 -0.10018 -0.4044 -0.10365 -0.38426 C -0.10712 -0.36412 -0.10556 -0.34375 -0.10625 -0.32269 C -0.10695 -0.30162 -0.11025 -0.27801 -0.10747 -0.25764 C -0.10469 -0.23727 -0.09705 -0.21852 -0.08994 -0.20093 C -0.08282 -0.18334 -0.07553 -0.1669 -0.06494 -0.15255 C -0.05434 -0.1382 -0.03768 -0.12107 -0.02622 -0.11435 C -0.01476 -0.10764 -0.00174 -0.11806 0.00381 -0.11273 C 0.00937 -0.10741 0.00677 -0.09931 0.00746 -0.08264 C 0.00816 -0.06598 0.00781 -0.03935 0.00746 -0.01273 " pathEditMode="relative" rAng="0" ptsTypes="aaaaaaaaaaaaaaaaaaaA">
                                      <p:cBhvr>
                                        <p:cTn id="23" dur="2000" fill="hold"/>
                                        <p:tgtEl>
                                          <p:spTgt spid="6727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63" y="-243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2780" grpId="0" animBg="1"/>
      <p:bldP spid="672780" grpId="1" animBg="1"/>
      <p:bldP spid="672783" grpId="0" animBg="1"/>
      <p:bldP spid="672783" grpId="1" animBg="1"/>
      <p:bldP spid="672784" grpId="0"/>
      <p:bldP spid="672785" grpId="0" animBg="1"/>
      <p:bldP spid="672785" grpId="1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3" name="Rectangle 44"/>
          <p:cNvSpPr>
            <a:spLocks noChangeArrowheads="1"/>
          </p:cNvSpPr>
          <p:nvPr/>
        </p:nvSpPr>
        <p:spPr bwMode="auto">
          <a:xfrm>
            <a:off x="1184275" y="2614613"/>
            <a:ext cx="955675" cy="700087"/>
          </a:xfrm>
          <a:prstGeom prst="rect">
            <a:avLst/>
          </a:prstGeom>
          <a:noFill/>
          <a:ln w="9525">
            <a:solidFill>
              <a:schemeClr val="tx1"/>
            </a:solidFill>
            <a:prstDash val="dashDot"/>
            <a:miter lim="800000"/>
          </a:ln>
        </p:spPr>
        <p:txBody>
          <a:bodyPr wrap="none" anchor="ctr"/>
          <a:lstStyle/>
          <a:p>
            <a:endParaRPr lang="en-US" sz="2400" i="0" dirty="0">
              <a:solidFill>
                <a:srgbClr val="000000"/>
              </a:solidFill>
              <a:latin typeface="Times New Roman" panose="02020503050405090304" charset="0"/>
            </a:endParaRPr>
          </a:p>
        </p:txBody>
      </p:sp>
      <p:sp>
        <p:nvSpPr>
          <p:cNvPr id="115714" name="Text Box 45"/>
          <p:cNvSpPr txBox="1">
            <a:spLocks noChangeArrowheads="1"/>
          </p:cNvSpPr>
          <p:nvPr/>
        </p:nvSpPr>
        <p:spPr bwMode="auto">
          <a:xfrm>
            <a:off x="623888" y="2073275"/>
            <a:ext cx="1925637" cy="2873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  <a:cs typeface="MS PGothic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 algn="ctr">
              <a:lnSpc>
                <a:spcPct val="80000"/>
              </a:lnSpc>
            </a:pPr>
            <a:r>
              <a:rPr lang="en-US" sz="1600" i="0" dirty="0">
                <a:solidFill>
                  <a:srgbClr val="000000"/>
                </a:solidFill>
                <a:latin typeface="Arial" panose="020B0604020202090204" pitchFamily="34" charset="0"/>
              </a:rPr>
              <a:t>cable headend</a:t>
            </a:r>
            <a:endParaRPr lang="en-US" sz="1600" i="0" dirty="0">
              <a:solidFill>
                <a:srgbClr val="000000"/>
              </a:solidFill>
              <a:latin typeface="Arial" panose="020B0604020202090204" pitchFamily="34" charset="0"/>
            </a:endParaRPr>
          </a:p>
        </p:txBody>
      </p:sp>
      <p:sp>
        <p:nvSpPr>
          <p:cNvPr id="22562" name="Text Box 126"/>
          <p:cNvSpPr txBox="1">
            <a:spLocks noChangeArrowheads="1"/>
          </p:cNvSpPr>
          <p:nvPr/>
        </p:nvSpPr>
        <p:spPr bwMode="auto">
          <a:xfrm>
            <a:off x="1049338" y="2584450"/>
            <a:ext cx="950912" cy="33655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Arial" panose="020B060402020209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Arial" panose="020B0604020202090204" pitchFamily="34" charset="0"/>
                <a:cs typeface="Arial" panose="020B060402020209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Arial" panose="020B0604020202090204" pitchFamily="34" charset="0"/>
                <a:cs typeface="Arial" panose="020B060402020209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Arial" panose="020B0604020202090204" pitchFamily="34" charset="0"/>
                <a:cs typeface="Arial" panose="020B060402020209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Arial" panose="020B0604020202090204" pitchFamily="34" charset="0"/>
                <a:cs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Arial" panose="020B0604020202090204" pitchFamily="34" charset="0"/>
                <a:cs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Arial" panose="020B0604020202090204" pitchFamily="34" charset="0"/>
                <a:cs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Arial" panose="020B0604020202090204" pitchFamily="34" charset="0"/>
                <a:cs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Arial" panose="020B0604020202090204" pitchFamily="34" charset="0"/>
                <a:cs typeface="Arial" panose="020B0604020202090204" pitchFamily="34" charset="0"/>
              </a:defRPr>
            </a:lvl9pPr>
          </a:lstStyle>
          <a:p>
            <a:pPr eaLnBrk="1" hangingPunct="1">
              <a:defRPr/>
            </a:pPr>
            <a:r>
              <a:rPr lang="en-US" sz="1600" i="0" dirty="0" smtClean="0">
                <a:solidFill>
                  <a:srgbClr val="000000"/>
                </a:solidFill>
              </a:rPr>
              <a:t>CMTS</a:t>
            </a:r>
            <a:endParaRPr lang="en-US" sz="1600" i="0" dirty="0" smtClean="0">
              <a:solidFill>
                <a:srgbClr val="000000"/>
              </a:solidFill>
            </a:endParaRPr>
          </a:p>
        </p:txBody>
      </p:sp>
      <p:sp>
        <p:nvSpPr>
          <p:cNvPr id="22563" name="AutoShape 127"/>
          <p:cNvSpPr>
            <a:spLocks noChangeArrowheads="1"/>
          </p:cNvSpPr>
          <p:nvPr/>
        </p:nvSpPr>
        <p:spPr bwMode="auto">
          <a:xfrm>
            <a:off x="1089025" y="2351088"/>
            <a:ext cx="1206500" cy="261937"/>
          </a:xfrm>
          <a:prstGeom prst="triangle">
            <a:avLst>
              <a:gd name="adj" fmla="val 50000"/>
            </a:avLst>
          </a:prstGeom>
          <a:noFill/>
          <a:ln w="9525">
            <a:solidFill>
              <a:schemeClr val="tx1"/>
            </a:solidFill>
            <a:prstDash val="dashDot"/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2400" i="0" dirty="0">
              <a:solidFill>
                <a:srgbClr val="000000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grpSp>
        <p:nvGrpSpPr>
          <p:cNvPr id="115717" name="Group 128"/>
          <p:cNvGrpSpPr/>
          <p:nvPr/>
        </p:nvGrpSpPr>
        <p:grpSpPr bwMode="auto">
          <a:xfrm>
            <a:off x="481013" y="3727450"/>
            <a:ext cx="2000250" cy="811213"/>
            <a:chOff x="3240" y="1830"/>
            <a:chExt cx="1372" cy="723"/>
          </a:xfrm>
        </p:grpSpPr>
        <p:sp>
          <p:nvSpPr>
            <p:cNvPr id="115848" name="Freeform 129"/>
            <p:cNvSpPr/>
            <p:nvPr/>
          </p:nvSpPr>
          <p:spPr bwMode="auto">
            <a:xfrm>
              <a:off x="3240" y="1830"/>
              <a:ext cx="1372" cy="723"/>
            </a:xfrm>
            <a:custGeom>
              <a:avLst/>
              <a:gdLst>
                <a:gd name="T0" fmla="*/ 145855 w 765"/>
                <a:gd name="T1" fmla="*/ 931 h 459"/>
                <a:gd name="T2" fmla="*/ 99268 w 765"/>
                <a:gd name="T3" fmla="*/ 6562 h 459"/>
                <a:gd name="T4" fmla="*/ 32950 w 765"/>
                <a:gd name="T5" fmla="*/ 9426 h 459"/>
                <a:gd name="T6" fmla="*/ 4821 w 765"/>
                <a:gd name="T7" fmla="*/ 31576 h 459"/>
                <a:gd name="T8" fmla="*/ 61950 w 765"/>
                <a:gd name="T9" fmla="*/ 41713 h 459"/>
                <a:gd name="T10" fmla="*/ 119240 w 765"/>
                <a:gd name="T11" fmla="*/ 40071 h 459"/>
                <a:gd name="T12" fmla="*/ 201010 w 765"/>
                <a:gd name="T13" fmla="*/ 41713 h 459"/>
                <a:gd name="T14" fmla="*/ 240274 w 765"/>
                <a:gd name="T15" fmla="*/ 40797 h 459"/>
                <a:gd name="T16" fmla="*/ 258901 w 765"/>
                <a:gd name="T17" fmla="*/ 34980 h 459"/>
                <a:gd name="T18" fmla="*/ 258196 w 765"/>
                <a:gd name="T19" fmla="*/ 14847 h 459"/>
                <a:gd name="T20" fmla="*/ 227858 w 765"/>
                <a:gd name="T21" fmla="*/ 3221 h 459"/>
                <a:gd name="T22" fmla="*/ 145855 w 765"/>
                <a:gd name="T23" fmla="*/ 931 h 45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765" h="459">
                  <a:moveTo>
                    <a:pt x="424" y="10"/>
                  </a:moveTo>
                  <a:cubicBezTo>
                    <a:pt x="362" y="16"/>
                    <a:pt x="343" y="55"/>
                    <a:pt x="288" y="70"/>
                  </a:cubicBezTo>
                  <a:cubicBezTo>
                    <a:pt x="233" y="85"/>
                    <a:pt x="142" y="56"/>
                    <a:pt x="96" y="100"/>
                  </a:cubicBezTo>
                  <a:cubicBezTo>
                    <a:pt x="50" y="144"/>
                    <a:pt x="0" y="279"/>
                    <a:pt x="14" y="336"/>
                  </a:cubicBezTo>
                  <a:cubicBezTo>
                    <a:pt x="28" y="393"/>
                    <a:pt x="125" y="429"/>
                    <a:pt x="180" y="444"/>
                  </a:cubicBezTo>
                  <a:cubicBezTo>
                    <a:pt x="235" y="459"/>
                    <a:pt x="279" y="426"/>
                    <a:pt x="346" y="426"/>
                  </a:cubicBezTo>
                  <a:cubicBezTo>
                    <a:pt x="413" y="426"/>
                    <a:pt x="525" y="443"/>
                    <a:pt x="584" y="444"/>
                  </a:cubicBezTo>
                  <a:cubicBezTo>
                    <a:pt x="643" y="445"/>
                    <a:pt x="670" y="446"/>
                    <a:pt x="698" y="434"/>
                  </a:cubicBezTo>
                  <a:cubicBezTo>
                    <a:pt x="726" y="422"/>
                    <a:pt x="743" y="418"/>
                    <a:pt x="752" y="372"/>
                  </a:cubicBezTo>
                  <a:cubicBezTo>
                    <a:pt x="761" y="326"/>
                    <a:pt x="765" y="214"/>
                    <a:pt x="750" y="158"/>
                  </a:cubicBezTo>
                  <a:cubicBezTo>
                    <a:pt x="735" y="102"/>
                    <a:pt x="716" y="58"/>
                    <a:pt x="662" y="34"/>
                  </a:cubicBezTo>
                  <a:cubicBezTo>
                    <a:pt x="608" y="10"/>
                    <a:pt x="505" y="0"/>
                    <a:pt x="424" y="1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CCFF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577" name="Line 130"/>
            <p:cNvSpPr>
              <a:spLocks noChangeShapeType="1"/>
            </p:cNvSpPr>
            <p:nvPr/>
          </p:nvSpPr>
          <p:spPr bwMode="auto">
            <a:xfrm flipV="1">
              <a:off x="3763" y="2054"/>
              <a:ext cx="108" cy="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sz="2400" i="0" dirty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22578" name="Line 131"/>
            <p:cNvSpPr>
              <a:spLocks noChangeShapeType="1"/>
            </p:cNvSpPr>
            <p:nvPr/>
          </p:nvSpPr>
          <p:spPr bwMode="auto">
            <a:xfrm>
              <a:off x="3616" y="2204"/>
              <a:ext cx="0" cy="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sz="2400" i="0" dirty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22579" name="Line 132"/>
            <p:cNvSpPr>
              <a:spLocks noChangeShapeType="1"/>
            </p:cNvSpPr>
            <p:nvPr/>
          </p:nvSpPr>
          <p:spPr bwMode="auto">
            <a:xfrm flipV="1">
              <a:off x="3763" y="2114"/>
              <a:ext cx="226" cy="2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sz="2400" i="0" dirty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22580" name="Line 133"/>
            <p:cNvSpPr>
              <a:spLocks noChangeShapeType="1"/>
            </p:cNvSpPr>
            <p:nvPr/>
          </p:nvSpPr>
          <p:spPr bwMode="auto">
            <a:xfrm>
              <a:off x="4076" y="2113"/>
              <a:ext cx="0" cy="17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sz="2400" i="0" dirty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22581" name="Line 134"/>
            <p:cNvSpPr>
              <a:spLocks noChangeShapeType="1"/>
            </p:cNvSpPr>
            <p:nvPr/>
          </p:nvSpPr>
          <p:spPr bwMode="auto">
            <a:xfrm>
              <a:off x="3779" y="2380"/>
              <a:ext cx="1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sz="2400" i="0" dirty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22582" name="Line 135"/>
            <p:cNvSpPr>
              <a:spLocks noChangeShapeType="1"/>
            </p:cNvSpPr>
            <p:nvPr/>
          </p:nvSpPr>
          <p:spPr bwMode="auto">
            <a:xfrm>
              <a:off x="4255" y="2372"/>
              <a:ext cx="1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sz="2400" i="0" dirty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grpSp>
          <p:nvGrpSpPr>
            <p:cNvPr id="115855" name="Group 136"/>
            <p:cNvGrpSpPr/>
            <p:nvPr/>
          </p:nvGrpSpPr>
          <p:grpSpPr bwMode="auto">
            <a:xfrm>
              <a:off x="3860" y="1969"/>
              <a:ext cx="335" cy="148"/>
              <a:chOff x="4650" y="1129"/>
              <a:chExt cx="246" cy="95"/>
            </a:xfrm>
          </p:grpSpPr>
          <p:sp>
            <p:nvSpPr>
              <p:cNvPr id="115885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en-US" sz="2400" i="0" dirty="0">
                  <a:solidFill>
                    <a:srgbClr val="000000"/>
                  </a:solidFill>
                  <a:latin typeface="Times New Roman" panose="02020503050405090304" charset="0"/>
                </a:endParaRPr>
              </a:p>
            </p:txBody>
          </p:sp>
          <p:sp>
            <p:nvSpPr>
              <p:cNvPr id="115886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/>
              <a:p>
                <a:pPr algn="ctr"/>
                <a:endParaRPr lang="en-US" sz="2400" i="0" dirty="0">
                  <a:solidFill>
                    <a:srgbClr val="000000"/>
                  </a:solidFill>
                  <a:latin typeface="Times New Roman" panose="02020503050405090304" charset="0"/>
                </a:endParaRPr>
              </a:p>
            </p:txBody>
          </p:sp>
          <p:sp>
            <p:nvSpPr>
              <p:cNvPr id="115887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en-US" sz="2400" i="0" dirty="0">
                  <a:solidFill>
                    <a:srgbClr val="000000"/>
                  </a:solidFill>
                  <a:latin typeface="Times New Roman" panose="02020503050405090304" charset="0"/>
                </a:endParaRPr>
              </a:p>
            </p:txBody>
          </p:sp>
          <p:grpSp>
            <p:nvGrpSpPr>
              <p:cNvPr id="115888" name="Group 140"/>
              <p:cNvGrpSpPr/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15891" name="Freeform 141"/>
                <p:cNvSpPr/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115892" name="Freeform 142"/>
                <p:cNvSpPr/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</p:grpSp>
          <p:sp>
            <p:nvSpPr>
              <p:cNvPr id="22617" name="Line 143"/>
              <p:cNvSpPr>
                <a:spLocks noChangeShapeType="1"/>
              </p:cNvSpPr>
              <p:nvPr/>
            </p:nvSpPr>
            <p:spPr bwMode="auto">
              <a:xfrm>
                <a:off x="4650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 sz="2400" i="0" dirty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22618" name="Line 144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 sz="2400" i="0" dirty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</p:grpSp>
        <p:grpSp>
          <p:nvGrpSpPr>
            <p:cNvPr id="115856" name="Group 145"/>
            <p:cNvGrpSpPr/>
            <p:nvPr/>
          </p:nvGrpSpPr>
          <p:grpSpPr bwMode="auto">
            <a:xfrm>
              <a:off x="3922" y="2284"/>
              <a:ext cx="336" cy="154"/>
              <a:chOff x="4650" y="1129"/>
              <a:chExt cx="246" cy="95"/>
            </a:xfrm>
          </p:grpSpPr>
          <p:sp>
            <p:nvSpPr>
              <p:cNvPr id="115877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en-US" sz="2400" i="0" dirty="0">
                  <a:solidFill>
                    <a:srgbClr val="000000"/>
                  </a:solidFill>
                  <a:latin typeface="Times New Roman" panose="02020503050405090304" charset="0"/>
                </a:endParaRPr>
              </a:p>
            </p:txBody>
          </p:sp>
          <p:sp>
            <p:nvSpPr>
              <p:cNvPr id="115878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/>
              <a:p>
                <a:pPr algn="ctr"/>
                <a:endParaRPr lang="en-US" sz="2400" i="0" dirty="0">
                  <a:solidFill>
                    <a:srgbClr val="000000"/>
                  </a:solidFill>
                  <a:latin typeface="Times New Roman" panose="02020503050405090304" charset="0"/>
                </a:endParaRPr>
              </a:p>
            </p:txBody>
          </p:sp>
          <p:sp>
            <p:nvSpPr>
              <p:cNvPr id="115879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en-US" sz="2400" i="0" dirty="0">
                  <a:solidFill>
                    <a:srgbClr val="000000"/>
                  </a:solidFill>
                  <a:latin typeface="Times New Roman" panose="02020503050405090304" charset="0"/>
                </a:endParaRPr>
              </a:p>
            </p:txBody>
          </p:sp>
          <p:grpSp>
            <p:nvGrpSpPr>
              <p:cNvPr id="115880" name="Group 149"/>
              <p:cNvGrpSpPr/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15883" name="Freeform 150"/>
                <p:cNvSpPr/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115884" name="Freeform 151"/>
                <p:cNvSpPr/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</p:grpSp>
          <p:sp>
            <p:nvSpPr>
              <p:cNvPr id="22609" name="Line 152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 sz="2400" i="0" dirty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22610" name="Line 153"/>
              <p:cNvSpPr>
                <a:spLocks noChangeShapeType="1"/>
              </p:cNvSpPr>
              <p:nvPr/>
            </p:nvSpPr>
            <p:spPr bwMode="auto">
              <a:xfrm>
                <a:off x="4894" y="1161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 sz="2400" i="0" dirty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</p:grpSp>
        <p:grpSp>
          <p:nvGrpSpPr>
            <p:cNvPr id="115857" name="Group 154"/>
            <p:cNvGrpSpPr/>
            <p:nvPr/>
          </p:nvGrpSpPr>
          <p:grpSpPr bwMode="auto">
            <a:xfrm>
              <a:off x="3443" y="2054"/>
              <a:ext cx="335" cy="149"/>
              <a:chOff x="4650" y="1129"/>
              <a:chExt cx="246" cy="95"/>
            </a:xfrm>
          </p:grpSpPr>
          <p:sp>
            <p:nvSpPr>
              <p:cNvPr id="115869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en-US" sz="2400" i="0" dirty="0">
                  <a:solidFill>
                    <a:srgbClr val="000000"/>
                  </a:solidFill>
                  <a:latin typeface="Times New Roman" panose="02020503050405090304" charset="0"/>
                </a:endParaRPr>
              </a:p>
            </p:txBody>
          </p:sp>
          <p:sp>
            <p:nvSpPr>
              <p:cNvPr id="115870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/>
              <a:p>
                <a:pPr algn="ctr"/>
                <a:endParaRPr lang="en-US" sz="2400" i="0" dirty="0">
                  <a:solidFill>
                    <a:srgbClr val="000000"/>
                  </a:solidFill>
                  <a:latin typeface="Times New Roman" panose="02020503050405090304" charset="0"/>
                </a:endParaRPr>
              </a:p>
            </p:txBody>
          </p:sp>
          <p:sp>
            <p:nvSpPr>
              <p:cNvPr id="115871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en-US" sz="2400" i="0" dirty="0">
                  <a:solidFill>
                    <a:srgbClr val="000000"/>
                  </a:solidFill>
                  <a:latin typeface="Times New Roman" panose="02020503050405090304" charset="0"/>
                </a:endParaRPr>
              </a:p>
            </p:txBody>
          </p:sp>
          <p:grpSp>
            <p:nvGrpSpPr>
              <p:cNvPr id="115872" name="Group 158"/>
              <p:cNvGrpSpPr/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15875" name="Freeform 159"/>
                <p:cNvSpPr/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115876" name="Freeform 160"/>
                <p:cNvSpPr/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</p:grpSp>
          <p:sp>
            <p:nvSpPr>
              <p:cNvPr id="22601" name="Line 161"/>
              <p:cNvSpPr>
                <a:spLocks noChangeShapeType="1"/>
              </p:cNvSpPr>
              <p:nvPr/>
            </p:nvSpPr>
            <p:spPr bwMode="auto">
              <a:xfrm>
                <a:off x="4650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 sz="2400" i="0" dirty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22602" name="Line 162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 sz="2400" i="0" dirty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</p:grpSp>
        <p:grpSp>
          <p:nvGrpSpPr>
            <p:cNvPr id="115858" name="Group 163"/>
            <p:cNvGrpSpPr/>
            <p:nvPr/>
          </p:nvGrpSpPr>
          <p:grpSpPr bwMode="auto">
            <a:xfrm>
              <a:off x="3452" y="2284"/>
              <a:ext cx="336" cy="148"/>
              <a:chOff x="4650" y="1129"/>
              <a:chExt cx="246" cy="95"/>
            </a:xfrm>
          </p:grpSpPr>
          <p:sp>
            <p:nvSpPr>
              <p:cNvPr id="115861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en-US" sz="2400" i="0" dirty="0">
                  <a:solidFill>
                    <a:srgbClr val="000000"/>
                  </a:solidFill>
                  <a:latin typeface="Times New Roman" panose="02020503050405090304" charset="0"/>
                </a:endParaRPr>
              </a:p>
            </p:txBody>
          </p:sp>
          <p:sp>
            <p:nvSpPr>
              <p:cNvPr id="115862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/>
              <a:p>
                <a:pPr algn="ctr"/>
                <a:endParaRPr lang="en-US" sz="2400" i="0" dirty="0">
                  <a:solidFill>
                    <a:srgbClr val="000000"/>
                  </a:solidFill>
                  <a:latin typeface="Times New Roman" panose="02020503050405090304" charset="0"/>
                </a:endParaRPr>
              </a:p>
            </p:txBody>
          </p:sp>
          <p:sp>
            <p:nvSpPr>
              <p:cNvPr id="115863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en-US" sz="2400" i="0" dirty="0">
                  <a:solidFill>
                    <a:srgbClr val="000000"/>
                  </a:solidFill>
                  <a:latin typeface="Times New Roman" panose="02020503050405090304" charset="0"/>
                </a:endParaRPr>
              </a:p>
            </p:txBody>
          </p:sp>
          <p:grpSp>
            <p:nvGrpSpPr>
              <p:cNvPr id="115864" name="Group 167"/>
              <p:cNvGrpSpPr/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15867" name="Freeform 168"/>
                <p:cNvSpPr/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115868" name="Freeform 169"/>
                <p:cNvSpPr/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</p:grpSp>
          <p:sp>
            <p:nvSpPr>
              <p:cNvPr id="22593" name="Line 170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 sz="2400" i="0" dirty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22594" name="Line 171"/>
              <p:cNvSpPr>
                <a:spLocks noChangeShapeType="1"/>
              </p:cNvSpPr>
              <p:nvPr/>
            </p:nvSpPr>
            <p:spPr bwMode="auto">
              <a:xfrm>
                <a:off x="4893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 sz="2400" i="0" dirty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</p:grpSp>
        <p:sp>
          <p:nvSpPr>
            <p:cNvPr id="22587" name="Line 172"/>
            <p:cNvSpPr>
              <a:spLocks noChangeShapeType="1"/>
            </p:cNvSpPr>
            <p:nvPr/>
          </p:nvSpPr>
          <p:spPr bwMode="auto">
            <a:xfrm>
              <a:off x="4423" y="2370"/>
              <a:ext cx="152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prstDash val="dash"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sz="2400" i="0" dirty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115860" name="Text Box 580"/>
            <p:cNvSpPr txBox="1">
              <a:spLocks noChangeArrowheads="1"/>
            </p:cNvSpPr>
            <p:nvPr/>
          </p:nvSpPr>
          <p:spPr bwMode="auto">
            <a:xfrm>
              <a:off x="4231" y="1988"/>
              <a:ext cx="348" cy="2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  <a:cs typeface="MS PGothic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r>
                <a:rPr lang="en-US" sz="1800" i="0" dirty="0">
                  <a:solidFill>
                    <a:srgbClr val="000000"/>
                  </a:solidFill>
                  <a:latin typeface="Arial" panose="020B0604020202090204" pitchFamily="34" charset="0"/>
                </a:rPr>
                <a:t>ISP</a:t>
              </a:r>
              <a:endParaRPr lang="en-US" sz="1800" i="0" dirty="0">
                <a:solidFill>
                  <a:srgbClr val="000000"/>
                </a:solidFill>
                <a:latin typeface="Arial" panose="020B0604020202090204" pitchFamily="34" charset="0"/>
              </a:endParaRPr>
            </a:p>
          </p:txBody>
        </p:sp>
      </p:grpSp>
      <p:sp>
        <p:nvSpPr>
          <p:cNvPr id="115718" name="Freeform 174"/>
          <p:cNvSpPr/>
          <p:nvPr/>
        </p:nvSpPr>
        <p:spPr bwMode="auto">
          <a:xfrm flipH="1">
            <a:off x="1563688" y="3040063"/>
            <a:ext cx="163512" cy="927100"/>
          </a:xfrm>
          <a:custGeom>
            <a:avLst/>
            <a:gdLst>
              <a:gd name="T0" fmla="*/ 0 w 130"/>
              <a:gd name="T1" fmla="*/ 0 h 584"/>
              <a:gd name="T2" fmla="*/ 2147483647 w 130"/>
              <a:gd name="T3" fmla="*/ 0 h 584"/>
              <a:gd name="T4" fmla="*/ 2147483647 w 130"/>
              <a:gd name="T5" fmla="*/ 2147483647 h 58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30" h="584">
                <a:moveTo>
                  <a:pt x="0" y="0"/>
                </a:moveTo>
                <a:lnTo>
                  <a:pt x="130" y="0"/>
                </a:lnTo>
                <a:lnTo>
                  <a:pt x="130" y="584"/>
                </a:lnTo>
              </a:path>
            </a:pathLst>
          </a:cu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endParaRPr lang="en-US" dirty="0"/>
          </a:p>
        </p:txBody>
      </p:sp>
      <p:sp>
        <p:nvSpPr>
          <p:cNvPr id="22574" name="Line 176"/>
          <p:cNvSpPr>
            <a:spLocks noChangeShapeType="1"/>
          </p:cNvSpPr>
          <p:nvPr/>
        </p:nvSpPr>
        <p:spPr bwMode="auto">
          <a:xfrm flipH="1" flipV="1">
            <a:off x="1903413" y="3163888"/>
            <a:ext cx="452437" cy="381000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en-US" sz="2400" i="0" dirty="0">
              <a:solidFill>
                <a:srgbClr val="000000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22575" name="Text Box 177"/>
          <p:cNvSpPr txBox="1">
            <a:spLocks noChangeArrowheads="1"/>
          </p:cNvSpPr>
          <p:nvPr/>
        </p:nvSpPr>
        <p:spPr bwMode="auto">
          <a:xfrm>
            <a:off x="1885950" y="3370263"/>
            <a:ext cx="1741488" cy="4635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Arial" panose="020B060402020209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Arial" panose="020B0604020202090204" pitchFamily="34" charset="0"/>
                <a:cs typeface="Arial" panose="020B060402020209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Arial" panose="020B0604020202090204" pitchFamily="34" charset="0"/>
                <a:cs typeface="Arial" panose="020B060402020209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Arial" panose="020B0604020202090204" pitchFamily="34" charset="0"/>
                <a:cs typeface="Arial" panose="020B060402020209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Arial" panose="020B0604020202090204" pitchFamily="34" charset="0"/>
                <a:cs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Arial" panose="020B0604020202090204" pitchFamily="34" charset="0"/>
                <a:cs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Arial" panose="020B0604020202090204" pitchFamily="34" charset="0"/>
                <a:cs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Arial" panose="020B0604020202090204" pitchFamily="34" charset="0"/>
                <a:cs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Arial" panose="020B0604020202090204" pitchFamily="34" charset="0"/>
                <a:cs typeface="Arial" panose="020B0604020202090204" pitchFamily="34" charset="0"/>
              </a:defRPr>
            </a:lvl9pPr>
          </a:lstStyle>
          <a:p>
            <a:pPr algn="r">
              <a:lnSpc>
                <a:spcPct val="85000"/>
              </a:lnSpc>
              <a:defRPr/>
            </a:pPr>
            <a:r>
              <a:rPr lang="en-US" sz="1400" dirty="0" smtClean="0">
                <a:solidFill>
                  <a:srgbClr val="000000"/>
                </a:solidFill>
              </a:rPr>
              <a:t>cable modem</a:t>
            </a:r>
            <a:endParaRPr lang="en-US" sz="1400" dirty="0" smtClean="0">
              <a:solidFill>
                <a:srgbClr val="000000"/>
              </a:solidFill>
            </a:endParaRPr>
          </a:p>
          <a:p>
            <a:pPr algn="r">
              <a:lnSpc>
                <a:spcPct val="85000"/>
              </a:lnSpc>
              <a:defRPr/>
            </a:pPr>
            <a:r>
              <a:rPr lang="en-US" sz="1400" dirty="0" smtClean="0">
                <a:solidFill>
                  <a:srgbClr val="000000"/>
                </a:solidFill>
              </a:rPr>
              <a:t>termination system</a:t>
            </a:r>
            <a:endParaRPr lang="en-US" sz="1400" dirty="0" smtClean="0">
              <a:solidFill>
                <a:srgbClr val="000000"/>
              </a:solidFill>
            </a:endParaRPr>
          </a:p>
        </p:txBody>
      </p:sp>
      <p:sp>
        <p:nvSpPr>
          <p:cNvPr id="57382" name="Rectangle 3"/>
          <p:cNvSpPr>
            <a:spLocks noChangeArrowheads="1"/>
          </p:cNvSpPr>
          <p:nvPr/>
        </p:nvSpPr>
        <p:spPr bwMode="auto">
          <a:xfrm>
            <a:off x="569913" y="4814888"/>
            <a:ext cx="8401050" cy="2090737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231775" indent="-231775" eaLnBrk="1" hangingPunct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CC0000"/>
                </a:solidFill>
                <a:latin typeface="Gill Sans MT" pitchFamily="34" charset="0"/>
              </a:rPr>
              <a:t>multiple</a:t>
            </a:r>
            <a:r>
              <a:rPr lang="en-US" sz="2400" i="0" dirty="0">
                <a:solidFill>
                  <a:srgbClr val="CC0000"/>
                </a:solidFill>
                <a:latin typeface="Gill Sans MT" pitchFamily="34" charset="0"/>
              </a:rPr>
              <a:t> </a:t>
            </a:r>
            <a:r>
              <a:rPr lang="en-US" sz="2400" i="0" dirty="0">
                <a:solidFill>
                  <a:srgbClr val="000000"/>
                </a:solidFill>
                <a:latin typeface="Gill Sans MT" pitchFamily="34" charset="0"/>
              </a:rPr>
              <a:t>40Mbps downstream (broadcast) channels</a:t>
            </a:r>
            <a:endParaRPr lang="en-US" sz="2400" i="0" dirty="0">
              <a:solidFill>
                <a:srgbClr val="000000"/>
              </a:solidFill>
              <a:latin typeface="Gill Sans MT" pitchFamily="34" charset="0"/>
            </a:endParaRPr>
          </a:p>
          <a:p>
            <a:pPr marL="800100" lvl="1" indent="-342900" eaLnBrk="1" hangingPunct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charset="0"/>
              <a:buChar char="§"/>
            </a:pPr>
            <a:r>
              <a:rPr lang="en-US" sz="2400" i="0" dirty="0">
                <a:solidFill>
                  <a:srgbClr val="000000"/>
                </a:solidFill>
                <a:latin typeface="Gill Sans MT" pitchFamily="34" charset="0"/>
              </a:rPr>
              <a:t>single CMTS transmits into channels</a:t>
            </a:r>
            <a:endParaRPr lang="en-US" sz="2400" i="0" dirty="0">
              <a:solidFill>
                <a:srgbClr val="000000"/>
              </a:solidFill>
              <a:latin typeface="Gill Sans MT" pitchFamily="34" charset="0"/>
            </a:endParaRPr>
          </a:p>
          <a:p>
            <a:pPr marL="231775" indent="-231775" eaLnBrk="1" hangingPunct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CC0000"/>
                </a:solidFill>
                <a:latin typeface="Gill Sans MT" pitchFamily="34" charset="0"/>
              </a:rPr>
              <a:t>multiple</a:t>
            </a:r>
            <a:r>
              <a:rPr lang="en-US" sz="2400" dirty="0">
                <a:solidFill>
                  <a:srgbClr val="000099"/>
                </a:solidFill>
                <a:latin typeface="Gill Sans MT" pitchFamily="34" charset="0"/>
              </a:rPr>
              <a:t> </a:t>
            </a:r>
            <a:r>
              <a:rPr lang="en-US" sz="2400" i="0" dirty="0">
                <a:solidFill>
                  <a:srgbClr val="000000"/>
                </a:solidFill>
                <a:latin typeface="Gill Sans MT" pitchFamily="34" charset="0"/>
              </a:rPr>
              <a:t>30 Mbps upstream channels</a:t>
            </a:r>
            <a:endParaRPr lang="en-US" sz="2400" i="0" dirty="0">
              <a:solidFill>
                <a:srgbClr val="000000"/>
              </a:solidFill>
              <a:latin typeface="Gill Sans MT" pitchFamily="34" charset="0"/>
            </a:endParaRPr>
          </a:p>
          <a:p>
            <a:pPr marL="681355" lvl="1" indent="-224155" eaLnBrk="1" hangingPunct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charset="0"/>
              <a:buChar char="§"/>
            </a:pPr>
            <a:r>
              <a:rPr lang="en-US" sz="2400" dirty="0">
                <a:solidFill>
                  <a:srgbClr val="CC0000"/>
                </a:solidFill>
                <a:latin typeface="Gill Sans MT" pitchFamily="34" charset="0"/>
              </a:rPr>
              <a:t>multiple access: </a:t>
            </a:r>
            <a:r>
              <a:rPr lang="en-US" sz="2400" dirty="0">
                <a:solidFill>
                  <a:srgbClr val="000000"/>
                </a:solidFill>
                <a:latin typeface="Gill Sans MT" pitchFamily="34" charset="0"/>
              </a:rPr>
              <a:t>all </a:t>
            </a:r>
            <a:r>
              <a:rPr lang="en-US" sz="2400" i="0" dirty="0">
                <a:solidFill>
                  <a:srgbClr val="000000"/>
                </a:solidFill>
                <a:latin typeface="Gill Sans MT" pitchFamily="34" charset="0"/>
              </a:rPr>
              <a:t>users contend for certain upstream channel time slots (others assigned)</a:t>
            </a:r>
            <a:endParaRPr lang="en-US" sz="2000" i="0" dirty="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115722" name="Title 41"/>
          <p:cNvSpPr/>
          <p:nvPr/>
        </p:nvSpPr>
        <p:spPr bwMode="auto">
          <a:xfrm>
            <a:off x="381000" y="239713"/>
            <a:ext cx="5622925" cy="835025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eaLnBrk="1" hangingPunct="1"/>
            <a:r>
              <a:rPr lang="en-US" sz="4000" i="0" dirty="0">
                <a:solidFill>
                  <a:srgbClr val="000099"/>
                </a:solidFill>
                <a:latin typeface="Gill Sans MT" pitchFamily="34" charset="0"/>
              </a:rPr>
              <a:t>Cable access network</a:t>
            </a:r>
            <a:endParaRPr lang="en-US" sz="4000" i="0" dirty="0">
              <a:solidFill>
                <a:srgbClr val="000099"/>
              </a:solidFill>
              <a:latin typeface="Gill Sans MT" pitchFamily="34" charset="0"/>
            </a:endParaRPr>
          </a:p>
        </p:txBody>
      </p:sp>
      <p:pic>
        <p:nvPicPr>
          <p:cNvPr id="115723" name="Picture 180" descr="underline_base"/>
          <p:cNvPicPr>
            <a:picLocks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738" y="868363"/>
            <a:ext cx="4616450" cy="20161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5724" name="Group 2"/>
          <p:cNvGrpSpPr/>
          <p:nvPr/>
        </p:nvGrpSpPr>
        <p:grpSpPr bwMode="auto">
          <a:xfrm>
            <a:off x="6440488" y="2089150"/>
            <a:ext cx="2268537" cy="1457325"/>
            <a:chOff x="419100" y="1239838"/>
            <a:chExt cx="2268538" cy="1456437"/>
          </a:xfrm>
        </p:grpSpPr>
        <p:sp>
          <p:nvSpPr>
            <p:cNvPr id="22532" name="Rectangle 9"/>
            <p:cNvSpPr>
              <a:spLocks noChangeArrowheads="1"/>
            </p:cNvSpPr>
            <p:nvPr/>
          </p:nvSpPr>
          <p:spPr bwMode="auto">
            <a:xfrm>
              <a:off x="657225" y="1650750"/>
              <a:ext cx="1793876" cy="926535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2400" i="0" dirty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115830" name="Line 7"/>
            <p:cNvSpPr>
              <a:spLocks noChangeShapeType="1"/>
            </p:cNvSpPr>
            <p:nvPr/>
          </p:nvSpPr>
          <p:spPr bwMode="auto">
            <a:xfrm flipV="1">
              <a:off x="958850" y="2201863"/>
              <a:ext cx="365125" cy="15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115831" name="Text Box 39"/>
            <p:cNvSpPr txBox="1">
              <a:spLocks noChangeArrowheads="1"/>
            </p:cNvSpPr>
            <p:nvPr/>
          </p:nvSpPr>
          <p:spPr bwMode="auto">
            <a:xfrm>
              <a:off x="1237199" y="2264475"/>
              <a:ext cx="774700" cy="431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  <a:cs typeface="MS PGothic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 algn="ctr">
                <a:lnSpc>
                  <a:spcPct val="80000"/>
                </a:lnSpc>
              </a:pPr>
              <a:r>
                <a:rPr lang="en-US" sz="1400" i="0" dirty="0">
                  <a:solidFill>
                    <a:srgbClr val="000000"/>
                  </a:solidFill>
                  <a:latin typeface="Arial" panose="020B0604020202090204" pitchFamily="34" charset="0"/>
                </a:rPr>
                <a:t>cable</a:t>
              </a:r>
              <a:endParaRPr lang="en-US" sz="1400" i="0" dirty="0">
                <a:solidFill>
                  <a:srgbClr val="000000"/>
                </a:solidFill>
                <a:latin typeface="Arial" panose="020B0604020202090204" pitchFamily="34" charset="0"/>
              </a:endParaRPr>
            </a:p>
            <a:p>
              <a:pPr algn="ctr">
                <a:lnSpc>
                  <a:spcPct val="80000"/>
                </a:lnSpc>
              </a:pPr>
              <a:r>
                <a:rPr lang="en-US" sz="1400" i="0" dirty="0">
                  <a:solidFill>
                    <a:srgbClr val="000000"/>
                  </a:solidFill>
                  <a:latin typeface="Arial" panose="020B0604020202090204" pitchFamily="34" charset="0"/>
                </a:rPr>
                <a:t>modem</a:t>
              </a:r>
              <a:endParaRPr lang="en-US" sz="1400" i="0" dirty="0">
                <a:solidFill>
                  <a:srgbClr val="000000"/>
                </a:solidFill>
                <a:latin typeface="Arial" panose="020B0604020202090204" pitchFamily="34" charset="0"/>
              </a:endParaRPr>
            </a:p>
          </p:txBody>
        </p:sp>
        <p:sp>
          <p:nvSpPr>
            <p:cNvPr id="115832" name="Text Box 41"/>
            <p:cNvSpPr txBox="1">
              <a:spLocks noChangeArrowheads="1"/>
            </p:cNvSpPr>
            <p:nvPr/>
          </p:nvSpPr>
          <p:spPr bwMode="auto">
            <a:xfrm>
              <a:off x="608202" y="2331583"/>
              <a:ext cx="706438" cy="261937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  <a:cs typeface="MS PGothic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 algn="ctr">
                <a:lnSpc>
                  <a:spcPct val="80000"/>
                </a:lnSpc>
              </a:pPr>
              <a:r>
                <a:rPr lang="en-US" sz="1400" i="0" dirty="0">
                  <a:solidFill>
                    <a:srgbClr val="000000"/>
                  </a:solidFill>
                  <a:latin typeface="Arial" panose="020B0604020202090204" pitchFamily="34" charset="0"/>
                </a:rPr>
                <a:t>splitter</a:t>
              </a:r>
              <a:endParaRPr lang="en-US" sz="1400" i="0" dirty="0">
                <a:solidFill>
                  <a:srgbClr val="000000"/>
                </a:solidFill>
                <a:latin typeface="Arial" panose="020B0604020202090204" pitchFamily="34" charset="0"/>
              </a:endParaRPr>
            </a:p>
          </p:txBody>
        </p:sp>
        <p:grpSp>
          <p:nvGrpSpPr>
            <p:cNvPr id="115833" name="Group 13"/>
            <p:cNvGrpSpPr/>
            <p:nvPr/>
          </p:nvGrpSpPr>
          <p:grpSpPr bwMode="auto">
            <a:xfrm>
              <a:off x="1304925" y="2078038"/>
              <a:ext cx="614363" cy="220662"/>
              <a:chOff x="322" y="890"/>
              <a:chExt cx="872" cy="339"/>
            </a:xfrm>
          </p:grpSpPr>
          <p:sp>
            <p:nvSpPr>
              <p:cNvPr id="22701" name="Rectangle 14"/>
              <p:cNvSpPr>
                <a:spLocks noChangeArrowheads="1"/>
              </p:cNvSpPr>
              <p:nvPr/>
            </p:nvSpPr>
            <p:spPr bwMode="auto">
              <a:xfrm>
                <a:off x="322" y="1004"/>
                <a:ext cx="872" cy="224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2400" i="0" dirty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22702" name="Rectangle 15"/>
              <p:cNvSpPr>
                <a:spLocks noChangeArrowheads="1"/>
              </p:cNvSpPr>
              <p:nvPr/>
            </p:nvSpPr>
            <p:spPr bwMode="auto">
              <a:xfrm>
                <a:off x="394" y="1072"/>
                <a:ext cx="54" cy="56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2400" i="0" dirty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22703" name="Rectangle 16"/>
              <p:cNvSpPr>
                <a:spLocks noChangeArrowheads="1"/>
              </p:cNvSpPr>
              <p:nvPr/>
            </p:nvSpPr>
            <p:spPr bwMode="auto">
              <a:xfrm>
                <a:off x="466" y="1072"/>
                <a:ext cx="56" cy="56"/>
              </a:xfrm>
              <a:prstGeom prst="rect">
                <a:avLst/>
              </a:prstGeom>
              <a:solidFill>
                <a:srgbClr val="33CC33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2400" i="0" dirty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22704" name="Rectangle 17"/>
              <p:cNvSpPr>
                <a:spLocks noChangeArrowheads="1"/>
              </p:cNvSpPr>
              <p:nvPr/>
            </p:nvSpPr>
            <p:spPr bwMode="auto">
              <a:xfrm>
                <a:off x="541" y="1070"/>
                <a:ext cx="56" cy="56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2400" i="0" dirty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22705" name="Rectangle 18"/>
              <p:cNvSpPr>
                <a:spLocks noChangeArrowheads="1"/>
              </p:cNvSpPr>
              <p:nvPr/>
            </p:nvSpPr>
            <p:spPr bwMode="auto">
              <a:xfrm>
                <a:off x="615" y="1070"/>
                <a:ext cx="56" cy="56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2400" i="0" dirty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115847" name="AutoShape 19"/>
              <p:cNvSpPr>
                <a:spLocks noChangeArrowheads="1"/>
              </p:cNvSpPr>
              <p:nvPr/>
            </p:nvSpPr>
            <p:spPr bwMode="auto">
              <a:xfrm rot="10800000" flipH="1">
                <a:off x="322" y="890"/>
                <a:ext cx="859" cy="11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501 w 21600"/>
                  <a:gd name="T13" fmla="*/ 4516 h 21600"/>
                  <a:gd name="T14" fmla="*/ 17099 w 21600"/>
                  <a:gd name="T15" fmla="*/ 17084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22537" name="AutoShape 21"/>
            <p:cNvSpPr>
              <a:spLocks noChangeArrowheads="1"/>
            </p:cNvSpPr>
            <p:nvPr/>
          </p:nvSpPr>
          <p:spPr bwMode="auto">
            <a:xfrm>
              <a:off x="419100" y="1239838"/>
              <a:ext cx="2268538" cy="468028"/>
            </a:xfrm>
            <a:prstGeom prst="triangle">
              <a:avLst>
                <a:gd name="adj" fmla="val 50000"/>
              </a:avLst>
            </a:prstGeom>
            <a:solidFill>
              <a:srgbClr val="DDDDDD"/>
            </a:solidFill>
            <a:ln>
              <a:noFill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2400" i="0" dirty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22538" name="Rectangle 22"/>
            <p:cNvSpPr>
              <a:spLocks noChangeArrowheads="1"/>
            </p:cNvSpPr>
            <p:nvPr/>
          </p:nvSpPr>
          <p:spPr bwMode="auto">
            <a:xfrm>
              <a:off x="906462" y="2133056"/>
              <a:ext cx="166688" cy="144374"/>
            </a:xfrm>
            <a:prstGeom prst="rect">
              <a:avLst/>
            </a:prstGeom>
            <a:solidFill>
              <a:srgbClr val="000099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2400" i="0" dirty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115836" name="Freeform 23"/>
            <p:cNvSpPr/>
            <p:nvPr/>
          </p:nvSpPr>
          <p:spPr bwMode="auto">
            <a:xfrm flipH="1">
              <a:off x="970845" y="1691922"/>
              <a:ext cx="479425" cy="434975"/>
            </a:xfrm>
            <a:custGeom>
              <a:avLst/>
              <a:gdLst>
                <a:gd name="T0" fmla="*/ 2147483647 w 381"/>
                <a:gd name="T1" fmla="*/ 2147483647 h 274"/>
                <a:gd name="T2" fmla="*/ 2147483647 w 381"/>
                <a:gd name="T3" fmla="*/ 2147483647 h 274"/>
                <a:gd name="T4" fmla="*/ 0 w 381"/>
                <a:gd name="T5" fmla="*/ 0 h 27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81" h="274">
                  <a:moveTo>
                    <a:pt x="381" y="274"/>
                  </a:moveTo>
                  <a:lnTo>
                    <a:pt x="381" y="130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540" name="Line 24"/>
            <p:cNvSpPr>
              <a:spLocks noChangeShapeType="1"/>
            </p:cNvSpPr>
            <p:nvPr/>
          </p:nvSpPr>
          <p:spPr bwMode="auto">
            <a:xfrm flipH="1">
              <a:off x="1917701" y="2215556"/>
              <a:ext cx="2397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sz="2400" i="0" dirty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pic>
          <p:nvPicPr>
            <p:cNvPr id="115838" name="Picture 25" descr="tv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24844" y="1355725"/>
              <a:ext cx="755650" cy="67468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15839" name="Group 181"/>
            <p:cNvGrpSpPr/>
            <p:nvPr/>
          </p:nvGrpSpPr>
          <p:grpSpPr bwMode="auto">
            <a:xfrm>
              <a:off x="1854097" y="1780738"/>
              <a:ext cx="609600" cy="609600"/>
              <a:chOff x="-44" y="1473"/>
              <a:chExt cx="981" cy="1105"/>
            </a:xfrm>
          </p:grpSpPr>
          <p:pic>
            <p:nvPicPr>
              <p:cNvPr id="115840" name="Picture 182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5841" name="Freeform 183"/>
              <p:cNvSpPr/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5595 w 356"/>
                  <a:gd name="T3" fmla="*/ 341 h 368"/>
                  <a:gd name="T4" fmla="*/ 6638 w 356"/>
                  <a:gd name="T5" fmla="*/ 7113 h 368"/>
                  <a:gd name="T6" fmla="*/ 1463 w 356"/>
                  <a:gd name="T7" fmla="*/ 8895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</p:spPr>
            <p:txBody>
              <a:bodyPr wrap="none"/>
              <a:lstStyle/>
              <a:p>
                <a:endParaRPr lang="en-US" dirty="0"/>
              </a:p>
            </p:txBody>
          </p:sp>
        </p:grpSp>
      </p:grpSp>
      <p:grpSp>
        <p:nvGrpSpPr>
          <p:cNvPr id="115725" name="Group 8"/>
          <p:cNvGrpSpPr/>
          <p:nvPr/>
        </p:nvGrpSpPr>
        <p:grpSpPr bwMode="auto">
          <a:xfrm>
            <a:off x="1998663" y="2298700"/>
            <a:ext cx="4938712" cy="1389063"/>
            <a:chOff x="4327270" y="1745934"/>
            <a:chExt cx="4938730" cy="1388847"/>
          </a:xfrm>
        </p:grpSpPr>
        <p:sp>
          <p:nvSpPr>
            <p:cNvPr id="22546" name="Line 94"/>
            <p:cNvSpPr>
              <a:spLocks noChangeShapeType="1"/>
            </p:cNvSpPr>
            <p:nvPr/>
          </p:nvSpPr>
          <p:spPr bwMode="auto">
            <a:xfrm>
              <a:off x="4327270" y="2504641"/>
              <a:ext cx="493873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sz="2400" i="0" dirty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grpSp>
          <p:nvGrpSpPr>
            <p:cNvPr id="115734" name="Group 7"/>
            <p:cNvGrpSpPr/>
            <p:nvPr/>
          </p:nvGrpSpPr>
          <p:grpSpPr bwMode="auto">
            <a:xfrm flipH="1">
              <a:off x="5534163" y="1745934"/>
              <a:ext cx="2894013" cy="752475"/>
              <a:chOff x="5534163" y="1745934"/>
              <a:chExt cx="2894013" cy="752475"/>
            </a:xfrm>
          </p:grpSpPr>
          <p:grpSp>
            <p:nvGrpSpPr>
              <p:cNvPr id="115774" name="Group 26"/>
              <p:cNvGrpSpPr/>
              <p:nvPr/>
            </p:nvGrpSpPr>
            <p:grpSpPr bwMode="auto">
              <a:xfrm>
                <a:off x="5534163" y="1752284"/>
                <a:ext cx="850900" cy="527050"/>
                <a:chOff x="-490" y="1664"/>
                <a:chExt cx="1429" cy="842"/>
              </a:xfrm>
            </p:grpSpPr>
            <p:sp>
              <p:nvSpPr>
                <p:cNvPr id="22685" name="AutoShape 27"/>
                <p:cNvSpPr>
                  <a:spLocks noChangeArrowheads="1"/>
                </p:cNvSpPr>
                <p:nvPr/>
              </p:nvSpPr>
              <p:spPr bwMode="auto">
                <a:xfrm>
                  <a:off x="-489" y="1664"/>
                  <a:ext cx="1429" cy="294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DDDDDD"/>
                </a:soli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2400" i="0" dirty="0">
                    <a:solidFill>
                      <a:srgbClr val="000000"/>
                    </a:solidFill>
                    <a:latin typeface="Arial" panose="020B0604020202090204" pitchFamily="34" charset="0"/>
                    <a:cs typeface="Arial" panose="020B0604020202090204" pitchFamily="34" charset="0"/>
                  </a:endParaRPr>
                </a:p>
              </p:txBody>
            </p:sp>
            <p:grpSp>
              <p:nvGrpSpPr>
                <p:cNvPr id="115814" name="Group 28"/>
                <p:cNvGrpSpPr/>
                <p:nvPr/>
              </p:nvGrpSpPr>
              <p:grpSpPr bwMode="auto">
                <a:xfrm>
                  <a:off x="-427" y="1737"/>
                  <a:ext cx="1217" cy="769"/>
                  <a:chOff x="-427" y="1737"/>
                  <a:chExt cx="1217" cy="769"/>
                </a:xfrm>
              </p:grpSpPr>
              <p:sp>
                <p:nvSpPr>
                  <p:cNvPr id="22687" name="Rectangle 29"/>
                  <p:cNvSpPr>
                    <a:spLocks noChangeArrowheads="1"/>
                  </p:cNvSpPr>
                  <p:nvPr/>
                </p:nvSpPr>
                <p:spPr bwMode="auto">
                  <a:xfrm>
                    <a:off x="-335" y="1923"/>
                    <a:ext cx="1125" cy="583"/>
                  </a:xfrm>
                  <a:prstGeom prst="rect">
                    <a:avLst/>
                  </a:prstGeom>
                  <a:solidFill>
                    <a:srgbClr val="DDDDDD"/>
                  </a:solidFill>
                  <a:ln>
                    <a:noFill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sz="2400" i="0" dirty="0">
                      <a:solidFill>
                        <a:srgbClr val="000000"/>
                      </a:solidFill>
                      <a:latin typeface="Arial" panose="020B0604020202090204" pitchFamily="34" charset="0"/>
                      <a:cs typeface="Arial" panose="020B0604020202090204" pitchFamily="34" charset="0"/>
                    </a:endParaRPr>
                  </a:p>
                </p:txBody>
              </p:sp>
              <p:sp>
                <p:nvSpPr>
                  <p:cNvPr id="115816" name="Line 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-150" y="2270"/>
                    <a:ext cx="230" cy="1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</p:spPr>
                <p:txBody>
                  <a:bodyPr wrap="none"/>
                  <a:lstStyle/>
                  <a:p>
                    <a:endParaRPr lang="en-US" dirty="0"/>
                  </a:p>
                </p:txBody>
              </p:sp>
              <p:grpSp>
                <p:nvGrpSpPr>
                  <p:cNvPr id="115817" name="Group 31"/>
                  <p:cNvGrpSpPr/>
                  <p:nvPr/>
                </p:nvGrpSpPr>
                <p:grpSpPr bwMode="auto">
                  <a:xfrm>
                    <a:off x="68" y="2192"/>
                    <a:ext cx="387" cy="139"/>
                    <a:chOff x="322" y="890"/>
                    <a:chExt cx="872" cy="339"/>
                  </a:xfrm>
                </p:grpSpPr>
                <p:sp>
                  <p:nvSpPr>
                    <p:cNvPr id="22695" name="Rectangle 3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22" y="1000"/>
                      <a:ext cx="871" cy="229"/>
                    </a:xfrm>
                    <a:prstGeom prst="rect">
                      <a:avLst/>
                    </a:prstGeom>
                    <a:solidFill>
                      <a:srgbClr val="FFFF99"/>
                    </a:solidFill>
                    <a:ln w="9525">
                      <a:solidFill>
                        <a:schemeClr val="tx1"/>
                      </a:solidFill>
                      <a:miter lim="800000"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sz="2400" i="0" dirty="0">
                        <a:solidFill>
                          <a:srgbClr val="000000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p:txBody>
                </p:sp>
                <p:sp>
                  <p:nvSpPr>
                    <p:cNvPr id="22696" name="Rectangle 3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94" y="1074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sz="2400" i="0" dirty="0">
                        <a:solidFill>
                          <a:srgbClr val="000000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p:txBody>
                </p:sp>
                <p:sp>
                  <p:nvSpPr>
                    <p:cNvPr id="22697" name="Rectangle 3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66" y="1074"/>
                      <a:ext cx="54" cy="56"/>
                    </a:xfrm>
                    <a:prstGeom prst="rect">
                      <a:avLst/>
                    </a:prstGeom>
                    <a:solidFill>
                      <a:srgbClr val="33CC33"/>
                    </a:solidFill>
                    <a:ln>
                      <a:noFill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sz="2400" i="0" dirty="0">
                        <a:solidFill>
                          <a:srgbClr val="000000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p:txBody>
                </p:sp>
                <p:sp>
                  <p:nvSpPr>
                    <p:cNvPr id="22698" name="Rectangle 3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38" y="1068"/>
                      <a:ext cx="60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sz="2400" i="0" dirty="0">
                        <a:solidFill>
                          <a:srgbClr val="000000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p:txBody>
                </p:sp>
                <p:sp>
                  <p:nvSpPr>
                    <p:cNvPr id="22699" name="Rectangle 3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6" y="1068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sz="2400" i="0" dirty="0">
                        <a:solidFill>
                          <a:srgbClr val="000000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p:txBody>
                </p:sp>
                <p:sp>
                  <p:nvSpPr>
                    <p:cNvPr id="115828" name="AutoShape 37"/>
                    <p:cNvSpPr>
                      <a:spLocks noChangeArrowheads="1"/>
                    </p:cNvSpPr>
                    <p:nvPr/>
                  </p:nvSpPr>
                  <p:spPr bwMode="auto">
                    <a:xfrm rot="10800000" flipH="1">
                      <a:off x="322" y="890"/>
                      <a:ext cx="859" cy="110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w 21600"/>
                        <a:gd name="T7" fmla="*/ 0 h 21600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4501 w 21600"/>
                        <a:gd name="T13" fmla="*/ 4516 h 21600"/>
                        <a:gd name="T14" fmla="*/ 17099 w 21600"/>
                        <a:gd name="T15" fmla="*/ 17084 h 21600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1600" h="21600">
                          <a:moveTo>
                            <a:pt x="0" y="0"/>
                          </a:moveTo>
                          <a:lnTo>
                            <a:pt x="5400" y="21600"/>
                          </a:lnTo>
                          <a:lnTo>
                            <a:pt x="16200" y="21600"/>
                          </a:lnTo>
                          <a:lnTo>
                            <a:pt x="21600" y="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FFFF99"/>
                    </a:solidFill>
                    <a:ln w="9525">
                      <a:solidFill>
                        <a:schemeClr val="tx1"/>
                      </a:solidFill>
                      <a:miter lim="800000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 dirty="0"/>
                    </a:p>
                  </p:txBody>
                </p:sp>
              </p:grpSp>
              <p:pic>
                <p:nvPicPr>
                  <p:cNvPr id="115818" name="Picture 38" descr="desktop_computer_stylized_small"/>
                  <p:cNvPicPr>
                    <a:picLocks noChangeAspect="1" noChangeArrowheads="1"/>
                  </p:cNvPicPr>
                  <p:nvPr/>
                </p:nvPicPr>
                <p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-427" y="2049"/>
                    <a:ext cx="447" cy="41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22691" name="Rectangle 39"/>
                  <p:cNvSpPr>
                    <a:spLocks noChangeArrowheads="1"/>
                  </p:cNvSpPr>
                  <p:nvPr/>
                </p:nvSpPr>
                <p:spPr bwMode="auto">
                  <a:xfrm>
                    <a:off x="529" y="2232"/>
                    <a:ext cx="104" cy="91"/>
                  </a:xfrm>
                  <a:prstGeom prst="rect">
                    <a:avLst/>
                  </a:prstGeom>
                  <a:solidFill>
                    <a:srgbClr val="000099"/>
                  </a:solidFill>
                  <a:ln w="9525">
                    <a:solidFill>
                      <a:schemeClr val="tx1"/>
                    </a:solidFill>
                    <a:miter lim="800000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sz="2400" i="0" dirty="0">
                      <a:solidFill>
                        <a:srgbClr val="000000"/>
                      </a:solidFill>
                      <a:latin typeface="Arial" panose="020B0604020202090204" pitchFamily="34" charset="0"/>
                      <a:cs typeface="Arial" panose="020B0604020202090204" pitchFamily="34" charset="0"/>
                    </a:endParaRPr>
                  </a:p>
                </p:txBody>
              </p:sp>
              <p:sp>
                <p:nvSpPr>
                  <p:cNvPr id="115820" name="Freeform 40"/>
                  <p:cNvSpPr/>
                  <p:nvPr/>
                </p:nvSpPr>
                <p:spPr bwMode="auto">
                  <a:xfrm>
                    <a:off x="282" y="1951"/>
                    <a:ext cx="302" cy="274"/>
                  </a:xfrm>
                  <a:custGeom>
                    <a:avLst/>
                    <a:gdLst>
                      <a:gd name="T0" fmla="*/ 37 w 381"/>
                      <a:gd name="T1" fmla="*/ 274 h 274"/>
                      <a:gd name="T2" fmla="*/ 37 w 381"/>
                      <a:gd name="T3" fmla="*/ 130 h 274"/>
                      <a:gd name="T4" fmla="*/ 0 w 381"/>
                      <a:gd name="T5" fmla="*/ 0 h 274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81" h="274">
                        <a:moveTo>
                          <a:pt x="381" y="274"/>
                        </a:moveTo>
                        <a:lnTo>
                          <a:pt x="381" y="13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22693" name="Line 41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470" y="2270"/>
                    <a:ext cx="152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400" i="0" dirty="0">
                      <a:solidFill>
                        <a:srgbClr val="000000"/>
                      </a:solidFill>
                      <a:latin typeface="Arial" panose="020B0604020202090204" pitchFamily="34" charset="0"/>
                      <a:cs typeface="Arial" panose="020B0604020202090204" pitchFamily="34" charset="0"/>
                    </a:endParaRPr>
                  </a:p>
                </p:txBody>
              </p:sp>
              <p:pic>
                <p:nvPicPr>
                  <p:cNvPr id="115822" name="Picture 42" descr="tv"/>
                  <p:cNvPicPr>
                    <a:picLocks noChangeAspect="1" noChangeArrowheads="1"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" y="1737"/>
                    <a:ext cx="476" cy="42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  <p:grpSp>
            <p:nvGrpSpPr>
              <p:cNvPr id="115775" name="Group 43"/>
              <p:cNvGrpSpPr/>
              <p:nvPr/>
            </p:nvGrpSpPr>
            <p:grpSpPr bwMode="auto">
              <a:xfrm>
                <a:off x="6435863" y="1745934"/>
                <a:ext cx="850900" cy="527050"/>
                <a:chOff x="-490" y="1664"/>
                <a:chExt cx="1429" cy="842"/>
              </a:xfrm>
            </p:grpSpPr>
            <p:sp>
              <p:nvSpPr>
                <p:cNvPr id="22669" name="AutoShape 44"/>
                <p:cNvSpPr>
                  <a:spLocks noChangeArrowheads="1"/>
                </p:cNvSpPr>
                <p:nvPr/>
              </p:nvSpPr>
              <p:spPr bwMode="auto">
                <a:xfrm>
                  <a:off x="-489" y="1664"/>
                  <a:ext cx="1429" cy="294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DDDDDD"/>
                </a:soli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2400" i="0" dirty="0">
                    <a:solidFill>
                      <a:srgbClr val="000000"/>
                    </a:solidFill>
                    <a:latin typeface="Arial" panose="020B0604020202090204" pitchFamily="34" charset="0"/>
                    <a:cs typeface="Arial" panose="020B0604020202090204" pitchFamily="34" charset="0"/>
                  </a:endParaRPr>
                </a:p>
              </p:txBody>
            </p:sp>
            <p:grpSp>
              <p:nvGrpSpPr>
                <p:cNvPr id="115798" name="Group 45"/>
                <p:cNvGrpSpPr/>
                <p:nvPr/>
              </p:nvGrpSpPr>
              <p:grpSpPr bwMode="auto">
                <a:xfrm>
                  <a:off x="-427" y="1737"/>
                  <a:ext cx="1217" cy="769"/>
                  <a:chOff x="-427" y="1737"/>
                  <a:chExt cx="1217" cy="769"/>
                </a:xfrm>
              </p:grpSpPr>
              <p:sp>
                <p:nvSpPr>
                  <p:cNvPr id="22671" name="Rectangle 46"/>
                  <p:cNvSpPr>
                    <a:spLocks noChangeArrowheads="1"/>
                  </p:cNvSpPr>
                  <p:nvPr/>
                </p:nvSpPr>
                <p:spPr bwMode="auto">
                  <a:xfrm>
                    <a:off x="-335" y="1923"/>
                    <a:ext cx="1125" cy="583"/>
                  </a:xfrm>
                  <a:prstGeom prst="rect">
                    <a:avLst/>
                  </a:prstGeom>
                  <a:solidFill>
                    <a:srgbClr val="DDDDDD"/>
                  </a:solidFill>
                  <a:ln>
                    <a:noFill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sz="2400" i="0" dirty="0">
                      <a:solidFill>
                        <a:srgbClr val="000000"/>
                      </a:solidFill>
                      <a:latin typeface="Arial" panose="020B0604020202090204" pitchFamily="34" charset="0"/>
                      <a:cs typeface="Arial" panose="020B0604020202090204" pitchFamily="34" charset="0"/>
                    </a:endParaRPr>
                  </a:p>
                </p:txBody>
              </p:sp>
              <p:sp>
                <p:nvSpPr>
                  <p:cNvPr id="115800" name="Line 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-150" y="2270"/>
                    <a:ext cx="230" cy="1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</p:spPr>
                <p:txBody>
                  <a:bodyPr wrap="none"/>
                  <a:lstStyle/>
                  <a:p>
                    <a:endParaRPr lang="en-US" dirty="0"/>
                  </a:p>
                </p:txBody>
              </p:sp>
              <p:grpSp>
                <p:nvGrpSpPr>
                  <p:cNvPr id="115801" name="Group 48"/>
                  <p:cNvGrpSpPr/>
                  <p:nvPr/>
                </p:nvGrpSpPr>
                <p:grpSpPr bwMode="auto">
                  <a:xfrm>
                    <a:off x="68" y="2192"/>
                    <a:ext cx="387" cy="139"/>
                    <a:chOff x="322" y="890"/>
                    <a:chExt cx="872" cy="339"/>
                  </a:xfrm>
                </p:grpSpPr>
                <p:sp>
                  <p:nvSpPr>
                    <p:cNvPr id="22679" name="Rectangle 4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22" y="1000"/>
                      <a:ext cx="871" cy="229"/>
                    </a:xfrm>
                    <a:prstGeom prst="rect">
                      <a:avLst/>
                    </a:prstGeom>
                    <a:solidFill>
                      <a:srgbClr val="FFFF99"/>
                    </a:solidFill>
                    <a:ln w="9525">
                      <a:solidFill>
                        <a:schemeClr val="tx1"/>
                      </a:solidFill>
                      <a:miter lim="800000"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sz="2400" i="0" dirty="0">
                        <a:solidFill>
                          <a:srgbClr val="000000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p:txBody>
                </p:sp>
                <p:sp>
                  <p:nvSpPr>
                    <p:cNvPr id="22680" name="Rectangle 5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94" y="1074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sz="2400" i="0" dirty="0">
                        <a:solidFill>
                          <a:srgbClr val="000000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p:txBody>
                </p:sp>
                <p:sp>
                  <p:nvSpPr>
                    <p:cNvPr id="22681" name="Rectangle 5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66" y="1074"/>
                      <a:ext cx="54" cy="56"/>
                    </a:xfrm>
                    <a:prstGeom prst="rect">
                      <a:avLst/>
                    </a:prstGeom>
                    <a:solidFill>
                      <a:srgbClr val="33CC33"/>
                    </a:solidFill>
                    <a:ln>
                      <a:noFill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sz="2400" i="0" dirty="0">
                        <a:solidFill>
                          <a:srgbClr val="000000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p:txBody>
                </p:sp>
                <p:sp>
                  <p:nvSpPr>
                    <p:cNvPr id="22682" name="Rectangle 5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38" y="1068"/>
                      <a:ext cx="60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sz="2400" i="0" dirty="0">
                        <a:solidFill>
                          <a:srgbClr val="000000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p:txBody>
                </p:sp>
                <p:sp>
                  <p:nvSpPr>
                    <p:cNvPr id="22683" name="Rectangle 5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6" y="1068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sz="2400" i="0" dirty="0">
                        <a:solidFill>
                          <a:srgbClr val="000000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p:txBody>
                </p:sp>
                <p:sp>
                  <p:nvSpPr>
                    <p:cNvPr id="115812" name="AutoShape 54"/>
                    <p:cNvSpPr>
                      <a:spLocks noChangeArrowheads="1"/>
                    </p:cNvSpPr>
                    <p:nvPr/>
                  </p:nvSpPr>
                  <p:spPr bwMode="auto">
                    <a:xfrm rot="10800000" flipH="1">
                      <a:off x="322" y="890"/>
                      <a:ext cx="859" cy="110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w 21600"/>
                        <a:gd name="T7" fmla="*/ 0 h 21600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4501 w 21600"/>
                        <a:gd name="T13" fmla="*/ 4516 h 21600"/>
                        <a:gd name="T14" fmla="*/ 17099 w 21600"/>
                        <a:gd name="T15" fmla="*/ 17084 h 21600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1600" h="21600">
                          <a:moveTo>
                            <a:pt x="0" y="0"/>
                          </a:moveTo>
                          <a:lnTo>
                            <a:pt x="5400" y="21600"/>
                          </a:lnTo>
                          <a:lnTo>
                            <a:pt x="16200" y="21600"/>
                          </a:lnTo>
                          <a:lnTo>
                            <a:pt x="21600" y="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FFFF99"/>
                    </a:solidFill>
                    <a:ln w="9525">
                      <a:solidFill>
                        <a:schemeClr val="tx1"/>
                      </a:solidFill>
                      <a:miter lim="800000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 dirty="0"/>
                    </a:p>
                  </p:txBody>
                </p:sp>
              </p:grpSp>
              <p:pic>
                <p:nvPicPr>
                  <p:cNvPr id="115802" name="Picture 55" descr="desktop_computer_stylized_small"/>
                  <p:cNvPicPr>
                    <a:picLocks noChangeAspect="1" noChangeArrowheads="1"/>
                  </p:cNvPicPr>
                  <p:nvPr/>
                </p:nvPicPr>
                <p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-427" y="2049"/>
                    <a:ext cx="447" cy="41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22675" name="Rectangle 56"/>
                  <p:cNvSpPr>
                    <a:spLocks noChangeArrowheads="1"/>
                  </p:cNvSpPr>
                  <p:nvPr/>
                </p:nvSpPr>
                <p:spPr bwMode="auto">
                  <a:xfrm>
                    <a:off x="529" y="2232"/>
                    <a:ext cx="104" cy="91"/>
                  </a:xfrm>
                  <a:prstGeom prst="rect">
                    <a:avLst/>
                  </a:prstGeom>
                  <a:solidFill>
                    <a:srgbClr val="000099"/>
                  </a:solidFill>
                  <a:ln w="9525">
                    <a:solidFill>
                      <a:schemeClr val="tx1"/>
                    </a:solidFill>
                    <a:miter lim="800000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sz="2400" i="0" dirty="0">
                      <a:solidFill>
                        <a:srgbClr val="000000"/>
                      </a:solidFill>
                      <a:latin typeface="Arial" panose="020B0604020202090204" pitchFamily="34" charset="0"/>
                      <a:cs typeface="Arial" panose="020B0604020202090204" pitchFamily="34" charset="0"/>
                    </a:endParaRPr>
                  </a:p>
                </p:txBody>
              </p:sp>
              <p:sp>
                <p:nvSpPr>
                  <p:cNvPr id="115804" name="Freeform 57"/>
                  <p:cNvSpPr/>
                  <p:nvPr/>
                </p:nvSpPr>
                <p:spPr bwMode="auto">
                  <a:xfrm>
                    <a:off x="282" y="1951"/>
                    <a:ext cx="302" cy="274"/>
                  </a:xfrm>
                  <a:custGeom>
                    <a:avLst/>
                    <a:gdLst>
                      <a:gd name="T0" fmla="*/ 37 w 381"/>
                      <a:gd name="T1" fmla="*/ 274 h 274"/>
                      <a:gd name="T2" fmla="*/ 37 w 381"/>
                      <a:gd name="T3" fmla="*/ 130 h 274"/>
                      <a:gd name="T4" fmla="*/ 0 w 381"/>
                      <a:gd name="T5" fmla="*/ 0 h 274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81" h="274">
                        <a:moveTo>
                          <a:pt x="381" y="274"/>
                        </a:moveTo>
                        <a:lnTo>
                          <a:pt x="381" y="13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22677" name="Line 58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470" y="2270"/>
                    <a:ext cx="152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400" i="0" dirty="0">
                      <a:solidFill>
                        <a:srgbClr val="000000"/>
                      </a:solidFill>
                      <a:latin typeface="Arial" panose="020B0604020202090204" pitchFamily="34" charset="0"/>
                      <a:cs typeface="Arial" panose="020B0604020202090204" pitchFamily="34" charset="0"/>
                    </a:endParaRPr>
                  </a:p>
                </p:txBody>
              </p:sp>
              <p:pic>
                <p:nvPicPr>
                  <p:cNvPr id="115806" name="Picture 59" descr="tv"/>
                  <p:cNvPicPr>
                    <a:picLocks noChangeAspect="1" noChangeArrowheads="1"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" y="1737"/>
                    <a:ext cx="476" cy="42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  <p:grpSp>
            <p:nvGrpSpPr>
              <p:cNvPr id="115776" name="Group 95"/>
              <p:cNvGrpSpPr/>
              <p:nvPr/>
            </p:nvGrpSpPr>
            <p:grpSpPr bwMode="auto">
              <a:xfrm>
                <a:off x="7577276" y="1753872"/>
                <a:ext cx="850900" cy="527050"/>
                <a:chOff x="-490" y="1664"/>
                <a:chExt cx="1429" cy="842"/>
              </a:xfrm>
            </p:grpSpPr>
            <p:sp>
              <p:nvSpPr>
                <p:cNvPr id="22621" name="AutoShape 96"/>
                <p:cNvSpPr>
                  <a:spLocks noChangeArrowheads="1"/>
                </p:cNvSpPr>
                <p:nvPr/>
              </p:nvSpPr>
              <p:spPr bwMode="auto">
                <a:xfrm>
                  <a:off x="-489" y="1664"/>
                  <a:ext cx="1429" cy="294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DDDDDD"/>
                </a:soli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2400" i="0" dirty="0">
                    <a:solidFill>
                      <a:srgbClr val="000000"/>
                    </a:solidFill>
                    <a:latin typeface="Arial" panose="020B0604020202090204" pitchFamily="34" charset="0"/>
                    <a:cs typeface="Arial" panose="020B0604020202090204" pitchFamily="34" charset="0"/>
                  </a:endParaRPr>
                </a:p>
              </p:txBody>
            </p:sp>
            <p:grpSp>
              <p:nvGrpSpPr>
                <p:cNvPr id="115782" name="Group 97"/>
                <p:cNvGrpSpPr/>
                <p:nvPr/>
              </p:nvGrpSpPr>
              <p:grpSpPr bwMode="auto">
                <a:xfrm>
                  <a:off x="-427" y="1737"/>
                  <a:ext cx="1217" cy="769"/>
                  <a:chOff x="-427" y="1737"/>
                  <a:chExt cx="1217" cy="769"/>
                </a:xfrm>
              </p:grpSpPr>
              <p:sp>
                <p:nvSpPr>
                  <p:cNvPr id="22623" name="Rectangle 98"/>
                  <p:cNvSpPr>
                    <a:spLocks noChangeArrowheads="1"/>
                  </p:cNvSpPr>
                  <p:nvPr/>
                </p:nvSpPr>
                <p:spPr bwMode="auto">
                  <a:xfrm>
                    <a:off x="-335" y="1923"/>
                    <a:ext cx="1125" cy="583"/>
                  </a:xfrm>
                  <a:prstGeom prst="rect">
                    <a:avLst/>
                  </a:prstGeom>
                  <a:solidFill>
                    <a:srgbClr val="DDDDDD"/>
                  </a:solidFill>
                  <a:ln>
                    <a:noFill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sz="2400" i="0" dirty="0">
                      <a:solidFill>
                        <a:srgbClr val="000000"/>
                      </a:solidFill>
                      <a:latin typeface="Arial" panose="020B0604020202090204" pitchFamily="34" charset="0"/>
                      <a:cs typeface="Arial" panose="020B0604020202090204" pitchFamily="34" charset="0"/>
                    </a:endParaRPr>
                  </a:p>
                </p:txBody>
              </p:sp>
              <p:sp>
                <p:nvSpPr>
                  <p:cNvPr id="115784" name="Line 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-150" y="2270"/>
                    <a:ext cx="230" cy="1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</p:spPr>
                <p:txBody>
                  <a:bodyPr wrap="none"/>
                  <a:lstStyle/>
                  <a:p>
                    <a:endParaRPr lang="en-US" dirty="0"/>
                  </a:p>
                </p:txBody>
              </p:sp>
              <p:grpSp>
                <p:nvGrpSpPr>
                  <p:cNvPr id="115785" name="Group 100"/>
                  <p:cNvGrpSpPr/>
                  <p:nvPr/>
                </p:nvGrpSpPr>
                <p:grpSpPr bwMode="auto">
                  <a:xfrm>
                    <a:off x="68" y="2192"/>
                    <a:ext cx="387" cy="139"/>
                    <a:chOff x="322" y="890"/>
                    <a:chExt cx="872" cy="339"/>
                  </a:xfrm>
                </p:grpSpPr>
                <p:sp>
                  <p:nvSpPr>
                    <p:cNvPr id="22631" name="Rectangle 10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22" y="1000"/>
                      <a:ext cx="871" cy="229"/>
                    </a:xfrm>
                    <a:prstGeom prst="rect">
                      <a:avLst/>
                    </a:prstGeom>
                    <a:solidFill>
                      <a:srgbClr val="FFFF99"/>
                    </a:solidFill>
                    <a:ln w="9525">
                      <a:solidFill>
                        <a:schemeClr val="tx1"/>
                      </a:solidFill>
                      <a:miter lim="800000"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sz="2400" i="0" dirty="0">
                        <a:solidFill>
                          <a:srgbClr val="000000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p:txBody>
                </p:sp>
                <p:sp>
                  <p:nvSpPr>
                    <p:cNvPr id="22632" name="Rectangle 10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94" y="1074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sz="2400" i="0" dirty="0">
                        <a:solidFill>
                          <a:srgbClr val="000000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p:txBody>
                </p:sp>
                <p:sp>
                  <p:nvSpPr>
                    <p:cNvPr id="22633" name="Rectangle 10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66" y="1074"/>
                      <a:ext cx="54" cy="56"/>
                    </a:xfrm>
                    <a:prstGeom prst="rect">
                      <a:avLst/>
                    </a:prstGeom>
                    <a:solidFill>
                      <a:srgbClr val="33CC33"/>
                    </a:solidFill>
                    <a:ln>
                      <a:noFill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sz="2400" i="0" dirty="0">
                        <a:solidFill>
                          <a:srgbClr val="000000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p:txBody>
                </p:sp>
                <p:sp>
                  <p:nvSpPr>
                    <p:cNvPr id="22634" name="Rectangle 10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38" y="1068"/>
                      <a:ext cx="60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sz="2400" i="0" dirty="0">
                        <a:solidFill>
                          <a:srgbClr val="000000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p:txBody>
                </p:sp>
                <p:sp>
                  <p:nvSpPr>
                    <p:cNvPr id="22635" name="Rectangle 10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6" y="1068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sz="2400" i="0" dirty="0">
                        <a:solidFill>
                          <a:srgbClr val="000000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p:txBody>
                </p:sp>
                <p:sp>
                  <p:nvSpPr>
                    <p:cNvPr id="115796" name="AutoShape 106"/>
                    <p:cNvSpPr>
                      <a:spLocks noChangeArrowheads="1"/>
                    </p:cNvSpPr>
                    <p:nvPr/>
                  </p:nvSpPr>
                  <p:spPr bwMode="auto">
                    <a:xfrm rot="10800000" flipH="1">
                      <a:off x="322" y="890"/>
                      <a:ext cx="859" cy="110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w 21600"/>
                        <a:gd name="T7" fmla="*/ 0 h 21600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4501 w 21600"/>
                        <a:gd name="T13" fmla="*/ 4516 h 21600"/>
                        <a:gd name="T14" fmla="*/ 17099 w 21600"/>
                        <a:gd name="T15" fmla="*/ 17084 h 21600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1600" h="21600">
                          <a:moveTo>
                            <a:pt x="0" y="0"/>
                          </a:moveTo>
                          <a:lnTo>
                            <a:pt x="5400" y="21600"/>
                          </a:lnTo>
                          <a:lnTo>
                            <a:pt x="16200" y="21600"/>
                          </a:lnTo>
                          <a:lnTo>
                            <a:pt x="21600" y="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FFFF99"/>
                    </a:solidFill>
                    <a:ln w="9525">
                      <a:solidFill>
                        <a:schemeClr val="tx1"/>
                      </a:solidFill>
                      <a:miter lim="800000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 dirty="0"/>
                    </a:p>
                  </p:txBody>
                </p:sp>
              </p:grpSp>
              <p:pic>
                <p:nvPicPr>
                  <p:cNvPr id="115786" name="Picture 107" descr="desktop_computer_stylized_small"/>
                  <p:cNvPicPr>
                    <a:picLocks noChangeAspect="1" noChangeArrowheads="1"/>
                  </p:cNvPicPr>
                  <p:nvPr/>
                </p:nvPicPr>
                <p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-427" y="2049"/>
                    <a:ext cx="447" cy="41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22627" name="Rectangle 108"/>
                  <p:cNvSpPr>
                    <a:spLocks noChangeArrowheads="1"/>
                  </p:cNvSpPr>
                  <p:nvPr/>
                </p:nvSpPr>
                <p:spPr bwMode="auto">
                  <a:xfrm>
                    <a:off x="529" y="2232"/>
                    <a:ext cx="104" cy="91"/>
                  </a:xfrm>
                  <a:prstGeom prst="rect">
                    <a:avLst/>
                  </a:prstGeom>
                  <a:solidFill>
                    <a:srgbClr val="000099"/>
                  </a:solidFill>
                  <a:ln w="9525">
                    <a:solidFill>
                      <a:schemeClr val="tx1"/>
                    </a:solidFill>
                    <a:miter lim="800000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sz="2400" i="0" dirty="0">
                      <a:solidFill>
                        <a:srgbClr val="000000"/>
                      </a:solidFill>
                      <a:latin typeface="Arial" panose="020B0604020202090204" pitchFamily="34" charset="0"/>
                      <a:cs typeface="Arial" panose="020B0604020202090204" pitchFamily="34" charset="0"/>
                    </a:endParaRPr>
                  </a:p>
                </p:txBody>
              </p:sp>
              <p:sp>
                <p:nvSpPr>
                  <p:cNvPr id="115788" name="Freeform 109"/>
                  <p:cNvSpPr/>
                  <p:nvPr/>
                </p:nvSpPr>
                <p:spPr bwMode="auto">
                  <a:xfrm>
                    <a:off x="282" y="1951"/>
                    <a:ext cx="302" cy="274"/>
                  </a:xfrm>
                  <a:custGeom>
                    <a:avLst/>
                    <a:gdLst>
                      <a:gd name="T0" fmla="*/ 37 w 381"/>
                      <a:gd name="T1" fmla="*/ 274 h 274"/>
                      <a:gd name="T2" fmla="*/ 37 w 381"/>
                      <a:gd name="T3" fmla="*/ 130 h 274"/>
                      <a:gd name="T4" fmla="*/ 0 w 381"/>
                      <a:gd name="T5" fmla="*/ 0 h 274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81" h="274">
                        <a:moveTo>
                          <a:pt x="381" y="274"/>
                        </a:moveTo>
                        <a:lnTo>
                          <a:pt x="381" y="13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22629" name="Line 110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470" y="2270"/>
                    <a:ext cx="152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400" i="0" dirty="0">
                      <a:solidFill>
                        <a:srgbClr val="000000"/>
                      </a:solidFill>
                      <a:latin typeface="Arial" panose="020B0604020202090204" pitchFamily="34" charset="0"/>
                      <a:cs typeface="Arial" panose="020B0604020202090204" pitchFamily="34" charset="0"/>
                    </a:endParaRPr>
                  </a:p>
                </p:txBody>
              </p:sp>
              <p:pic>
                <p:nvPicPr>
                  <p:cNvPr id="115790" name="Picture 111" descr="tv"/>
                  <p:cNvPicPr>
                    <a:picLocks noChangeAspect="1" noChangeArrowheads="1"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" y="1737"/>
                    <a:ext cx="476" cy="42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  <p:sp>
            <p:nvSpPr>
              <p:cNvPr id="22548" name="Text Box 112"/>
              <p:cNvSpPr txBox="1">
                <a:spLocks noChangeArrowheads="1"/>
              </p:cNvSpPr>
              <p:nvPr/>
            </p:nvSpPr>
            <p:spPr bwMode="auto">
              <a:xfrm>
                <a:off x="7188723" y="1823710"/>
                <a:ext cx="488952" cy="45712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90204" pitchFamily="34" charset="0"/>
                    <a:ea typeface="MS PGothic" charset="0"/>
                    <a:cs typeface="Arial" panose="020B060402020209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defRPr>
                </a:lvl9pPr>
              </a:lstStyle>
              <a:p>
                <a:pPr>
                  <a:defRPr/>
                </a:pPr>
                <a:r>
                  <a:rPr lang="en-US" i="0" dirty="0" smtClean="0">
                    <a:solidFill>
                      <a:srgbClr val="969696"/>
                    </a:solidFill>
                    <a:latin typeface="Times New Roman" panose="02020503050405090304" charset="0"/>
                  </a:rPr>
                  <a:t>…</a:t>
                </a:r>
                <a:endParaRPr lang="en-US" i="0" dirty="0" smtClean="0">
                  <a:solidFill>
                    <a:srgbClr val="969696"/>
                  </a:solidFill>
                  <a:latin typeface="Times New Roman" panose="02020503050405090304" charset="0"/>
                </a:endParaRPr>
              </a:p>
            </p:txBody>
          </p:sp>
          <p:sp>
            <p:nvSpPr>
              <p:cNvPr id="22549" name="Line 113"/>
              <p:cNvSpPr>
                <a:spLocks noChangeShapeType="1"/>
              </p:cNvSpPr>
              <p:nvPr/>
            </p:nvSpPr>
            <p:spPr bwMode="auto">
              <a:xfrm flipH="1">
                <a:off x="6169544" y="2164969"/>
                <a:ext cx="3175" cy="33332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 sz="2400" i="0" dirty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22550" name="Line 114"/>
              <p:cNvSpPr>
                <a:spLocks noChangeShapeType="1"/>
              </p:cNvSpPr>
              <p:nvPr/>
            </p:nvSpPr>
            <p:spPr bwMode="auto">
              <a:xfrm flipH="1">
                <a:off x="7074423" y="2164969"/>
                <a:ext cx="3175" cy="33332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 sz="2400" i="0" dirty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22551" name="Line 115"/>
              <p:cNvSpPr>
                <a:spLocks noChangeShapeType="1"/>
              </p:cNvSpPr>
              <p:nvPr/>
            </p:nvSpPr>
            <p:spPr bwMode="auto">
              <a:xfrm flipH="1">
                <a:off x="8211077" y="2164969"/>
                <a:ext cx="3175" cy="33332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 sz="2400" i="0" dirty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</p:grpSp>
        <p:grpSp>
          <p:nvGrpSpPr>
            <p:cNvPr id="115735" name="Group 5"/>
            <p:cNvGrpSpPr/>
            <p:nvPr/>
          </p:nvGrpSpPr>
          <p:grpSpPr bwMode="auto">
            <a:xfrm flipH="1">
              <a:off x="7298039" y="2490881"/>
              <a:ext cx="850900" cy="627063"/>
              <a:chOff x="6488251" y="2501584"/>
              <a:chExt cx="850900" cy="627063"/>
            </a:xfrm>
          </p:grpSpPr>
          <p:grpSp>
            <p:nvGrpSpPr>
              <p:cNvPr id="115756" name="Group 77"/>
              <p:cNvGrpSpPr/>
              <p:nvPr/>
            </p:nvGrpSpPr>
            <p:grpSpPr bwMode="auto">
              <a:xfrm>
                <a:off x="6488251" y="2601597"/>
                <a:ext cx="850900" cy="527050"/>
                <a:chOff x="-490" y="1664"/>
                <a:chExt cx="1429" cy="842"/>
              </a:xfrm>
            </p:grpSpPr>
            <p:sp>
              <p:nvSpPr>
                <p:cNvPr id="22637" name="AutoShape 78"/>
                <p:cNvSpPr>
                  <a:spLocks noChangeArrowheads="1"/>
                </p:cNvSpPr>
                <p:nvPr/>
              </p:nvSpPr>
              <p:spPr bwMode="auto">
                <a:xfrm>
                  <a:off x="-489" y="1663"/>
                  <a:ext cx="1429" cy="294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DDDDDD"/>
                </a:soli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2400" i="0" dirty="0">
                    <a:solidFill>
                      <a:srgbClr val="000000"/>
                    </a:solidFill>
                    <a:latin typeface="Arial" panose="020B0604020202090204" pitchFamily="34" charset="0"/>
                    <a:cs typeface="Arial" panose="020B0604020202090204" pitchFamily="34" charset="0"/>
                  </a:endParaRPr>
                </a:p>
              </p:txBody>
            </p:sp>
            <p:grpSp>
              <p:nvGrpSpPr>
                <p:cNvPr id="115759" name="Group 79"/>
                <p:cNvGrpSpPr/>
                <p:nvPr/>
              </p:nvGrpSpPr>
              <p:grpSpPr bwMode="auto">
                <a:xfrm>
                  <a:off x="-427" y="1737"/>
                  <a:ext cx="1217" cy="769"/>
                  <a:chOff x="-427" y="1737"/>
                  <a:chExt cx="1217" cy="769"/>
                </a:xfrm>
              </p:grpSpPr>
              <p:sp>
                <p:nvSpPr>
                  <p:cNvPr id="22639" name="Rectangle 80"/>
                  <p:cNvSpPr>
                    <a:spLocks noChangeArrowheads="1"/>
                  </p:cNvSpPr>
                  <p:nvPr/>
                </p:nvSpPr>
                <p:spPr bwMode="auto">
                  <a:xfrm>
                    <a:off x="-329" y="1922"/>
                    <a:ext cx="1120" cy="583"/>
                  </a:xfrm>
                  <a:prstGeom prst="rect">
                    <a:avLst/>
                  </a:prstGeom>
                  <a:solidFill>
                    <a:srgbClr val="DDDDDD"/>
                  </a:solidFill>
                  <a:ln>
                    <a:noFill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sz="2400" i="0" dirty="0">
                      <a:solidFill>
                        <a:srgbClr val="000000"/>
                      </a:solidFill>
                      <a:latin typeface="Arial" panose="020B0604020202090204" pitchFamily="34" charset="0"/>
                      <a:cs typeface="Arial" panose="020B0604020202090204" pitchFamily="34" charset="0"/>
                    </a:endParaRPr>
                  </a:p>
                </p:txBody>
              </p:sp>
              <p:sp>
                <p:nvSpPr>
                  <p:cNvPr id="115761" name="Line 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-150" y="2270"/>
                    <a:ext cx="230" cy="1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</p:spPr>
                <p:txBody>
                  <a:bodyPr wrap="none"/>
                  <a:lstStyle/>
                  <a:p>
                    <a:endParaRPr lang="en-US" dirty="0"/>
                  </a:p>
                </p:txBody>
              </p:sp>
              <p:grpSp>
                <p:nvGrpSpPr>
                  <p:cNvPr id="115762" name="Group 82"/>
                  <p:cNvGrpSpPr/>
                  <p:nvPr/>
                </p:nvGrpSpPr>
                <p:grpSpPr bwMode="auto">
                  <a:xfrm>
                    <a:off x="68" y="2192"/>
                    <a:ext cx="387" cy="139"/>
                    <a:chOff x="322" y="890"/>
                    <a:chExt cx="872" cy="339"/>
                  </a:xfrm>
                </p:grpSpPr>
                <p:sp>
                  <p:nvSpPr>
                    <p:cNvPr id="22647" name="Rectangle 8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22" y="998"/>
                      <a:ext cx="871" cy="229"/>
                    </a:xfrm>
                    <a:prstGeom prst="rect">
                      <a:avLst/>
                    </a:prstGeom>
                    <a:solidFill>
                      <a:srgbClr val="FFFF99"/>
                    </a:solidFill>
                    <a:ln w="9525">
                      <a:solidFill>
                        <a:schemeClr val="tx1"/>
                      </a:solidFill>
                      <a:miter lim="800000"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sz="2400" i="0" dirty="0">
                        <a:solidFill>
                          <a:srgbClr val="000000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p:txBody>
                </p:sp>
                <p:sp>
                  <p:nvSpPr>
                    <p:cNvPr id="22648" name="Rectangle 8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94" y="1072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sz="2400" i="0" dirty="0">
                        <a:solidFill>
                          <a:srgbClr val="000000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p:txBody>
                </p:sp>
                <p:sp>
                  <p:nvSpPr>
                    <p:cNvPr id="22649" name="Rectangle 8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66" y="1072"/>
                      <a:ext cx="54" cy="56"/>
                    </a:xfrm>
                    <a:prstGeom prst="rect">
                      <a:avLst/>
                    </a:prstGeom>
                    <a:solidFill>
                      <a:srgbClr val="33CC33"/>
                    </a:solidFill>
                    <a:ln>
                      <a:noFill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sz="2400" i="0" dirty="0">
                        <a:solidFill>
                          <a:srgbClr val="000000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p:txBody>
                </p:sp>
                <p:sp>
                  <p:nvSpPr>
                    <p:cNvPr id="22650" name="Rectangle 8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39" y="1066"/>
                      <a:ext cx="60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sz="2400" i="0" dirty="0">
                        <a:solidFill>
                          <a:srgbClr val="000000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p:txBody>
                </p:sp>
                <p:sp>
                  <p:nvSpPr>
                    <p:cNvPr id="22651" name="Rectangle 8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7" y="1066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sz="2400" i="0" dirty="0">
                        <a:solidFill>
                          <a:srgbClr val="000000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p:txBody>
                </p:sp>
                <p:sp>
                  <p:nvSpPr>
                    <p:cNvPr id="115773" name="AutoShape 88"/>
                    <p:cNvSpPr>
                      <a:spLocks noChangeArrowheads="1"/>
                    </p:cNvSpPr>
                    <p:nvPr/>
                  </p:nvSpPr>
                  <p:spPr bwMode="auto">
                    <a:xfrm rot="10800000" flipH="1">
                      <a:off x="322" y="890"/>
                      <a:ext cx="859" cy="110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w 21600"/>
                        <a:gd name="T7" fmla="*/ 0 h 21600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4501 w 21600"/>
                        <a:gd name="T13" fmla="*/ 4516 h 21600"/>
                        <a:gd name="T14" fmla="*/ 17099 w 21600"/>
                        <a:gd name="T15" fmla="*/ 17084 h 21600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1600" h="21600">
                          <a:moveTo>
                            <a:pt x="0" y="0"/>
                          </a:moveTo>
                          <a:lnTo>
                            <a:pt x="5400" y="21600"/>
                          </a:lnTo>
                          <a:lnTo>
                            <a:pt x="16200" y="21600"/>
                          </a:lnTo>
                          <a:lnTo>
                            <a:pt x="21600" y="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FFFF99"/>
                    </a:solidFill>
                    <a:ln w="9525">
                      <a:solidFill>
                        <a:schemeClr val="tx1"/>
                      </a:solidFill>
                      <a:miter lim="800000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 dirty="0"/>
                    </a:p>
                  </p:txBody>
                </p:sp>
              </p:grpSp>
              <p:pic>
                <p:nvPicPr>
                  <p:cNvPr id="115763" name="Picture 89" descr="desktop_computer_stylized_small"/>
                  <p:cNvPicPr>
                    <a:picLocks noChangeAspect="1" noChangeArrowheads="1"/>
                  </p:cNvPicPr>
                  <p:nvPr/>
                </p:nvPicPr>
                <p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-427" y="2049"/>
                    <a:ext cx="447" cy="41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22643" name="Rectangle 90"/>
                  <p:cNvSpPr>
                    <a:spLocks noChangeArrowheads="1"/>
                  </p:cNvSpPr>
                  <p:nvPr/>
                </p:nvSpPr>
                <p:spPr bwMode="auto">
                  <a:xfrm>
                    <a:off x="529" y="2231"/>
                    <a:ext cx="104" cy="91"/>
                  </a:xfrm>
                  <a:prstGeom prst="rect">
                    <a:avLst/>
                  </a:prstGeom>
                  <a:solidFill>
                    <a:srgbClr val="000099"/>
                  </a:solidFill>
                  <a:ln w="9525">
                    <a:solidFill>
                      <a:schemeClr val="tx1"/>
                    </a:solidFill>
                    <a:miter lim="800000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sz="2400" i="0" dirty="0">
                      <a:solidFill>
                        <a:srgbClr val="000000"/>
                      </a:solidFill>
                      <a:latin typeface="Arial" panose="020B0604020202090204" pitchFamily="34" charset="0"/>
                      <a:cs typeface="Arial" panose="020B0604020202090204" pitchFamily="34" charset="0"/>
                    </a:endParaRPr>
                  </a:p>
                </p:txBody>
              </p:sp>
              <p:sp>
                <p:nvSpPr>
                  <p:cNvPr id="115765" name="Freeform 91"/>
                  <p:cNvSpPr/>
                  <p:nvPr/>
                </p:nvSpPr>
                <p:spPr bwMode="auto">
                  <a:xfrm>
                    <a:off x="282" y="1951"/>
                    <a:ext cx="302" cy="274"/>
                  </a:xfrm>
                  <a:custGeom>
                    <a:avLst/>
                    <a:gdLst>
                      <a:gd name="T0" fmla="*/ 37 w 381"/>
                      <a:gd name="T1" fmla="*/ 274 h 274"/>
                      <a:gd name="T2" fmla="*/ 37 w 381"/>
                      <a:gd name="T3" fmla="*/ 130 h 274"/>
                      <a:gd name="T4" fmla="*/ 0 w 381"/>
                      <a:gd name="T5" fmla="*/ 0 h 274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81" h="274">
                        <a:moveTo>
                          <a:pt x="381" y="274"/>
                        </a:moveTo>
                        <a:lnTo>
                          <a:pt x="381" y="13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22645" name="Line 92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471" y="2269"/>
                    <a:ext cx="152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400" i="0" dirty="0">
                      <a:solidFill>
                        <a:srgbClr val="000000"/>
                      </a:solidFill>
                      <a:latin typeface="Arial" panose="020B0604020202090204" pitchFamily="34" charset="0"/>
                      <a:cs typeface="Arial" panose="020B0604020202090204" pitchFamily="34" charset="0"/>
                    </a:endParaRPr>
                  </a:p>
                </p:txBody>
              </p:sp>
              <p:pic>
                <p:nvPicPr>
                  <p:cNvPr id="115767" name="Picture 93" descr="tv"/>
                  <p:cNvPicPr>
                    <a:picLocks noChangeAspect="1" noChangeArrowheads="1"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" y="1737"/>
                    <a:ext cx="476" cy="42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  <p:sp>
            <p:nvSpPr>
              <p:cNvPr id="115757" name="Freeform 116"/>
              <p:cNvSpPr/>
              <p:nvPr/>
            </p:nvSpPr>
            <p:spPr bwMode="auto">
              <a:xfrm>
                <a:off x="7159763" y="2501584"/>
                <a:ext cx="127000" cy="476250"/>
              </a:xfrm>
              <a:custGeom>
                <a:avLst/>
                <a:gdLst>
                  <a:gd name="T0" fmla="*/ 0 w 80"/>
                  <a:gd name="T1" fmla="*/ 2147483647 h 300"/>
                  <a:gd name="T2" fmla="*/ 2147483647 w 80"/>
                  <a:gd name="T3" fmla="*/ 2147483647 h 300"/>
                  <a:gd name="T4" fmla="*/ 2147483647 w 80"/>
                  <a:gd name="T5" fmla="*/ 0 h 3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0" h="300">
                    <a:moveTo>
                      <a:pt x="0" y="300"/>
                    </a:moveTo>
                    <a:lnTo>
                      <a:pt x="80" y="300"/>
                    </a:lnTo>
                    <a:lnTo>
                      <a:pt x="80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</p:grpSp>
        <p:grpSp>
          <p:nvGrpSpPr>
            <p:cNvPr id="115736" name="Group 186"/>
            <p:cNvGrpSpPr/>
            <p:nvPr/>
          </p:nvGrpSpPr>
          <p:grpSpPr bwMode="auto">
            <a:xfrm flipH="1">
              <a:off x="5984260" y="2507718"/>
              <a:ext cx="850900" cy="627063"/>
              <a:chOff x="6488251" y="2501584"/>
              <a:chExt cx="850900" cy="627063"/>
            </a:xfrm>
          </p:grpSpPr>
          <p:grpSp>
            <p:nvGrpSpPr>
              <p:cNvPr id="115738" name="Group 77"/>
              <p:cNvGrpSpPr/>
              <p:nvPr/>
            </p:nvGrpSpPr>
            <p:grpSpPr bwMode="auto">
              <a:xfrm>
                <a:off x="6488251" y="2601597"/>
                <a:ext cx="850900" cy="527050"/>
                <a:chOff x="-490" y="1664"/>
                <a:chExt cx="1429" cy="842"/>
              </a:xfrm>
            </p:grpSpPr>
            <p:sp>
              <p:nvSpPr>
                <p:cNvPr id="190" name="AutoShape 78"/>
                <p:cNvSpPr>
                  <a:spLocks noChangeArrowheads="1"/>
                </p:cNvSpPr>
                <p:nvPr/>
              </p:nvSpPr>
              <p:spPr bwMode="auto">
                <a:xfrm>
                  <a:off x="-491" y="1664"/>
                  <a:ext cx="1429" cy="294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DDDDDD"/>
                </a:soli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2400" i="0" dirty="0">
                    <a:solidFill>
                      <a:srgbClr val="000000"/>
                    </a:solidFill>
                    <a:latin typeface="Arial" panose="020B0604020202090204" pitchFamily="34" charset="0"/>
                    <a:cs typeface="Arial" panose="020B0604020202090204" pitchFamily="34" charset="0"/>
                  </a:endParaRPr>
                </a:p>
              </p:txBody>
            </p:sp>
            <p:grpSp>
              <p:nvGrpSpPr>
                <p:cNvPr id="115741" name="Group 79"/>
                <p:cNvGrpSpPr/>
                <p:nvPr/>
              </p:nvGrpSpPr>
              <p:grpSpPr bwMode="auto">
                <a:xfrm>
                  <a:off x="-427" y="1737"/>
                  <a:ext cx="1217" cy="769"/>
                  <a:chOff x="-427" y="1737"/>
                  <a:chExt cx="1217" cy="769"/>
                </a:xfrm>
              </p:grpSpPr>
              <p:sp>
                <p:nvSpPr>
                  <p:cNvPr id="192" name="Rectangle 80"/>
                  <p:cNvSpPr>
                    <a:spLocks noChangeArrowheads="1"/>
                  </p:cNvSpPr>
                  <p:nvPr/>
                </p:nvSpPr>
                <p:spPr bwMode="auto">
                  <a:xfrm>
                    <a:off x="-339" y="1923"/>
                    <a:ext cx="1128" cy="583"/>
                  </a:xfrm>
                  <a:prstGeom prst="rect">
                    <a:avLst/>
                  </a:prstGeom>
                  <a:solidFill>
                    <a:srgbClr val="DDDDDD"/>
                  </a:solidFill>
                  <a:ln>
                    <a:noFill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sz="2400" i="0" dirty="0">
                      <a:solidFill>
                        <a:srgbClr val="000000"/>
                      </a:solidFill>
                      <a:latin typeface="Arial" panose="020B0604020202090204" pitchFamily="34" charset="0"/>
                      <a:cs typeface="Arial" panose="020B0604020202090204" pitchFamily="34" charset="0"/>
                    </a:endParaRPr>
                  </a:p>
                </p:txBody>
              </p:sp>
              <p:sp>
                <p:nvSpPr>
                  <p:cNvPr id="115743" name="Line 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-150" y="2270"/>
                    <a:ext cx="230" cy="1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</p:spPr>
                <p:txBody>
                  <a:bodyPr wrap="none"/>
                  <a:lstStyle/>
                  <a:p>
                    <a:endParaRPr lang="en-US" dirty="0"/>
                  </a:p>
                </p:txBody>
              </p:sp>
              <p:grpSp>
                <p:nvGrpSpPr>
                  <p:cNvPr id="115744" name="Group 82"/>
                  <p:cNvGrpSpPr/>
                  <p:nvPr/>
                </p:nvGrpSpPr>
                <p:grpSpPr bwMode="auto">
                  <a:xfrm>
                    <a:off x="68" y="2192"/>
                    <a:ext cx="387" cy="139"/>
                    <a:chOff x="322" y="890"/>
                    <a:chExt cx="872" cy="339"/>
                  </a:xfrm>
                </p:grpSpPr>
                <p:sp>
                  <p:nvSpPr>
                    <p:cNvPr id="200" name="Rectangle 8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19" y="1000"/>
                      <a:ext cx="853" cy="229"/>
                    </a:xfrm>
                    <a:prstGeom prst="rect">
                      <a:avLst/>
                    </a:prstGeom>
                    <a:solidFill>
                      <a:srgbClr val="FFFF99"/>
                    </a:solidFill>
                    <a:ln w="9525">
                      <a:solidFill>
                        <a:schemeClr val="tx1"/>
                      </a:solidFill>
                      <a:miter lim="800000"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sz="2400" i="0" dirty="0">
                        <a:solidFill>
                          <a:srgbClr val="000000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p:txBody>
                </p:sp>
                <p:sp>
                  <p:nvSpPr>
                    <p:cNvPr id="201" name="Rectangle 8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3" y="1074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sz="2400" i="0" dirty="0">
                        <a:solidFill>
                          <a:srgbClr val="000000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p:txBody>
                </p:sp>
                <p:sp>
                  <p:nvSpPr>
                    <p:cNvPr id="202" name="Rectangle 8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45" y="1074"/>
                      <a:ext cx="54" cy="56"/>
                    </a:xfrm>
                    <a:prstGeom prst="rect">
                      <a:avLst/>
                    </a:prstGeom>
                    <a:solidFill>
                      <a:srgbClr val="33CC33"/>
                    </a:solidFill>
                    <a:ln>
                      <a:noFill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sz="2400" i="0" dirty="0">
                        <a:solidFill>
                          <a:srgbClr val="000000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p:txBody>
                </p:sp>
                <p:sp>
                  <p:nvSpPr>
                    <p:cNvPr id="203" name="Rectangle 8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17" y="1068"/>
                      <a:ext cx="60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sz="2400" i="0" dirty="0">
                        <a:solidFill>
                          <a:srgbClr val="000000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p:txBody>
                </p:sp>
                <p:sp>
                  <p:nvSpPr>
                    <p:cNvPr id="204" name="Rectangle 8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95" y="1068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sz="2400" i="0" dirty="0">
                        <a:solidFill>
                          <a:srgbClr val="000000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p:txBody>
                </p:sp>
                <p:sp>
                  <p:nvSpPr>
                    <p:cNvPr id="115755" name="AutoShape 88"/>
                    <p:cNvSpPr>
                      <a:spLocks noChangeArrowheads="1"/>
                    </p:cNvSpPr>
                    <p:nvPr/>
                  </p:nvSpPr>
                  <p:spPr bwMode="auto">
                    <a:xfrm rot="10800000" flipH="1">
                      <a:off x="322" y="890"/>
                      <a:ext cx="859" cy="110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w 21600"/>
                        <a:gd name="T7" fmla="*/ 0 h 21600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4501 w 21600"/>
                        <a:gd name="T13" fmla="*/ 4516 h 21600"/>
                        <a:gd name="T14" fmla="*/ 17099 w 21600"/>
                        <a:gd name="T15" fmla="*/ 17084 h 21600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21600" h="21600">
                          <a:moveTo>
                            <a:pt x="0" y="0"/>
                          </a:moveTo>
                          <a:lnTo>
                            <a:pt x="5400" y="21600"/>
                          </a:lnTo>
                          <a:lnTo>
                            <a:pt x="16200" y="21600"/>
                          </a:lnTo>
                          <a:lnTo>
                            <a:pt x="21600" y="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FFFF99"/>
                    </a:solidFill>
                    <a:ln w="9525">
                      <a:solidFill>
                        <a:schemeClr val="tx1"/>
                      </a:solidFill>
                      <a:miter lim="800000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 dirty="0"/>
                    </a:p>
                  </p:txBody>
                </p:sp>
              </p:grpSp>
              <p:pic>
                <p:nvPicPr>
                  <p:cNvPr id="115745" name="Picture 89" descr="desktop_computer_stylized_small"/>
                  <p:cNvPicPr>
                    <a:picLocks noChangeAspect="1" noChangeArrowheads="1"/>
                  </p:cNvPicPr>
                  <p:nvPr/>
                </p:nvPicPr>
                <p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-427" y="2049"/>
                    <a:ext cx="447" cy="41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196" name="Rectangle 90"/>
                  <p:cNvSpPr>
                    <a:spLocks noChangeArrowheads="1"/>
                  </p:cNvSpPr>
                  <p:nvPr/>
                </p:nvSpPr>
                <p:spPr bwMode="auto">
                  <a:xfrm>
                    <a:off x="528" y="2232"/>
                    <a:ext cx="104" cy="91"/>
                  </a:xfrm>
                  <a:prstGeom prst="rect">
                    <a:avLst/>
                  </a:prstGeom>
                  <a:solidFill>
                    <a:srgbClr val="000099"/>
                  </a:solidFill>
                  <a:ln w="9525">
                    <a:solidFill>
                      <a:schemeClr val="tx1"/>
                    </a:solidFill>
                    <a:miter lim="800000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sz="2400" i="0" dirty="0">
                      <a:solidFill>
                        <a:srgbClr val="000000"/>
                      </a:solidFill>
                      <a:latin typeface="Arial" panose="020B0604020202090204" pitchFamily="34" charset="0"/>
                      <a:cs typeface="Arial" panose="020B0604020202090204" pitchFamily="34" charset="0"/>
                    </a:endParaRPr>
                  </a:p>
                </p:txBody>
              </p:sp>
              <p:sp>
                <p:nvSpPr>
                  <p:cNvPr id="115747" name="Freeform 91"/>
                  <p:cNvSpPr/>
                  <p:nvPr/>
                </p:nvSpPr>
                <p:spPr bwMode="auto">
                  <a:xfrm>
                    <a:off x="282" y="1951"/>
                    <a:ext cx="302" cy="274"/>
                  </a:xfrm>
                  <a:custGeom>
                    <a:avLst/>
                    <a:gdLst>
                      <a:gd name="T0" fmla="*/ 37 w 381"/>
                      <a:gd name="T1" fmla="*/ 274 h 274"/>
                      <a:gd name="T2" fmla="*/ 37 w 381"/>
                      <a:gd name="T3" fmla="*/ 130 h 274"/>
                      <a:gd name="T4" fmla="*/ 0 w 381"/>
                      <a:gd name="T5" fmla="*/ 0 h 274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81" h="274">
                        <a:moveTo>
                          <a:pt x="381" y="274"/>
                        </a:moveTo>
                        <a:lnTo>
                          <a:pt x="381" y="13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98" name="Line 92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469" y="2270"/>
                    <a:ext cx="152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400" i="0" dirty="0">
                      <a:solidFill>
                        <a:srgbClr val="000000"/>
                      </a:solidFill>
                      <a:latin typeface="Arial" panose="020B0604020202090204" pitchFamily="34" charset="0"/>
                      <a:cs typeface="Arial" panose="020B0604020202090204" pitchFamily="34" charset="0"/>
                    </a:endParaRPr>
                  </a:p>
                </p:txBody>
              </p:sp>
              <p:pic>
                <p:nvPicPr>
                  <p:cNvPr id="115749" name="Picture 93" descr="tv"/>
                  <p:cNvPicPr>
                    <a:picLocks noChangeAspect="1" noChangeArrowheads="1"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" y="1737"/>
                    <a:ext cx="476" cy="42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  <p:sp>
            <p:nvSpPr>
              <p:cNvPr id="115739" name="Freeform 116"/>
              <p:cNvSpPr/>
              <p:nvPr/>
            </p:nvSpPr>
            <p:spPr bwMode="auto">
              <a:xfrm>
                <a:off x="7159763" y="2501584"/>
                <a:ext cx="127000" cy="476250"/>
              </a:xfrm>
              <a:custGeom>
                <a:avLst/>
                <a:gdLst>
                  <a:gd name="T0" fmla="*/ 0 w 80"/>
                  <a:gd name="T1" fmla="*/ 2147483647 h 300"/>
                  <a:gd name="T2" fmla="*/ 2147483647 w 80"/>
                  <a:gd name="T3" fmla="*/ 2147483647 h 300"/>
                  <a:gd name="T4" fmla="*/ 2147483647 w 80"/>
                  <a:gd name="T5" fmla="*/ 0 h 3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0" h="300">
                    <a:moveTo>
                      <a:pt x="0" y="300"/>
                    </a:moveTo>
                    <a:lnTo>
                      <a:pt x="80" y="300"/>
                    </a:lnTo>
                    <a:lnTo>
                      <a:pt x="80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206" name="Text Box 112"/>
            <p:cNvSpPr txBox="1">
              <a:spLocks noChangeArrowheads="1"/>
            </p:cNvSpPr>
            <p:nvPr/>
          </p:nvSpPr>
          <p:spPr bwMode="auto">
            <a:xfrm>
              <a:off x="6787904" y="2596702"/>
              <a:ext cx="488952" cy="45712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MS PGothic" charset="0"/>
                  <a:cs typeface="Arial" panose="020B060402020209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defRPr>
              </a:lvl9pPr>
            </a:lstStyle>
            <a:p>
              <a:pPr>
                <a:defRPr/>
              </a:pPr>
              <a:r>
                <a:rPr lang="en-US" i="0" dirty="0" smtClean="0">
                  <a:solidFill>
                    <a:srgbClr val="969696"/>
                  </a:solidFill>
                  <a:latin typeface="Times New Roman" panose="02020503050405090304" charset="0"/>
                </a:rPr>
                <a:t>…</a:t>
              </a:r>
              <a:endParaRPr lang="en-US" i="0" dirty="0" smtClean="0">
                <a:solidFill>
                  <a:srgbClr val="969696"/>
                </a:solidFill>
                <a:latin typeface="Times New Roman" panose="02020503050405090304" charset="0"/>
              </a:endParaRPr>
            </a:p>
          </p:txBody>
        </p:sp>
      </p:grpSp>
      <p:grpSp>
        <p:nvGrpSpPr>
          <p:cNvPr id="11" name="Group 10"/>
          <p:cNvGrpSpPr/>
          <p:nvPr/>
        </p:nvGrpSpPr>
        <p:grpSpPr bwMode="auto">
          <a:xfrm>
            <a:off x="1563688" y="1239838"/>
            <a:ext cx="6373812" cy="938212"/>
            <a:chOff x="1987247" y="1333114"/>
            <a:chExt cx="5338532" cy="938762"/>
          </a:xfrm>
        </p:grpSpPr>
        <p:sp>
          <p:nvSpPr>
            <p:cNvPr id="22707" name="Text Box 6"/>
            <p:cNvSpPr txBox="1">
              <a:spLocks noChangeArrowheads="1"/>
            </p:cNvSpPr>
            <p:nvPr/>
          </p:nvSpPr>
          <p:spPr bwMode="auto">
            <a:xfrm>
              <a:off x="1987247" y="1333114"/>
              <a:ext cx="5338532" cy="51782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MS PGothic" charset="0"/>
                  <a:cs typeface="Arial" panose="020B060402020209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defRPr>
              </a:lvl9pPr>
            </a:lstStyle>
            <a:p>
              <a:pPr algn="ctr">
                <a:lnSpc>
                  <a:spcPct val="85000"/>
                </a:lnSpc>
                <a:defRPr/>
              </a:pPr>
              <a:r>
                <a:rPr lang="en-US" sz="1600" dirty="0" smtClean="0">
                  <a:solidFill>
                    <a:srgbClr val="000000"/>
                  </a:solidFill>
                </a:rPr>
                <a:t>Internet frames, TV channels, control  transmitted </a:t>
              </a:r>
              <a:endParaRPr lang="en-US" sz="1600" dirty="0" smtClean="0">
                <a:solidFill>
                  <a:srgbClr val="000000"/>
                </a:solidFill>
              </a:endParaRPr>
            </a:p>
            <a:p>
              <a:pPr algn="ctr">
                <a:lnSpc>
                  <a:spcPct val="85000"/>
                </a:lnSpc>
                <a:defRPr/>
              </a:pPr>
              <a:r>
                <a:rPr lang="en-US" sz="1600" dirty="0" smtClean="0">
                  <a:solidFill>
                    <a:srgbClr val="000000"/>
                  </a:solidFill>
                </a:rPr>
                <a:t>downstream at different frequencies</a:t>
              </a:r>
              <a:endParaRPr lang="en-US" sz="1600" dirty="0" smtClean="0">
                <a:solidFill>
                  <a:srgbClr val="000000"/>
                </a:solidFill>
              </a:endParaRPr>
            </a:p>
          </p:txBody>
        </p:sp>
        <p:sp>
          <p:nvSpPr>
            <p:cNvPr id="115732" name="Right Arrow 9"/>
            <p:cNvSpPr>
              <a:spLocks noChangeArrowheads="1"/>
            </p:cNvSpPr>
            <p:nvPr/>
          </p:nvSpPr>
          <p:spPr bwMode="auto">
            <a:xfrm>
              <a:off x="3457110" y="1787244"/>
              <a:ext cx="2387053" cy="484632"/>
            </a:xfrm>
            <a:prstGeom prst="rightArrow">
              <a:avLst>
                <a:gd name="adj1" fmla="val 50000"/>
                <a:gd name="adj2" fmla="val 50007"/>
              </a:avLst>
            </a:prstGeom>
            <a:gradFill rotWithShape="1">
              <a:gsLst>
                <a:gs pos="0">
                  <a:srgbClr val="FFFFFF"/>
                </a:gs>
                <a:gs pos="100000">
                  <a:srgbClr val="0000FF"/>
                </a:gs>
              </a:gsLst>
              <a:lin ang="0"/>
            </a:gradFill>
            <a:ln>
              <a:noFill/>
            </a:ln>
          </p:spPr>
          <p:txBody>
            <a:bodyPr/>
            <a:lstStyle/>
            <a:p>
              <a:endParaRPr lang="en-US" sz="2400" i="0" dirty="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</p:grpSp>
      <p:grpSp>
        <p:nvGrpSpPr>
          <p:cNvPr id="12" name="Group 11"/>
          <p:cNvGrpSpPr/>
          <p:nvPr/>
        </p:nvGrpSpPr>
        <p:grpSpPr bwMode="auto">
          <a:xfrm>
            <a:off x="2998788" y="3644900"/>
            <a:ext cx="5995987" cy="944563"/>
            <a:chOff x="2810374" y="3867998"/>
            <a:chExt cx="5997028" cy="944803"/>
          </a:xfrm>
        </p:grpSpPr>
        <p:sp>
          <p:nvSpPr>
            <p:cNvPr id="213" name="Text Box 6"/>
            <p:cNvSpPr txBox="1">
              <a:spLocks noChangeArrowheads="1"/>
            </p:cNvSpPr>
            <p:nvPr/>
          </p:nvSpPr>
          <p:spPr bwMode="auto">
            <a:xfrm>
              <a:off x="2810374" y="4295145"/>
              <a:ext cx="5997028" cy="51765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MS PGothic" charset="0"/>
                  <a:cs typeface="Arial" panose="020B060402020209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defRPr>
              </a:lvl9pPr>
            </a:lstStyle>
            <a:p>
              <a:pPr algn="ctr">
                <a:lnSpc>
                  <a:spcPct val="85000"/>
                </a:lnSpc>
                <a:defRPr/>
              </a:pPr>
              <a:r>
                <a:rPr lang="en-US" sz="1600" dirty="0" smtClean="0">
                  <a:solidFill>
                    <a:srgbClr val="000000"/>
                  </a:solidFill>
                </a:rPr>
                <a:t>upstream Internet frames, TV control,  transmitted </a:t>
              </a:r>
              <a:endParaRPr lang="en-US" sz="1600" dirty="0" smtClean="0">
                <a:solidFill>
                  <a:srgbClr val="000000"/>
                </a:solidFill>
              </a:endParaRPr>
            </a:p>
            <a:p>
              <a:pPr algn="ctr">
                <a:lnSpc>
                  <a:spcPct val="85000"/>
                </a:lnSpc>
                <a:defRPr/>
              </a:pPr>
              <a:r>
                <a:rPr lang="en-US" sz="1600" dirty="0" smtClean="0">
                  <a:solidFill>
                    <a:srgbClr val="000000"/>
                  </a:solidFill>
                </a:rPr>
                <a:t>upstream at different frequencies in time slots</a:t>
              </a:r>
              <a:endParaRPr lang="en-US" sz="1600" dirty="0" smtClean="0">
                <a:solidFill>
                  <a:srgbClr val="000000"/>
                </a:solidFill>
              </a:endParaRPr>
            </a:p>
          </p:txBody>
        </p:sp>
        <p:sp>
          <p:nvSpPr>
            <p:cNvPr id="115730" name="Right Arrow 213"/>
            <p:cNvSpPr>
              <a:spLocks noChangeArrowheads="1"/>
            </p:cNvSpPr>
            <p:nvPr/>
          </p:nvSpPr>
          <p:spPr bwMode="auto">
            <a:xfrm rot="10800000">
              <a:off x="4197454" y="3867998"/>
              <a:ext cx="2387053" cy="484632"/>
            </a:xfrm>
            <a:prstGeom prst="rightArrow">
              <a:avLst>
                <a:gd name="adj1" fmla="val 50000"/>
                <a:gd name="adj2" fmla="val 50007"/>
              </a:avLst>
            </a:prstGeom>
            <a:gradFill rotWithShape="1">
              <a:gsLst>
                <a:gs pos="0">
                  <a:srgbClr val="FFFFFF"/>
                </a:gs>
                <a:gs pos="100000">
                  <a:srgbClr val="0000FF"/>
                </a:gs>
              </a:gsLst>
              <a:lin ang="0"/>
            </a:gradFill>
            <a:ln>
              <a:noFill/>
            </a:ln>
          </p:spPr>
          <p:txBody>
            <a:bodyPr/>
            <a:lstStyle/>
            <a:p>
              <a:endParaRPr lang="en-US" sz="2400" i="0" dirty="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</p:grpSp>
      <p:pic>
        <p:nvPicPr>
          <p:cNvPr id="217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5613" y="2740025"/>
            <a:ext cx="260350" cy="52070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8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r>
              <a:rPr lang="en-US" sz="1200" dirty="0">
                <a:latin typeface="Tahoma" panose="020B0604030504040204" charset="0"/>
              </a:rPr>
              <a:t>6</a:t>
            </a:r>
            <a:r>
              <a:rPr lang="en-US" sz="1200" dirty="0" smtClean="0">
                <a:latin typeface="Tahoma" panose="020B0604030504040204" charset="0"/>
              </a:rPr>
              <a:t>-</a:t>
            </a:r>
            <a:fld id="{8E8C6E93-DF5B-BC4B-80F9-500DED1EEDCC}" type="slidenum">
              <a:rPr lang="en-US" sz="1200">
                <a:latin typeface="Tahoma" panose="020B0604030504040204" charset="0"/>
              </a:rPr>
            </a:fld>
            <a:endParaRPr lang="en-US" sz="1200" dirty="0">
              <a:latin typeface="Tahoma" panose="020B0604030504040204" charset="0"/>
            </a:endParaRPr>
          </a:p>
        </p:txBody>
      </p:sp>
      <p:sp>
        <p:nvSpPr>
          <p:cNvPr id="18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pPr algn="r"/>
            <a:r>
              <a:rPr lang="en-US" sz="1200" dirty="0" smtClean="0">
                <a:solidFill>
                  <a:srgbClr val="000000"/>
                </a:solidFill>
                <a:latin typeface="Tahoma" panose="020B0604030504040204" charset="0"/>
                <a:cs typeface="Arial" panose="020B0604020202090204" pitchFamily="34" charset="0"/>
              </a:rPr>
              <a:t>Link Layer and LANs</a:t>
            </a:r>
            <a:endParaRPr lang="en-US" sz="1200" dirty="0">
              <a:solidFill>
                <a:srgbClr val="000000"/>
              </a:solidFill>
              <a:latin typeface="Tahoma" panose="020B060403050404020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9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9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8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24" name="Rectangle 4"/>
          <p:cNvSpPr>
            <a:spLocks noChangeArrowheads="1"/>
          </p:cNvSpPr>
          <p:nvPr/>
        </p:nvSpPr>
        <p:spPr bwMode="auto">
          <a:xfrm>
            <a:off x="915988" y="4119563"/>
            <a:ext cx="7832725" cy="2289175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/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defRPr/>
            </a:pPr>
            <a:r>
              <a:rPr lang="en-US" sz="2800" i="0" dirty="0">
                <a:solidFill>
                  <a:srgbClr val="CC0000"/>
                </a:solidFill>
                <a:latin typeface="Gill Sans MT" pitchFamily="34" charset="0"/>
                <a:cs typeface="+mn-cs"/>
              </a:rPr>
              <a:t>DOCSIS: </a:t>
            </a:r>
            <a:r>
              <a:rPr lang="en-US" sz="2800" i="0" dirty="0">
                <a:latin typeface="Gill Sans MT" pitchFamily="34" charset="0"/>
                <a:cs typeface="+mn-cs"/>
              </a:rPr>
              <a:t>data over cable service interface spec </a:t>
            </a:r>
            <a:endParaRPr lang="en-US" sz="2800" b="1" i="0" dirty="0">
              <a:latin typeface="Gill Sans MT" pitchFamily="34" charset="0"/>
              <a:cs typeface="+mn-cs"/>
            </a:endParaRPr>
          </a:p>
          <a:p>
            <a:pPr marL="231775" indent="-2317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i="0" dirty="0">
                <a:latin typeface="Gill Sans MT" pitchFamily="34" charset="0"/>
                <a:cs typeface="+mn-cs"/>
              </a:rPr>
              <a:t>FDM over upstream, downstream frequency channels</a:t>
            </a:r>
            <a:endParaRPr lang="en-US" sz="2400" i="0" dirty="0">
              <a:latin typeface="Gill Sans MT" pitchFamily="34" charset="0"/>
              <a:cs typeface="+mn-cs"/>
            </a:endParaRPr>
          </a:p>
          <a:p>
            <a:pPr marL="231775" indent="-2317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i="0" dirty="0">
                <a:latin typeface="Gill Sans MT" pitchFamily="34" charset="0"/>
                <a:cs typeface="+mn-cs"/>
              </a:rPr>
              <a:t>TDM upstream: some slots assigned, some have contention</a:t>
            </a:r>
            <a:endParaRPr lang="en-US" sz="2400" i="0" dirty="0">
              <a:latin typeface="Gill Sans MT" pitchFamily="34" charset="0"/>
              <a:cs typeface="+mn-cs"/>
            </a:endParaRPr>
          </a:p>
          <a:p>
            <a:pPr marL="681355" lvl="1" indent="-22415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Arial" panose="020B0604020202090204"/>
              <a:buChar char="•"/>
              <a:defRPr/>
            </a:pPr>
            <a:r>
              <a:rPr lang="en-US" sz="2400" i="0" dirty="0">
                <a:latin typeface="Gill Sans MT" pitchFamily="34" charset="0"/>
                <a:cs typeface="+mn-cs"/>
              </a:rPr>
              <a:t>downstream MAP frame: assigns upstream slots</a:t>
            </a:r>
            <a:endParaRPr lang="en-US" sz="2400" i="0" dirty="0">
              <a:latin typeface="Gill Sans MT" pitchFamily="34" charset="0"/>
              <a:cs typeface="+mn-cs"/>
            </a:endParaRPr>
          </a:p>
          <a:p>
            <a:pPr marL="681355" lvl="1" indent="-22415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Arial" panose="020B0604020202090204"/>
              <a:buChar char="•"/>
              <a:defRPr/>
            </a:pPr>
            <a:r>
              <a:rPr lang="en-US" sz="2400" i="0" dirty="0">
                <a:latin typeface="Gill Sans MT" pitchFamily="34" charset="0"/>
                <a:cs typeface="+mn-cs"/>
              </a:rPr>
              <a:t>request for upstream slots (and data) transmitted random access (binary backoff) in selected slots</a:t>
            </a:r>
            <a:endParaRPr lang="en-US" sz="2400" i="0" dirty="0">
              <a:latin typeface="Gill Sans MT" pitchFamily="34" charset="0"/>
              <a:cs typeface="+mn-cs"/>
            </a:endParaRPr>
          </a:p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charset="0"/>
              <a:buNone/>
              <a:defRPr/>
            </a:pPr>
            <a:r>
              <a:rPr lang="en-US" sz="2800" i="0" dirty="0">
                <a:latin typeface="Gill Sans MT" pitchFamily="34" charset="0"/>
                <a:cs typeface="+mn-cs"/>
              </a:rPr>
              <a:t> </a:t>
            </a:r>
            <a:endParaRPr lang="en-US" sz="2800" i="0" dirty="0">
              <a:latin typeface="Gill Sans MT" pitchFamily="34" charset="0"/>
              <a:cs typeface="+mn-cs"/>
            </a:endParaRPr>
          </a:p>
        </p:txBody>
      </p:sp>
      <p:grpSp>
        <p:nvGrpSpPr>
          <p:cNvPr id="116740" name="Group 3"/>
          <p:cNvGrpSpPr/>
          <p:nvPr/>
        </p:nvGrpSpPr>
        <p:grpSpPr bwMode="auto">
          <a:xfrm>
            <a:off x="636588" y="1304925"/>
            <a:ext cx="8008937" cy="2705100"/>
            <a:chOff x="871157" y="3598021"/>
            <a:chExt cx="8009425" cy="2705644"/>
          </a:xfrm>
        </p:grpSpPr>
        <p:sp>
          <p:nvSpPr>
            <p:cNvPr id="6" name="Rectangle 5"/>
            <p:cNvSpPr/>
            <p:nvPr/>
          </p:nvSpPr>
          <p:spPr>
            <a:xfrm>
              <a:off x="4227336" y="3679000"/>
              <a:ext cx="970021" cy="425536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atin typeface="Arial" panose="020B0604020202090204"/>
                <a:cs typeface="Arial" panose="020B0604020202090204"/>
              </a:endParaRPr>
            </a:p>
          </p:txBody>
        </p:sp>
        <p:sp>
          <p:nvSpPr>
            <p:cNvPr id="116744" name="TextBox 6"/>
            <p:cNvSpPr txBox="1">
              <a:spLocks noChangeArrowheads="1"/>
            </p:cNvSpPr>
            <p:nvPr/>
          </p:nvSpPr>
          <p:spPr bwMode="auto">
            <a:xfrm>
              <a:off x="4154488" y="3716338"/>
              <a:ext cx="1036492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  <a:cs typeface="MS PGothic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lnSpc>
                  <a:spcPts val="1200"/>
                </a:lnSpc>
              </a:pPr>
              <a:r>
                <a:rPr lang="en-US" sz="1000" dirty="0">
                  <a:latin typeface="Arial" panose="020B0604020202090204" pitchFamily="34" charset="0"/>
                  <a:cs typeface="Arial" panose="020B0604020202090204" pitchFamily="34" charset="0"/>
                </a:rPr>
                <a:t>MAP frame for</a:t>
              </a:r>
              <a:endParaRPr lang="en-US" sz="1000" dirty="0">
                <a:latin typeface="Arial" panose="020B0604020202090204" pitchFamily="34" charset="0"/>
                <a:cs typeface="Arial" panose="020B0604020202090204" pitchFamily="34" charset="0"/>
              </a:endParaRPr>
            </a:p>
            <a:p>
              <a:pPr>
                <a:lnSpc>
                  <a:spcPts val="1200"/>
                </a:lnSpc>
              </a:pPr>
              <a:r>
                <a:rPr lang="en-US" sz="1000" dirty="0">
                  <a:latin typeface="Arial" panose="020B0604020202090204" pitchFamily="34" charset="0"/>
                  <a:cs typeface="Arial" panose="020B0604020202090204" pitchFamily="34" charset="0"/>
                </a:rPr>
                <a:t>Interval [t1, t2]</a:t>
              </a:r>
              <a:endParaRPr lang="en-US" sz="1000" dirty="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116745" name="TextBox 28"/>
            <p:cNvSpPr txBox="1">
              <a:spLocks noChangeArrowheads="1"/>
            </p:cNvSpPr>
            <p:nvPr/>
          </p:nvSpPr>
          <p:spPr bwMode="auto">
            <a:xfrm>
              <a:off x="6127750" y="5278438"/>
              <a:ext cx="275283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  <a:cs typeface="MS PGothic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r>
                <a:rPr lang="en-US" sz="1400" dirty="0">
                  <a:latin typeface="Arial" panose="020B0604020202090204" pitchFamily="34" charset="0"/>
                  <a:cs typeface="Arial" panose="020B0604020202090204" pitchFamily="34" charset="0"/>
                </a:rPr>
                <a:t>Residences with cable modems</a:t>
              </a:r>
              <a:endParaRPr lang="en-US" sz="1400" dirty="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30" name="Down Arrow 29"/>
            <p:cNvSpPr/>
            <p:nvPr/>
          </p:nvSpPr>
          <p:spPr>
            <a:xfrm rot="16200000">
              <a:off x="4257473" y="2472510"/>
              <a:ext cx="390604" cy="3607020"/>
            </a:xfrm>
            <a:prstGeom prst="downArrow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atin typeface="Arial" panose="020B0604020202090204"/>
                <a:cs typeface="Arial" panose="020B0604020202090204"/>
              </a:endParaRPr>
            </a:p>
          </p:txBody>
        </p:sp>
        <p:sp>
          <p:nvSpPr>
            <p:cNvPr id="31" name="Down Arrow 30"/>
            <p:cNvSpPr/>
            <p:nvPr/>
          </p:nvSpPr>
          <p:spPr>
            <a:xfrm rot="5400000">
              <a:off x="4198733" y="2898046"/>
              <a:ext cx="374725" cy="3607020"/>
            </a:xfrm>
            <a:prstGeom prst="downArrow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atin typeface="Arial" panose="020B0604020202090204"/>
                <a:cs typeface="Arial" panose="020B0604020202090204"/>
              </a:endParaRPr>
            </a:p>
          </p:txBody>
        </p:sp>
        <p:sp>
          <p:nvSpPr>
            <p:cNvPr id="116748" name="TextBox 31"/>
            <p:cNvSpPr txBox="1">
              <a:spLocks noChangeArrowheads="1"/>
            </p:cNvSpPr>
            <p:nvPr/>
          </p:nvSpPr>
          <p:spPr bwMode="auto">
            <a:xfrm>
              <a:off x="3505200" y="4124325"/>
              <a:ext cx="1745251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  <a:cs typeface="MS PGothic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r>
                <a:rPr lang="en-US" sz="1200" dirty="0">
                  <a:latin typeface="Arial" panose="020B0604020202090204" pitchFamily="34" charset="0"/>
                  <a:cs typeface="Arial" panose="020B0604020202090204" pitchFamily="34" charset="0"/>
                </a:rPr>
                <a:t>Downstream channel i</a:t>
              </a:r>
              <a:endParaRPr lang="en-US" sz="1200" dirty="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116749" name="TextBox 32"/>
            <p:cNvSpPr txBox="1">
              <a:spLocks noChangeArrowheads="1"/>
            </p:cNvSpPr>
            <p:nvPr/>
          </p:nvSpPr>
          <p:spPr bwMode="auto">
            <a:xfrm>
              <a:off x="3648075" y="4546600"/>
              <a:ext cx="1548533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  <a:cs typeface="MS PGothic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r>
                <a:rPr lang="en-US" sz="1200" dirty="0">
                  <a:latin typeface="Arial" panose="020B0604020202090204" pitchFamily="34" charset="0"/>
                  <a:cs typeface="Arial" panose="020B0604020202090204" pitchFamily="34" charset="0"/>
                </a:rPr>
                <a:t>Upstream channel j</a:t>
              </a:r>
              <a:endParaRPr lang="en-US" sz="1200" dirty="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pic>
          <p:nvPicPr>
            <p:cNvPr id="36884" name="Picture 4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40223" y="3796499"/>
              <a:ext cx="817612" cy="242936"/>
            </a:xfrm>
            <a:prstGeom prst="rect">
              <a:avLst/>
            </a:prstGeom>
            <a:noFill/>
            <a:ln>
              <a:noFill/>
            </a:ln>
            <a:effectLst/>
          </p:spPr>
        </p:pic>
        <p:cxnSp>
          <p:nvCxnSpPr>
            <p:cNvPr id="35" name="Straight Connector 34"/>
            <p:cNvCxnSpPr/>
            <p:nvPr/>
          </p:nvCxnSpPr>
          <p:spPr>
            <a:xfrm>
              <a:off x="3060452" y="5238239"/>
              <a:ext cx="2756068" cy="476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3119194" y="5044525"/>
              <a:ext cx="0" cy="19053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 flipH="1">
              <a:off x="3204924" y="5130267"/>
              <a:ext cx="3175" cy="10797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 flipH="1">
              <a:off x="3285891" y="5130267"/>
              <a:ext cx="3175" cy="10797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 flipH="1">
              <a:off x="3366859" y="5133443"/>
              <a:ext cx="1587" cy="10638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 flipH="1">
              <a:off x="3447826" y="5133443"/>
              <a:ext cx="1588" cy="10638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 flipH="1">
              <a:off x="3528794" y="5133443"/>
              <a:ext cx="1587" cy="10638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 flipH="1">
              <a:off x="3608174" y="5133443"/>
              <a:ext cx="3175" cy="10638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 flipH="1">
              <a:off x="3689141" y="5133443"/>
              <a:ext cx="3175" cy="10638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 flipH="1">
              <a:off x="3770109" y="5133443"/>
              <a:ext cx="3175" cy="10638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 flipH="1">
              <a:off x="3851076" y="5133443"/>
              <a:ext cx="3175" cy="10638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 flipH="1">
              <a:off x="3939981" y="5133443"/>
              <a:ext cx="1588" cy="10638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 flipH="1">
              <a:off x="4019361" y="5133443"/>
              <a:ext cx="3175" cy="10638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 flipH="1">
              <a:off x="4100329" y="5133443"/>
              <a:ext cx="3175" cy="10638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 flipH="1">
              <a:off x="4181296" y="5133443"/>
              <a:ext cx="3175" cy="10638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 flipH="1">
              <a:off x="4262264" y="5133443"/>
              <a:ext cx="3175" cy="10638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 flipH="1">
              <a:off x="4343231" y="5133443"/>
              <a:ext cx="1588" cy="10638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 flipH="1">
              <a:off x="4424198" y="5133443"/>
              <a:ext cx="1587" cy="10638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flipH="1">
              <a:off x="4505165" y="5133443"/>
              <a:ext cx="1588" cy="10638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 flipH="1">
              <a:off x="4584545" y="5133443"/>
              <a:ext cx="3175" cy="10638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 flipH="1">
              <a:off x="4678214" y="5133443"/>
              <a:ext cx="3175" cy="10638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 flipH="1">
              <a:off x="4767119" y="5133443"/>
              <a:ext cx="1587" cy="10638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 flipH="1">
              <a:off x="4848086" y="5133443"/>
              <a:ext cx="1588" cy="10638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/>
          </p:nvCxnSpPr>
          <p:spPr>
            <a:xfrm flipH="1">
              <a:off x="4929054" y="5133443"/>
              <a:ext cx="1587" cy="10638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>
            <a:xfrm flipH="1">
              <a:off x="5008434" y="5133443"/>
              <a:ext cx="3175" cy="10638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 flipH="1">
              <a:off x="5089401" y="5133443"/>
              <a:ext cx="3175" cy="10638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/>
          </p:nvCxnSpPr>
          <p:spPr>
            <a:xfrm flipH="1">
              <a:off x="5170369" y="5133443"/>
              <a:ext cx="3175" cy="10638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/>
            <p:nvPr/>
          </p:nvCxnSpPr>
          <p:spPr>
            <a:xfrm flipH="1">
              <a:off x="5251336" y="5133443"/>
              <a:ext cx="3175" cy="10638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/>
          </p:nvCxnSpPr>
          <p:spPr>
            <a:xfrm flipH="1">
              <a:off x="5332304" y="5133443"/>
              <a:ext cx="1587" cy="10638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 flipH="1">
              <a:off x="5413271" y="5133443"/>
              <a:ext cx="1588" cy="10638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/>
          </p:nvCxnSpPr>
          <p:spPr>
            <a:xfrm>
              <a:off x="5508527" y="5044525"/>
              <a:ext cx="0" cy="19053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6782" name="TextBox 65"/>
            <p:cNvSpPr txBox="1">
              <a:spLocks noChangeArrowheads="1"/>
            </p:cNvSpPr>
            <p:nvPr/>
          </p:nvSpPr>
          <p:spPr bwMode="auto">
            <a:xfrm>
              <a:off x="2998788" y="5230813"/>
              <a:ext cx="355832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  <a:cs typeface="MS PGothic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r>
                <a:rPr lang="en-US" sz="1600" dirty="0">
                  <a:latin typeface="Arial" panose="020B0604020202090204" pitchFamily="34" charset="0"/>
                  <a:cs typeface="Arial" panose="020B0604020202090204" pitchFamily="34" charset="0"/>
                </a:rPr>
                <a:t>t</a:t>
              </a:r>
              <a:r>
                <a:rPr lang="en-US" sz="1600" baseline="-25000" dirty="0">
                  <a:latin typeface="Arial" panose="020B0604020202090204" pitchFamily="34" charset="0"/>
                  <a:cs typeface="Arial" panose="020B0604020202090204" pitchFamily="34" charset="0"/>
                </a:rPr>
                <a:t>1</a:t>
              </a:r>
              <a:endParaRPr lang="en-US" sz="1600" baseline="-25000" dirty="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116783" name="TextBox 66"/>
            <p:cNvSpPr txBox="1">
              <a:spLocks noChangeArrowheads="1"/>
            </p:cNvSpPr>
            <p:nvPr/>
          </p:nvSpPr>
          <p:spPr bwMode="auto">
            <a:xfrm>
              <a:off x="5389563" y="5246688"/>
              <a:ext cx="355832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  <a:cs typeface="MS PGothic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r>
                <a:rPr lang="en-US" sz="1600" dirty="0">
                  <a:latin typeface="Arial" panose="020B0604020202090204" pitchFamily="34" charset="0"/>
                  <a:cs typeface="Arial" panose="020B0604020202090204" pitchFamily="34" charset="0"/>
                </a:rPr>
                <a:t>t</a:t>
              </a:r>
              <a:r>
                <a:rPr lang="en-US" sz="1600" baseline="-25000" dirty="0">
                  <a:latin typeface="Arial" panose="020B0604020202090204" pitchFamily="34" charset="0"/>
                  <a:cs typeface="Arial" panose="020B0604020202090204" pitchFamily="34" charset="0"/>
                </a:rPr>
                <a:t>2</a:t>
              </a:r>
              <a:endParaRPr lang="en-US" sz="1600" baseline="-25000" dirty="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cxnSp>
          <p:nvCxnSpPr>
            <p:cNvPr id="68" name="Straight Connector 67"/>
            <p:cNvCxnSpPr/>
            <p:nvPr/>
          </p:nvCxnSpPr>
          <p:spPr>
            <a:xfrm>
              <a:off x="3111255" y="5322393"/>
              <a:ext cx="577885" cy="3176"/>
            </a:xfrm>
            <a:prstGeom prst="line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>
            <a:xfrm>
              <a:off x="3679615" y="5328744"/>
              <a:ext cx="1870189" cy="1588"/>
            </a:xfrm>
            <a:prstGeom prst="line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/>
          </p:nvCxnSpPr>
          <p:spPr>
            <a:xfrm>
              <a:off x="3400198" y="5376379"/>
              <a:ext cx="4763" cy="5128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>
            <a:xfrm>
              <a:off x="4573433" y="5384318"/>
              <a:ext cx="6350" cy="51445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6788" name="TextBox 71"/>
            <p:cNvSpPr txBox="1">
              <a:spLocks noChangeArrowheads="1"/>
            </p:cNvSpPr>
            <p:nvPr/>
          </p:nvSpPr>
          <p:spPr bwMode="auto">
            <a:xfrm>
              <a:off x="4476750" y="5842000"/>
              <a:ext cx="3208016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  <a:cs typeface="MS PGothic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r>
                <a:rPr lang="en-US" sz="1200" dirty="0">
                  <a:latin typeface="Arial" panose="020B0604020202090204" pitchFamily="34" charset="0"/>
                  <a:cs typeface="Arial" panose="020B0604020202090204" pitchFamily="34" charset="0"/>
                </a:rPr>
                <a:t>Assigned minislots containing cable modem</a:t>
              </a:r>
              <a:endParaRPr lang="en-US" sz="1200" dirty="0">
                <a:latin typeface="Arial" panose="020B0604020202090204" pitchFamily="34" charset="0"/>
                <a:cs typeface="Arial" panose="020B0604020202090204" pitchFamily="34" charset="0"/>
              </a:endParaRPr>
            </a:p>
            <a:p>
              <a:r>
                <a:rPr lang="en-US" sz="1200" dirty="0">
                  <a:latin typeface="Arial" panose="020B0604020202090204" pitchFamily="34" charset="0"/>
                  <a:cs typeface="Arial" panose="020B0604020202090204" pitchFamily="34" charset="0"/>
                </a:rPr>
                <a:t>upstream data frames</a:t>
              </a:r>
              <a:endParaRPr lang="en-US" sz="1200" dirty="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116789" name="TextBox 72"/>
            <p:cNvSpPr txBox="1">
              <a:spLocks noChangeArrowheads="1"/>
            </p:cNvSpPr>
            <p:nvPr/>
          </p:nvSpPr>
          <p:spPr bwMode="auto">
            <a:xfrm>
              <a:off x="2579688" y="5840413"/>
              <a:ext cx="1890423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  <a:cs typeface="MS PGothic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r>
                <a:rPr lang="en-US" sz="1200" dirty="0">
                  <a:latin typeface="Arial" panose="020B0604020202090204" pitchFamily="34" charset="0"/>
                  <a:cs typeface="Arial" panose="020B0604020202090204" pitchFamily="34" charset="0"/>
                </a:rPr>
                <a:t>Minislots containing </a:t>
              </a:r>
              <a:endParaRPr lang="en-US" sz="1200" dirty="0">
                <a:latin typeface="Arial" panose="020B0604020202090204" pitchFamily="34" charset="0"/>
                <a:cs typeface="Arial" panose="020B0604020202090204" pitchFamily="34" charset="0"/>
              </a:endParaRPr>
            </a:p>
            <a:p>
              <a:r>
                <a:rPr lang="en-US" sz="1200" dirty="0">
                  <a:latin typeface="Arial" panose="020B0604020202090204" pitchFamily="34" charset="0"/>
                  <a:cs typeface="Arial" panose="020B0604020202090204" pitchFamily="34" charset="0"/>
                </a:rPr>
                <a:t>minislots request frames</a:t>
              </a:r>
              <a:endParaRPr lang="en-US" sz="1200" dirty="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116790" name="Rectangle 44"/>
            <p:cNvSpPr>
              <a:spLocks noChangeArrowheads="1"/>
            </p:cNvSpPr>
            <p:nvPr/>
          </p:nvSpPr>
          <p:spPr bwMode="auto">
            <a:xfrm>
              <a:off x="1431405" y="4202429"/>
              <a:ext cx="955675" cy="7000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dashDot"/>
              <a:miter lim="800000"/>
            </a:ln>
          </p:spPr>
          <p:txBody>
            <a:bodyPr wrap="none" anchor="ctr"/>
            <a:lstStyle/>
            <a:p>
              <a:endParaRPr lang="en-US" sz="2400" i="0" dirty="0">
                <a:solidFill>
                  <a:srgbClr val="000000"/>
                </a:solidFill>
                <a:latin typeface="Times New Roman" panose="02020503050405090304" charset="0"/>
              </a:endParaRPr>
            </a:p>
          </p:txBody>
        </p:sp>
        <p:sp>
          <p:nvSpPr>
            <p:cNvPr id="116791" name="Text Box 45"/>
            <p:cNvSpPr txBox="1">
              <a:spLocks noChangeArrowheads="1"/>
            </p:cNvSpPr>
            <p:nvPr/>
          </p:nvSpPr>
          <p:spPr bwMode="auto">
            <a:xfrm>
              <a:off x="871157" y="3661398"/>
              <a:ext cx="1925637" cy="287338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  <a:cs typeface="MS PGothic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 algn="ctr">
                <a:lnSpc>
                  <a:spcPct val="80000"/>
                </a:lnSpc>
              </a:pPr>
              <a:r>
                <a:rPr lang="en-US" sz="1600" i="0" dirty="0">
                  <a:solidFill>
                    <a:srgbClr val="000000"/>
                  </a:solidFill>
                  <a:latin typeface="Arial" panose="020B0604020202090204" pitchFamily="34" charset="0"/>
                </a:rPr>
                <a:t>cable headend</a:t>
              </a:r>
              <a:endParaRPr lang="en-US" sz="1600" i="0" dirty="0">
                <a:solidFill>
                  <a:srgbClr val="000000"/>
                </a:solidFill>
                <a:latin typeface="Arial" panose="020B0604020202090204" pitchFamily="34" charset="0"/>
              </a:endParaRPr>
            </a:p>
          </p:txBody>
        </p:sp>
        <p:sp>
          <p:nvSpPr>
            <p:cNvPr id="77" name="Text Box 126"/>
            <p:cNvSpPr txBox="1">
              <a:spLocks noChangeArrowheads="1"/>
            </p:cNvSpPr>
            <p:nvPr/>
          </p:nvSpPr>
          <p:spPr bwMode="auto">
            <a:xfrm>
              <a:off x="1296633" y="4171224"/>
              <a:ext cx="950970" cy="33661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MS PGothic" charset="0"/>
                  <a:cs typeface="Arial" panose="020B060402020209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defRPr>
              </a:lvl9pPr>
            </a:lstStyle>
            <a:p>
              <a:pPr eaLnBrk="1" hangingPunct="1">
                <a:defRPr/>
              </a:pPr>
              <a:r>
                <a:rPr lang="en-US" sz="1600" i="0" dirty="0" smtClean="0">
                  <a:solidFill>
                    <a:srgbClr val="000000"/>
                  </a:solidFill>
                </a:rPr>
                <a:t>CMTS</a:t>
              </a:r>
              <a:endParaRPr lang="en-US" sz="1600" i="0" dirty="0" smtClean="0">
                <a:solidFill>
                  <a:srgbClr val="000000"/>
                </a:solidFill>
              </a:endParaRPr>
            </a:p>
          </p:txBody>
        </p:sp>
        <p:sp>
          <p:nvSpPr>
            <p:cNvPr id="78" name="AutoShape 127"/>
            <p:cNvSpPr>
              <a:spLocks noChangeArrowheads="1"/>
            </p:cNvSpPr>
            <p:nvPr/>
          </p:nvSpPr>
          <p:spPr bwMode="auto">
            <a:xfrm>
              <a:off x="1336322" y="3939403"/>
              <a:ext cx="1206574" cy="261990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prstDash val="dashDot"/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2400" i="0" dirty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pic>
          <p:nvPicPr>
            <p:cNvPr id="79" name="Picture 6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72949" y="4326831"/>
              <a:ext cx="258778" cy="520805"/>
            </a:xfrm>
            <a:prstGeom prst="rect">
              <a:avLst/>
            </a:prstGeom>
            <a:noFill/>
            <a:ln>
              <a:noFill/>
            </a:ln>
            <a:effectLst/>
          </p:spPr>
        </p:pic>
        <p:grpSp>
          <p:nvGrpSpPr>
            <p:cNvPr id="116795" name="Group 77"/>
            <p:cNvGrpSpPr/>
            <p:nvPr/>
          </p:nvGrpSpPr>
          <p:grpSpPr bwMode="auto">
            <a:xfrm flipH="1">
              <a:off x="6302761" y="3598021"/>
              <a:ext cx="1034814" cy="625180"/>
              <a:chOff x="-490" y="1664"/>
              <a:chExt cx="1429" cy="842"/>
            </a:xfrm>
          </p:grpSpPr>
          <p:sp>
            <p:nvSpPr>
              <p:cNvPr id="106" name="AutoShape 78"/>
              <p:cNvSpPr>
                <a:spLocks noChangeArrowheads="1"/>
              </p:cNvSpPr>
              <p:nvPr/>
            </p:nvSpPr>
            <p:spPr bwMode="auto">
              <a:xfrm>
                <a:off x="-490" y="1664"/>
                <a:ext cx="1429" cy="295"/>
              </a:xfrm>
              <a:prstGeom prst="triangle">
                <a:avLst>
                  <a:gd name="adj" fmla="val 50000"/>
                </a:avLst>
              </a:prstGeom>
              <a:solidFill>
                <a:srgbClr val="DDDDDD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2400" i="0" dirty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grpSp>
            <p:nvGrpSpPr>
              <p:cNvPr id="116848" name="Group 79"/>
              <p:cNvGrpSpPr/>
              <p:nvPr/>
            </p:nvGrpSpPr>
            <p:grpSpPr bwMode="auto">
              <a:xfrm>
                <a:off x="-427" y="1737"/>
                <a:ext cx="1217" cy="769"/>
                <a:chOff x="-427" y="1737"/>
                <a:chExt cx="1217" cy="769"/>
              </a:xfrm>
            </p:grpSpPr>
            <p:sp>
              <p:nvSpPr>
                <p:cNvPr id="108" name="Rectangle 80"/>
                <p:cNvSpPr>
                  <a:spLocks noChangeArrowheads="1"/>
                </p:cNvSpPr>
                <p:nvPr/>
              </p:nvSpPr>
              <p:spPr bwMode="auto">
                <a:xfrm>
                  <a:off x="-336" y="1923"/>
                  <a:ext cx="1127" cy="584"/>
                </a:xfrm>
                <a:prstGeom prst="rect">
                  <a:avLst/>
                </a:prstGeom>
                <a:solidFill>
                  <a:srgbClr val="DDDDDD"/>
                </a:soli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2400" i="0" dirty="0">
                    <a:solidFill>
                      <a:srgbClr val="000000"/>
                    </a:solidFill>
                    <a:latin typeface="Arial" panose="020B0604020202090204" pitchFamily="34" charset="0"/>
                    <a:cs typeface="Arial" panose="020B0604020202090204" pitchFamily="34" charset="0"/>
                  </a:endParaRPr>
                </a:p>
              </p:txBody>
            </p:sp>
            <p:sp>
              <p:nvSpPr>
                <p:cNvPr id="116850" name="Line 7"/>
                <p:cNvSpPr>
                  <a:spLocks noChangeShapeType="1"/>
                </p:cNvSpPr>
                <p:nvPr/>
              </p:nvSpPr>
              <p:spPr bwMode="auto">
                <a:xfrm flipV="1">
                  <a:off x="-150" y="2270"/>
                  <a:ext cx="230" cy="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grpSp>
              <p:nvGrpSpPr>
                <p:cNvPr id="116851" name="Group 82"/>
                <p:cNvGrpSpPr/>
                <p:nvPr/>
              </p:nvGrpSpPr>
              <p:grpSpPr bwMode="auto">
                <a:xfrm>
                  <a:off x="68" y="2192"/>
                  <a:ext cx="387" cy="139"/>
                  <a:chOff x="322" y="890"/>
                  <a:chExt cx="872" cy="339"/>
                </a:xfrm>
              </p:grpSpPr>
              <p:sp>
                <p:nvSpPr>
                  <p:cNvPr id="116" name="Rectangle 83"/>
                  <p:cNvSpPr>
                    <a:spLocks noChangeArrowheads="1"/>
                  </p:cNvSpPr>
                  <p:nvPr/>
                </p:nvSpPr>
                <p:spPr bwMode="auto">
                  <a:xfrm>
                    <a:off x="340" y="1000"/>
                    <a:ext cx="850" cy="229"/>
                  </a:xfrm>
                  <a:prstGeom prst="rect">
                    <a:avLst/>
                  </a:prstGeom>
                  <a:solidFill>
                    <a:srgbClr val="FFFF99"/>
                  </a:solidFill>
                  <a:ln w="9525">
                    <a:solidFill>
                      <a:schemeClr val="tx1"/>
                    </a:solidFill>
                    <a:miter lim="800000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sz="2400" i="0" dirty="0">
                      <a:solidFill>
                        <a:srgbClr val="000000"/>
                      </a:solidFill>
                      <a:latin typeface="Arial" panose="020B0604020202090204" pitchFamily="34" charset="0"/>
                      <a:cs typeface="Arial" panose="020B0604020202090204" pitchFamily="34" charset="0"/>
                    </a:endParaRPr>
                  </a:p>
                </p:txBody>
              </p:sp>
              <p:sp>
                <p:nvSpPr>
                  <p:cNvPr id="117" name="Rectangle 84"/>
                  <p:cNvSpPr>
                    <a:spLocks noChangeArrowheads="1"/>
                  </p:cNvSpPr>
                  <p:nvPr/>
                </p:nvSpPr>
                <p:spPr bwMode="auto">
                  <a:xfrm>
                    <a:off x="409" y="1073"/>
                    <a:ext cx="40" cy="57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sz="2400" i="0" dirty="0">
                      <a:solidFill>
                        <a:srgbClr val="000000"/>
                      </a:solidFill>
                      <a:latin typeface="Arial" panose="020B0604020202090204" pitchFamily="34" charset="0"/>
                      <a:cs typeface="Arial" panose="020B0604020202090204" pitchFamily="34" charset="0"/>
                    </a:endParaRPr>
                  </a:p>
                </p:txBody>
              </p:sp>
              <p:sp>
                <p:nvSpPr>
                  <p:cNvPr id="118" name="Rectangle 85"/>
                  <p:cNvSpPr>
                    <a:spLocks noChangeArrowheads="1"/>
                  </p:cNvSpPr>
                  <p:nvPr/>
                </p:nvSpPr>
                <p:spPr bwMode="auto">
                  <a:xfrm>
                    <a:off x="468" y="1073"/>
                    <a:ext cx="54" cy="57"/>
                  </a:xfrm>
                  <a:prstGeom prst="rect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sz="2400" i="0" dirty="0">
                      <a:solidFill>
                        <a:srgbClr val="000000"/>
                      </a:solidFill>
                      <a:latin typeface="Arial" panose="020B0604020202090204" pitchFamily="34" charset="0"/>
                      <a:cs typeface="Arial" panose="020B0604020202090204" pitchFamily="34" charset="0"/>
                    </a:endParaRPr>
                  </a:p>
                </p:txBody>
              </p:sp>
              <p:sp>
                <p:nvSpPr>
                  <p:cNvPr id="119" name="Rectangle 86"/>
                  <p:cNvSpPr>
                    <a:spLocks noChangeArrowheads="1"/>
                  </p:cNvSpPr>
                  <p:nvPr/>
                </p:nvSpPr>
                <p:spPr bwMode="auto">
                  <a:xfrm>
                    <a:off x="537" y="1068"/>
                    <a:ext cx="59" cy="57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sz="2400" i="0" dirty="0">
                      <a:solidFill>
                        <a:srgbClr val="000000"/>
                      </a:solidFill>
                      <a:latin typeface="Arial" panose="020B0604020202090204" pitchFamily="34" charset="0"/>
                      <a:cs typeface="Arial" panose="020B0604020202090204" pitchFamily="34" charset="0"/>
                    </a:endParaRPr>
                  </a:p>
                </p:txBody>
              </p:sp>
              <p:sp>
                <p:nvSpPr>
                  <p:cNvPr id="120" name="Rectangle 87"/>
                  <p:cNvSpPr>
                    <a:spLocks noChangeArrowheads="1"/>
                  </p:cNvSpPr>
                  <p:nvPr/>
                </p:nvSpPr>
                <p:spPr bwMode="auto">
                  <a:xfrm>
                    <a:off x="616" y="1068"/>
                    <a:ext cx="54" cy="57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sz="2400" i="0" dirty="0">
                      <a:solidFill>
                        <a:srgbClr val="000000"/>
                      </a:solidFill>
                      <a:latin typeface="Arial" panose="020B0604020202090204" pitchFamily="34" charset="0"/>
                      <a:cs typeface="Arial" panose="020B0604020202090204" pitchFamily="34" charset="0"/>
                    </a:endParaRPr>
                  </a:p>
                </p:txBody>
              </p:sp>
              <p:sp>
                <p:nvSpPr>
                  <p:cNvPr id="116862" name="AutoShape 88"/>
                  <p:cNvSpPr>
                    <a:spLocks noChangeArrowheads="1"/>
                  </p:cNvSpPr>
                  <p:nvPr/>
                </p:nvSpPr>
                <p:spPr bwMode="auto">
                  <a:xfrm rot="10800000" flipH="1">
                    <a:off x="322" y="890"/>
                    <a:ext cx="859" cy="11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w 21600"/>
                      <a:gd name="T7" fmla="*/ 0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4501 w 21600"/>
                      <a:gd name="T13" fmla="*/ 4516 h 21600"/>
                      <a:gd name="T14" fmla="*/ 17099 w 21600"/>
                      <a:gd name="T15" fmla="*/ 17084 h 2160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600" h="21600">
                        <a:moveTo>
                          <a:pt x="0" y="0"/>
                        </a:moveTo>
                        <a:lnTo>
                          <a:pt x="5400" y="21600"/>
                        </a:lnTo>
                        <a:lnTo>
                          <a:pt x="16200" y="21600"/>
                        </a:lnTo>
                        <a:lnTo>
                          <a:pt x="2160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FF99"/>
                  </a:solidFill>
                  <a:ln w="9525">
                    <a:solidFill>
                      <a:schemeClr val="tx1"/>
                    </a:solidFill>
                    <a:miter lim="800000"/>
                  </a:ln>
                  <a:effectLst/>
                </p:spPr>
                <p:txBody>
                  <a:bodyPr wrap="none" anchor="ctr"/>
                  <a:lstStyle/>
                  <a:p>
                    <a:endParaRPr lang="en-US" dirty="0"/>
                  </a:p>
                </p:txBody>
              </p:sp>
            </p:grpSp>
            <p:pic>
              <p:nvPicPr>
                <p:cNvPr id="116852" name="Picture 89" descr="desktop_computer_stylized_small"/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-427" y="2049"/>
                  <a:ext cx="447" cy="41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12" name="Rectangle 90"/>
                <p:cNvSpPr>
                  <a:spLocks noChangeArrowheads="1"/>
                </p:cNvSpPr>
                <p:nvPr/>
              </p:nvSpPr>
              <p:spPr bwMode="auto">
                <a:xfrm>
                  <a:off x="530" y="2233"/>
                  <a:ext cx="103" cy="90"/>
                </a:xfrm>
                <a:prstGeom prst="rect">
                  <a:avLst/>
                </a:prstGeom>
                <a:solidFill>
                  <a:srgbClr val="000099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2400" i="0" dirty="0">
                    <a:solidFill>
                      <a:srgbClr val="000000"/>
                    </a:solidFill>
                    <a:latin typeface="Arial" panose="020B0604020202090204" pitchFamily="34" charset="0"/>
                    <a:cs typeface="Arial" panose="020B0604020202090204" pitchFamily="34" charset="0"/>
                  </a:endParaRPr>
                </a:p>
              </p:txBody>
            </p:sp>
            <p:sp>
              <p:nvSpPr>
                <p:cNvPr id="116854" name="Freeform 91"/>
                <p:cNvSpPr/>
                <p:nvPr/>
              </p:nvSpPr>
              <p:spPr bwMode="auto">
                <a:xfrm>
                  <a:off x="282" y="1951"/>
                  <a:ext cx="302" cy="274"/>
                </a:xfrm>
                <a:custGeom>
                  <a:avLst/>
                  <a:gdLst>
                    <a:gd name="T0" fmla="*/ 37 w 381"/>
                    <a:gd name="T1" fmla="*/ 274 h 274"/>
                    <a:gd name="T2" fmla="*/ 37 w 381"/>
                    <a:gd name="T3" fmla="*/ 130 h 274"/>
                    <a:gd name="T4" fmla="*/ 0 w 381"/>
                    <a:gd name="T5" fmla="*/ 0 h 27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81" h="274">
                      <a:moveTo>
                        <a:pt x="381" y="274"/>
                      </a:moveTo>
                      <a:lnTo>
                        <a:pt x="381" y="13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114" name="Line 92"/>
                <p:cNvSpPr>
                  <a:spLocks noChangeShapeType="1"/>
                </p:cNvSpPr>
                <p:nvPr/>
              </p:nvSpPr>
              <p:spPr bwMode="auto">
                <a:xfrm flipH="1">
                  <a:off x="470" y="2271"/>
                  <a:ext cx="151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en-US" sz="2400" i="0" dirty="0">
                    <a:solidFill>
                      <a:srgbClr val="000000"/>
                    </a:solidFill>
                    <a:latin typeface="Arial" panose="020B0604020202090204" pitchFamily="34" charset="0"/>
                    <a:cs typeface="Arial" panose="020B0604020202090204" pitchFamily="34" charset="0"/>
                  </a:endParaRPr>
                </a:p>
              </p:txBody>
            </p:sp>
            <p:pic>
              <p:nvPicPr>
                <p:cNvPr id="116856" name="Picture 93" descr="tv"/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" y="1737"/>
                  <a:ext cx="476" cy="4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116796" name="Group 77"/>
            <p:cNvGrpSpPr/>
            <p:nvPr/>
          </p:nvGrpSpPr>
          <p:grpSpPr bwMode="auto">
            <a:xfrm flipH="1">
              <a:off x="7513460" y="3950311"/>
              <a:ext cx="1034814" cy="625180"/>
              <a:chOff x="-490" y="1664"/>
              <a:chExt cx="1429" cy="842"/>
            </a:xfrm>
          </p:grpSpPr>
          <p:sp>
            <p:nvSpPr>
              <p:cNvPr id="178" name="AutoShape 78"/>
              <p:cNvSpPr>
                <a:spLocks noChangeArrowheads="1"/>
              </p:cNvSpPr>
              <p:nvPr/>
            </p:nvSpPr>
            <p:spPr bwMode="auto">
              <a:xfrm>
                <a:off x="-491" y="1664"/>
                <a:ext cx="1429" cy="295"/>
              </a:xfrm>
              <a:prstGeom prst="triangle">
                <a:avLst>
                  <a:gd name="adj" fmla="val 50000"/>
                </a:avLst>
              </a:prstGeom>
              <a:solidFill>
                <a:srgbClr val="DDDDDD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2400" i="0" dirty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grpSp>
            <p:nvGrpSpPr>
              <p:cNvPr id="116832" name="Group 79"/>
              <p:cNvGrpSpPr/>
              <p:nvPr/>
            </p:nvGrpSpPr>
            <p:grpSpPr bwMode="auto">
              <a:xfrm>
                <a:off x="-427" y="1737"/>
                <a:ext cx="1217" cy="769"/>
                <a:chOff x="-427" y="1737"/>
                <a:chExt cx="1217" cy="769"/>
              </a:xfrm>
            </p:grpSpPr>
            <p:sp>
              <p:nvSpPr>
                <p:cNvPr id="180" name="Rectangle 80"/>
                <p:cNvSpPr>
                  <a:spLocks noChangeArrowheads="1"/>
                </p:cNvSpPr>
                <p:nvPr/>
              </p:nvSpPr>
              <p:spPr bwMode="auto">
                <a:xfrm>
                  <a:off x="-337" y="1923"/>
                  <a:ext cx="1127" cy="584"/>
                </a:xfrm>
                <a:prstGeom prst="rect">
                  <a:avLst/>
                </a:prstGeom>
                <a:solidFill>
                  <a:srgbClr val="DDDDDD"/>
                </a:soli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2400" i="0" dirty="0">
                    <a:solidFill>
                      <a:srgbClr val="000000"/>
                    </a:solidFill>
                    <a:latin typeface="Arial" panose="020B0604020202090204" pitchFamily="34" charset="0"/>
                    <a:cs typeface="Arial" panose="020B0604020202090204" pitchFamily="34" charset="0"/>
                  </a:endParaRPr>
                </a:p>
              </p:txBody>
            </p:sp>
            <p:sp>
              <p:nvSpPr>
                <p:cNvPr id="116834" name="Line 7"/>
                <p:cNvSpPr>
                  <a:spLocks noChangeShapeType="1"/>
                </p:cNvSpPr>
                <p:nvPr/>
              </p:nvSpPr>
              <p:spPr bwMode="auto">
                <a:xfrm flipV="1">
                  <a:off x="-150" y="2270"/>
                  <a:ext cx="230" cy="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grpSp>
              <p:nvGrpSpPr>
                <p:cNvPr id="116835" name="Group 82"/>
                <p:cNvGrpSpPr/>
                <p:nvPr/>
              </p:nvGrpSpPr>
              <p:grpSpPr bwMode="auto">
                <a:xfrm>
                  <a:off x="68" y="2192"/>
                  <a:ext cx="387" cy="139"/>
                  <a:chOff x="322" y="890"/>
                  <a:chExt cx="872" cy="339"/>
                </a:xfrm>
              </p:grpSpPr>
              <p:sp>
                <p:nvSpPr>
                  <p:cNvPr id="188" name="Rectangle 83"/>
                  <p:cNvSpPr>
                    <a:spLocks noChangeArrowheads="1"/>
                  </p:cNvSpPr>
                  <p:nvPr/>
                </p:nvSpPr>
                <p:spPr bwMode="auto">
                  <a:xfrm>
                    <a:off x="323" y="1001"/>
                    <a:ext cx="864" cy="229"/>
                  </a:xfrm>
                  <a:prstGeom prst="rect">
                    <a:avLst/>
                  </a:prstGeom>
                  <a:solidFill>
                    <a:srgbClr val="FFFF99"/>
                  </a:solidFill>
                  <a:ln w="9525">
                    <a:solidFill>
                      <a:schemeClr val="tx1"/>
                    </a:solidFill>
                    <a:miter lim="800000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sz="2400" i="0" dirty="0">
                      <a:solidFill>
                        <a:srgbClr val="000000"/>
                      </a:solidFill>
                      <a:latin typeface="Arial" panose="020B0604020202090204" pitchFamily="34" charset="0"/>
                      <a:cs typeface="Arial" panose="020B0604020202090204" pitchFamily="34" charset="0"/>
                    </a:endParaRPr>
                  </a:p>
                </p:txBody>
              </p:sp>
              <p:sp>
                <p:nvSpPr>
                  <p:cNvPr id="189" name="Rectangle 84"/>
                  <p:cNvSpPr>
                    <a:spLocks noChangeArrowheads="1"/>
                  </p:cNvSpPr>
                  <p:nvPr/>
                </p:nvSpPr>
                <p:spPr bwMode="auto">
                  <a:xfrm>
                    <a:off x="392" y="1074"/>
                    <a:ext cx="54" cy="57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sz="2400" i="0" dirty="0">
                      <a:solidFill>
                        <a:srgbClr val="000000"/>
                      </a:solidFill>
                      <a:latin typeface="Arial" panose="020B0604020202090204" pitchFamily="34" charset="0"/>
                      <a:cs typeface="Arial" panose="020B0604020202090204" pitchFamily="34" charset="0"/>
                    </a:endParaRPr>
                  </a:p>
                </p:txBody>
              </p:sp>
              <p:sp>
                <p:nvSpPr>
                  <p:cNvPr id="190" name="Rectangle 85"/>
                  <p:cNvSpPr>
                    <a:spLocks noChangeArrowheads="1"/>
                  </p:cNvSpPr>
                  <p:nvPr/>
                </p:nvSpPr>
                <p:spPr bwMode="auto">
                  <a:xfrm>
                    <a:off x="466" y="1074"/>
                    <a:ext cx="54" cy="57"/>
                  </a:xfrm>
                  <a:prstGeom prst="rect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sz="2400" i="0" dirty="0">
                      <a:solidFill>
                        <a:srgbClr val="000000"/>
                      </a:solidFill>
                      <a:latin typeface="Arial" panose="020B0604020202090204" pitchFamily="34" charset="0"/>
                      <a:cs typeface="Arial" panose="020B0604020202090204" pitchFamily="34" charset="0"/>
                    </a:endParaRPr>
                  </a:p>
                </p:txBody>
              </p:sp>
              <p:sp>
                <p:nvSpPr>
                  <p:cNvPr id="191" name="Rectangle 86"/>
                  <p:cNvSpPr>
                    <a:spLocks noChangeArrowheads="1"/>
                  </p:cNvSpPr>
                  <p:nvPr/>
                </p:nvSpPr>
                <p:spPr bwMode="auto">
                  <a:xfrm>
                    <a:off x="535" y="1069"/>
                    <a:ext cx="59" cy="57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sz="2400" i="0" dirty="0">
                      <a:solidFill>
                        <a:srgbClr val="000000"/>
                      </a:solidFill>
                      <a:latin typeface="Arial" panose="020B0604020202090204" pitchFamily="34" charset="0"/>
                      <a:cs typeface="Arial" panose="020B0604020202090204" pitchFamily="34" charset="0"/>
                    </a:endParaRPr>
                  </a:p>
                </p:txBody>
              </p:sp>
              <p:sp>
                <p:nvSpPr>
                  <p:cNvPr id="192" name="Rectangle 87"/>
                  <p:cNvSpPr>
                    <a:spLocks noChangeArrowheads="1"/>
                  </p:cNvSpPr>
                  <p:nvPr/>
                </p:nvSpPr>
                <p:spPr bwMode="auto">
                  <a:xfrm>
                    <a:off x="614" y="1069"/>
                    <a:ext cx="54" cy="57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sz="2400" i="0" dirty="0">
                      <a:solidFill>
                        <a:srgbClr val="000000"/>
                      </a:solidFill>
                      <a:latin typeface="Arial" panose="020B0604020202090204" pitchFamily="34" charset="0"/>
                      <a:cs typeface="Arial" panose="020B0604020202090204" pitchFamily="34" charset="0"/>
                    </a:endParaRPr>
                  </a:p>
                </p:txBody>
              </p:sp>
              <p:sp>
                <p:nvSpPr>
                  <p:cNvPr id="116846" name="AutoShape 88"/>
                  <p:cNvSpPr>
                    <a:spLocks noChangeArrowheads="1"/>
                  </p:cNvSpPr>
                  <p:nvPr/>
                </p:nvSpPr>
                <p:spPr bwMode="auto">
                  <a:xfrm rot="10800000" flipH="1">
                    <a:off x="322" y="890"/>
                    <a:ext cx="859" cy="11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w 21600"/>
                      <a:gd name="T7" fmla="*/ 0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4501 w 21600"/>
                      <a:gd name="T13" fmla="*/ 4516 h 21600"/>
                      <a:gd name="T14" fmla="*/ 17099 w 21600"/>
                      <a:gd name="T15" fmla="*/ 17084 h 2160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600" h="21600">
                        <a:moveTo>
                          <a:pt x="0" y="0"/>
                        </a:moveTo>
                        <a:lnTo>
                          <a:pt x="5400" y="21600"/>
                        </a:lnTo>
                        <a:lnTo>
                          <a:pt x="16200" y="21600"/>
                        </a:lnTo>
                        <a:lnTo>
                          <a:pt x="2160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FF99"/>
                  </a:solidFill>
                  <a:ln w="9525">
                    <a:solidFill>
                      <a:schemeClr val="tx1"/>
                    </a:solidFill>
                    <a:miter lim="800000"/>
                  </a:ln>
                  <a:effectLst/>
                </p:spPr>
                <p:txBody>
                  <a:bodyPr wrap="none" anchor="ctr"/>
                  <a:lstStyle/>
                  <a:p>
                    <a:endParaRPr lang="en-US" dirty="0"/>
                  </a:p>
                </p:txBody>
              </p:sp>
            </p:grpSp>
            <p:pic>
              <p:nvPicPr>
                <p:cNvPr id="116836" name="Picture 89" descr="desktop_computer_stylized_small"/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-427" y="2049"/>
                  <a:ext cx="447" cy="41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84" name="Rectangle 90"/>
                <p:cNvSpPr>
                  <a:spLocks noChangeArrowheads="1"/>
                </p:cNvSpPr>
                <p:nvPr/>
              </p:nvSpPr>
              <p:spPr bwMode="auto">
                <a:xfrm>
                  <a:off x="529" y="2233"/>
                  <a:ext cx="103" cy="90"/>
                </a:xfrm>
                <a:prstGeom prst="rect">
                  <a:avLst/>
                </a:prstGeom>
                <a:solidFill>
                  <a:srgbClr val="000099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2400" i="0" dirty="0">
                    <a:solidFill>
                      <a:srgbClr val="000000"/>
                    </a:solidFill>
                    <a:latin typeface="Arial" panose="020B0604020202090204" pitchFamily="34" charset="0"/>
                    <a:cs typeface="Arial" panose="020B0604020202090204" pitchFamily="34" charset="0"/>
                  </a:endParaRPr>
                </a:p>
              </p:txBody>
            </p:sp>
            <p:sp>
              <p:nvSpPr>
                <p:cNvPr id="116838" name="Freeform 91"/>
                <p:cNvSpPr/>
                <p:nvPr/>
              </p:nvSpPr>
              <p:spPr bwMode="auto">
                <a:xfrm>
                  <a:off x="282" y="1951"/>
                  <a:ext cx="302" cy="274"/>
                </a:xfrm>
                <a:custGeom>
                  <a:avLst/>
                  <a:gdLst>
                    <a:gd name="T0" fmla="*/ 37 w 381"/>
                    <a:gd name="T1" fmla="*/ 274 h 274"/>
                    <a:gd name="T2" fmla="*/ 37 w 381"/>
                    <a:gd name="T3" fmla="*/ 130 h 274"/>
                    <a:gd name="T4" fmla="*/ 0 w 381"/>
                    <a:gd name="T5" fmla="*/ 0 h 27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81" h="274">
                      <a:moveTo>
                        <a:pt x="381" y="274"/>
                      </a:moveTo>
                      <a:lnTo>
                        <a:pt x="381" y="13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186" name="Line 92"/>
                <p:cNvSpPr>
                  <a:spLocks noChangeShapeType="1"/>
                </p:cNvSpPr>
                <p:nvPr/>
              </p:nvSpPr>
              <p:spPr bwMode="auto">
                <a:xfrm flipH="1">
                  <a:off x="470" y="2272"/>
                  <a:ext cx="151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en-US" sz="2400" i="0" dirty="0">
                    <a:solidFill>
                      <a:srgbClr val="000000"/>
                    </a:solidFill>
                    <a:latin typeface="Arial" panose="020B0604020202090204" pitchFamily="34" charset="0"/>
                    <a:cs typeface="Arial" panose="020B0604020202090204" pitchFamily="34" charset="0"/>
                  </a:endParaRPr>
                </a:p>
              </p:txBody>
            </p:sp>
            <p:pic>
              <p:nvPicPr>
                <p:cNvPr id="116840" name="Picture 93" descr="tv"/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" y="1737"/>
                  <a:ext cx="476" cy="4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116797" name="Group 77"/>
            <p:cNvGrpSpPr/>
            <p:nvPr/>
          </p:nvGrpSpPr>
          <p:grpSpPr bwMode="auto">
            <a:xfrm flipH="1">
              <a:off x="7313560" y="4655807"/>
              <a:ext cx="1034814" cy="625180"/>
              <a:chOff x="-490" y="1664"/>
              <a:chExt cx="1429" cy="842"/>
            </a:xfrm>
          </p:grpSpPr>
          <p:sp>
            <p:nvSpPr>
              <p:cNvPr id="213" name="AutoShape 78"/>
              <p:cNvSpPr>
                <a:spLocks noChangeArrowheads="1"/>
              </p:cNvSpPr>
              <p:nvPr/>
            </p:nvSpPr>
            <p:spPr bwMode="auto">
              <a:xfrm>
                <a:off x="-491" y="1664"/>
                <a:ext cx="1429" cy="295"/>
              </a:xfrm>
              <a:prstGeom prst="triangle">
                <a:avLst>
                  <a:gd name="adj" fmla="val 50000"/>
                </a:avLst>
              </a:prstGeom>
              <a:solidFill>
                <a:srgbClr val="DDDDDD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2400" i="0" dirty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grpSp>
            <p:nvGrpSpPr>
              <p:cNvPr id="116816" name="Group 79"/>
              <p:cNvGrpSpPr/>
              <p:nvPr/>
            </p:nvGrpSpPr>
            <p:grpSpPr bwMode="auto">
              <a:xfrm>
                <a:off x="-427" y="1737"/>
                <a:ext cx="1217" cy="769"/>
                <a:chOff x="-427" y="1737"/>
                <a:chExt cx="1217" cy="769"/>
              </a:xfrm>
            </p:grpSpPr>
            <p:sp>
              <p:nvSpPr>
                <p:cNvPr id="215" name="Rectangle 80"/>
                <p:cNvSpPr>
                  <a:spLocks noChangeArrowheads="1"/>
                </p:cNvSpPr>
                <p:nvPr/>
              </p:nvSpPr>
              <p:spPr bwMode="auto">
                <a:xfrm>
                  <a:off x="-337" y="1922"/>
                  <a:ext cx="1127" cy="584"/>
                </a:xfrm>
                <a:prstGeom prst="rect">
                  <a:avLst/>
                </a:prstGeom>
                <a:solidFill>
                  <a:srgbClr val="DDDDDD"/>
                </a:soli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2400" i="0" dirty="0">
                    <a:solidFill>
                      <a:srgbClr val="000000"/>
                    </a:solidFill>
                    <a:latin typeface="Arial" panose="020B0604020202090204" pitchFamily="34" charset="0"/>
                    <a:cs typeface="Arial" panose="020B0604020202090204" pitchFamily="34" charset="0"/>
                  </a:endParaRPr>
                </a:p>
              </p:txBody>
            </p:sp>
            <p:sp>
              <p:nvSpPr>
                <p:cNvPr id="116818" name="Line 7"/>
                <p:cNvSpPr>
                  <a:spLocks noChangeShapeType="1"/>
                </p:cNvSpPr>
                <p:nvPr/>
              </p:nvSpPr>
              <p:spPr bwMode="auto">
                <a:xfrm flipV="1">
                  <a:off x="-150" y="2270"/>
                  <a:ext cx="230" cy="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grpSp>
              <p:nvGrpSpPr>
                <p:cNvPr id="116819" name="Group 82"/>
                <p:cNvGrpSpPr/>
                <p:nvPr/>
              </p:nvGrpSpPr>
              <p:grpSpPr bwMode="auto">
                <a:xfrm>
                  <a:off x="68" y="2192"/>
                  <a:ext cx="387" cy="139"/>
                  <a:chOff x="322" y="890"/>
                  <a:chExt cx="872" cy="339"/>
                </a:xfrm>
              </p:grpSpPr>
              <p:sp>
                <p:nvSpPr>
                  <p:cNvPr id="223" name="Rectangle 83"/>
                  <p:cNvSpPr>
                    <a:spLocks noChangeArrowheads="1"/>
                  </p:cNvSpPr>
                  <p:nvPr/>
                </p:nvSpPr>
                <p:spPr bwMode="auto">
                  <a:xfrm>
                    <a:off x="323" y="999"/>
                    <a:ext cx="864" cy="229"/>
                  </a:xfrm>
                  <a:prstGeom prst="rect">
                    <a:avLst/>
                  </a:prstGeom>
                  <a:solidFill>
                    <a:srgbClr val="FFFF99"/>
                  </a:solidFill>
                  <a:ln w="9525">
                    <a:solidFill>
                      <a:schemeClr val="tx1"/>
                    </a:solidFill>
                    <a:miter lim="800000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sz="2400" i="0" dirty="0">
                      <a:solidFill>
                        <a:srgbClr val="000000"/>
                      </a:solidFill>
                      <a:latin typeface="Arial" panose="020B0604020202090204" pitchFamily="34" charset="0"/>
                      <a:cs typeface="Arial" panose="020B0604020202090204" pitchFamily="34" charset="0"/>
                    </a:endParaRPr>
                  </a:p>
                </p:txBody>
              </p:sp>
              <p:sp>
                <p:nvSpPr>
                  <p:cNvPr id="224" name="Rectangle 84"/>
                  <p:cNvSpPr>
                    <a:spLocks noChangeArrowheads="1"/>
                  </p:cNvSpPr>
                  <p:nvPr/>
                </p:nvSpPr>
                <p:spPr bwMode="auto">
                  <a:xfrm>
                    <a:off x="392" y="1072"/>
                    <a:ext cx="54" cy="57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sz="2400" i="0" dirty="0">
                      <a:solidFill>
                        <a:srgbClr val="000000"/>
                      </a:solidFill>
                      <a:latin typeface="Arial" panose="020B0604020202090204" pitchFamily="34" charset="0"/>
                      <a:cs typeface="Arial" panose="020B0604020202090204" pitchFamily="34" charset="0"/>
                    </a:endParaRPr>
                  </a:p>
                </p:txBody>
              </p:sp>
              <p:sp>
                <p:nvSpPr>
                  <p:cNvPr id="225" name="Rectangle 85"/>
                  <p:cNvSpPr>
                    <a:spLocks noChangeArrowheads="1"/>
                  </p:cNvSpPr>
                  <p:nvPr/>
                </p:nvSpPr>
                <p:spPr bwMode="auto">
                  <a:xfrm>
                    <a:off x="466" y="1072"/>
                    <a:ext cx="54" cy="57"/>
                  </a:xfrm>
                  <a:prstGeom prst="rect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sz="2400" i="0" dirty="0">
                      <a:solidFill>
                        <a:srgbClr val="000000"/>
                      </a:solidFill>
                      <a:latin typeface="Arial" panose="020B0604020202090204" pitchFamily="34" charset="0"/>
                      <a:cs typeface="Arial" panose="020B0604020202090204" pitchFamily="34" charset="0"/>
                    </a:endParaRPr>
                  </a:p>
                </p:txBody>
              </p:sp>
              <p:sp>
                <p:nvSpPr>
                  <p:cNvPr id="226" name="Rectangle 86"/>
                  <p:cNvSpPr>
                    <a:spLocks noChangeArrowheads="1"/>
                  </p:cNvSpPr>
                  <p:nvPr/>
                </p:nvSpPr>
                <p:spPr bwMode="auto">
                  <a:xfrm>
                    <a:off x="536" y="1067"/>
                    <a:ext cx="59" cy="57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sz="2400" i="0" dirty="0">
                      <a:solidFill>
                        <a:srgbClr val="000000"/>
                      </a:solidFill>
                      <a:latin typeface="Arial" panose="020B0604020202090204" pitchFamily="34" charset="0"/>
                      <a:cs typeface="Arial" panose="020B0604020202090204" pitchFamily="34" charset="0"/>
                    </a:endParaRPr>
                  </a:p>
                </p:txBody>
              </p:sp>
              <p:sp>
                <p:nvSpPr>
                  <p:cNvPr id="227" name="Rectangle 87"/>
                  <p:cNvSpPr>
                    <a:spLocks noChangeArrowheads="1"/>
                  </p:cNvSpPr>
                  <p:nvPr/>
                </p:nvSpPr>
                <p:spPr bwMode="auto">
                  <a:xfrm>
                    <a:off x="615" y="1067"/>
                    <a:ext cx="54" cy="57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sz="2400" i="0" dirty="0">
                      <a:solidFill>
                        <a:srgbClr val="000000"/>
                      </a:solidFill>
                      <a:latin typeface="Arial" panose="020B0604020202090204" pitchFamily="34" charset="0"/>
                      <a:cs typeface="Arial" panose="020B0604020202090204" pitchFamily="34" charset="0"/>
                    </a:endParaRPr>
                  </a:p>
                </p:txBody>
              </p:sp>
              <p:sp>
                <p:nvSpPr>
                  <p:cNvPr id="116830" name="AutoShape 88"/>
                  <p:cNvSpPr>
                    <a:spLocks noChangeArrowheads="1"/>
                  </p:cNvSpPr>
                  <p:nvPr/>
                </p:nvSpPr>
                <p:spPr bwMode="auto">
                  <a:xfrm rot="10800000" flipH="1">
                    <a:off x="322" y="890"/>
                    <a:ext cx="859" cy="11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w 21600"/>
                      <a:gd name="T7" fmla="*/ 0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4501 w 21600"/>
                      <a:gd name="T13" fmla="*/ 4516 h 21600"/>
                      <a:gd name="T14" fmla="*/ 17099 w 21600"/>
                      <a:gd name="T15" fmla="*/ 17084 h 2160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600" h="21600">
                        <a:moveTo>
                          <a:pt x="0" y="0"/>
                        </a:moveTo>
                        <a:lnTo>
                          <a:pt x="5400" y="21600"/>
                        </a:lnTo>
                        <a:lnTo>
                          <a:pt x="16200" y="21600"/>
                        </a:lnTo>
                        <a:lnTo>
                          <a:pt x="2160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FF99"/>
                  </a:solidFill>
                  <a:ln w="9525">
                    <a:solidFill>
                      <a:schemeClr val="tx1"/>
                    </a:solidFill>
                    <a:miter lim="800000"/>
                  </a:ln>
                  <a:effectLst/>
                </p:spPr>
                <p:txBody>
                  <a:bodyPr wrap="none" anchor="ctr"/>
                  <a:lstStyle/>
                  <a:p>
                    <a:endParaRPr lang="en-US" dirty="0"/>
                  </a:p>
                </p:txBody>
              </p:sp>
            </p:grpSp>
            <p:pic>
              <p:nvPicPr>
                <p:cNvPr id="116820" name="Picture 89" descr="desktop_computer_stylized_small"/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-427" y="2049"/>
                  <a:ext cx="447" cy="41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19" name="Rectangle 90"/>
                <p:cNvSpPr>
                  <a:spLocks noChangeArrowheads="1"/>
                </p:cNvSpPr>
                <p:nvPr/>
              </p:nvSpPr>
              <p:spPr bwMode="auto">
                <a:xfrm>
                  <a:off x="529" y="2232"/>
                  <a:ext cx="103" cy="90"/>
                </a:xfrm>
                <a:prstGeom prst="rect">
                  <a:avLst/>
                </a:prstGeom>
                <a:solidFill>
                  <a:srgbClr val="000099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2400" i="0" dirty="0">
                    <a:solidFill>
                      <a:srgbClr val="000000"/>
                    </a:solidFill>
                    <a:latin typeface="Arial" panose="020B0604020202090204" pitchFamily="34" charset="0"/>
                    <a:cs typeface="Arial" panose="020B0604020202090204" pitchFamily="34" charset="0"/>
                  </a:endParaRPr>
                </a:p>
              </p:txBody>
            </p:sp>
            <p:sp>
              <p:nvSpPr>
                <p:cNvPr id="116822" name="Freeform 91"/>
                <p:cNvSpPr/>
                <p:nvPr/>
              </p:nvSpPr>
              <p:spPr bwMode="auto">
                <a:xfrm>
                  <a:off x="282" y="1951"/>
                  <a:ext cx="302" cy="274"/>
                </a:xfrm>
                <a:custGeom>
                  <a:avLst/>
                  <a:gdLst>
                    <a:gd name="T0" fmla="*/ 37 w 381"/>
                    <a:gd name="T1" fmla="*/ 274 h 274"/>
                    <a:gd name="T2" fmla="*/ 37 w 381"/>
                    <a:gd name="T3" fmla="*/ 130 h 274"/>
                    <a:gd name="T4" fmla="*/ 0 w 381"/>
                    <a:gd name="T5" fmla="*/ 0 h 27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81" h="274">
                      <a:moveTo>
                        <a:pt x="381" y="274"/>
                      </a:moveTo>
                      <a:lnTo>
                        <a:pt x="381" y="13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21" name="Line 92"/>
                <p:cNvSpPr>
                  <a:spLocks noChangeShapeType="1"/>
                </p:cNvSpPr>
                <p:nvPr/>
              </p:nvSpPr>
              <p:spPr bwMode="auto">
                <a:xfrm flipH="1">
                  <a:off x="470" y="2271"/>
                  <a:ext cx="151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en-US" sz="2400" i="0" dirty="0">
                    <a:solidFill>
                      <a:srgbClr val="000000"/>
                    </a:solidFill>
                    <a:latin typeface="Arial" panose="020B0604020202090204" pitchFamily="34" charset="0"/>
                    <a:cs typeface="Arial" panose="020B0604020202090204" pitchFamily="34" charset="0"/>
                  </a:endParaRPr>
                </a:p>
              </p:txBody>
            </p:sp>
            <p:pic>
              <p:nvPicPr>
                <p:cNvPr id="116824" name="Picture 93" descr="tv"/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" y="1737"/>
                  <a:ext cx="476" cy="4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116798" name="Group 77"/>
            <p:cNvGrpSpPr/>
            <p:nvPr/>
          </p:nvGrpSpPr>
          <p:grpSpPr bwMode="auto">
            <a:xfrm flipH="1">
              <a:off x="6254794" y="4337877"/>
              <a:ext cx="1034814" cy="625180"/>
              <a:chOff x="-490" y="1664"/>
              <a:chExt cx="1429" cy="842"/>
            </a:xfrm>
          </p:grpSpPr>
          <p:sp>
            <p:nvSpPr>
              <p:cNvPr id="230" name="AutoShape 78"/>
              <p:cNvSpPr>
                <a:spLocks noChangeArrowheads="1"/>
              </p:cNvSpPr>
              <p:nvPr/>
            </p:nvSpPr>
            <p:spPr bwMode="auto">
              <a:xfrm>
                <a:off x="-490" y="1664"/>
                <a:ext cx="1429" cy="295"/>
              </a:xfrm>
              <a:prstGeom prst="triangle">
                <a:avLst>
                  <a:gd name="adj" fmla="val 50000"/>
                </a:avLst>
              </a:prstGeom>
              <a:solidFill>
                <a:srgbClr val="DDDDDD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2400" i="0" dirty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grpSp>
            <p:nvGrpSpPr>
              <p:cNvPr id="116800" name="Group 79"/>
              <p:cNvGrpSpPr/>
              <p:nvPr/>
            </p:nvGrpSpPr>
            <p:grpSpPr bwMode="auto">
              <a:xfrm>
                <a:off x="-427" y="1737"/>
                <a:ext cx="1217" cy="769"/>
                <a:chOff x="-427" y="1737"/>
                <a:chExt cx="1217" cy="769"/>
              </a:xfrm>
            </p:grpSpPr>
            <p:sp>
              <p:nvSpPr>
                <p:cNvPr id="232" name="Rectangle 80"/>
                <p:cNvSpPr>
                  <a:spLocks noChangeArrowheads="1"/>
                </p:cNvSpPr>
                <p:nvPr/>
              </p:nvSpPr>
              <p:spPr bwMode="auto">
                <a:xfrm>
                  <a:off x="-337" y="1923"/>
                  <a:ext cx="1127" cy="584"/>
                </a:xfrm>
                <a:prstGeom prst="rect">
                  <a:avLst/>
                </a:prstGeom>
                <a:solidFill>
                  <a:srgbClr val="DDDDDD"/>
                </a:soli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2400" i="0" dirty="0">
                    <a:solidFill>
                      <a:srgbClr val="000000"/>
                    </a:solidFill>
                    <a:latin typeface="Arial" panose="020B0604020202090204" pitchFamily="34" charset="0"/>
                    <a:cs typeface="Arial" panose="020B0604020202090204" pitchFamily="34" charset="0"/>
                  </a:endParaRPr>
                </a:p>
              </p:txBody>
            </p:sp>
            <p:sp>
              <p:nvSpPr>
                <p:cNvPr id="116802" name="Line 7"/>
                <p:cNvSpPr>
                  <a:spLocks noChangeShapeType="1"/>
                </p:cNvSpPr>
                <p:nvPr/>
              </p:nvSpPr>
              <p:spPr bwMode="auto">
                <a:xfrm flipV="1">
                  <a:off x="-150" y="2270"/>
                  <a:ext cx="230" cy="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/>
                <a:lstStyle/>
                <a:p>
                  <a:endParaRPr lang="en-US" dirty="0"/>
                </a:p>
              </p:txBody>
            </p:sp>
            <p:grpSp>
              <p:nvGrpSpPr>
                <p:cNvPr id="116803" name="Group 82"/>
                <p:cNvGrpSpPr/>
                <p:nvPr/>
              </p:nvGrpSpPr>
              <p:grpSpPr bwMode="auto">
                <a:xfrm>
                  <a:off x="68" y="2192"/>
                  <a:ext cx="387" cy="139"/>
                  <a:chOff x="322" y="890"/>
                  <a:chExt cx="872" cy="339"/>
                </a:xfrm>
              </p:grpSpPr>
              <p:sp>
                <p:nvSpPr>
                  <p:cNvPr id="240" name="Rectangle 83"/>
                  <p:cNvSpPr>
                    <a:spLocks noChangeArrowheads="1"/>
                  </p:cNvSpPr>
                  <p:nvPr/>
                </p:nvSpPr>
                <p:spPr bwMode="auto">
                  <a:xfrm>
                    <a:off x="324" y="1000"/>
                    <a:ext cx="864" cy="229"/>
                  </a:xfrm>
                  <a:prstGeom prst="rect">
                    <a:avLst/>
                  </a:prstGeom>
                  <a:solidFill>
                    <a:srgbClr val="FFFF99"/>
                  </a:solidFill>
                  <a:ln w="9525">
                    <a:solidFill>
                      <a:schemeClr val="tx1"/>
                    </a:solidFill>
                    <a:miter lim="800000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sz="2400" i="0" dirty="0">
                      <a:solidFill>
                        <a:srgbClr val="000000"/>
                      </a:solidFill>
                      <a:latin typeface="Arial" panose="020B0604020202090204" pitchFamily="34" charset="0"/>
                      <a:cs typeface="Arial" panose="020B0604020202090204" pitchFamily="34" charset="0"/>
                    </a:endParaRPr>
                  </a:p>
                </p:txBody>
              </p:sp>
              <p:sp>
                <p:nvSpPr>
                  <p:cNvPr id="241" name="Rectangle 84"/>
                  <p:cNvSpPr>
                    <a:spLocks noChangeArrowheads="1"/>
                  </p:cNvSpPr>
                  <p:nvPr/>
                </p:nvSpPr>
                <p:spPr bwMode="auto">
                  <a:xfrm>
                    <a:off x="393" y="1073"/>
                    <a:ext cx="54" cy="57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sz="2400" i="0" dirty="0">
                      <a:solidFill>
                        <a:srgbClr val="000000"/>
                      </a:solidFill>
                      <a:latin typeface="Arial" panose="020B0604020202090204" pitchFamily="34" charset="0"/>
                      <a:cs typeface="Arial" panose="020B0604020202090204" pitchFamily="34" charset="0"/>
                    </a:endParaRPr>
                  </a:p>
                </p:txBody>
              </p:sp>
              <p:sp>
                <p:nvSpPr>
                  <p:cNvPr id="242" name="Rectangle 85"/>
                  <p:cNvSpPr>
                    <a:spLocks noChangeArrowheads="1"/>
                  </p:cNvSpPr>
                  <p:nvPr/>
                </p:nvSpPr>
                <p:spPr bwMode="auto">
                  <a:xfrm>
                    <a:off x="467" y="1073"/>
                    <a:ext cx="54" cy="57"/>
                  </a:xfrm>
                  <a:prstGeom prst="rect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sz="2400" i="0" dirty="0">
                      <a:solidFill>
                        <a:srgbClr val="000000"/>
                      </a:solidFill>
                      <a:latin typeface="Arial" panose="020B0604020202090204" pitchFamily="34" charset="0"/>
                      <a:cs typeface="Arial" panose="020B0604020202090204" pitchFamily="34" charset="0"/>
                    </a:endParaRPr>
                  </a:p>
                </p:txBody>
              </p:sp>
              <p:sp>
                <p:nvSpPr>
                  <p:cNvPr id="243" name="Rectangle 86"/>
                  <p:cNvSpPr>
                    <a:spLocks noChangeArrowheads="1"/>
                  </p:cNvSpPr>
                  <p:nvPr/>
                </p:nvSpPr>
                <p:spPr bwMode="auto">
                  <a:xfrm>
                    <a:off x="536" y="1068"/>
                    <a:ext cx="59" cy="57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sz="2400" i="0" dirty="0">
                      <a:solidFill>
                        <a:srgbClr val="000000"/>
                      </a:solidFill>
                      <a:latin typeface="Arial" panose="020B0604020202090204" pitchFamily="34" charset="0"/>
                      <a:cs typeface="Arial" panose="020B0604020202090204" pitchFamily="34" charset="0"/>
                    </a:endParaRPr>
                  </a:p>
                </p:txBody>
              </p:sp>
              <p:sp>
                <p:nvSpPr>
                  <p:cNvPr id="244" name="Rectangle 87"/>
                  <p:cNvSpPr>
                    <a:spLocks noChangeArrowheads="1"/>
                  </p:cNvSpPr>
                  <p:nvPr/>
                </p:nvSpPr>
                <p:spPr bwMode="auto">
                  <a:xfrm>
                    <a:off x="615" y="1068"/>
                    <a:ext cx="54" cy="57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sz="2400" i="0" dirty="0">
                      <a:solidFill>
                        <a:srgbClr val="000000"/>
                      </a:solidFill>
                      <a:latin typeface="Arial" panose="020B0604020202090204" pitchFamily="34" charset="0"/>
                      <a:cs typeface="Arial" panose="020B0604020202090204" pitchFamily="34" charset="0"/>
                    </a:endParaRPr>
                  </a:p>
                </p:txBody>
              </p:sp>
              <p:sp>
                <p:nvSpPr>
                  <p:cNvPr id="116814" name="AutoShape 88"/>
                  <p:cNvSpPr>
                    <a:spLocks noChangeArrowheads="1"/>
                  </p:cNvSpPr>
                  <p:nvPr/>
                </p:nvSpPr>
                <p:spPr bwMode="auto">
                  <a:xfrm rot="10800000" flipH="1">
                    <a:off x="322" y="890"/>
                    <a:ext cx="859" cy="11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w 21600"/>
                      <a:gd name="T7" fmla="*/ 0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4501 w 21600"/>
                      <a:gd name="T13" fmla="*/ 4516 h 21600"/>
                      <a:gd name="T14" fmla="*/ 17099 w 21600"/>
                      <a:gd name="T15" fmla="*/ 17084 h 2160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600" h="21600">
                        <a:moveTo>
                          <a:pt x="0" y="0"/>
                        </a:moveTo>
                        <a:lnTo>
                          <a:pt x="5400" y="21600"/>
                        </a:lnTo>
                        <a:lnTo>
                          <a:pt x="16200" y="21600"/>
                        </a:lnTo>
                        <a:lnTo>
                          <a:pt x="2160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FF99"/>
                  </a:solidFill>
                  <a:ln w="9525">
                    <a:solidFill>
                      <a:schemeClr val="tx1"/>
                    </a:solidFill>
                    <a:miter lim="800000"/>
                  </a:ln>
                  <a:effectLst/>
                </p:spPr>
                <p:txBody>
                  <a:bodyPr wrap="none" anchor="ctr"/>
                  <a:lstStyle/>
                  <a:p>
                    <a:endParaRPr lang="en-US" dirty="0"/>
                  </a:p>
                </p:txBody>
              </p:sp>
            </p:grpSp>
            <p:pic>
              <p:nvPicPr>
                <p:cNvPr id="116804" name="Picture 89" descr="desktop_computer_stylized_small"/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-427" y="2049"/>
                  <a:ext cx="447" cy="41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36" name="Rectangle 90"/>
                <p:cNvSpPr>
                  <a:spLocks noChangeArrowheads="1"/>
                </p:cNvSpPr>
                <p:nvPr/>
              </p:nvSpPr>
              <p:spPr bwMode="auto">
                <a:xfrm>
                  <a:off x="529" y="2233"/>
                  <a:ext cx="103" cy="90"/>
                </a:xfrm>
                <a:prstGeom prst="rect">
                  <a:avLst/>
                </a:prstGeom>
                <a:solidFill>
                  <a:srgbClr val="000099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2400" i="0" dirty="0">
                    <a:solidFill>
                      <a:srgbClr val="000000"/>
                    </a:solidFill>
                    <a:latin typeface="Arial" panose="020B0604020202090204" pitchFamily="34" charset="0"/>
                    <a:cs typeface="Arial" panose="020B0604020202090204" pitchFamily="34" charset="0"/>
                  </a:endParaRPr>
                </a:p>
              </p:txBody>
            </p:sp>
            <p:sp>
              <p:nvSpPr>
                <p:cNvPr id="116806" name="Freeform 91"/>
                <p:cNvSpPr/>
                <p:nvPr/>
              </p:nvSpPr>
              <p:spPr bwMode="auto">
                <a:xfrm>
                  <a:off x="282" y="1951"/>
                  <a:ext cx="302" cy="274"/>
                </a:xfrm>
                <a:custGeom>
                  <a:avLst/>
                  <a:gdLst>
                    <a:gd name="T0" fmla="*/ 37 w 381"/>
                    <a:gd name="T1" fmla="*/ 274 h 274"/>
                    <a:gd name="T2" fmla="*/ 37 w 381"/>
                    <a:gd name="T3" fmla="*/ 130 h 274"/>
                    <a:gd name="T4" fmla="*/ 0 w 381"/>
                    <a:gd name="T5" fmla="*/ 0 h 27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81" h="274">
                      <a:moveTo>
                        <a:pt x="381" y="274"/>
                      </a:moveTo>
                      <a:lnTo>
                        <a:pt x="381" y="13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38" name="Line 92"/>
                <p:cNvSpPr>
                  <a:spLocks noChangeShapeType="1"/>
                </p:cNvSpPr>
                <p:nvPr/>
              </p:nvSpPr>
              <p:spPr bwMode="auto">
                <a:xfrm flipH="1">
                  <a:off x="470" y="2271"/>
                  <a:ext cx="151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en-US" sz="2400" i="0" dirty="0">
                    <a:solidFill>
                      <a:srgbClr val="000000"/>
                    </a:solidFill>
                    <a:latin typeface="Arial" panose="020B0604020202090204" pitchFamily="34" charset="0"/>
                    <a:cs typeface="Arial" panose="020B0604020202090204" pitchFamily="34" charset="0"/>
                  </a:endParaRPr>
                </a:p>
              </p:txBody>
            </p:sp>
            <p:pic>
              <p:nvPicPr>
                <p:cNvPr id="116808" name="Picture 93" descr="tv"/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" y="1737"/>
                  <a:ext cx="476" cy="4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  <p:sp>
        <p:nvSpPr>
          <p:cNvPr id="116741" name="Title 41"/>
          <p:cNvSpPr/>
          <p:nvPr/>
        </p:nvSpPr>
        <p:spPr bwMode="auto">
          <a:xfrm>
            <a:off x="381000" y="239713"/>
            <a:ext cx="5622925" cy="835025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eaLnBrk="1" hangingPunct="1"/>
            <a:r>
              <a:rPr lang="en-US" sz="4000" i="0" dirty="0">
                <a:solidFill>
                  <a:srgbClr val="000099"/>
                </a:solidFill>
                <a:latin typeface="Gill Sans MT" pitchFamily="34" charset="0"/>
              </a:rPr>
              <a:t>Cable access network</a:t>
            </a:r>
            <a:endParaRPr lang="en-US" sz="4000" i="0" dirty="0">
              <a:solidFill>
                <a:srgbClr val="000099"/>
              </a:solidFill>
              <a:latin typeface="Gill Sans MT" pitchFamily="34" charset="0"/>
            </a:endParaRPr>
          </a:p>
        </p:txBody>
      </p:sp>
      <p:pic>
        <p:nvPicPr>
          <p:cNvPr id="116742" name="Picture 180" descr="underline_base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738" y="868363"/>
            <a:ext cx="4616450" cy="201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r>
              <a:rPr lang="en-US" sz="1200" dirty="0">
                <a:latin typeface="Tahoma" panose="020B0604030504040204" charset="0"/>
              </a:rPr>
              <a:t>6</a:t>
            </a:r>
            <a:r>
              <a:rPr lang="en-US" sz="1200" dirty="0" smtClean="0">
                <a:latin typeface="Tahoma" panose="020B0604030504040204" charset="0"/>
              </a:rPr>
              <a:t>-</a:t>
            </a:r>
            <a:fld id="{8E8C6E93-DF5B-BC4B-80F9-500DED1EEDCC}" type="slidenum">
              <a:rPr lang="en-US" sz="1200">
                <a:latin typeface="Tahoma" panose="020B0604030504040204" charset="0"/>
              </a:rPr>
            </a:fld>
            <a:endParaRPr lang="en-US" sz="1200" dirty="0">
              <a:latin typeface="Tahoma" panose="020B0604030504040204" charset="0"/>
            </a:endParaRPr>
          </a:p>
        </p:txBody>
      </p:sp>
      <p:sp>
        <p:nvSpPr>
          <p:cNvPr id="12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pPr algn="r"/>
            <a:r>
              <a:rPr lang="en-US" sz="1200" dirty="0" smtClean="0">
                <a:solidFill>
                  <a:srgbClr val="000000"/>
                </a:solidFill>
                <a:latin typeface="Tahoma" panose="020B0604030504040204" charset="0"/>
                <a:cs typeface="Arial" panose="020B0604020202090204" pitchFamily="34" charset="0"/>
              </a:rPr>
              <a:t>Link Layer and LANs</a:t>
            </a:r>
            <a:endParaRPr lang="en-US" sz="1200" dirty="0">
              <a:solidFill>
                <a:srgbClr val="000000"/>
              </a:solidFill>
              <a:latin typeface="Tahoma" panose="020B060403050404020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763" name="Picture 5" descr="underline_base"/>
          <p:cNvPicPr>
            <a:picLocks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50" y="1027113"/>
            <a:ext cx="6399213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378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Gill Sans MT" pitchFamily="34" charset="0"/>
                <a:cs typeface="+mj-cs"/>
              </a:rPr>
              <a:t> Summary of </a:t>
            </a:r>
            <a:r>
              <a:rPr lang="en-US" sz="4000" dirty="0">
                <a:latin typeface="Gill Sans MT" pitchFamily="34" charset="0"/>
                <a:cs typeface="+mj-cs"/>
              </a:rPr>
              <a:t>MAC</a:t>
            </a:r>
            <a:r>
              <a:rPr lang="en-US" dirty="0">
                <a:latin typeface="Gill Sans MT" pitchFamily="34" charset="0"/>
                <a:cs typeface="+mj-cs"/>
              </a:rPr>
              <a:t> protocols</a:t>
            </a:r>
            <a:endParaRPr lang="en-US" dirty="0">
              <a:latin typeface="Gill Sans MT" pitchFamily="34" charset="0"/>
              <a:cs typeface="+mj-cs"/>
            </a:endParaRPr>
          </a:p>
        </p:txBody>
      </p:sp>
      <p:sp>
        <p:nvSpPr>
          <p:cNvPr id="378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7772400" cy="4906963"/>
          </a:xfrm>
        </p:spPr>
        <p:txBody>
          <a:bodyPr/>
          <a:lstStyle/>
          <a:p>
            <a:pPr marL="231775" indent="-231775">
              <a:defRPr/>
            </a:pPr>
            <a:r>
              <a:rPr lang="en-US" sz="2400" i="1" dirty="0">
                <a:solidFill>
                  <a:srgbClr val="CC0000"/>
                </a:solidFill>
                <a:latin typeface="Gill Sans MT" pitchFamily="34" charset="0"/>
                <a:cs typeface="+mn-cs"/>
              </a:rPr>
              <a:t>channel partitioning,</a:t>
            </a:r>
            <a:r>
              <a:rPr lang="en-US" sz="2400" dirty="0">
                <a:solidFill>
                  <a:srgbClr val="CC0000"/>
                </a:solidFill>
                <a:latin typeface="Gill Sans MT" pitchFamily="34" charset="0"/>
                <a:cs typeface="+mn-cs"/>
              </a:rPr>
              <a:t> </a:t>
            </a:r>
            <a:r>
              <a:rPr lang="en-US" sz="2400" dirty="0">
                <a:latin typeface="Gill Sans MT" pitchFamily="34" charset="0"/>
                <a:cs typeface="+mn-cs"/>
              </a:rPr>
              <a:t>by time, frequency or code</a:t>
            </a:r>
            <a:endParaRPr lang="en-US" sz="2400" dirty="0">
              <a:latin typeface="Gill Sans MT" pitchFamily="34" charset="0"/>
              <a:cs typeface="+mn-cs"/>
            </a:endParaRPr>
          </a:p>
          <a:p>
            <a:pPr marL="690880" lvl="1" indent="-233680">
              <a:defRPr/>
            </a:pPr>
            <a:r>
              <a:rPr lang="en-US" sz="2000" dirty="0">
                <a:latin typeface="Gill Sans MT" pitchFamily="34" charset="0"/>
              </a:rPr>
              <a:t>Time Division, Frequency Division</a:t>
            </a:r>
            <a:endParaRPr lang="en-US" sz="2000" dirty="0">
              <a:latin typeface="Gill Sans MT" pitchFamily="34" charset="0"/>
            </a:endParaRPr>
          </a:p>
          <a:p>
            <a:pPr marL="231775" indent="-231775">
              <a:defRPr/>
            </a:pPr>
            <a:r>
              <a:rPr lang="en-US" sz="2400" i="1" dirty="0">
                <a:solidFill>
                  <a:srgbClr val="CC0000"/>
                </a:solidFill>
                <a:latin typeface="Gill Sans MT" pitchFamily="34" charset="0"/>
                <a:cs typeface="+mn-cs"/>
              </a:rPr>
              <a:t>random access </a:t>
            </a:r>
            <a:r>
              <a:rPr lang="en-US" sz="2400" dirty="0">
                <a:latin typeface="Gill Sans MT" pitchFamily="34" charset="0"/>
                <a:cs typeface="+mn-cs"/>
              </a:rPr>
              <a:t>(dynamic), </a:t>
            </a:r>
            <a:endParaRPr lang="en-US" sz="2400" dirty="0">
              <a:latin typeface="Gill Sans MT" pitchFamily="34" charset="0"/>
              <a:cs typeface="+mn-cs"/>
            </a:endParaRPr>
          </a:p>
          <a:p>
            <a:pPr marL="690880" lvl="1" indent="-233680">
              <a:defRPr/>
            </a:pPr>
            <a:r>
              <a:rPr lang="en-US" dirty="0">
                <a:latin typeface="Gill Sans MT" pitchFamily="34" charset="0"/>
              </a:rPr>
              <a:t>ALOHA, S-ALOHA, CSMA, CSMA/CD</a:t>
            </a:r>
            <a:endParaRPr lang="en-US" dirty="0">
              <a:latin typeface="Gill Sans MT" pitchFamily="34" charset="0"/>
            </a:endParaRPr>
          </a:p>
          <a:p>
            <a:pPr marL="690880" lvl="1" indent="-233680">
              <a:defRPr/>
            </a:pPr>
            <a:r>
              <a:rPr lang="en-US" dirty="0">
                <a:latin typeface="Gill Sans MT" pitchFamily="34" charset="0"/>
              </a:rPr>
              <a:t>carrier sensing: easy in some technologies (wire), hard in others (wireless)</a:t>
            </a:r>
            <a:endParaRPr lang="en-US" dirty="0">
              <a:latin typeface="Gill Sans MT" pitchFamily="34" charset="0"/>
            </a:endParaRPr>
          </a:p>
          <a:p>
            <a:pPr marL="690880" lvl="1" indent="-233680">
              <a:defRPr/>
            </a:pPr>
            <a:r>
              <a:rPr lang="en-US" dirty="0">
                <a:latin typeface="Gill Sans MT" pitchFamily="34" charset="0"/>
              </a:rPr>
              <a:t>CSMA/CD used in Ethernet</a:t>
            </a:r>
            <a:endParaRPr lang="en-US" dirty="0">
              <a:latin typeface="Gill Sans MT" pitchFamily="34" charset="0"/>
            </a:endParaRPr>
          </a:p>
          <a:p>
            <a:pPr marL="690880" lvl="1" indent="-233680">
              <a:defRPr/>
            </a:pPr>
            <a:r>
              <a:rPr lang="en-US" dirty="0">
                <a:latin typeface="Gill Sans MT" pitchFamily="34" charset="0"/>
              </a:rPr>
              <a:t>CSMA/CA used in 802.11</a:t>
            </a:r>
            <a:endParaRPr lang="en-US" dirty="0">
              <a:latin typeface="Gill Sans MT" pitchFamily="34" charset="0"/>
            </a:endParaRPr>
          </a:p>
          <a:p>
            <a:pPr marL="231775" indent="-231775">
              <a:tabLst>
                <a:tab pos="279400" algn="l"/>
              </a:tabLst>
              <a:defRPr/>
            </a:pPr>
            <a:r>
              <a:rPr lang="en-US" sz="2400" i="1" dirty="0">
                <a:solidFill>
                  <a:srgbClr val="CC0000"/>
                </a:solidFill>
                <a:latin typeface="Gill Sans MT" pitchFamily="34" charset="0"/>
                <a:cs typeface="+mn-cs"/>
              </a:rPr>
              <a:t>taking turns</a:t>
            </a:r>
            <a:endParaRPr lang="en-US" sz="2400" i="1" dirty="0">
              <a:solidFill>
                <a:srgbClr val="CC0000"/>
              </a:solidFill>
              <a:latin typeface="Gill Sans MT" pitchFamily="34" charset="0"/>
              <a:cs typeface="+mn-cs"/>
            </a:endParaRPr>
          </a:p>
          <a:p>
            <a:pPr marL="690880" lvl="1" indent="-233680">
              <a:defRPr/>
            </a:pPr>
            <a:r>
              <a:rPr lang="en-US" dirty="0">
                <a:latin typeface="Gill Sans MT" pitchFamily="34" charset="0"/>
              </a:rPr>
              <a:t>polling from central site, token passing</a:t>
            </a:r>
            <a:endParaRPr lang="en-US" dirty="0">
              <a:latin typeface="Gill Sans MT" pitchFamily="34" charset="0"/>
            </a:endParaRPr>
          </a:p>
          <a:p>
            <a:pPr marL="690880" lvl="1" indent="-233680">
              <a:defRPr/>
            </a:pPr>
            <a:r>
              <a:rPr lang="en-US" dirty="0" smtClean="0">
                <a:latin typeface="Gill Sans MT" pitchFamily="34" charset="0"/>
              </a:rPr>
              <a:t>Bluetooth</a:t>
            </a:r>
            <a:r>
              <a:rPr lang="en-US" dirty="0">
                <a:latin typeface="Gill Sans MT" pitchFamily="34" charset="0"/>
              </a:rPr>
              <a:t>, FDDI, </a:t>
            </a:r>
            <a:r>
              <a:rPr lang="en-US" dirty="0" smtClean="0">
                <a:latin typeface="Gill Sans MT" pitchFamily="34" charset="0"/>
              </a:rPr>
              <a:t> </a:t>
            </a:r>
            <a:r>
              <a:rPr lang="en-US" dirty="0">
                <a:latin typeface="Gill Sans MT" pitchFamily="34" charset="0"/>
              </a:rPr>
              <a:t>token ring </a:t>
            </a:r>
            <a:endParaRPr lang="en-US" dirty="0">
              <a:latin typeface="Gill Sans MT" pitchFamily="34" charset="0"/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r>
              <a:rPr lang="en-US" sz="1200" dirty="0">
                <a:latin typeface="Tahoma" panose="020B0604030504040204" charset="0"/>
              </a:rPr>
              <a:t>6</a:t>
            </a:r>
            <a:r>
              <a:rPr lang="en-US" sz="1200" dirty="0" smtClean="0">
                <a:latin typeface="Tahoma" panose="020B0604030504040204" charset="0"/>
              </a:rPr>
              <a:t>-</a:t>
            </a:r>
            <a:fld id="{8E8C6E93-DF5B-BC4B-80F9-500DED1EEDCC}" type="slidenum">
              <a:rPr lang="en-US" sz="1200">
                <a:latin typeface="Tahoma" panose="020B0604030504040204" charset="0"/>
              </a:rPr>
            </a:fld>
            <a:endParaRPr lang="en-US" sz="1200" dirty="0">
              <a:latin typeface="Tahoma" panose="020B0604030504040204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pPr algn="r"/>
            <a:r>
              <a:rPr lang="en-US" sz="1200" dirty="0" smtClean="0">
                <a:solidFill>
                  <a:srgbClr val="000000"/>
                </a:solidFill>
                <a:latin typeface="Tahoma" panose="020B0604030504040204" charset="0"/>
                <a:cs typeface="Arial" panose="020B0604020202090204" pitchFamily="34" charset="0"/>
              </a:rPr>
              <a:t>Link Layer and LANs</a:t>
            </a:r>
            <a:endParaRPr lang="en-US" sz="1200" dirty="0">
              <a:solidFill>
                <a:srgbClr val="000000"/>
              </a:solidFill>
              <a:latin typeface="Tahoma" panose="020B060403050404020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811" name="Picture 5" descr="underline_base"/>
          <p:cNvPicPr>
            <a:picLocks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025" y="1028700"/>
            <a:ext cx="5942013" cy="173038"/>
          </a:xfrm>
          <a:prstGeom prst="rect">
            <a:avLst/>
          </a:prstGeom>
          <a:noFill/>
          <a:ln>
            <a:noFill/>
          </a:ln>
        </p:spPr>
      </p:pic>
      <p:sp>
        <p:nvSpPr>
          <p:cNvPr id="30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Gill Sans MT" pitchFamily="34" charset="0"/>
                <a:cs typeface="+mj-cs"/>
              </a:rPr>
              <a:t>Link layer, </a:t>
            </a:r>
            <a:r>
              <a:rPr lang="en-US" sz="4000" dirty="0">
                <a:latin typeface="Gill Sans MT" pitchFamily="34" charset="0"/>
                <a:cs typeface="+mj-cs"/>
              </a:rPr>
              <a:t>LAN</a:t>
            </a:r>
            <a:r>
              <a:rPr lang="en-US" dirty="0">
                <a:latin typeface="Gill Sans MT" pitchFamily="34" charset="0"/>
                <a:cs typeface="+mj-cs"/>
              </a:rPr>
              <a:t>s: outline</a:t>
            </a:r>
            <a:endParaRPr lang="en-US" dirty="0">
              <a:latin typeface="Gill Sans MT" pitchFamily="34" charset="0"/>
              <a:cs typeface="+mj-cs"/>
            </a:endParaRPr>
          </a:p>
        </p:txBody>
      </p:sp>
      <p:sp>
        <p:nvSpPr>
          <p:cNvPr id="307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600200"/>
            <a:ext cx="3922713" cy="4648200"/>
          </a:xfrm>
        </p:spPr>
        <p:txBody>
          <a:bodyPr/>
          <a:lstStyle/>
          <a:p>
            <a:pPr marL="457200" indent="-457200">
              <a:buFont typeface="Wingdings" panose="05000000000000000000" charset="0"/>
              <a:buNone/>
              <a:defRPr/>
            </a:pPr>
            <a:r>
              <a:rPr lang="en-US" dirty="0" smtClean="0">
                <a:solidFill>
                  <a:srgbClr val="000099"/>
                </a:solidFill>
                <a:latin typeface="Gill Sans MT" pitchFamily="34" charset="0"/>
                <a:cs typeface="+mn-cs"/>
              </a:rPr>
              <a:t>6.1</a:t>
            </a:r>
            <a:r>
              <a:rPr lang="en-US" dirty="0" smtClean="0">
                <a:solidFill>
                  <a:srgbClr val="CC0000"/>
                </a:solidFill>
                <a:latin typeface="Gill Sans MT" pitchFamily="34" charset="0"/>
                <a:cs typeface="+mn-cs"/>
              </a:rPr>
              <a:t> </a:t>
            </a:r>
            <a:r>
              <a:rPr lang="en-US" dirty="0">
                <a:latin typeface="Gill Sans MT" pitchFamily="34" charset="0"/>
                <a:cs typeface="+mn-cs"/>
              </a:rPr>
              <a:t>introduction, services</a:t>
            </a:r>
            <a:endParaRPr lang="en-US" dirty="0">
              <a:latin typeface="Gill Sans MT" pitchFamily="34" charset="0"/>
              <a:cs typeface="+mn-cs"/>
            </a:endParaRPr>
          </a:p>
          <a:p>
            <a:pPr marL="457200" indent="-457200">
              <a:buFont typeface="Wingdings" panose="05000000000000000000" charset="0"/>
              <a:buNone/>
              <a:defRPr/>
            </a:pPr>
            <a:r>
              <a:rPr lang="en-US" dirty="0" smtClean="0">
                <a:solidFill>
                  <a:srgbClr val="000099"/>
                </a:solidFill>
                <a:latin typeface="Gill Sans MT" pitchFamily="34" charset="0"/>
                <a:cs typeface="+mn-cs"/>
              </a:rPr>
              <a:t>6.2</a:t>
            </a:r>
            <a:r>
              <a:rPr lang="en-US" dirty="0" smtClean="0">
                <a:solidFill>
                  <a:srgbClr val="CC0000"/>
                </a:solidFill>
                <a:latin typeface="Gill Sans MT" pitchFamily="34" charset="0"/>
                <a:cs typeface="+mn-cs"/>
              </a:rPr>
              <a:t> </a:t>
            </a:r>
            <a:r>
              <a:rPr lang="en-US" dirty="0">
                <a:latin typeface="Gill Sans MT" pitchFamily="34" charset="0"/>
                <a:cs typeface="+mn-cs"/>
              </a:rPr>
              <a:t>error detection, correction </a:t>
            </a:r>
            <a:endParaRPr lang="en-US" dirty="0">
              <a:latin typeface="Gill Sans MT" pitchFamily="34" charset="0"/>
              <a:cs typeface="+mn-cs"/>
            </a:endParaRPr>
          </a:p>
          <a:p>
            <a:pPr marL="457200" indent="-457200">
              <a:buFont typeface="Wingdings" panose="05000000000000000000" charset="0"/>
              <a:buNone/>
              <a:defRPr/>
            </a:pPr>
            <a:r>
              <a:rPr lang="en-US" dirty="0" smtClean="0">
                <a:solidFill>
                  <a:srgbClr val="000099"/>
                </a:solidFill>
                <a:latin typeface="Gill Sans MT" pitchFamily="34" charset="0"/>
                <a:cs typeface="+mn-cs"/>
              </a:rPr>
              <a:t>6.3</a:t>
            </a:r>
            <a:r>
              <a:rPr lang="en-US" dirty="0" smtClean="0">
                <a:solidFill>
                  <a:srgbClr val="CC0000"/>
                </a:solidFill>
                <a:latin typeface="Gill Sans MT" pitchFamily="34" charset="0"/>
                <a:cs typeface="+mn-cs"/>
              </a:rPr>
              <a:t> </a:t>
            </a:r>
            <a:r>
              <a:rPr lang="en-US" dirty="0">
                <a:latin typeface="Gill Sans MT" pitchFamily="34" charset="0"/>
                <a:cs typeface="+mn-cs"/>
              </a:rPr>
              <a:t>multiple access protocols</a:t>
            </a:r>
            <a:endParaRPr lang="en-US" dirty="0">
              <a:latin typeface="Gill Sans MT" pitchFamily="34" charset="0"/>
              <a:cs typeface="+mn-cs"/>
            </a:endParaRPr>
          </a:p>
          <a:p>
            <a:pPr marL="457200" indent="-457200">
              <a:buFont typeface="Wingdings" panose="05000000000000000000" charset="0"/>
              <a:buNone/>
              <a:defRPr/>
            </a:pPr>
            <a:r>
              <a:rPr lang="en-US" dirty="0" smtClean="0">
                <a:solidFill>
                  <a:srgbClr val="CC0000"/>
                </a:solidFill>
                <a:latin typeface="Gill Sans MT" pitchFamily="34" charset="0"/>
                <a:cs typeface="+mn-cs"/>
              </a:rPr>
              <a:t>6.4 LANs</a:t>
            </a:r>
            <a:endParaRPr lang="en-US" dirty="0">
              <a:solidFill>
                <a:srgbClr val="CC0000"/>
              </a:solidFill>
              <a:latin typeface="Gill Sans MT" pitchFamily="34" charset="0"/>
              <a:cs typeface="+mn-cs"/>
            </a:endParaRPr>
          </a:p>
          <a:p>
            <a:pPr lvl="1">
              <a:defRPr/>
            </a:pPr>
            <a:r>
              <a:rPr lang="en-US" dirty="0" smtClean="0">
                <a:solidFill>
                  <a:srgbClr val="CC0000"/>
                </a:solidFill>
                <a:latin typeface="Gill Sans MT" pitchFamily="34" charset="0"/>
              </a:rPr>
              <a:t>addressing, ARP</a:t>
            </a:r>
            <a:endParaRPr lang="en-US" dirty="0" smtClean="0">
              <a:solidFill>
                <a:srgbClr val="CC0000"/>
              </a:solidFill>
              <a:latin typeface="Gill Sans MT" pitchFamily="34" charset="0"/>
            </a:endParaRPr>
          </a:p>
          <a:p>
            <a:pPr lvl="1">
              <a:defRPr/>
            </a:pPr>
            <a:r>
              <a:rPr lang="en-US" dirty="0" smtClean="0">
                <a:latin typeface="Gill Sans MT" pitchFamily="34" charset="0"/>
              </a:rPr>
              <a:t>Ethernet</a:t>
            </a:r>
            <a:endParaRPr lang="en-US" dirty="0" smtClean="0">
              <a:latin typeface="Gill Sans MT" pitchFamily="34" charset="0"/>
            </a:endParaRPr>
          </a:p>
          <a:p>
            <a:pPr lvl="1">
              <a:defRPr/>
            </a:pPr>
            <a:r>
              <a:rPr lang="en-US" dirty="0">
                <a:latin typeface="Gill Sans MT" pitchFamily="34" charset="0"/>
              </a:rPr>
              <a:t>s</a:t>
            </a:r>
            <a:r>
              <a:rPr lang="en-US" dirty="0" smtClean="0">
                <a:latin typeface="Gill Sans MT" pitchFamily="34" charset="0"/>
              </a:rPr>
              <a:t>witches</a:t>
            </a:r>
            <a:endParaRPr lang="en-US" dirty="0">
              <a:latin typeface="Gill Sans MT" pitchFamily="34" charset="0"/>
            </a:endParaRPr>
          </a:p>
        </p:txBody>
      </p:sp>
      <p:sp>
        <p:nvSpPr>
          <p:cNvPr id="3079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495800" y="1600200"/>
            <a:ext cx="4054475" cy="4648200"/>
          </a:xfrm>
        </p:spPr>
        <p:txBody>
          <a:bodyPr/>
          <a:lstStyle/>
          <a:p>
            <a:pPr marL="457200" indent="-457200">
              <a:buFont typeface="Wingdings" panose="05000000000000000000" charset="0"/>
              <a:buNone/>
              <a:defRPr/>
            </a:pPr>
            <a:r>
              <a:rPr lang="en-US" dirty="0" smtClean="0">
                <a:solidFill>
                  <a:srgbClr val="000099"/>
                </a:solidFill>
                <a:latin typeface="Gill Sans MT" pitchFamily="34" charset="0"/>
                <a:cs typeface="+mn-cs"/>
              </a:rPr>
              <a:t>6.7</a:t>
            </a:r>
            <a:r>
              <a:rPr lang="en-US" dirty="0" smtClean="0">
                <a:latin typeface="Gill Sans MT" pitchFamily="34" charset="0"/>
                <a:cs typeface="+mn-cs"/>
              </a:rPr>
              <a:t> </a:t>
            </a:r>
            <a:r>
              <a:rPr lang="en-US" dirty="0">
                <a:latin typeface="Gill Sans MT" pitchFamily="34" charset="0"/>
                <a:cs typeface="+mn-cs"/>
              </a:rPr>
              <a:t>a day in the life of a web request</a:t>
            </a:r>
            <a:endParaRPr lang="en-US" dirty="0">
              <a:latin typeface="Gill Sans MT" pitchFamily="34" charset="0"/>
              <a:cs typeface="+mn-cs"/>
            </a:endParaRPr>
          </a:p>
          <a:p>
            <a:pPr marL="457200" indent="-457200">
              <a:buFont typeface="Wingdings" panose="05000000000000000000" charset="0"/>
              <a:buNone/>
              <a:defRPr/>
            </a:pPr>
            <a:endParaRPr lang="en-US" sz="2600" dirty="0">
              <a:latin typeface="Gill Sans MT" pitchFamily="34" charset="0"/>
              <a:cs typeface="+mn-cs"/>
            </a:endParaRP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r>
              <a:rPr lang="en-US" sz="1200" dirty="0">
                <a:latin typeface="Tahoma" panose="020B0604030504040204" charset="0"/>
              </a:rPr>
              <a:t>6</a:t>
            </a:r>
            <a:r>
              <a:rPr lang="en-US" sz="1200" dirty="0" smtClean="0">
                <a:latin typeface="Tahoma" panose="020B0604030504040204" charset="0"/>
              </a:rPr>
              <a:t>-</a:t>
            </a:r>
            <a:fld id="{8E8C6E93-DF5B-BC4B-80F9-500DED1EEDCC}" type="slidenum">
              <a:rPr lang="en-US" sz="1200">
                <a:latin typeface="Tahoma" panose="020B0604030504040204" charset="0"/>
              </a:rPr>
            </a:fld>
            <a:endParaRPr lang="en-US" sz="1200" dirty="0">
              <a:latin typeface="Tahoma" panose="020B0604030504040204" charset="0"/>
            </a:endParaRPr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pPr algn="r"/>
            <a:r>
              <a:rPr lang="en-US" sz="1200" dirty="0" smtClean="0">
                <a:solidFill>
                  <a:srgbClr val="000000"/>
                </a:solidFill>
                <a:latin typeface="Tahoma" panose="020B0604030504040204" charset="0"/>
                <a:cs typeface="Arial" panose="020B0604020202090204" pitchFamily="34" charset="0"/>
              </a:rPr>
              <a:t>Link Layer and LANs</a:t>
            </a:r>
            <a:endParaRPr lang="en-US" sz="1200" dirty="0">
              <a:solidFill>
                <a:srgbClr val="000000"/>
              </a:solidFill>
              <a:latin typeface="Tahoma" panose="020B060403050404020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4000" dirty="0">
                <a:latin typeface="Gill Sans MT" pitchFamily="34" charset="0"/>
                <a:cs typeface="+mj-cs"/>
              </a:rPr>
              <a:t>MAC</a:t>
            </a:r>
            <a:r>
              <a:rPr lang="en-US" dirty="0">
                <a:latin typeface="Gill Sans MT" pitchFamily="34" charset="0"/>
                <a:cs typeface="+mj-cs"/>
              </a:rPr>
              <a:t> addresses and </a:t>
            </a:r>
            <a:r>
              <a:rPr lang="en-US" sz="4000" dirty="0">
                <a:latin typeface="Gill Sans MT" pitchFamily="34" charset="0"/>
                <a:cs typeface="+mj-cs"/>
              </a:rPr>
              <a:t>ARP</a:t>
            </a:r>
            <a:endParaRPr lang="en-US" sz="4000" dirty="0">
              <a:latin typeface="Gill Sans MT" pitchFamily="34" charset="0"/>
              <a:cs typeface="+mj-cs"/>
            </a:endParaRPr>
          </a:p>
        </p:txBody>
      </p:sp>
      <p:sp>
        <p:nvSpPr>
          <p:cNvPr id="3994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8247063" cy="46482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pitchFamily="34" charset="0"/>
                <a:cs typeface="+mn-cs"/>
              </a:rPr>
              <a:t>32-bit IP address: </a:t>
            </a:r>
            <a:endParaRPr lang="en-US" dirty="0">
              <a:latin typeface="Gill Sans MT" pitchFamily="34" charset="0"/>
              <a:cs typeface="+mn-cs"/>
            </a:endParaRPr>
          </a:p>
          <a:p>
            <a:pPr lvl="1">
              <a:defRPr/>
            </a:pPr>
            <a:r>
              <a:rPr lang="en-US" i="1" dirty="0">
                <a:latin typeface="Gill Sans MT" pitchFamily="34" charset="0"/>
              </a:rPr>
              <a:t>network-layer</a:t>
            </a:r>
            <a:r>
              <a:rPr lang="en-US" dirty="0">
                <a:latin typeface="Gill Sans MT" pitchFamily="34" charset="0"/>
              </a:rPr>
              <a:t> </a:t>
            </a:r>
            <a:r>
              <a:rPr lang="en-US" dirty="0" smtClean="0">
                <a:latin typeface="Gill Sans MT" pitchFamily="34" charset="0"/>
              </a:rPr>
              <a:t>address for interface</a:t>
            </a:r>
            <a:endParaRPr lang="en-US" dirty="0">
              <a:latin typeface="Gill Sans MT" pitchFamily="34" charset="0"/>
            </a:endParaRPr>
          </a:p>
          <a:p>
            <a:pPr lvl="1">
              <a:defRPr/>
            </a:pPr>
            <a:r>
              <a:rPr lang="en-US" dirty="0">
                <a:latin typeface="Gill Sans MT" pitchFamily="34" charset="0"/>
              </a:rPr>
              <a:t>u</a:t>
            </a:r>
            <a:r>
              <a:rPr lang="en-US" dirty="0" smtClean="0">
                <a:latin typeface="Gill Sans MT" pitchFamily="34" charset="0"/>
              </a:rPr>
              <a:t>sed for layer 3 (network layer) forwarding</a:t>
            </a:r>
            <a:endParaRPr lang="en-US" dirty="0">
              <a:latin typeface="Gill Sans MT" pitchFamily="34" charset="0"/>
            </a:endParaRPr>
          </a:p>
          <a:p>
            <a:pPr>
              <a:defRPr/>
            </a:pPr>
            <a:r>
              <a:rPr lang="en-US" dirty="0">
                <a:latin typeface="Gill Sans MT" pitchFamily="34" charset="0"/>
                <a:cs typeface="+mn-cs"/>
              </a:rPr>
              <a:t>MAC (or LAN or physical or Ethernet) address:</a:t>
            </a:r>
            <a:r>
              <a:rPr lang="en-US" dirty="0">
                <a:solidFill>
                  <a:srgbClr val="FF0000"/>
                </a:solidFill>
                <a:latin typeface="Gill Sans MT" pitchFamily="34" charset="0"/>
                <a:cs typeface="+mn-cs"/>
              </a:rPr>
              <a:t> </a:t>
            </a:r>
            <a:endParaRPr lang="en-US" dirty="0">
              <a:solidFill>
                <a:srgbClr val="FF0000"/>
              </a:solidFill>
              <a:latin typeface="Gill Sans MT" pitchFamily="34" charset="0"/>
              <a:cs typeface="+mn-cs"/>
            </a:endParaRPr>
          </a:p>
          <a:p>
            <a:pPr lvl="1">
              <a:defRPr/>
            </a:pPr>
            <a:r>
              <a:rPr lang="en-US" dirty="0">
                <a:latin typeface="Gill Sans MT" pitchFamily="34" charset="0"/>
              </a:rPr>
              <a:t>function:</a:t>
            </a:r>
            <a:r>
              <a:rPr lang="en-US" dirty="0">
                <a:solidFill>
                  <a:schemeClr val="accent2"/>
                </a:solidFill>
                <a:latin typeface="Gill Sans MT" pitchFamily="34" charset="0"/>
              </a:rPr>
              <a:t> </a:t>
            </a:r>
            <a:r>
              <a:rPr lang="en-US" i="1" dirty="0" smtClean="0">
                <a:solidFill>
                  <a:srgbClr val="CC0000"/>
                </a:solidFill>
                <a:latin typeface="Gill Sans MT" pitchFamily="34" charset="0"/>
              </a:rPr>
              <a:t>used ‘locally” to get </a:t>
            </a:r>
            <a:r>
              <a:rPr lang="en-US" i="1" dirty="0">
                <a:solidFill>
                  <a:srgbClr val="CC0000"/>
                </a:solidFill>
                <a:latin typeface="Gill Sans MT" pitchFamily="34" charset="0"/>
              </a:rPr>
              <a:t>frame from one interface to another physically-connected interface (same network, in IP-addressing sense)</a:t>
            </a:r>
            <a:endParaRPr lang="en-US" i="1" dirty="0">
              <a:solidFill>
                <a:srgbClr val="CC0000"/>
              </a:solidFill>
              <a:latin typeface="Gill Sans MT" pitchFamily="34" charset="0"/>
            </a:endParaRPr>
          </a:p>
          <a:p>
            <a:pPr lvl="1">
              <a:lnSpc>
                <a:spcPct val="90000"/>
              </a:lnSpc>
              <a:defRPr/>
            </a:pPr>
            <a:r>
              <a:rPr lang="en-US" dirty="0">
                <a:latin typeface="Gill Sans MT" pitchFamily="34" charset="0"/>
              </a:rPr>
              <a:t>48 bit MAC address (for most LANs) burned in NIC ROM, also sometimes software settable</a:t>
            </a:r>
            <a:endParaRPr lang="en-US" dirty="0">
              <a:latin typeface="Gill Sans MT" pitchFamily="34" charset="0"/>
            </a:endParaRPr>
          </a:p>
          <a:p>
            <a:pPr lvl="1">
              <a:lnSpc>
                <a:spcPct val="90000"/>
              </a:lnSpc>
              <a:defRPr/>
            </a:pPr>
            <a:r>
              <a:rPr lang="en-US" dirty="0">
                <a:latin typeface="Gill Sans MT" pitchFamily="34" charset="0"/>
              </a:rPr>
              <a:t>e.g.: 1A-2F-BB-76-09-AD</a:t>
            </a:r>
            <a:endParaRPr lang="en-US" dirty="0">
              <a:latin typeface="Gill Sans MT" pitchFamily="34" charset="0"/>
            </a:endParaRPr>
          </a:p>
          <a:p>
            <a:pPr lvl="1">
              <a:lnSpc>
                <a:spcPct val="90000"/>
              </a:lnSpc>
              <a:defRPr/>
            </a:pPr>
            <a:endParaRPr lang="en-US" dirty="0">
              <a:latin typeface="Gill Sans MT" pitchFamily="34" charset="0"/>
            </a:endParaRPr>
          </a:p>
        </p:txBody>
      </p:sp>
      <p:pic>
        <p:nvPicPr>
          <p:cNvPr id="121861" name="Picture 4" descr="underline_base"/>
          <p:cNvPicPr>
            <a:picLocks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775" y="1028700"/>
            <a:ext cx="5484813" cy="173038"/>
          </a:xfrm>
          <a:prstGeom prst="rect">
            <a:avLst/>
          </a:prstGeom>
          <a:noFill/>
          <a:ln>
            <a:noFill/>
          </a:ln>
        </p:spPr>
      </p:pic>
      <p:sp>
        <p:nvSpPr>
          <p:cNvPr id="39943" name="Text Box 6"/>
          <p:cNvSpPr txBox="1">
            <a:spLocks noChangeArrowheads="1"/>
          </p:cNvSpPr>
          <p:nvPr/>
        </p:nvSpPr>
        <p:spPr bwMode="auto">
          <a:xfrm>
            <a:off x="812141" y="5591175"/>
            <a:ext cx="3744647" cy="646331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 algn="ctr">
              <a:defRPr/>
            </a:pPr>
            <a:r>
              <a:rPr lang="en-US" i="0" dirty="0" smtClean="0">
                <a:solidFill>
                  <a:srgbClr val="000099"/>
                </a:solidFill>
                <a:latin typeface="Arial" panose="020B0604020202090204" pitchFamily="34" charset="0"/>
                <a:cs typeface="+mn-cs"/>
              </a:rPr>
              <a:t>hexadecimal (base 16) notation</a:t>
            </a:r>
            <a:endParaRPr lang="en-US" i="0" dirty="0" smtClean="0">
              <a:solidFill>
                <a:srgbClr val="000099"/>
              </a:solidFill>
              <a:latin typeface="Arial" panose="020B0604020202090204" pitchFamily="34" charset="0"/>
              <a:cs typeface="+mn-cs"/>
            </a:endParaRPr>
          </a:p>
          <a:p>
            <a:pPr algn="ctr">
              <a:defRPr/>
            </a:pPr>
            <a:r>
              <a:rPr lang="en-US" i="0" dirty="0" smtClean="0">
                <a:solidFill>
                  <a:srgbClr val="000099"/>
                </a:solidFill>
                <a:latin typeface="Arial" panose="020B0604020202090204" pitchFamily="34" charset="0"/>
                <a:cs typeface="+mn-cs"/>
              </a:rPr>
              <a:t>(each </a:t>
            </a:r>
            <a:r>
              <a:rPr lang="ja-JP" altLang="en-US" i="0" dirty="0" smtClean="0">
                <a:solidFill>
                  <a:srgbClr val="000099"/>
                </a:solidFill>
                <a:latin typeface="Arial" panose="020B0604020202090204" pitchFamily="34" charset="0"/>
                <a:cs typeface="+mn-cs"/>
              </a:rPr>
              <a:t>“</a:t>
            </a:r>
            <a:r>
              <a:rPr lang="en-US" i="0" dirty="0" smtClean="0">
                <a:solidFill>
                  <a:srgbClr val="000099"/>
                </a:solidFill>
                <a:latin typeface="Arial" panose="020B0604020202090204" pitchFamily="34" charset="0"/>
                <a:cs typeface="+mn-cs"/>
              </a:rPr>
              <a:t>numeral</a:t>
            </a:r>
            <a:r>
              <a:rPr lang="ja-JP" altLang="en-US" i="0" dirty="0" smtClean="0">
                <a:solidFill>
                  <a:srgbClr val="000099"/>
                </a:solidFill>
                <a:latin typeface="Arial" panose="020B0604020202090204" pitchFamily="34" charset="0"/>
                <a:cs typeface="+mn-cs"/>
              </a:rPr>
              <a:t>”</a:t>
            </a:r>
            <a:r>
              <a:rPr lang="en-US" i="0" dirty="0" smtClean="0">
                <a:solidFill>
                  <a:srgbClr val="000099"/>
                </a:solidFill>
                <a:latin typeface="Arial" panose="020B0604020202090204" pitchFamily="34" charset="0"/>
                <a:cs typeface="+mn-cs"/>
              </a:rPr>
              <a:t> represents 4 bits)</a:t>
            </a:r>
            <a:endParaRPr lang="en-US" i="0" dirty="0" smtClean="0">
              <a:solidFill>
                <a:srgbClr val="000099"/>
              </a:solidFill>
              <a:latin typeface="Arial" panose="020B0604020202090204" pitchFamily="34" charset="0"/>
              <a:cs typeface="+mn-cs"/>
            </a:endParaRPr>
          </a:p>
        </p:txBody>
      </p:sp>
      <p:sp>
        <p:nvSpPr>
          <p:cNvPr id="39944" name="Line 7"/>
          <p:cNvSpPr>
            <a:spLocks noChangeShapeType="1"/>
          </p:cNvSpPr>
          <p:nvPr/>
        </p:nvSpPr>
        <p:spPr bwMode="auto">
          <a:xfrm flipV="1">
            <a:off x="2116138" y="5326063"/>
            <a:ext cx="188912" cy="33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r>
              <a:rPr lang="en-US" sz="1200" dirty="0">
                <a:latin typeface="Tahoma" panose="020B0604030504040204" charset="0"/>
              </a:rPr>
              <a:t>6</a:t>
            </a:r>
            <a:r>
              <a:rPr lang="en-US" sz="1200" dirty="0" smtClean="0">
                <a:latin typeface="Tahoma" panose="020B0604030504040204" charset="0"/>
              </a:rPr>
              <a:t>-</a:t>
            </a:r>
            <a:fld id="{8E8C6E93-DF5B-BC4B-80F9-500DED1EEDCC}" type="slidenum">
              <a:rPr lang="en-US" sz="1200">
                <a:latin typeface="Tahoma" panose="020B0604030504040204" charset="0"/>
              </a:rPr>
            </a:fld>
            <a:endParaRPr lang="en-US" sz="1200" dirty="0">
              <a:latin typeface="Tahoma" panose="020B0604030504040204" charset="0"/>
            </a:endParaRPr>
          </a:p>
        </p:txBody>
      </p:sp>
      <p:sp>
        <p:nvSpPr>
          <p:cNvPr id="10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pPr algn="r"/>
            <a:r>
              <a:rPr lang="en-US" sz="1200" dirty="0" smtClean="0">
                <a:solidFill>
                  <a:srgbClr val="000000"/>
                </a:solidFill>
                <a:latin typeface="Tahoma" panose="020B0604030504040204" charset="0"/>
                <a:cs typeface="Arial" panose="020B0604020202090204" pitchFamily="34" charset="0"/>
              </a:rPr>
              <a:t>Link Layer and LANs</a:t>
            </a:r>
            <a:endParaRPr lang="en-US" sz="1200" dirty="0">
              <a:solidFill>
                <a:srgbClr val="000000"/>
              </a:solidFill>
              <a:latin typeface="Tahoma" panose="020B060403050404020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4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35660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pitchFamily="34" charset="0"/>
                <a:cs typeface="+mj-cs"/>
              </a:rPr>
              <a:t>LAN addresses and ARP</a:t>
            </a:r>
            <a:endParaRPr lang="en-US" dirty="0">
              <a:latin typeface="Gill Sans MT" pitchFamily="34" charset="0"/>
              <a:cs typeface="+mj-cs"/>
            </a:endParaRPr>
          </a:p>
        </p:txBody>
      </p:sp>
      <p:sp>
        <p:nvSpPr>
          <p:cNvPr id="40965" name="Text Box 4"/>
          <p:cNvSpPr txBox="1">
            <a:spLocks noChangeArrowheads="1"/>
          </p:cNvSpPr>
          <p:nvPr/>
        </p:nvSpPr>
        <p:spPr bwMode="auto">
          <a:xfrm>
            <a:off x="585788" y="1309688"/>
            <a:ext cx="6899275" cy="51911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2800" i="0" dirty="0" smtClean="0">
                <a:latin typeface="Gill Sans MT" pitchFamily="34" charset="0"/>
                <a:cs typeface="+mn-cs"/>
              </a:rPr>
              <a:t>each adapter on LAN has unique </a:t>
            </a:r>
            <a:r>
              <a:rPr lang="en-US" sz="2800" dirty="0" smtClean="0">
                <a:solidFill>
                  <a:srgbClr val="CC0000"/>
                </a:solidFill>
                <a:latin typeface="Gill Sans MT" pitchFamily="34" charset="0"/>
                <a:cs typeface="+mn-cs"/>
              </a:rPr>
              <a:t>LAN</a:t>
            </a:r>
            <a:r>
              <a:rPr lang="en-US" sz="2800" i="0" dirty="0" smtClean="0">
                <a:latin typeface="Gill Sans MT" pitchFamily="34" charset="0"/>
                <a:cs typeface="+mn-cs"/>
              </a:rPr>
              <a:t> address</a:t>
            </a:r>
            <a:endParaRPr lang="en-US" sz="2800" i="0" dirty="0" smtClean="0">
              <a:latin typeface="Gill Sans MT" pitchFamily="34" charset="0"/>
              <a:cs typeface="+mn-cs"/>
            </a:endParaRPr>
          </a:p>
        </p:txBody>
      </p:sp>
      <p:sp>
        <p:nvSpPr>
          <p:cNvPr id="40966" name="Text Box 18"/>
          <p:cNvSpPr txBox="1">
            <a:spLocks noChangeArrowheads="1"/>
          </p:cNvSpPr>
          <p:nvPr/>
        </p:nvSpPr>
        <p:spPr bwMode="auto">
          <a:xfrm>
            <a:off x="6918325" y="3890963"/>
            <a:ext cx="958850" cy="36671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i="0" dirty="0" smtClean="0">
                <a:latin typeface="Arial" panose="020B0604020202090204" pitchFamily="34" charset="0"/>
                <a:cs typeface="+mn-cs"/>
              </a:rPr>
              <a:t>adapter</a:t>
            </a:r>
            <a:endParaRPr lang="en-US" i="0" dirty="0" smtClean="0">
              <a:latin typeface="Arial" panose="020B0604020202090204" pitchFamily="34" charset="0"/>
              <a:cs typeface="+mn-cs"/>
            </a:endParaRPr>
          </a:p>
        </p:txBody>
      </p:sp>
      <p:sp>
        <p:nvSpPr>
          <p:cNvPr id="123910" name="Freeform 8"/>
          <p:cNvSpPr/>
          <p:nvPr/>
        </p:nvSpPr>
        <p:spPr bwMode="auto">
          <a:xfrm>
            <a:off x="2152650" y="3262313"/>
            <a:ext cx="2046288" cy="2049462"/>
          </a:xfrm>
          <a:custGeom>
            <a:avLst/>
            <a:gdLst>
              <a:gd name="T0" fmla="*/ 2147483647 w 1292"/>
              <a:gd name="T1" fmla="*/ 2147483647 h 1255"/>
              <a:gd name="T2" fmla="*/ 2147483647 w 1292"/>
              <a:gd name="T3" fmla="*/ 2147483647 h 1255"/>
              <a:gd name="T4" fmla="*/ 2147483647 w 1292"/>
              <a:gd name="T5" fmla="*/ 2147483647 h 1255"/>
              <a:gd name="T6" fmla="*/ 2147483647 w 1292"/>
              <a:gd name="T7" fmla="*/ 2147483647 h 1255"/>
              <a:gd name="T8" fmla="*/ 2147483647 w 1292"/>
              <a:gd name="T9" fmla="*/ 2147483647 h 1255"/>
              <a:gd name="T10" fmla="*/ 2147483647 w 1292"/>
              <a:gd name="T11" fmla="*/ 2147483647 h 1255"/>
              <a:gd name="T12" fmla="*/ 2147483647 w 1292"/>
              <a:gd name="T13" fmla="*/ 2147483647 h 1255"/>
              <a:gd name="T14" fmla="*/ 2147483647 w 1292"/>
              <a:gd name="T15" fmla="*/ 2147483647 h 1255"/>
              <a:gd name="T16" fmla="*/ 2147483647 w 1292"/>
              <a:gd name="T17" fmla="*/ 2147483647 h 1255"/>
              <a:gd name="T18" fmla="*/ 2147483647 w 1292"/>
              <a:gd name="T19" fmla="*/ 2147483647 h 1255"/>
              <a:gd name="T20" fmla="*/ 2147483647 w 1292"/>
              <a:gd name="T21" fmla="*/ 2147483647 h 1255"/>
              <a:gd name="T22" fmla="*/ 2147483647 w 1292"/>
              <a:gd name="T23" fmla="*/ 2147483647 h 125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1292" h="1255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40968" name="Line 19"/>
          <p:cNvSpPr>
            <a:spLocks noChangeShapeType="1"/>
          </p:cNvSpPr>
          <p:nvPr/>
        </p:nvSpPr>
        <p:spPr bwMode="auto">
          <a:xfrm>
            <a:off x="1300163" y="3940175"/>
            <a:ext cx="901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0969" name="Line 20"/>
          <p:cNvSpPr>
            <a:spLocks noChangeShapeType="1"/>
          </p:cNvSpPr>
          <p:nvPr/>
        </p:nvSpPr>
        <p:spPr bwMode="auto">
          <a:xfrm>
            <a:off x="3309938" y="2808288"/>
            <a:ext cx="0" cy="6556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0970" name="Line 21"/>
          <p:cNvSpPr>
            <a:spLocks noChangeShapeType="1"/>
          </p:cNvSpPr>
          <p:nvPr/>
        </p:nvSpPr>
        <p:spPr bwMode="auto">
          <a:xfrm flipH="1">
            <a:off x="4173538" y="4108450"/>
            <a:ext cx="7969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0971" name="Line 22"/>
          <p:cNvSpPr>
            <a:spLocks noChangeShapeType="1"/>
          </p:cNvSpPr>
          <p:nvPr/>
        </p:nvSpPr>
        <p:spPr bwMode="auto">
          <a:xfrm flipV="1">
            <a:off x="3271838" y="5113338"/>
            <a:ext cx="0" cy="438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0972" name="Text Box 24"/>
          <p:cNvSpPr txBox="1">
            <a:spLocks noChangeArrowheads="1"/>
          </p:cNvSpPr>
          <p:nvPr/>
        </p:nvSpPr>
        <p:spPr bwMode="auto">
          <a:xfrm>
            <a:off x="3630613" y="2513013"/>
            <a:ext cx="1781175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1400" i="0" dirty="0" smtClean="0">
                <a:latin typeface="Arial" panose="020B0604020202090204" pitchFamily="34" charset="0"/>
                <a:cs typeface="+mn-cs"/>
              </a:rPr>
              <a:t>1A-2F-BB-76-09-AD</a:t>
            </a:r>
            <a:endParaRPr lang="en-US" sz="1400" i="0" dirty="0" smtClean="0">
              <a:latin typeface="Arial" panose="020B0604020202090204" pitchFamily="34" charset="0"/>
              <a:cs typeface="+mn-cs"/>
            </a:endParaRPr>
          </a:p>
        </p:txBody>
      </p:sp>
      <p:sp>
        <p:nvSpPr>
          <p:cNvPr id="40973" name="Line 25"/>
          <p:cNvSpPr>
            <a:spLocks noChangeShapeType="1"/>
          </p:cNvSpPr>
          <p:nvPr/>
        </p:nvSpPr>
        <p:spPr bwMode="auto">
          <a:xfrm flipH="1" flipV="1">
            <a:off x="3449638" y="2652713"/>
            <a:ext cx="257175" cy="12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0974" name="Line 26"/>
          <p:cNvSpPr>
            <a:spLocks noChangeShapeType="1"/>
          </p:cNvSpPr>
          <p:nvPr/>
        </p:nvSpPr>
        <p:spPr bwMode="auto">
          <a:xfrm flipV="1">
            <a:off x="4999038" y="4289425"/>
            <a:ext cx="0" cy="3730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0975" name="Text Box 27"/>
          <p:cNvSpPr txBox="1">
            <a:spLocks noChangeArrowheads="1"/>
          </p:cNvSpPr>
          <p:nvPr/>
        </p:nvSpPr>
        <p:spPr bwMode="auto">
          <a:xfrm>
            <a:off x="4479925" y="4662488"/>
            <a:ext cx="17399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1400" i="0" dirty="0" smtClean="0">
                <a:latin typeface="Arial" panose="020B0604020202090204" pitchFamily="34" charset="0"/>
                <a:cs typeface="+mn-cs"/>
              </a:rPr>
              <a:t>58-23-D7-FA-20-B0</a:t>
            </a:r>
            <a:endParaRPr lang="en-US" sz="1400" i="0" dirty="0" smtClean="0">
              <a:latin typeface="Arial" panose="020B0604020202090204" pitchFamily="34" charset="0"/>
              <a:cs typeface="+mn-cs"/>
            </a:endParaRPr>
          </a:p>
        </p:txBody>
      </p:sp>
      <p:sp>
        <p:nvSpPr>
          <p:cNvPr id="40976" name="Line 28"/>
          <p:cNvSpPr>
            <a:spLocks noChangeShapeType="1"/>
          </p:cNvSpPr>
          <p:nvPr/>
        </p:nvSpPr>
        <p:spPr bwMode="auto">
          <a:xfrm flipH="1">
            <a:off x="3375025" y="5667375"/>
            <a:ext cx="3603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0977" name="Text Box 29"/>
          <p:cNvSpPr txBox="1">
            <a:spLocks noChangeArrowheads="1"/>
          </p:cNvSpPr>
          <p:nvPr/>
        </p:nvSpPr>
        <p:spPr bwMode="auto">
          <a:xfrm>
            <a:off x="3797300" y="5551488"/>
            <a:ext cx="1749425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1400" i="0" dirty="0" smtClean="0">
                <a:latin typeface="Arial" panose="020B0604020202090204" pitchFamily="34" charset="0"/>
                <a:cs typeface="+mn-cs"/>
              </a:rPr>
              <a:t>0C-C4-11-6F-E3-98</a:t>
            </a:r>
            <a:endParaRPr lang="en-US" sz="1400" i="0" dirty="0" smtClean="0">
              <a:latin typeface="Arial" panose="020B0604020202090204" pitchFamily="34" charset="0"/>
              <a:cs typeface="+mn-cs"/>
            </a:endParaRPr>
          </a:p>
        </p:txBody>
      </p:sp>
      <p:sp>
        <p:nvSpPr>
          <p:cNvPr id="40978" name="Line 30"/>
          <p:cNvSpPr>
            <a:spLocks noChangeShapeType="1"/>
          </p:cNvSpPr>
          <p:nvPr/>
        </p:nvSpPr>
        <p:spPr bwMode="auto">
          <a:xfrm flipV="1">
            <a:off x="1236663" y="4095750"/>
            <a:ext cx="0" cy="3730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0979" name="Text Box 31"/>
          <p:cNvSpPr txBox="1">
            <a:spLocks noChangeArrowheads="1"/>
          </p:cNvSpPr>
          <p:nvPr/>
        </p:nvSpPr>
        <p:spPr bwMode="auto">
          <a:xfrm>
            <a:off x="319088" y="4470400"/>
            <a:ext cx="16891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1400" i="0" dirty="0" smtClean="0">
                <a:latin typeface="Arial" panose="020B0604020202090204" pitchFamily="34" charset="0"/>
                <a:cs typeface="+mn-cs"/>
              </a:rPr>
              <a:t>71-65-F7-2B-08-53</a:t>
            </a:r>
            <a:endParaRPr lang="en-US" sz="1400" i="0" dirty="0" smtClean="0">
              <a:latin typeface="Arial" panose="020B0604020202090204" pitchFamily="34" charset="0"/>
              <a:cs typeface="+mn-cs"/>
            </a:endParaRPr>
          </a:p>
        </p:txBody>
      </p:sp>
      <p:sp>
        <p:nvSpPr>
          <p:cNvPr id="40980" name="Text Box 32"/>
          <p:cNvSpPr txBox="1">
            <a:spLocks noChangeArrowheads="1"/>
          </p:cNvSpPr>
          <p:nvPr/>
        </p:nvSpPr>
        <p:spPr bwMode="auto">
          <a:xfrm>
            <a:off x="2636838" y="3621088"/>
            <a:ext cx="1085850" cy="91598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i="0" dirty="0" smtClean="0">
                <a:latin typeface="Arial" panose="020B0604020202090204" pitchFamily="34" charset="0"/>
                <a:cs typeface="+mn-cs"/>
              </a:rPr>
              <a:t>   LAN</a:t>
            </a:r>
            <a:endParaRPr lang="en-US" i="0" dirty="0" smtClean="0">
              <a:latin typeface="Arial" panose="020B0604020202090204" pitchFamily="34" charset="0"/>
              <a:cs typeface="+mn-cs"/>
            </a:endParaRPr>
          </a:p>
          <a:p>
            <a:pPr>
              <a:defRPr/>
            </a:pPr>
            <a:r>
              <a:rPr lang="en-US" i="0" dirty="0" smtClean="0">
                <a:latin typeface="Arial" panose="020B0604020202090204" pitchFamily="34" charset="0"/>
                <a:cs typeface="+mn-cs"/>
              </a:rPr>
              <a:t>(wired or</a:t>
            </a:r>
            <a:endParaRPr lang="en-US" i="0" dirty="0" smtClean="0">
              <a:latin typeface="Arial" panose="020B0604020202090204" pitchFamily="34" charset="0"/>
              <a:cs typeface="+mn-cs"/>
            </a:endParaRPr>
          </a:p>
          <a:p>
            <a:pPr>
              <a:defRPr/>
            </a:pPr>
            <a:r>
              <a:rPr lang="en-US" i="0" dirty="0" smtClean="0">
                <a:latin typeface="Arial" panose="020B0604020202090204" pitchFamily="34" charset="0"/>
                <a:cs typeface="+mn-cs"/>
              </a:rPr>
              <a:t>wireless)</a:t>
            </a:r>
            <a:endParaRPr lang="en-US" i="0" dirty="0" smtClean="0">
              <a:latin typeface="Arial" panose="020B0604020202090204" pitchFamily="34" charset="0"/>
              <a:cs typeface="+mn-cs"/>
            </a:endParaRPr>
          </a:p>
        </p:txBody>
      </p:sp>
      <p:sp>
        <p:nvSpPr>
          <p:cNvPr id="526373" name="Rectangle 37"/>
          <p:cNvSpPr>
            <a:spLocks noChangeArrowheads="1"/>
          </p:cNvSpPr>
          <p:nvPr/>
        </p:nvSpPr>
        <p:spPr bwMode="auto">
          <a:xfrm>
            <a:off x="6727825" y="3941763"/>
            <a:ext cx="160338" cy="255587"/>
          </a:xfrm>
          <a:prstGeom prst="rect">
            <a:avLst/>
          </a:prstGeom>
          <a:gradFill rotWithShape="1">
            <a:gsLst>
              <a:gs pos="0">
                <a:srgbClr val="008000"/>
              </a:gs>
              <a:gs pos="50000">
                <a:schemeClr val="bg1"/>
              </a:gs>
              <a:gs pos="100000">
                <a:srgbClr val="008000"/>
              </a:gs>
            </a:gsLst>
            <a:lin ang="0" scaled="1"/>
          </a:gradFill>
          <a:ln w="9525">
            <a:solidFill>
              <a:srgbClr val="008000"/>
            </a:solidFill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latin typeface="Comic Sans MS" panose="030F0902030302020204" pitchFamily="66" charset="0"/>
              <a:ea typeface="+mn-ea"/>
              <a:cs typeface="+mn-cs"/>
            </a:endParaRPr>
          </a:p>
        </p:txBody>
      </p:sp>
      <p:grpSp>
        <p:nvGrpSpPr>
          <p:cNvPr id="123925" name="Group 51"/>
          <p:cNvGrpSpPr/>
          <p:nvPr/>
        </p:nvGrpSpPr>
        <p:grpSpPr bwMode="auto">
          <a:xfrm>
            <a:off x="423863" y="3562350"/>
            <a:ext cx="922337" cy="658813"/>
            <a:chOff x="267" y="2244"/>
            <a:chExt cx="581" cy="415"/>
          </a:xfrm>
        </p:grpSpPr>
        <p:sp>
          <p:nvSpPr>
            <p:cNvPr id="526372" name="Rectangle 36"/>
            <p:cNvSpPr>
              <a:spLocks noChangeArrowheads="1"/>
            </p:cNvSpPr>
            <p:nvPr/>
          </p:nvSpPr>
          <p:spPr bwMode="auto">
            <a:xfrm rot="-5400000">
              <a:off x="717" y="2400"/>
              <a:ext cx="101" cy="161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Comic Sans MS" panose="030F0902030302020204" pitchFamily="66" charset="0"/>
                <a:ea typeface="+mn-ea"/>
                <a:cs typeface="+mn-cs"/>
              </a:endParaRPr>
            </a:p>
          </p:txBody>
        </p:sp>
        <p:grpSp>
          <p:nvGrpSpPr>
            <p:cNvPr id="123943" name="Group 38"/>
            <p:cNvGrpSpPr/>
            <p:nvPr/>
          </p:nvGrpSpPr>
          <p:grpSpPr bwMode="auto">
            <a:xfrm>
              <a:off x="267" y="2244"/>
              <a:ext cx="512" cy="415"/>
              <a:chOff x="-44" y="1473"/>
              <a:chExt cx="981" cy="1105"/>
            </a:xfrm>
          </p:grpSpPr>
          <p:pic>
            <p:nvPicPr>
              <p:cNvPr id="123944" name="Picture 39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3945" name="Freeform 40"/>
              <p:cNvSpPr/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</p:spPr>
            <p:txBody>
              <a:bodyPr wrap="none"/>
              <a:lstStyle/>
              <a:p>
                <a:endParaRPr lang="en-US" dirty="0"/>
              </a:p>
            </p:txBody>
          </p:sp>
        </p:grpSp>
      </p:grpSp>
      <p:grpSp>
        <p:nvGrpSpPr>
          <p:cNvPr id="123926" name="Group 50"/>
          <p:cNvGrpSpPr/>
          <p:nvPr/>
        </p:nvGrpSpPr>
        <p:grpSpPr bwMode="auto">
          <a:xfrm>
            <a:off x="2744788" y="5559425"/>
            <a:ext cx="812800" cy="833438"/>
            <a:chOff x="1729" y="3502"/>
            <a:chExt cx="512" cy="525"/>
          </a:xfrm>
        </p:grpSpPr>
        <p:sp>
          <p:nvSpPr>
            <p:cNvPr id="526370" name="Rectangle 34"/>
            <p:cNvSpPr>
              <a:spLocks noChangeArrowheads="1"/>
            </p:cNvSpPr>
            <p:nvPr/>
          </p:nvSpPr>
          <p:spPr bwMode="auto">
            <a:xfrm>
              <a:off x="2021" y="3502"/>
              <a:ext cx="101" cy="161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Comic Sans MS" panose="030F0902030302020204" pitchFamily="66" charset="0"/>
                <a:ea typeface="+mn-ea"/>
                <a:cs typeface="+mn-cs"/>
              </a:endParaRPr>
            </a:p>
          </p:txBody>
        </p:sp>
        <p:grpSp>
          <p:nvGrpSpPr>
            <p:cNvPr id="123939" name="Group 41"/>
            <p:cNvGrpSpPr/>
            <p:nvPr/>
          </p:nvGrpSpPr>
          <p:grpSpPr bwMode="auto">
            <a:xfrm>
              <a:off x="1729" y="3612"/>
              <a:ext cx="512" cy="415"/>
              <a:chOff x="-44" y="1473"/>
              <a:chExt cx="981" cy="1105"/>
            </a:xfrm>
          </p:grpSpPr>
          <p:pic>
            <p:nvPicPr>
              <p:cNvPr id="123940" name="Picture 42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3941" name="Freeform 43"/>
              <p:cNvSpPr/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</p:spPr>
            <p:txBody>
              <a:bodyPr wrap="none"/>
              <a:lstStyle/>
              <a:p>
                <a:endParaRPr lang="en-US" dirty="0"/>
              </a:p>
            </p:txBody>
          </p:sp>
        </p:grpSp>
      </p:grpSp>
      <p:grpSp>
        <p:nvGrpSpPr>
          <p:cNvPr id="123927" name="Group 52"/>
          <p:cNvGrpSpPr/>
          <p:nvPr/>
        </p:nvGrpSpPr>
        <p:grpSpPr bwMode="auto">
          <a:xfrm>
            <a:off x="2770188" y="2025650"/>
            <a:ext cx="812800" cy="776288"/>
            <a:chOff x="1745" y="1276"/>
            <a:chExt cx="512" cy="489"/>
          </a:xfrm>
        </p:grpSpPr>
        <p:sp>
          <p:nvSpPr>
            <p:cNvPr id="526350" name="Rectangle 14"/>
            <p:cNvSpPr>
              <a:spLocks noChangeArrowheads="1"/>
            </p:cNvSpPr>
            <p:nvPr/>
          </p:nvSpPr>
          <p:spPr bwMode="auto">
            <a:xfrm>
              <a:off x="2039" y="1604"/>
              <a:ext cx="101" cy="161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Comic Sans MS" panose="030F0902030302020204" pitchFamily="66" charset="0"/>
                <a:ea typeface="+mn-ea"/>
                <a:cs typeface="+mn-cs"/>
              </a:endParaRPr>
            </a:p>
          </p:txBody>
        </p:sp>
        <p:grpSp>
          <p:nvGrpSpPr>
            <p:cNvPr id="123935" name="Group 44"/>
            <p:cNvGrpSpPr/>
            <p:nvPr/>
          </p:nvGrpSpPr>
          <p:grpSpPr bwMode="auto">
            <a:xfrm>
              <a:off x="1745" y="1276"/>
              <a:ext cx="512" cy="415"/>
              <a:chOff x="-44" y="1473"/>
              <a:chExt cx="981" cy="1105"/>
            </a:xfrm>
          </p:grpSpPr>
          <p:pic>
            <p:nvPicPr>
              <p:cNvPr id="123936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3937" name="Freeform 46"/>
              <p:cNvSpPr/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</p:spPr>
            <p:txBody>
              <a:bodyPr wrap="none"/>
              <a:lstStyle/>
              <a:p>
                <a:endParaRPr lang="en-US" dirty="0"/>
              </a:p>
            </p:txBody>
          </p:sp>
        </p:grpSp>
      </p:grpSp>
      <p:grpSp>
        <p:nvGrpSpPr>
          <p:cNvPr id="123928" name="Group 53"/>
          <p:cNvGrpSpPr/>
          <p:nvPr/>
        </p:nvGrpSpPr>
        <p:grpSpPr bwMode="auto">
          <a:xfrm>
            <a:off x="4868863" y="3836988"/>
            <a:ext cx="812800" cy="658812"/>
            <a:chOff x="3067" y="2417"/>
            <a:chExt cx="512" cy="415"/>
          </a:xfrm>
        </p:grpSpPr>
        <p:sp>
          <p:nvSpPr>
            <p:cNvPr id="526371" name="Rectangle 35"/>
            <p:cNvSpPr>
              <a:spLocks noChangeArrowheads="1"/>
            </p:cNvSpPr>
            <p:nvPr/>
          </p:nvSpPr>
          <p:spPr bwMode="auto">
            <a:xfrm rot="-5400000">
              <a:off x="3162" y="2514"/>
              <a:ext cx="101" cy="161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Comic Sans MS" panose="030F0902030302020204" pitchFamily="66" charset="0"/>
                <a:ea typeface="+mn-ea"/>
                <a:cs typeface="+mn-cs"/>
              </a:endParaRPr>
            </a:p>
          </p:txBody>
        </p:sp>
        <p:grpSp>
          <p:nvGrpSpPr>
            <p:cNvPr id="123931" name="Group 47"/>
            <p:cNvGrpSpPr/>
            <p:nvPr/>
          </p:nvGrpSpPr>
          <p:grpSpPr bwMode="auto">
            <a:xfrm>
              <a:off x="3067" y="2417"/>
              <a:ext cx="512" cy="415"/>
              <a:chOff x="-44" y="1473"/>
              <a:chExt cx="981" cy="1105"/>
            </a:xfrm>
          </p:grpSpPr>
          <p:pic>
            <p:nvPicPr>
              <p:cNvPr id="123932" name="Picture 48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3933" name="Freeform 49"/>
              <p:cNvSpPr/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</p:spPr>
            <p:txBody>
              <a:bodyPr wrap="none"/>
              <a:lstStyle/>
              <a:p>
                <a:endParaRPr lang="en-US" dirty="0"/>
              </a:p>
            </p:txBody>
          </p:sp>
        </p:grpSp>
      </p:grpSp>
      <p:pic>
        <p:nvPicPr>
          <p:cNvPr id="123929" name="Picture 20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953223"/>
            <a:ext cx="5484812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r>
              <a:rPr lang="en-US" sz="1200" dirty="0">
                <a:latin typeface="Tahoma" panose="020B0604030504040204" charset="0"/>
              </a:rPr>
              <a:t>6</a:t>
            </a:r>
            <a:r>
              <a:rPr lang="en-US" sz="1200" dirty="0" smtClean="0">
                <a:latin typeface="Tahoma" panose="020B0604030504040204" charset="0"/>
              </a:rPr>
              <a:t>-</a:t>
            </a:r>
            <a:fld id="{8E8C6E93-DF5B-BC4B-80F9-500DED1EEDCC}" type="slidenum">
              <a:rPr lang="en-US" sz="1200">
                <a:latin typeface="Tahoma" panose="020B0604030504040204" charset="0"/>
              </a:rPr>
            </a:fld>
            <a:endParaRPr lang="en-US" sz="1200" dirty="0">
              <a:latin typeface="Tahoma" panose="020B0604030504040204" charset="0"/>
            </a:endParaRPr>
          </a:p>
        </p:txBody>
      </p:sp>
      <p:sp>
        <p:nvSpPr>
          <p:cNvPr id="44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pPr algn="r"/>
            <a:r>
              <a:rPr lang="en-US" sz="1200" dirty="0" smtClean="0">
                <a:solidFill>
                  <a:srgbClr val="000000"/>
                </a:solidFill>
                <a:latin typeface="Tahoma" panose="020B0604030504040204" charset="0"/>
                <a:cs typeface="Arial" panose="020B0604020202090204" pitchFamily="34" charset="0"/>
              </a:rPr>
              <a:t>Link Layer and LANs</a:t>
            </a:r>
            <a:endParaRPr lang="en-US" sz="1200" dirty="0">
              <a:solidFill>
                <a:srgbClr val="000000"/>
              </a:solidFill>
              <a:latin typeface="Tahoma" panose="020B060403050404020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955" name="Picture 5" descr="underline_base"/>
          <p:cNvPicPr>
            <a:picLocks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138" y="946873"/>
            <a:ext cx="5484812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41989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35660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pitchFamily="34" charset="0"/>
                <a:cs typeface="+mj-cs"/>
              </a:rPr>
              <a:t>LAN addresses (more)</a:t>
            </a:r>
            <a:endParaRPr lang="en-US" dirty="0">
              <a:latin typeface="Gill Sans MT" pitchFamily="34" charset="0"/>
              <a:cs typeface="+mj-cs"/>
            </a:endParaRPr>
          </a:p>
        </p:txBody>
      </p:sp>
      <p:sp>
        <p:nvSpPr>
          <p:cNvPr id="4199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Gill Sans MT" pitchFamily="34" charset="0"/>
                <a:cs typeface="+mn-cs"/>
              </a:rPr>
              <a:t>MAC address allocation administered by IEEE</a:t>
            </a:r>
            <a:endParaRPr lang="en-US" dirty="0">
              <a:latin typeface="Gill Sans MT" pitchFamily="34" charset="0"/>
              <a:cs typeface="+mn-cs"/>
            </a:endParaRPr>
          </a:p>
          <a:p>
            <a:pPr>
              <a:defRPr/>
            </a:pPr>
            <a:r>
              <a:rPr lang="en-US" dirty="0">
                <a:latin typeface="Gill Sans MT" pitchFamily="34" charset="0"/>
                <a:cs typeface="+mn-cs"/>
              </a:rPr>
              <a:t>manufacturer buys portion of MAC address space (to assure uniqueness)</a:t>
            </a:r>
            <a:endParaRPr lang="en-US" dirty="0">
              <a:latin typeface="Gill Sans MT" pitchFamily="34" charset="0"/>
              <a:cs typeface="+mn-cs"/>
            </a:endParaRPr>
          </a:p>
          <a:p>
            <a:pPr>
              <a:defRPr/>
            </a:pPr>
            <a:r>
              <a:rPr lang="en-US" dirty="0">
                <a:latin typeface="Gill Sans MT" pitchFamily="34" charset="0"/>
                <a:cs typeface="+mn-cs"/>
              </a:rPr>
              <a:t>analogy:</a:t>
            </a:r>
            <a:endParaRPr lang="en-US" dirty="0">
              <a:latin typeface="Gill Sans MT" pitchFamily="34" charset="0"/>
              <a:cs typeface="+mn-cs"/>
            </a:endParaRPr>
          </a:p>
          <a:p>
            <a:pPr lvl="1">
              <a:defRPr/>
            </a:pPr>
            <a:r>
              <a:rPr lang="en-US" dirty="0">
                <a:latin typeface="Gill Sans MT" pitchFamily="34" charset="0"/>
              </a:rPr>
              <a:t>MAC address: like Social Security Number</a:t>
            </a:r>
            <a:endParaRPr lang="en-US" dirty="0">
              <a:latin typeface="Gill Sans MT" pitchFamily="34" charset="0"/>
            </a:endParaRPr>
          </a:p>
          <a:p>
            <a:pPr lvl="1">
              <a:defRPr/>
            </a:pPr>
            <a:r>
              <a:rPr lang="en-US" dirty="0">
                <a:latin typeface="Gill Sans MT" pitchFamily="34" charset="0"/>
              </a:rPr>
              <a:t>IP address: like postal address</a:t>
            </a:r>
            <a:endParaRPr lang="en-US" dirty="0">
              <a:latin typeface="Gill Sans MT" pitchFamily="34" charset="0"/>
            </a:endParaRPr>
          </a:p>
          <a:p>
            <a:pPr>
              <a:defRPr/>
            </a:pPr>
            <a:r>
              <a:rPr lang="en-US" dirty="0">
                <a:latin typeface="Gill Sans MT" pitchFamily="34" charset="0"/>
                <a:cs typeface="+mn-cs"/>
              </a:rPr>
              <a:t> MAC flat address  </a:t>
            </a:r>
            <a:r>
              <a:rPr lang="en-US" dirty="0">
                <a:latin typeface="MS Mincho" charset="0"/>
                <a:ea typeface="MS Mincho" charset="0"/>
                <a:cs typeface="MS Mincho" charset="0"/>
              </a:rPr>
              <a:t>➜</a:t>
            </a:r>
            <a:r>
              <a:rPr lang="en-US" dirty="0">
                <a:latin typeface="Gill Sans MT" pitchFamily="34" charset="0"/>
                <a:cs typeface="+mn-cs"/>
              </a:rPr>
              <a:t> portability </a:t>
            </a:r>
            <a:endParaRPr lang="en-US" dirty="0">
              <a:latin typeface="Gill Sans MT" pitchFamily="34" charset="0"/>
              <a:cs typeface="+mn-cs"/>
            </a:endParaRPr>
          </a:p>
          <a:p>
            <a:pPr lvl="1">
              <a:defRPr/>
            </a:pPr>
            <a:r>
              <a:rPr lang="en-US" dirty="0">
                <a:latin typeface="Gill Sans MT" pitchFamily="34" charset="0"/>
              </a:rPr>
              <a:t>can move LAN card from one LAN to another</a:t>
            </a:r>
            <a:endParaRPr lang="en-US" dirty="0">
              <a:latin typeface="Gill Sans MT" pitchFamily="34" charset="0"/>
            </a:endParaRPr>
          </a:p>
          <a:p>
            <a:pPr>
              <a:defRPr/>
            </a:pPr>
            <a:r>
              <a:rPr lang="en-US" dirty="0">
                <a:latin typeface="Gill Sans MT" pitchFamily="34" charset="0"/>
                <a:cs typeface="+mn-cs"/>
              </a:rPr>
              <a:t>IP hierarchical address </a:t>
            </a:r>
            <a:r>
              <a:rPr lang="en-US" i="1" dirty="0">
                <a:latin typeface="Gill Sans MT" pitchFamily="34" charset="0"/>
                <a:cs typeface="+mn-cs"/>
              </a:rPr>
              <a:t>not</a:t>
            </a:r>
            <a:r>
              <a:rPr lang="en-US" dirty="0">
                <a:latin typeface="Gill Sans MT" pitchFamily="34" charset="0"/>
                <a:cs typeface="+mn-cs"/>
              </a:rPr>
              <a:t> portable</a:t>
            </a:r>
            <a:endParaRPr lang="en-US" dirty="0">
              <a:latin typeface="Gill Sans MT" pitchFamily="34" charset="0"/>
              <a:cs typeface="+mn-cs"/>
            </a:endParaRPr>
          </a:p>
          <a:p>
            <a:pPr lvl="1">
              <a:defRPr/>
            </a:pPr>
            <a:r>
              <a:rPr lang="en-US" dirty="0">
                <a:latin typeface="Gill Sans MT" pitchFamily="34" charset="0"/>
              </a:rPr>
              <a:t> address depends on IP subnet to which node is attached</a:t>
            </a:r>
            <a:endParaRPr lang="en-US" dirty="0">
              <a:latin typeface="Gill Sans MT" pitchFamily="34" charset="0"/>
            </a:endParaRPr>
          </a:p>
          <a:p>
            <a:pPr>
              <a:defRPr/>
            </a:pPr>
            <a:endParaRPr lang="en-US" sz="3200" dirty="0">
              <a:latin typeface="Gill Sans MT" pitchFamily="34" charset="0"/>
              <a:cs typeface="+mn-cs"/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r>
              <a:rPr lang="en-US" sz="1200" dirty="0">
                <a:latin typeface="Tahoma" panose="020B0604030504040204" charset="0"/>
              </a:rPr>
              <a:t>6</a:t>
            </a:r>
            <a:r>
              <a:rPr lang="en-US" sz="1200" dirty="0" smtClean="0">
                <a:latin typeface="Tahoma" panose="020B0604030504040204" charset="0"/>
              </a:rPr>
              <a:t>-</a:t>
            </a:r>
            <a:fld id="{8E8C6E93-DF5B-BC4B-80F9-500DED1EEDCC}" type="slidenum">
              <a:rPr lang="en-US" sz="1200">
                <a:latin typeface="Tahoma" panose="020B0604030504040204" charset="0"/>
              </a:rPr>
            </a:fld>
            <a:endParaRPr lang="en-US" sz="1200" dirty="0">
              <a:latin typeface="Tahoma" panose="020B0604030504040204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pPr algn="r"/>
            <a:r>
              <a:rPr lang="en-US" sz="1200" dirty="0" smtClean="0">
                <a:solidFill>
                  <a:srgbClr val="000000"/>
                </a:solidFill>
                <a:latin typeface="Tahoma" panose="020B0604030504040204" charset="0"/>
                <a:cs typeface="Arial" panose="020B0604020202090204" pitchFamily="34" charset="0"/>
              </a:rPr>
              <a:t>Link Layer and LANs</a:t>
            </a:r>
            <a:endParaRPr lang="en-US" sz="1200" dirty="0">
              <a:solidFill>
                <a:srgbClr val="000000"/>
              </a:solidFill>
              <a:latin typeface="Tahoma" panose="020B060403050404020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003" name="Picture 40" descr="underline_base"/>
          <p:cNvPicPr>
            <a:picLocks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413" y="919163"/>
            <a:ext cx="7313612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43013" name="Rectangle 3"/>
          <p:cNvSpPr>
            <a:spLocks noGrp="1" noChangeArrowheads="1"/>
          </p:cNvSpPr>
          <p:nvPr>
            <p:ph type="title"/>
          </p:nvPr>
        </p:nvSpPr>
        <p:spPr>
          <a:xfrm>
            <a:off x="501650" y="241300"/>
            <a:ext cx="8191500" cy="901700"/>
          </a:xfrm>
        </p:spPr>
        <p:txBody>
          <a:bodyPr/>
          <a:lstStyle/>
          <a:p>
            <a:pPr>
              <a:defRPr/>
            </a:pPr>
            <a:r>
              <a:rPr lang="en-US" sz="4000" dirty="0">
                <a:latin typeface="Gill Sans MT" pitchFamily="34" charset="0"/>
                <a:cs typeface="+mj-cs"/>
              </a:rPr>
              <a:t>ARP: address resolution protocol</a:t>
            </a:r>
            <a:endParaRPr lang="en-US" sz="4000" dirty="0">
              <a:latin typeface="Gill Sans MT" pitchFamily="34" charset="0"/>
              <a:cs typeface="+mj-cs"/>
            </a:endParaRPr>
          </a:p>
        </p:txBody>
      </p:sp>
      <p:sp>
        <p:nvSpPr>
          <p:cNvPr id="39936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4886325" y="2119313"/>
            <a:ext cx="3990975" cy="3881437"/>
          </a:xfrm>
        </p:spPr>
        <p:txBody>
          <a:bodyPr/>
          <a:lstStyle/>
          <a:p>
            <a:pPr marL="0" indent="0">
              <a:buFont typeface="Wingdings" panose="05000000000000000000" charset="0"/>
              <a:buNone/>
              <a:defRPr/>
            </a:pPr>
            <a:r>
              <a:rPr lang="en-US" sz="2400" i="1" dirty="0" smtClean="0">
                <a:solidFill>
                  <a:srgbClr val="CC0000"/>
                </a:solidFill>
                <a:latin typeface="Gill Sans MT" pitchFamily="34" charset="0"/>
                <a:cs typeface="+mn-cs"/>
              </a:rPr>
              <a:t>ARP table: </a:t>
            </a:r>
            <a:r>
              <a:rPr lang="en-US" sz="2400" dirty="0" smtClean="0">
                <a:latin typeface="Gill Sans MT" pitchFamily="34" charset="0"/>
                <a:cs typeface="+mn-cs"/>
              </a:rPr>
              <a:t>each </a:t>
            </a:r>
            <a:r>
              <a:rPr lang="en-US" sz="2400" dirty="0">
                <a:latin typeface="Gill Sans MT" pitchFamily="34" charset="0"/>
                <a:cs typeface="+mn-cs"/>
              </a:rPr>
              <a:t>IP node (host, router) on LAN has </a:t>
            </a:r>
            <a:r>
              <a:rPr lang="en-US" sz="2400" dirty="0" smtClean="0">
                <a:latin typeface="Gill Sans MT" pitchFamily="34" charset="0"/>
                <a:cs typeface="+mn-cs"/>
              </a:rPr>
              <a:t>table</a:t>
            </a:r>
            <a:endParaRPr lang="en-US" sz="2400" dirty="0">
              <a:latin typeface="Gill Sans MT" pitchFamily="34" charset="0"/>
              <a:cs typeface="+mn-cs"/>
            </a:endParaRPr>
          </a:p>
          <a:p>
            <a:pPr lvl="1">
              <a:defRPr/>
            </a:pPr>
            <a:r>
              <a:rPr lang="en-US" dirty="0">
                <a:latin typeface="Gill Sans MT" pitchFamily="34" charset="0"/>
              </a:rPr>
              <a:t>IP/MAC address mappings for some LAN nodes:</a:t>
            </a:r>
            <a:endParaRPr lang="en-US" dirty="0">
              <a:latin typeface="Gill Sans MT" pitchFamily="34" charset="0"/>
            </a:endParaRPr>
          </a:p>
          <a:p>
            <a:pPr>
              <a:buFont typeface="Wingdings" panose="05000000000000000000" charset="0"/>
              <a:buNone/>
              <a:defRPr/>
            </a:pPr>
            <a:r>
              <a:rPr lang="en-US" sz="1800" dirty="0">
                <a:latin typeface="Gill Sans MT" pitchFamily="34" charset="0"/>
                <a:cs typeface="+mn-cs"/>
              </a:rPr>
              <a:t>          </a:t>
            </a:r>
            <a:r>
              <a:rPr lang="en-US" sz="1800" dirty="0">
                <a:solidFill>
                  <a:srgbClr val="CC0000"/>
                </a:solidFill>
                <a:latin typeface="Gill Sans MT" pitchFamily="34" charset="0"/>
                <a:cs typeface="+mn-cs"/>
              </a:rPr>
              <a:t>&lt; IP address; MAC address; TTL&gt;</a:t>
            </a:r>
            <a:endParaRPr lang="en-US" sz="1800" dirty="0">
              <a:solidFill>
                <a:srgbClr val="CC0000"/>
              </a:solidFill>
              <a:latin typeface="Gill Sans MT" pitchFamily="34" charset="0"/>
              <a:cs typeface="+mn-cs"/>
            </a:endParaRPr>
          </a:p>
          <a:p>
            <a:pPr lvl="1">
              <a:defRPr/>
            </a:pPr>
            <a:r>
              <a:rPr lang="en-US" dirty="0">
                <a:latin typeface="Gill Sans MT" pitchFamily="34" charset="0"/>
              </a:rPr>
              <a:t>TTL (Time To Live): time after which address mapping will be forgotten (typically 20 min)</a:t>
            </a:r>
            <a:endParaRPr lang="en-US" dirty="0">
              <a:latin typeface="Gill Sans MT" pitchFamily="34" charset="0"/>
            </a:endParaRPr>
          </a:p>
        </p:txBody>
      </p:sp>
      <p:grpSp>
        <p:nvGrpSpPr>
          <p:cNvPr id="128006" name="Group 41"/>
          <p:cNvGrpSpPr/>
          <p:nvPr/>
        </p:nvGrpSpPr>
        <p:grpSpPr bwMode="auto">
          <a:xfrm>
            <a:off x="406400" y="1298575"/>
            <a:ext cx="4146550" cy="1277938"/>
            <a:chOff x="145" y="937"/>
            <a:chExt cx="2612" cy="805"/>
          </a:xfrm>
        </p:grpSpPr>
        <p:sp>
          <p:nvSpPr>
            <p:cNvPr id="43056" name="Text Box 6"/>
            <p:cNvSpPr txBox="1">
              <a:spLocks noChangeArrowheads="1"/>
            </p:cNvSpPr>
            <p:nvPr/>
          </p:nvSpPr>
          <p:spPr bwMode="auto">
            <a:xfrm>
              <a:off x="232" y="947"/>
              <a:ext cx="2525" cy="75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2400" dirty="0" smtClean="0">
                  <a:solidFill>
                    <a:srgbClr val="CC0000"/>
                  </a:solidFill>
                  <a:latin typeface="Arial" panose="020B0604020202090204" pitchFamily="34" charset="0"/>
                  <a:cs typeface="+mn-cs"/>
                </a:rPr>
                <a:t>Question:</a:t>
              </a:r>
              <a:r>
                <a:rPr lang="en-US" sz="2400" i="0" dirty="0" smtClean="0">
                  <a:latin typeface="Arial" panose="020B0604020202090204" pitchFamily="34" charset="0"/>
                  <a:cs typeface="+mn-cs"/>
                </a:rPr>
                <a:t> how to determine</a:t>
              </a:r>
              <a:endParaRPr lang="en-US" sz="2400" i="0" dirty="0" smtClean="0">
                <a:latin typeface="Arial" panose="020B0604020202090204" pitchFamily="34" charset="0"/>
                <a:cs typeface="+mn-cs"/>
              </a:endParaRPr>
            </a:p>
            <a:p>
              <a:pPr>
                <a:defRPr/>
              </a:pPr>
              <a:r>
                <a:rPr lang="en-US" sz="2400" i="0" dirty="0" smtClean="0">
                  <a:latin typeface="Arial" panose="020B0604020202090204" pitchFamily="34" charset="0"/>
                  <a:cs typeface="+mn-cs"/>
                </a:rPr>
                <a:t>interface’s MAC address, knowing its IP address?</a:t>
              </a:r>
              <a:endParaRPr lang="en-US" sz="2400" i="0" dirty="0" smtClean="0">
                <a:latin typeface="Arial" panose="020B0604020202090204" pitchFamily="34" charset="0"/>
                <a:cs typeface="+mn-cs"/>
              </a:endParaRPr>
            </a:p>
          </p:txBody>
        </p:sp>
        <p:sp>
          <p:nvSpPr>
            <p:cNvPr id="43057" name="Rectangle 7"/>
            <p:cNvSpPr>
              <a:spLocks noChangeArrowheads="1"/>
            </p:cNvSpPr>
            <p:nvPr/>
          </p:nvSpPr>
          <p:spPr bwMode="auto">
            <a:xfrm>
              <a:off x="145" y="937"/>
              <a:ext cx="2609" cy="805"/>
            </a:xfrm>
            <a:prstGeom prst="rect">
              <a:avLst/>
            </a:prstGeom>
            <a:noFill/>
            <a:ln w="28575">
              <a:solidFill>
                <a:srgbClr val="CC0000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sp>
        <p:nvSpPr>
          <p:cNvPr id="128007" name="Freeform 10"/>
          <p:cNvSpPr/>
          <p:nvPr/>
        </p:nvSpPr>
        <p:spPr bwMode="auto">
          <a:xfrm>
            <a:off x="1800225" y="3944938"/>
            <a:ext cx="1393825" cy="1525587"/>
          </a:xfrm>
          <a:custGeom>
            <a:avLst/>
            <a:gdLst>
              <a:gd name="T0" fmla="*/ 2147483647 w 1292"/>
              <a:gd name="T1" fmla="*/ 2147483647 h 1255"/>
              <a:gd name="T2" fmla="*/ 2147483647 w 1292"/>
              <a:gd name="T3" fmla="*/ 2147483647 h 1255"/>
              <a:gd name="T4" fmla="*/ 2147483647 w 1292"/>
              <a:gd name="T5" fmla="*/ 2147483647 h 1255"/>
              <a:gd name="T6" fmla="*/ 2147483647 w 1292"/>
              <a:gd name="T7" fmla="*/ 2147483647 h 1255"/>
              <a:gd name="T8" fmla="*/ 2147483647 w 1292"/>
              <a:gd name="T9" fmla="*/ 2147483647 h 1255"/>
              <a:gd name="T10" fmla="*/ 2147483647 w 1292"/>
              <a:gd name="T11" fmla="*/ 2147483647 h 1255"/>
              <a:gd name="T12" fmla="*/ 2147483647 w 1292"/>
              <a:gd name="T13" fmla="*/ 2147483647 h 1255"/>
              <a:gd name="T14" fmla="*/ 2147483647 w 1292"/>
              <a:gd name="T15" fmla="*/ 2147483647 h 1255"/>
              <a:gd name="T16" fmla="*/ 2147483647 w 1292"/>
              <a:gd name="T17" fmla="*/ 2147483647 h 1255"/>
              <a:gd name="T18" fmla="*/ 2147483647 w 1292"/>
              <a:gd name="T19" fmla="*/ 2147483647 h 1255"/>
              <a:gd name="T20" fmla="*/ 2147483647 w 1292"/>
              <a:gd name="T21" fmla="*/ 2147483647 h 1255"/>
              <a:gd name="T22" fmla="*/ 2147483647 w 1292"/>
              <a:gd name="T23" fmla="*/ 2147483647 h 125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1292" h="1255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43017" name="Line 18"/>
          <p:cNvSpPr>
            <a:spLocks noChangeShapeType="1"/>
          </p:cNvSpPr>
          <p:nvPr/>
        </p:nvSpPr>
        <p:spPr bwMode="auto">
          <a:xfrm>
            <a:off x="1357313" y="4449763"/>
            <a:ext cx="4762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3018" name="Line 19"/>
          <p:cNvSpPr>
            <a:spLocks noChangeShapeType="1"/>
          </p:cNvSpPr>
          <p:nvPr/>
        </p:nvSpPr>
        <p:spPr bwMode="auto">
          <a:xfrm>
            <a:off x="2587625" y="3606800"/>
            <a:ext cx="0" cy="488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3019" name="Line 20"/>
          <p:cNvSpPr>
            <a:spLocks noChangeShapeType="1"/>
          </p:cNvSpPr>
          <p:nvPr/>
        </p:nvSpPr>
        <p:spPr bwMode="auto">
          <a:xfrm flipH="1">
            <a:off x="3176588" y="4575175"/>
            <a:ext cx="4476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3020" name="Line 21"/>
          <p:cNvSpPr>
            <a:spLocks noChangeShapeType="1"/>
          </p:cNvSpPr>
          <p:nvPr/>
        </p:nvSpPr>
        <p:spPr bwMode="auto">
          <a:xfrm flipV="1">
            <a:off x="2562225" y="5322888"/>
            <a:ext cx="0" cy="3270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3021" name="Text Box 22"/>
          <p:cNvSpPr txBox="1">
            <a:spLocks noChangeArrowheads="1"/>
          </p:cNvSpPr>
          <p:nvPr/>
        </p:nvSpPr>
        <p:spPr bwMode="auto">
          <a:xfrm>
            <a:off x="2806700" y="3386138"/>
            <a:ext cx="1781175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1400" i="0" dirty="0" smtClean="0">
                <a:latin typeface="Arial" panose="020B0604020202090204" pitchFamily="34" charset="0"/>
                <a:cs typeface="+mn-cs"/>
              </a:rPr>
              <a:t>1A-2F-BB-76-09-AD</a:t>
            </a:r>
            <a:endParaRPr lang="en-US" sz="1400" i="0" dirty="0" smtClean="0">
              <a:latin typeface="Arial" panose="020B0604020202090204" pitchFamily="34" charset="0"/>
              <a:cs typeface="+mn-cs"/>
            </a:endParaRPr>
          </a:p>
        </p:txBody>
      </p:sp>
      <p:sp>
        <p:nvSpPr>
          <p:cNvPr id="43022" name="Line 23"/>
          <p:cNvSpPr>
            <a:spLocks noChangeShapeType="1"/>
          </p:cNvSpPr>
          <p:nvPr/>
        </p:nvSpPr>
        <p:spPr bwMode="auto">
          <a:xfrm flipH="1" flipV="1">
            <a:off x="2678113" y="3538538"/>
            <a:ext cx="2047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3023" name="Line 24"/>
          <p:cNvSpPr>
            <a:spLocks noChangeShapeType="1"/>
          </p:cNvSpPr>
          <p:nvPr/>
        </p:nvSpPr>
        <p:spPr bwMode="auto">
          <a:xfrm flipV="1">
            <a:off x="3633788" y="4651375"/>
            <a:ext cx="0" cy="3730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3024" name="Text Box 25"/>
          <p:cNvSpPr txBox="1">
            <a:spLocks noChangeArrowheads="1"/>
          </p:cNvSpPr>
          <p:nvPr/>
        </p:nvSpPr>
        <p:spPr bwMode="auto">
          <a:xfrm>
            <a:off x="3187700" y="4953000"/>
            <a:ext cx="17399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1400" i="0" dirty="0" smtClean="0">
                <a:latin typeface="Arial" panose="020B0604020202090204" pitchFamily="34" charset="0"/>
                <a:cs typeface="+mn-cs"/>
              </a:rPr>
              <a:t>58-23-D7-FA-20-B0</a:t>
            </a:r>
            <a:endParaRPr lang="en-US" sz="1400" i="0" dirty="0" smtClean="0">
              <a:latin typeface="Arial" panose="020B0604020202090204" pitchFamily="34" charset="0"/>
              <a:cs typeface="+mn-cs"/>
            </a:endParaRPr>
          </a:p>
        </p:txBody>
      </p:sp>
      <p:sp>
        <p:nvSpPr>
          <p:cNvPr id="43025" name="Line 26"/>
          <p:cNvSpPr>
            <a:spLocks noChangeShapeType="1"/>
          </p:cNvSpPr>
          <p:nvPr/>
        </p:nvSpPr>
        <p:spPr bwMode="auto">
          <a:xfrm flipH="1">
            <a:off x="2632075" y="5735638"/>
            <a:ext cx="2460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3026" name="Text Box 27"/>
          <p:cNvSpPr txBox="1">
            <a:spLocks noChangeArrowheads="1"/>
          </p:cNvSpPr>
          <p:nvPr/>
        </p:nvSpPr>
        <p:spPr bwMode="auto">
          <a:xfrm>
            <a:off x="2816225" y="5578475"/>
            <a:ext cx="1749425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1400" i="0" dirty="0" smtClean="0">
                <a:latin typeface="Arial" panose="020B0604020202090204" pitchFamily="34" charset="0"/>
                <a:cs typeface="+mn-cs"/>
              </a:rPr>
              <a:t>0C-C4-11-6F-E3-98</a:t>
            </a:r>
            <a:endParaRPr lang="en-US" sz="1400" i="0" dirty="0" smtClean="0">
              <a:latin typeface="Arial" panose="020B0604020202090204" pitchFamily="34" charset="0"/>
              <a:cs typeface="+mn-cs"/>
            </a:endParaRPr>
          </a:p>
        </p:txBody>
      </p:sp>
      <p:sp>
        <p:nvSpPr>
          <p:cNvPr id="43027" name="Line 28"/>
          <p:cNvSpPr>
            <a:spLocks noChangeShapeType="1"/>
          </p:cNvSpPr>
          <p:nvPr/>
        </p:nvSpPr>
        <p:spPr bwMode="auto">
          <a:xfrm flipV="1">
            <a:off x="1320800" y="4552950"/>
            <a:ext cx="0" cy="3317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3028" name="Text Box 29"/>
          <p:cNvSpPr txBox="1">
            <a:spLocks noChangeArrowheads="1"/>
          </p:cNvSpPr>
          <p:nvPr/>
        </p:nvSpPr>
        <p:spPr bwMode="auto">
          <a:xfrm>
            <a:off x="166688" y="4811713"/>
            <a:ext cx="16891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1400" i="0" dirty="0" smtClean="0">
                <a:latin typeface="Arial" panose="020B0604020202090204" pitchFamily="34" charset="0"/>
                <a:cs typeface="+mn-cs"/>
              </a:rPr>
              <a:t>71-65-F7-2B-08-53</a:t>
            </a:r>
            <a:endParaRPr lang="en-US" sz="1400" i="0" dirty="0" smtClean="0">
              <a:latin typeface="Arial" panose="020B0604020202090204" pitchFamily="34" charset="0"/>
              <a:cs typeface="+mn-cs"/>
            </a:endParaRPr>
          </a:p>
        </p:txBody>
      </p:sp>
      <p:sp>
        <p:nvSpPr>
          <p:cNvPr id="43029" name="Text Box 30"/>
          <p:cNvSpPr txBox="1">
            <a:spLocks noChangeArrowheads="1"/>
          </p:cNvSpPr>
          <p:nvPr/>
        </p:nvSpPr>
        <p:spPr bwMode="auto">
          <a:xfrm>
            <a:off x="2012950" y="4430713"/>
            <a:ext cx="819150" cy="36671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i="0" dirty="0" smtClean="0">
                <a:latin typeface="Arial" panose="020B0604020202090204" pitchFamily="34" charset="0"/>
                <a:cs typeface="+mn-cs"/>
              </a:rPr>
              <a:t>   LAN</a:t>
            </a:r>
            <a:endParaRPr lang="en-US" i="0" dirty="0" smtClean="0">
              <a:latin typeface="Arial" panose="020B0604020202090204" pitchFamily="34" charset="0"/>
              <a:cs typeface="+mn-cs"/>
            </a:endParaRPr>
          </a:p>
        </p:txBody>
      </p:sp>
      <p:sp>
        <p:nvSpPr>
          <p:cNvPr id="43030" name="Text Box 31"/>
          <p:cNvSpPr txBox="1">
            <a:spLocks noChangeArrowheads="1"/>
          </p:cNvSpPr>
          <p:nvPr/>
        </p:nvSpPr>
        <p:spPr bwMode="auto">
          <a:xfrm>
            <a:off x="363538" y="3665538"/>
            <a:ext cx="1217612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1400" i="0" dirty="0" smtClean="0">
                <a:latin typeface="Arial" panose="020B0604020202090204" pitchFamily="34" charset="0"/>
                <a:cs typeface="+mn-cs"/>
              </a:rPr>
              <a:t>137.196.7.23</a:t>
            </a:r>
            <a:endParaRPr lang="en-US" sz="1400" i="0" dirty="0" smtClean="0">
              <a:latin typeface="Arial" panose="020B0604020202090204" pitchFamily="34" charset="0"/>
              <a:cs typeface="+mn-cs"/>
            </a:endParaRPr>
          </a:p>
        </p:txBody>
      </p:sp>
      <p:sp>
        <p:nvSpPr>
          <p:cNvPr id="43031" name="Line 32"/>
          <p:cNvSpPr>
            <a:spLocks noChangeShapeType="1"/>
          </p:cNvSpPr>
          <p:nvPr/>
        </p:nvSpPr>
        <p:spPr bwMode="auto">
          <a:xfrm>
            <a:off x="1009650" y="3921125"/>
            <a:ext cx="0" cy="2460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3032" name="Text Box 33"/>
          <p:cNvSpPr txBox="1">
            <a:spLocks noChangeArrowheads="1"/>
          </p:cNvSpPr>
          <p:nvPr/>
        </p:nvSpPr>
        <p:spPr bwMode="auto">
          <a:xfrm>
            <a:off x="2944813" y="2987675"/>
            <a:ext cx="1217612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1400" i="0" dirty="0" smtClean="0">
                <a:latin typeface="Arial" panose="020B0604020202090204" pitchFamily="34" charset="0"/>
                <a:cs typeface="+mn-cs"/>
              </a:rPr>
              <a:t>137.196.7.78</a:t>
            </a:r>
            <a:endParaRPr lang="en-US" sz="1400" i="0" dirty="0" smtClean="0">
              <a:latin typeface="Arial" panose="020B0604020202090204" pitchFamily="34" charset="0"/>
              <a:cs typeface="+mn-cs"/>
            </a:endParaRPr>
          </a:p>
        </p:txBody>
      </p:sp>
      <p:sp>
        <p:nvSpPr>
          <p:cNvPr id="43033" name="Line 34"/>
          <p:cNvSpPr>
            <a:spLocks noChangeShapeType="1"/>
          </p:cNvSpPr>
          <p:nvPr/>
        </p:nvSpPr>
        <p:spPr bwMode="auto">
          <a:xfrm flipH="1" flipV="1">
            <a:off x="2774950" y="3125788"/>
            <a:ext cx="2349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3034" name="Line 35"/>
          <p:cNvSpPr>
            <a:spLocks noChangeShapeType="1"/>
          </p:cNvSpPr>
          <p:nvPr/>
        </p:nvSpPr>
        <p:spPr bwMode="auto">
          <a:xfrm>
            <a:off x="3954463" y="4121150"/>
            <a:ext cx="0" cy="2460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3035" name="Text Box 36"/>
          <p:cNvSpPr txBox="1">
            <a:spLocks noChangeArrowheads="1"/>
          </p:cNvSpPr>
          <p:nvPr/>
        </p:nvSpPr>
        <p:spPr bwMode="auto">
          <a:xfrm>
            <a:off x="3344863" y="3887788"/>
            <a:ext cx="1217612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1400" i="0" dirty="0" smtClean="0">
                <a:latin typeface="Arial" panose="020B0604020202090204" pitchFamily="34" charset="0"/>
                <a:cs typeface="+mn-cs"/>
              </a:rPr>
              <a:t>137.196.7.14</a:t>
            </a:r>
            <a:endParaRPr lang="en-US" sz="1400" i="0" dirty="0" smtClean="0">
              <a:latin typeface="Arial" panose="020B0604020202090204" pitchFamily="34" charset="0"/>
              <a:cs typeface="+mn-cs"/>
            </a:endParaRPr>
          </a:p>
        </p:txBody>
      </p:sp>
      <p:sp>
        <p:nvSpPr>
          <p:cNvPr id="43036" name="Line 38"/>
          <p:cNvSpPr>
            <a:spLocks noChangeShapeType="1"/>
          </p:cNvSpPr>
          <p:nvPr/>
        </p:nvSpPr>
        <p:spPr bwMode="auto">
          <a:xfrm>
            <a:off x="2136775" y="6002338"/>
            <a:ext cx="2317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3037" name="Text Box 39"/>
          <p:cNvSpPr txBox="1">
            <a:spLocks noChangeArrowheads="1"/>
          </p:cNvSpPr>
          <p:nvPr/>
        </p:nvSpPr>
        <p:spPr bwMode="auto">
          <a:xfrm>
            <a:off x="955675" y="5848350"/>
            <a:ext cx="1217613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1400" i="0" dirty="0" smtClean="0">
                <a:latin typeface="Arial" panose="020B0604020202090204" pitchFamily="34" charset="0"/>
                <a:cs typeface="+mn-cs"/>
              </a:rPr>
              <a:t>137.196.7.88</a:t>
            </a:r>
            <a:endParaRPr lang="en-US" sz="1400" i="0" dirty="0" smtClean="0">
              <a:latin typeface="Arial" panose="020B0604020202090204" pitchFamily="34" charset="0"/>
              <a:cs typeface="+mn-cs"/>
            </a:endParaRPr>
          </a:p>
        </p:txBody>
      </p:sp>
      <p:sp>
        <p:nvSpPr>
          <p:cNvPr id="399403" name="Rectangle 43"/>
          <p:cNvSpPr>
            <a:spLocks noChangeArrowheads="1"/>
          </p:cNvSpPr>
          <p:nvPr/>
        </p:nvSpPr>
        <p:spPr bwMode="auto">
          <a:xfrm rot="-5400000">
            <a:off x="3659982" y="4482306"/>
            <a:ext cx="127000" cy="195263"/>
          </a:xfrm>
          <a:prstGeom prst="rect">
            <a:avLst/>
          </a:prstGeom>
          <a:gradFill rotWithShape="1">
            <a:gsLst>
              <a:gs pos="0">
                <a:srgbClr val="008000"/>
              </a:gs>
              <a:gs pos="50000">
                <a:schemeClr val="bg1"/>
              </a:gs>
              <a:gs pos="100000">
                <a:srgbClr val="008000"/>
              </a:gs>
            </a:gsLst>
            <a:lin ang="0" scaled="1"/>
          </a:gradFill>
          <a:ln w="9525">
            <a:solidFill>
              <a:srgbClr val="008000"/>
            </a:solidFill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latin typeface="Comic Sans MS" panose="030F0902030302020204" pitchFamily="66" charset="0"/>
              <a:ea typeface="+mn-ea"/>
              <a:cs typeface="+mn-cs"/>
            </a:endParaRPr>
          </a:p>
        </p:txBody>
      </p:sp>
      <p:grpSp>
        <p:nvGrpSpPr>
          <p:cNvPr id="128030" name="Group 44"/>
          <p:cNvGrpSpPr/>
          <p:nvPr/>
        </p:nvGrpSpPr>
        <p:grpSpPr bwMode="auto">
          <a:xfrm>
            <a:off x="3562350" y="4357688"/>
            <a:ext cx="598488" cy="520700"/>
            <a:chOff x="-44" y="1473"/>
            <a:chExt cx="981" cy="1105"/>
          </a:xfrm>
        </p:grpSpPr>
        <p:pic>
          <p:nvPicPr>
            <p:cNvPr id="128045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046" name="Freeform 46"/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28031" name="Group 47"/>
          <p:cNvGrpSpPr/>
          <p:nvPr/>
        </p:nvGrpSpPr>
        <p:grpSpPr bwMode="auto">
          <a:xfrm>
            <a:off x="657225" y="4160838"/>
            <a:ext cx="709613" cy="520700"/>
            <a:chOff x="267" y="2244"/>
            <a:chExt cx="581" cy="415"/>
          </a:xfrm>
        </p:grpSpPr>
        <p:sp>
          <p:nvSpPr>
            <p:cNvPr id="399408" name="Rectangle 48"/>
            <p:cNvSpPr>
              <a:spLocks noChangeArrowheads="1"/>
            </p:cNvSpPr>
            <p:nvPr/>
          </p:nvSpPr>
          <p:spPr bwMode="auto">
            <a:xfrm rot="-5400000">
              <a:off x="717" y="2400"/>
              <a:ext cx="101" cy="161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Comic Sans MS" panose="030F0902030302020204" pitchFamily="66" charset="0"/>
                <a:ea typeface="+mn-ea"/>
                <a:cs typeface="+mn-cs"/>
              </a:endParaRPr>
            </a:p>
          </p:txBody>
        </p:sp>
        <p:grpSp>
          <p:nvGrpSpPr>
            <p:cNvPr id="128042" name="Group 49"/>
            <p:cNvGrpSpPr/>
            <p:nvPr/>
          </p:nvGrpSpPr>
          <p:grpSpPr bwMode="auto">
            <a:xfrm>
              <a:off x="267" y="2244"/>
              <a:ext cx="512" cy="415"/>
              <a:chOff x="-44" y="1473"/>
              <a:chExt cx="981" cy="1105"/>
            </a:xfrm>
          </p:grpSpPr>
          <p:pic>
            <p:nvPicPr>
              <p:cNvPr id="128043" name="Picture 50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8044" name="Freeform 51"/>
              <p:cNvSpPr/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</p:spPr>
            <p:txBody>
              <a:bodyPr wrap="none"/>
              <a:lstStyle/>
              <a:p>
                <a:endParaRPr lang="en-US" dirty="0"/>
              </a:p>
            </p:txBody>
          </p:sp>
        </p:grpSp>
      </p:grpSp>
      <p:grpSp>
        <p:nvGrpSpPr>
          <p:cNvPr id="128032" name="Group 52"/>
          <p:cNvGrpSpPr/>
          <p:nvPr/>
        </p:nvGrpSpPr>
        <p:grpSpPr bwMode="auto">
          <a:xfrm>
            <a:off x="2157413" y="3048000"/>
            <a:ext cx="631825" cy="554038"/>
            <a:chOff x="1745" y="1276"/>
            <a:chExt cx="512" cy="489"/>
          </a:xfrm>
        </p:grpSpPr>
        <p:sp>
          <p:nvSpPr>
            <p:cNvPr id="399413" name="Rectangle 53"/>
            <p:cNvSpPr>
              <a:spLocks noChangeArrowheads="1"/>
            </p:cNvSpPr>
            <p:nvPr/>
          </p:nvSpPr>
          <p:spPr bwMode="auto">
            <a:xfrm>
              <a:off x="2040" y="1604"/>
              <a:ext cx="100" cy="161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Comic Sans MS" panose="030F0902030302020204" pitchFamily="66" charset="0"/>
                <a:ea typeface="+mn-ea"/>
                <a:cs typeface="+mn-cs"/>
              </a:endParaRPr>
            </a:p>
          </p:txBody>
        </p:sp>
        <p:grpSp>
          <p:nvGrpSpPr>
            <p:cNvPr id="128038" name="Group 54"/>
            <p:cNvGrpSpPr/>
            <p:nvPr/>
          </p:nvGrpSpPr>
          <p:grpSpPr bwMode="auto">
            <a:xfrm>
              <a:off x="1745" y="1276"/>
              <a:ext cx="512" cy="415"/>
              <a:chOff x="-44" y="1473"/>
              <a:chExt cx="981" cy="1105"/>
            </a:xfrm>
          </p:grpSpPr>
          <p:pic>
            <p:nvPicPr>
              <p:cNvPr id="128039" name="Picture 5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8040" name="Freeform 56"/>
              <p:cNvSpPr/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</p:spPr>
            <p:txBody>
              <a:bodyPr wrap="none"/>
              <a:lstStyle/>
              <a:p>
                <a:endParaRPr lang="en-US" dirty="0"/>
              </a:p>
            </p:txBody>
          </p:sp>
        </p:grpSp>
      </p:grpSp>
      <p:sp>
        <p:nvSpPr>
          <p:cNvPr id="399418" name="Rectangle 58"/>
          <p:cNvSpPr>
            <a:spLocks noChangeArrowheads="1"/>
          </p:cNvSpPr>
          <p:nvPr/>
        </p:nvSpPr>
        <p:spPr bwMode="auto">
          <a:xfrm>
            <a:off x="2501900" y="5645150"/>
            <a:ext cx="123825" cy="182563"/>
          </a:xfrm>
          <a:prstGeom prst="rect">
            <a:avLst/>
          </a:prstGeom>
          <a:gradFill rotWithShape="1">
            <a:gsLst>
              <a:gs pos="0">
                <a:srgbClr val="008000"/>
              </a:gs>
              <a:gs pos="50000">
                <a:schemeClr val="bg1"/>
              </a:gs>
              <a:gs pos="100000">
                <a:srgbClr val="008000"/>
              </a:gs>
            </a:gsLst>
            <a:lin ang="0" scaled="1"/>
          </a:gradFill>
          <a:ln w="9525">
            <a:solidFill>
              <a:srgbClr val="008000"/>
            </a:solidFill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latin typeface="Comic Sans MS" panose="030F0902030302020204" pitchFamily="66" charset="0"/>
              <a:ea typeface="+mn-ea"/>
              <a:cs typeface="+mn-cs"/>
            </a:endParaRPr>
          </a:p>
        </p:txBody>
      </p:sp>
      <p:grpSp>
        <p:nvGrpSpPr>
          <p:cNvPr id="128034" name="Group 59"/>
          <p:cNvGrpSpPr/>
          <p:nvPr/>
        </p:nvGrpSpPr>
        <p:grpSpPr bwMode="auto">
          <a:xfrm>
            <a:off x="2166938" y="5784850"/>
            <a:ext cx="584200" cy="469900"/>
            <a:chOff x="-44" y="1473"/>
            <a:chExt cx="981" cy="1105"/>
          </a:xfrm>
        </p:grpSpPr>
        <p:pic>
          <p:nvPicPr>
            <p:cNvPr id="128035" name="Picture 60" descr="desktop_computer_stylized_medium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036" name="Freeform 61"/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</p:spPr>
          <p:txBody>
            <a:bodyPr wrap="none"/>
            <a:lstStyle/>
            <a:p>
              <a:endParaRPr lang="en-US" dirty="0"/>
            </a:p>
          </p:txBody>
        </p:sp>
      </p:grpSp>
      <p:sp>
        <p:nvSpPr>
          <p:cNvPr id="5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r>
              <a:rPr lang="en-US" sz="1200" dirty="0">
                <a:latin typeface="Tahoma" panose="020B0604030504040204" charset="0"/>
              </a:rPr>
              <a:t>6</a:t>
            </a:r>
            <a:r>
              <a:rPr lang="en-US" sz="1200" dirty="0" smtClean="0">
                <a:latin typeface="Tahoma" panose="020B0604030504040204" charset="0"/>
              </a:rPr>
              <a:t>-</a:t>
            </a:r>
            <a:fld id="{8E8C6E93-DF5B-BC4B-80F9-500DED1EEDCC}" type="slidenum">
              <a:rPr lang="en-US" sz="1200">
                <a:latin typeface="Tahoma" panose="020B0604030504040204" charset="0"/>
              </a:rPr>
            </a:fld>
            <a:endParaRPr lang="en-US" sz="1200" dirty="0">
              <a:latin typeface="Tahoma" panose="020B0604030504040204" charset="0"/>
            </a:endParaRPr>
          </a:p>
        </p:txBody>
      </p:sp>
      <p:sp>
        <p:nvSpPr>
          <p:cNvPr id="51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pPr algn="r"/>
            <a:r>
              <a:rPr lang="en-US" sz="1200" dirty="0" smtClean="0">
                <a:solidFill>
                  <a:srgbClr val="000000"/>
                </a:solidFill>
                <a:latin typeface="Tahoma" panose="020B0604030504040204" charset="0"/>
                <a:cs typeface="Arial" panose="020B0604020202090204" pitchFamily="34" charset="0"/>
              </a:rPr>
              <a:t>Link Layer and LANs</a:t>
            </a:r>
            <a:endParaRPr lang="en-US" sz="1200" dirty="0">
              <a:solidFill>
                <a:srgbClr val="000000"/>
              </a:solidFill>
              <a:latin typeface="Tahoma" panose="020B060403050404020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64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6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66675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pitchFamily="34" charset="0"/>
                <a:cs typeface="+mj-cs"/>
              </a:rPr>
              <a:t>ARP protocol: same LAN</a:t>
            </a:r>
            <a:endParaRPr lang="en-US" dirty="0">
              <a:latin typeface="Gill Sans MT" pitchFamily="34" charset="0"/>
              <a:cs typeface="+mj-cs"/>
            </a:endParaRPr>
          </a:p>
        </p:txBody>
      </p:sp>
      <p:sp>
        <p:nvSpPr>
          <p:cNvPr id="4403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06413" y="1277938"/>
            <a:ext cx="3810000" cy="4648200"/>
          </a:xfrm>
        </p:spPr>
        <p:txBody>
          <a:bodyPr/>
          <a:lstStyle/>
          <a:p>
            <a:pPr marL="231775" indent="-231775">
              <a:defRPr/>
            </a:pPr>
            <a:r>
              <a:rPr lang="en-US" sz="2400" dirty="0">
                <a:latin typeface="Gill Sans MT" pitchFamily="34" charset="0"/>
                <a:cs typeface="+mn-cs"/>
              </a:rPr>
              <a:t>A wants to send datagram to B</a:t>
            </a:r>
            <a:endParaRPr lang="en-US" sz="2400" dirty="0">
              <a:latin typeface="Gill Sans MT" pitchFamily="34" charset="0"/>
              <a:cs typeface="+mn-cs"/>
            </a:endParaRPr>
          </a:p>
          <a:p>
            <a:pPr marL="681355" lvl="1" indent="-224155">
              <a:defRPr/>
            </a:pPr>
            <a:r>
              <a:rPr lang="en-US" sz="2000" dirty="0">
                <a:latin typeface="Gill Sans MT" pitchFamily="34" charset="0"/>
              </a:rPr>
              <a:t>B</a:t>
            </a:r>
            <a:r>
              <a:rPr lang="ja-JP" altLang="en-US" sz="2000" dirty="0">
                <a:latin typeface="Gill Sans MT" pitchFamily="34" charset="0"/>
              </a:rPr>
              <a:t>’</a:t>
            </a:r>
            <a:r>
              <a:rPr lang="en-US" sz="2000" dirty="0">
                <a:latin typeface="Gill Sans MT" pitchFamily="34" charset="0"/>
              </a:rPr>
              <a:t>s MAC address not in A</a:t>
            </a:r>
            <a:r>
              <a:rPr lang="ja-JP" altLang="en-US" sz="2000" dirty="0">
                <a:latin typeface="Gill Sans MT" pitchFamily="34" charset="0"/>
              </a:rPr>
              <a:t>’</a:t>
            </a:r>
            <a:r>
              <a:rPr lang="en-US" sz="2000" dirty="0">
                <a:latin typeface="Gill Sans MT" pitchFamily="34" charset="0"/>
              </a:rPr>
              <a:t>s ARP table.</a:t>
            </a:r>
            <a:endParaRPr lang="en-US" sz="2000" dirty="0">
              <a:latin typeface="Gill Sans MT" pitchFamily="34" charset="0"/>
            </a:endParaRPr>
          </a:p>
          <a:p>
            <a:pPr marL="231775" indent="-231775">
              <a:defRPr/>
            </a:pPr>
            <a:r>
              <a:rPr lang="en-US" sz="2400" dirty="0">
                <a:latin typeface="Gill Sans MT" pitchFamily="34" charset="0"/>
                <a:cs typeface="+mn-cs"/>
              </a:rPr>
              <a:t>A </a:t>
            </a:r>
            <a:r>
              <a:rPr lang="en-US" sz="2400" dirty="0">
                <a:solidFill>
                  <a:srgbClr val="CC0000"/>
                </a:solidFill>
                <a:latin typeface="Gill Sans MT" pitchFamily="34" charset="0"/>
                <a:cs typeface="+mn-cs"/>
              </a:rPr>
              <a:t>broadcasts</a:t>
            </a:r>
            <a:r>
              <a:rPr lang="en-US" sz="2400" dirty="0">
                <a:latin typeface="Gill Sans MT" pitchFamily="34" charset="0"/>
                <a:cs typeface="+mn-cs"/>
              </a:rPr>
              <a:t> ARP query packet, containing B's IP address </a:t>
            </a:r>
            <a:endParaRPr lang="en-US" sz="2400" dirty="0">
              <a:latin typeface="Gill Sans MT" pitchFamily="34" charset="0"/>
              <a:cs typeface="+mn-cs"/>
            </a:endParaRPr>
          </a:p>
          <a:p>
            <a:pPr marL="681355" lvl="1" indent="-224155">
              <a:defRPr/>
            </a:pPr>
            <a:r>
              <a:rPr lang="en-US" sz="2000" dirty="0" smtClean="0">
                <a:latin typeface="Gill Sans MT" pitchFamily="34" charset="0"/>
              </a:rPr>
              <a:t>destination </a:t>
            </a:r>
            <a:r>
              <a:rPr lang="en-US" sz="2000" dirty="0">
                <a:latin typeface="Gill Sans MT" pitchFamily="34" charset="0"/>
              </a:rPr>
              <a:t>MAC address = FF-FF-FF-FF-FF-FF</a:t>
            </a:r>
            <a:endParaRPr lang="en-US" sz="2000" dirty="0">
              <a:latin typeface="Gill Sans MT" pitchFamily="34" charset="0"/>
            </a:endParaRPr>
          </a:p>
          <a:p>
            <a:pPr marL="681355" lvl="1" indent="-224155">
              <a:defRPr/>
            </a:pPr>
            <a:r>
              <a:rPr lang="en-US" sz="2000" dirty="0">
                <a:latin typeface="Gill Sans MT" pitchFamily="34" charset="0"/>
              </a:rPr>
              <a:t>all </a:t>
            </a:r>
            <a:r>
              <a:rPr lang="en-US" sz="2000" dirty="0" smtClean="0">
                <a:latin typeface="Gill Sans MT" pitchFamily="34" charset="0"/>
              </a:rPr>
              <a:t>nodes on </a:t>
            </a:r>
            <a:r>
              <a:rPr lang="en-US" sz="2000" dirty="0">
                <a:latin typeface="Gill Sans MT" pitchFamily="34" charset="0"/>
              </a:rPr>
              <a:t>LAN receive ARP query </a:t>
            </a:r>
            <a:endParaRPr lang="en-US" sz="2000" dirty="0">
              <a:latin typeface="Gill Sans MT" pitchFamily="34" charset="0"/>
            </a:endParaRPr>
          </a:p>
          <a:p>
            <a:pPr marL="231775" indent="-231775">
              <a:defRPr/>
            </a:pPr>
            <a:r>
              <a:rPr lang="en-US" sz="2400" dirty="0">
                <a:latin typeface="Gill Sans MT" pitchFamily="34" charset="0"/>
                <a:cs typeface="+mn-cs"/>
              </a:rPr>
              <a:t>B receives ARP packet, replies to A with its (B's) MAC address</a:t>
            </a:r>
            <a:endParaRPr lang="en-US" sz="2400" dirty="0">
              <a:latin typeface="Gill Sans MT" pitchFamily="34" charset="0"/>
              <a:cs typeface="+mn-cs"/>
            </a:endParaRPr>
          </a:p>
          <a:p>
            <a:pPr marL="681355" lvl="1" indent="-224155">
              <a:defRPr/>
            </a:pPr>
            <a:r>
              <a:rPr lang="en-US" sz="2000" dirty="0">
                <a:latin typeface="Gill Sans MT" pitchFamily="34" charset="0"/>
              </a:rPr>
              <a:t>frame sent to A</a:t>
            </a:r>
            <a:r>
              <a:rPr lang="ja-JP" altLang="en-US" sz="2000" dirty="0">
                <a:latin typeface="Gill Sans MT" pitchFamily="34" charset="0"/>
              </a:rPr>
              <a:t>’</a:t>
            </a:r>
            <a:r>
              <a:rPr lang="en-US" sz="2000" dirty="0">
                <a:latin typeface="Gill Sans MT" pitchFamily="34" charset="0"/>
              </a:rPr>
              <a:t>s MAC address (unicast)</a:t>
            </a:r>
            <a:endParaRPr lang="en-US" sz="2000" dirty="0">
              <a:latin typeface="Gill Sans MT" pitchFamily="34" charset="0"/>
            </a:endParaRPr>
          </a:p>
          <a:p>
            <a:pPr>
              <a:defRPr/>
            </a:pPr>
            <a:endParaRPr lang="en-US" sz="2400" dirty="0">
              <a:latin typeface="Gill Sans MT" pitchFamily="34" charset="0"/>
              <a:cs typeface="+mn-cs"/>
            </a:endParaRPr>
          </a:p>
        </p:txBody>
      </p:sp>
      <p:sp>
        <p:nvSpPr>
          <p:cNvPr id="400388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995863" y="1878013"/>
            <a:ext cx="3810000" cy="4648200"/>
          </a:xfrm>
        </p:spPr>
        <p:txBody>
          <a:bodyPr/>
          <a:lstStyle/>
          <a:p>
            <a:pPr marL="231775" indent="-231775">
              <a:defRPr/>
            </a:pPr>
            <a:r>
              <a:rPr lang="en-US" sz="2400" dirty="0">
                <a:latin typeface="Gill Sans MT" pitchFamily="34" charset="0"/>
                <a:cs typeface="+mn-cs"/>
              </a:rPr>
              <a:t>A caches (saves) IP-to-MAC address pair in its ARP table until information becomes old (times out)</a:t>
            </a:r>
            <a:r>
              <a:rPr lang="en-US" sz="2000" dirty="0">
                <a:latin typeface="Gill Sans MT" pitchFamily="34" charset="0"/>
                <a:cs typeface="+mn-cs"/>
              </a:rPr>
              <a:t> </a:t>
            </a:r>
            <a:endParaRPr lang="en-US" sz="2000" dirty="0">
              <a:latin typeface="Gill Sans MT" pitchFamily="34" charset="0"/>
              <a:cs typeface="+mn-cs"/>
            </a:endParaRPr>
          </a:p>
          <a:p>
            <a:pPr marL="681355" lvl="1" indent="-224155">
              <a:defRPr/>
            </a:pPr>
            <a:r>
              <a:rPr lang="en-US" sz="2000" dirty="0">
                <a:latin typeface="Gill Sans MT" pitchFamily="34" charset="0"/>
              </a:rPr>
              <a:t>soft state: information that times out (goes away) unless refreshed</a:t>
            </a:r>
            <a:endParaRPr lang="en-US" sz="2000" dirty="0">
              <a:latin typeface="Gill Sans MT" pitchFamily="34" charset="0"/>
            </a:endParaRPr>
          </a:p>
          <a:p>
            <a:pPr marL="231775" indent="-231775">
              <a:defRPr/>
            </a:pPr>
            <a:r>
              <a:rPr lang="en-US" sz="2400" dirty="0">
                <a:latin typeface="Gill Sans MT" pitchFamily="34" charset="0"/>
                <a:cs typeface="+mn-cs"/>
              </a:rPr>
              <a:t>ARP is </a:t>
            </a:r>
            <a:r>
              <a:rPr lang="ja-JP" altLang="en-US" sz="2400" dirty="0">
                <a:latin typeface="Gill Sans MT" pitchFamily="34" charset="0"/>
                <a:cs typeface="+mn-cs"/>
              </a:rPr>
              <a:t>“</a:t>
            </a:r>
            <a:r>
              <a:rPr lang="en-US" sz="2400" dirty="0">
                <a:latin typeface="Gill Sans MT" pitchFamily="34" charset="0"/>
                <a:cs typeface="+mn-cs"/>
              </a:rPr>
              <a:t>plug-and-play</a:t>
            </a:r>
            <a:r>
              <a:rPr lang="ja-JP" altLang="en-US" sz="2400" dirty="0">
                <a:latin typeface="Gill Sans MT" pitchFamily="34" charset="0"/>
                <a:cs typeface="+mn-cs"/>
              </a:rPr>
              <a:t>”</a:t>
            </a:r>
            <a:r>
              <a:rPr lang="en-US" sz="2400" dirty="0">
                <a:latin typeface="Gill Sans MT" pitchFamily="34" charset="0"/>
                <a:cs typeface="+mn-cs"/>
              </a:rPr>
              <a:t>:</a:t>
            </a:r>
            <a:endParaRPr lang="en-US" sz="2400" dirty="0">
              <a:latin typeface="Gill Sans MT" pitchFamily="34" charset="0"/>
              <a:cs typeface="+mn-cs"/>
            </a:endParaRPr>
          </a:p>
          <a:p>
            <a:pPr marL="681355" lvl="1" indent="-224155">
              <a:defRPr/>
            </a:pPr>
            <a:r>
              <a:rPr lang="en-US" sz="2000" dirty="0">
                <a:latin typeface="Gill Sans MT" pitchFamily="34" charset="0"/>
              </a:rPr>
              <a:t>nodes create their ARP tables </a:t>
            </a:r>
            <a:r>
              <a:rPr lang="en-US" sz="2000" i="1" dirty="0">
                <a:latin typeface="Gill Sans MT" pitchFamily="34" charset="0"/>
              </a:rPr>
              <a:t>without intervention from net administrator</a:t>
            </a:r>
            <a:endParaRPr lang="en-US" sz="2000" i="1" dirty="0">
              <a:latin typeface="Gill Sans MT" pitchFamily="34" charset="0"/>
            </a:endParaRPr>
          </a:p>
        </p:txBody>
      </p:sp>
      <p:pic>
        <p:nvPicPr>
          <p:cNvPr id="130054" name="Picture 19" descr="underline_base"/>
          <p:cNvPicPr>
            <a:picLocks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313" y="876300"/>
            <a:ext cx="5942012" cy="173038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r>
              <a:rPr lang="en-US" sz="1200" dirty="0">
                <a:latin typeface="Tahoma" panose="020B0604030504040204" charset="0"/>
              </a:rPr>
              <a:t>6</a:t>
            </a:r>
            <a:r>
              <a:rPr lang="en-US" sz="1200" dirty="0" smtClean="0">
                <a:latin typeface="Tahoma" panose="020B0604030504040204" charset="0"/>
              </a:rPr>
              <a:t>-</a:t>
            </a:r>
            <a:fld id="{8E8C6E93-DF5B-BC4B-80F9-500DED1EEDCC}" type="slidenum">
              <a:rPr lang="en-US" sz="1200">
                <a:latin typeface="Tahoma" panose="020B0604030504040204" charset="0"/>
              </a:rPr>
            </a:fld>
            <a:endParaRPr lang="en-US" sz="1200" dirty="0">
              <a:latin typeface="Tahoma" panose="020B0604030504040204" charset="0"/>
            </a:endParaRPr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pPr algn="r"/>
            <a:r>
              <a:rPr lang="en-US" sz="1200" dirty="0" smtClean="0">
                <a:solidFill>
                  <a:srgbClr val="000000"/>
                </a:solidFill>
                <a:latin typeface="Tahoma" panose="020B0604030504040204" charset="0"/>
                <a:cs typeface="Arial" panose="020B0604020202090204" pitchFamily="34" charset="0"/>
              </a:rPr>
              <a:t>Link Layer and LANs</a:t>
            </a:r>
            <a:endParaRPr lang="en-US" sz="1200" dirty="0">
              <a:solidFill>
                <a:srgbClr val="000000"/>
              </a:solidFill>
              <a:latin typeface="Tahoma" panose="020B060403050404020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0388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52425" y="1057275"/>
            <a:ext cx="8675688" cy="1081088"/>
          </a:xfrm>
        </p:spPr>
        <p:txBody>
          <a:bodyPr/>
          <a:lstStyle/>
          <a:p>
            <a:pPr marL="111125" indent="-111125">
              <a:buFont typeface="Wingdings" panose="05000000000000000000" charset="0"/>
              <a:buNone/>
              <a:defRPr/>
            </a:pPr>
            <a:r>
              <a:rPr lang="en-US" sz="2400" dirty="0">
                <a:latin typeface="Gill Sans MT" pitchFamily="34" charset="0"/>
                <a:cs typeface="+mn-cs"/>
              </a:rPr>
              <a:t>walkthrough</a:t>
            </a:r>
            <a:r>
              <a:rPr lang="en-US" sz="2400" dirty="0">
                <a:solidFill>
                  <a:srgbClr val="CC0000"/>
                </a:solidFill>
                <a:latin typeface="Gill Sans MT" pitchFamily="34" charset="0"/>
                <a:cs typeface="+mn-cs"/>
              </a:rPr>
              <a:t>: send datagram from A to B via R</a:t>
            </a:r>
            <a:endParaRPr lang="en-US" sz="2400" dirty="0">
              <a:solidFill>
                <a:srgbClr val="CC0000"/>
              </a:solidFill>
              <a:latin typeface="Gill Sans MT" pitchFamily="34" charset="0"/>
              <a:cs typeface="+mn-cs"/>
            </a:endParaRPr>
          </a:p>
          <a:p>
            <a:pPr marL="457200" lvl="1" indent="-225425">
              <a:buFont typeface="Wingdings" panose="05000000000000000000" pitchFamily="2" charset="2"/>
              <a:buChar char="§"/>
              <a:defRPr/>
            </a:pPr>
            <a:r>
              <a:rPr lang="en-US" dirty="0" smtClean="0"/>
              <a:t>focus </a:t>
            </a:r>
            <a:r>
              <a:rPr lang="en-US" dirty="0"/>
              <a:t>on addressing </a:t>
            </a:r>
            <a:r>
              <a:rPr lang="en-US" dirty="0" smtClean="0"/>
              <a:t>– </a:t>
            </a:r>
            <a:r>
              <a:rPr lang="en-US" dirty="0"/>
              <a:t>at </a:t>
            </a:r>
            <a:r>
              <a:rPr lang="en-US" dirty="0" smtClean="0"/>
              <a:t>IP </a:t>
            </a:r>
            <a:r>
              <a:rPr lang="en-US" dirty="0"/>
              <a:t>(datagram) and MAC layer (frame)</a:t>
            </a:r>
            <a:endParaRPr lang="en-US" dirty="0"/>
          </a:p>
          <a:p>
            <a:pPr marL="457200" lvl="1" indent="-225425">
              <a:buFont typeface="Wingdings" panose="05000000000000000000" pitchFamily="2" charset="2"/>
              <a:buChar char="§"/>
              <a:defRPr/>
            </a:pPr>
            <a:r>
              <a:rPr lang="en-US" dirty="0" smtClean="0"/>
              <a:t>assume </a:t>
            </a:r>
            <a:r>
              <a:rPr lang="en-US" dirty="0"/>
              <a:t>A knows B</a:t>
            </a:r>
            <a:r>
              <a:rPr lang="ja-JP" altLang="en-US" dirty="0"/>
              <a:t>’</a:t>
            </a:r>
            <a:r>
              <a:rPr lang="en-US" dirty="0"/>
              <a:t>s IP address</a:t>
            </a:r>
            <a:endParaRPr lang="en-US" dirty="0"/>
          </a:p>
          <a:p>
            <a:pPr marL="457200" lvl="1" indent="-225425">
              <a:buFont typeface="Wingdings" panose="05000000000000000000" pitchFamily="2" charset="2"/>
              <a:buChar char="§"/>
              <a:defRPr/>
            </a:pPr>
            <a:r>
              <a:rPr lang="en-US" dirty="0" smtClean="0"/>
              <a:t>assume </a:t>
            </a:r>
            <a:r>
              <a:rPr lang="en-US" dirty="0"/>
              <a:t>A knows IP address of first hop router, R (how?</a:t>
            </a:r>
            <a:r>
              <a:rPr lang="en-US" dirty="0" smtClean="0"/>
              <a:t>)</a:t>
            </a:r>
            <a:endParaRPr lang="en-US" dirty="0" smtClean="0"/>
          </a:p>
          <a:p>
            <a:pPr marL="457200" lvl="1" indent="-225425">
              <a:buFont typeface="Wingdings" panose="05000000000000000000" pitchFamily="2" charset="2"/>
              <a:buChar char="§"/>
              <a:defRPr/>
            </a:pPr>
            <a:r>
              <a:rPr lang="en-US" dirty="0" smtClean="0"/>
              <a:t>assume </a:t>
            </a:r>
            <a:r>
              <a:rPr lang="en-US" dirty="0"/>
              <a:t>A knows R</a:t>
            </a:r>
            <a:r>
              <a:rPr lang="ja-JP" altLang="en-US" dirty="0"/>
              <a:t>’</a:t>
            </a:r>
            <a:r>
              <a:rPr lang="en-US" dirty="0"/>
              <a:t>s MAC address (how?)</a:t>
            </a:r>
            <a:endParaRPr lang="en-US" dirty="0"/>
          </a:p>
        </p:txBody>
      </p:sp>
      <p:sp>
        <p:nvSpPr>
          <p:cNvPr id="45061" name="Rectangle 3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8001000" cy="1143000"/>
          </a:xfrm>
        </p:spPr>
        <p:txBody>
          <a:bodyPr/>
          <a:lstStyle/>
          <a:p>
            <a:pPr>
              <a:defRPr/>
            </a:pPr>
            <a:r>
              <a:rPr lang="en-US" sz="4000" dirty="0">
                <a:latin typeface="Gill Sans MT" pitchFamily="34" charset="0"/>
                <a:cs typeface="+mj-cs"/>
              </a:rPr>
              <a:t>Addressing: routing to another LAN</a:t>
            </a:r>
            <a:endParaRPr lang="en-US" sz="4000" dirty="0">
              <a:latin typeface="Gill Sans MT" pitchFamily="34" charset="0"/>
              <a:cs typeface="+mj-cs"/>
            </a:endParaRPr>
          </a:p>
        </p:txBody>
      </p:sp>
      <p:grpSp>
        <p:nvGrpSpPr>
          <p:cNvPr id="132101" name="Group 4"/>
          <p:cNvGrpSpPr/>
          <p:nvPr/>
        </p:nvGrpSpPr>
        <p:grpSpPr bwMode="auto">
          <a:xfrm>
            <a:off x="709613" y="3962400"/>
            <a:ext cx="8221662" cy="2349500"/>
            <a:chOff x="709613" y="3962400"/>
            <a:chExt cx="8221662" cy="2349500"/>
          </a:xfrm>
        </p:grpSpPr>
        <p:grpSp>
          <p:nvGrpSpPr>
            <p:cNvPr id="132103" name="Group 99"/>
            <p:cNvGrpSpPr/>
            <p:nvPr/>
          </p:nvGrpSpPr>
          <p:grpSpPr bwMode="auto">
            <a:xfrm>
              <a:off x="6979920" y="5354320"/>
              <a:ext cx="711200" cy="601028"/>
              <a:chOff x="7179310" y="4033520"/>
              <a:chExt cx="1009650" cy="855028"/>
            </a:xfrm>
          </p:grpSpPr>
          <p:grpSp>
            <p:nvGrpSpPr>
              <p:cNvPr id="132162" name="Group 44"/>
              <p:cNvGrpSpPr/>
              <p:nvPr/>
            </p:nvGrpSpPr>
            <p:grpSpPr bwMode="auto"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id="132164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32165" name="Freeform 46"/>
                <p:cNvSpPr/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  <p:sp>
            <p:nvSpPr>
              <p:cNvPr id="102" name="Rectangle 43"/>
              <p:cNvSpPr>
                <a:spLocks noChangeArrowheads="1"/>
              </p:cNvSpPr>
              <p:nvPr/>
            </p:nvSpPr>
            <p:spPr bwMode="auto">
              <a:xfrm rot="16200000">
                <a:off x="7439930" y="4308572"/>
                <a:ext cx="126470" cy="196070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Comic Sans MS" panose="030F0902030302020204" pitchFamily="66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32104" name="Group 2"/>
            <p:cNvGrpSpPr/>
            <p:nvPr/>
          </p:nvGrpSpPr>
          <p:grpSpPr bwMode="auto">
            <a:xfrm>
              <a:off x="1046480" y="3962400"/>
              <a:ext cx="1026163" cy="761428"/>
              <a:chOff x="1046480" y="3962400"/>
              <a:chExt cx="1026163" cy="761428"/>
            </a:xfrm>
          </p:grpSpPr>
          <p:sp>
            <p:nvSpPr>
              <p:cNvPr id="64" name="Rectangle 48"/>
              <p:cNvSpPr>
                <a:spLocks noChangeArrowheads="1"/>
              </p:cNvSpPr>
              <p:nvPr/>
            </p:nvSpPr>
            <p:spPr bwMode="auto">
              <a:xfrm rot="16200000">
                <a:off x="1893887" y="4300538"/>
                <a:ext cx="111125" cy="247650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Comic Sans MS" panose="030F0902030302020204" pitchFamily="66" charset="0"/>
                  <a:ea typeface="+mn-ea"/>
                  <a:cs typeface="+mn-cs"/>
                </a:endParaRPr>
              </a:p>
            </p:txBody>
          </p:sp>
          <p:grpSp>
            <p:nvGrpSpPr>
              <p:cNvPr id="132159" name="Group 49"/>
              <p:cNvGrpSpPr/>
              <p:nvPr/>
            </p:nvGrpSpPr>
            <p:grpSpPr bwMode="auto"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id="132160" name="Picture 50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32161" name="Freeform 51"/>
                <p:cNvSpPr/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</p:grpSp>
        <p:sp>
          <p:nvSpPr>
            <p:cNvPr id="710660" name="Text Box 4"/>
            <p:cNvSpPr txBox="1">
              <a:spLocks noChangeArrowheads="1"/>
            </p:cNvSpPr>
            <p:nvPr/>
          </p:nvSpPr>
          <p:spPr bwMode="auto">
            <a:xfrm>
              <a:off x="4224338" y="4381500"/>
              <a:ext cx="376237" cy="45720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sz="2400" i="0" dirty="0">
                  <a:solidFill>
                    <a:srgbClr val="FF0000"/>
                  </a:solidFill>
                  <a:latin typeface="+mn-lt"/>
                  <a:ea typeface="+mn-ea"/>
                  <a:cs typeface="+mn-cs"/>
                </a:rPr>
                <a:t>R</a:t>
              </a:r>
              <a:endParaRPr lang="en-US" i="0" dirty="0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5067" name="Text Box 21"/>
            <p:cNvSpPr txBox="1">
              <a:spLocks noChangeArrowheads="1"/>
            </p:cNvSpPr>
            <p:nvPr/>
          </p:nvSpPr>
          <p:spPr bwMode="auto">
            <a:xfrm>
              <a:off x="3868738" y="5378450"/>
              <a:ext cx="1543050" cy="27463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200" i="0" dirty="0" smtClean="0">
                  <a:latin typeface="Arial" panose="020B0604020202090204" pitchFamily="34" charset="0"/>
                  <a:cs typeface="+mn-cs"/>
                </a:rPr>
                <a:t>1A-23-F9-CD-06-9B</a:t>
              </a:r>
              <a:endParaRPr lang="en-US" sz="1200" i="0" dirty="0" smtClean="0">
                <a:latin typeface="Arial" panose="020B0604020202090204" pitchFamily="34" charset="0"/>
                <a:cs typeface="+mn-cs"/>
              </a:endParaRPr>
            </a:p>
          </p:txBody>
        </p:sp>
        <p:sp>
          <p:nvSpPr>
            <p:cNvPr id="45068" name="Text Box 22"/>
            <p:cNvSpPr txBox="1">
              <a:spLocks noChangeArrowheads="1"/>
            </p:cNvSpPr>
            <p:nvPr/>
          </p:nvSpPr>
          <p:spPr bwMode="auto">
            <a:xfrm>
              <a:off x="4016375" y="5205413"/>
              <a:ext cx="1322388" cy="27463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200" i="0" dirty="0" smtClean="0">
                  <a:latin typeface="Arial" panose="020B0604020202090204" pitchFamily="34" charset="0"/>
                  <a:cs typeface="+mn-cs"/>
                </a:rPr>
                <a:t>222.222.222.220</a:t>
              </a:r>
              <a:endParaRPr lang="en-US" sz="1200" i="0" dirty="0" smtClean="0">
                <a:latin typeface="Arial" panose="020B0604020202090204" pitchFamily="34" charset="0"/>
                <a:cs typeface="+mn-cs"/>
              </a:endParaRPr>
            </a:p>
          </p:txBody>
        </p:sp>
        <p:grpSp>
          <p:nvGrpSpPr>
            <p:cNvPr id="132108" name="Group 23"/>
            <p:cNvGrpSpPr/>
            <p:nvPr/>
          </p:nvGrpSpPr>
          <p:grpSpPr bwMode="auto">
            <a:xfrm>
              <a:off x="3044825" y="5794375"/>
              <a:ext cx="1541463" cy="449263"/>
              <a:chOff x="1934" y="2405"/>
              <a:chExt cx="971" cy="283"/>
            </a:xfrm>
          </p:grpSpPr>
          <p:sp>
            <p:nvSpPr>
              <p:cNvPr id="45117" name="Text Box 24"/>
              <p:cNvSpPr txBox="1">
                <a:spLocks noChangeArrowheads="1"/>
              </p:cNvSpPr>
              <p:nvPr/>
            </p:nvSpPr>
            <p:spPr bwMode="auto">
              <a:xfrm>
                <a:off x="1934" y="2405"/>
                <a:ext cx="833" cy="17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1200" i="0" dirty="0" smtClean="0">
                    <a:latin typeface="Arial" panose="020B0604020202090204" pitchFamily="34" charset="0"/>
                    <a:cs typeface="+mn-cs"/>
                  </a:rPr>
                  <a:t>111.111.111.110</a:t>
                </a:r>
                <a:endParaRPr lang="en-US" sz="1200" i="0" dirty="0" smtClean="0">
                  <a:latin typeface="Arial" panose="020B0604020202090204" pitchFamily="34" charset="0"/>
                  <a:cs typeface="+mn-cs"/>
                </a:endParaRPr>
              </a:p>
            </p:txBody>
          </p:sp>
          <p:sp>
            <p:nvSpPr>
              <p:cNvPr id="45118" name="Text Box 25"/>
              <p:cNvSpPr txBox="1">
                <a:spLocks noChangeArrowheads="1"/>
              </p:cNvSpPr>
              <p:nvPr/>
            </p:nvSpPr>
            <p:spPr bwMode="auto">
              <a:xfrm>
                <a:off x="1938" y="2515"/>
                <a:ext cx="967" cy="17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1200" i="0" dirty="0" smtClean="0">
                    <a:latin typeface="Arial" panose="020B0604020202090204" pitchFamily="34" charset="0"/>
                    <a:cs typeface="+mn-cs"/>
                  </a:rPr>
                  <a:t>E6-E9-00-17-BB-4B</a:t>
                </a:r>
                <a:endParaRPr lang="en-US" sz="1200" i="0" dirty="0" smtClean="0">
                  <a:latin typeface="Arial" panose="020B0604020202090204" pitchFamily="34" charset="0"/>
                  <a:cs typeface="+mn-cs"/>
                </a:endParaRPr>
              </a:p>
            </p:txBody>
          </p:sp>
        </p:grpSp>
        <p:sp>
          <p:nvSpPr>
            <p:cNvPr id="45070" name="Text Box 26"/>
            <p:cNvSpPr txBox="1">
              <a:spLocks noChangeArrowheads="1"/>
            </p:cNvSpPr>
            <p:nvPr/>
          </p:nvSpPr>
          <p:spPr bwMode="auto">
            <a:xfrm>
              <a:off x="952500" y="6037263"/>
              <a:ext cx="1627188" cy="27463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200" i="0" dirty="0" smtClean="0">
                  <a:latin typeface="Arial" panose="020B0604020202090204" pitchFamily="34" charset="0"/>
                  <a:cs typeface="+mn-cs"/>
                </a:rPr>
                <a:t>CC-49-DE-D0-AB-7D</a:t>
              </a:r>
              <a:endParaRPr lang="en-US" sz="1200" i="0" dirty="0" smtClean="0">
                <a:latin typeface="Arial" panose="020B0604020202090204" pitchFamily="34" charset="0"/>
                <a:cs typeface="+mn-cs"/>
              </a:endParaRPr>
            </a:p>
          </p:txBody>
        </p:sp>
        <p:sp>
          <p:nvSpPr>
            <p:cNvPr id="45071" name="Text Box 27"/>
            <p:cNvSpPr txBox="1">
              <a:spLocks noChangeArrowheads="1"/>
            </p:cNvSpPr>
            <p:nvPr/>
          </p:nvSpPr>
          <p:spPr bwMode="auto">
            <a:xfrm>
              <a:off x="942975" y="5854700"/>
              <a:ext cx="1322388" cy="27463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200" i="0" dirty="0" smtClean="0">
                  <a:latin typeface="Arial" panose="020B0604020202090204" pitchFamily="34" charset="0"/>
                  <a:cs typeface="+mn-cs"/>
                </a:rPr>
                <a:t>111.111.111.112</a:t>
              </a:r>
              <a:endParaRPr lang="en-US" sz="1200" i="0" dirty="0" smtClean="0">
                <a:latin typeface="Arial" panose="020B0604020202090204" pitchFamily="34" charset="0"/>
                <a:cs typeface="+mn-cs"/>
              </a:endParaRPr>
            </a:p>
          </p:txBody>
        </p:sp>
        <p:sp>
          <p:nvSpPr>
            <p:cNvPr id="45072" name="Text Box 30"/>
            <p:cNvSpPr txBox="1">
              <a:spLocks noChangeArrowheads="1"/>
            </p:cNvSpPr>
            <p:nvPr/>
          </p:nvSpPr>
          <p:spPr bwMode="auto">
            <a:xfrm>
              <a:off x="709613" y="4741863"/>
              <a:ext cx="1322387" cy="27463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200" i="0" dirty="0" smtClean="0">
                  <a:latin typeface="Arial" panose="020B0604020202090204" pitchFamily="34" charset="0"/>
                  <a:cs typeface="+mn-cs"/>
                </a:rPr>
                <a:t>111.111.111.111</a:t>
              </a:r>
              <a:endParaRPr lang="en-US" sz="1200" i="0" dirty="0" smtClean="0">
                <a:latin typeface="Arial" panose="020B0604020202090204" pitchFamily="34" charset="0"/>
                <a:cs typeface="+mn-cs"/>
              </a:endParaRPr>
            </a:p>
          </p:txBody>
        </p:sp>
        <p:sp>
          <p:nvSpPr>
            <p:cNvPr id="45073" name="Text Box 33"/>
            <p:cNvSpPr txBox="1">
              <a:spLocks noChangeArrowheads="1"/>
            </p:cNvSpPr>
            <p:nvPr/>
          </p:nvSpPr>
          <p:spPr bwMode="auto">
            <a:xfrm>
              <a:off x="730250" y="4927600"/>
              <a:ext cx="1509713" cy="27463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200" i="0" dirty="0" smtClean="0">
                  <a:latin typeface="Arial" panose="020B0604020202090204" pitchFamily="34" charset="0"/>
                  <a:cs typeface="+mn-cs"/>
                </a:rPr>
                <a:t>74-29-9C-E8-FF-55</a:t>
              </a:r>
              <a:endParaRPr lang="en-US" sz="1200" i="0" dirty="0" smtClean="0">
                <a:latin typeface="Arial" panose="020B0604020202090204" pitchFamily="34" charset="0"/>
                <a:cs typeface="+mn-cs"/>
              </a:endParaRPr>
            </a:p>
          </p:txBody>
        </p:sp>
        <p:sp>
          <p:nvSpPr>
            <p:cNvPr id="132113" name="Freeform 39"/>
            <p:cNvSpPr/>
            <p:nvPr/>
          </p:nvSpPr>
          <p:spPr bwMode="auto">
            <a:xfrm>
              <a:off x="2365375" y="4437063"/>
              <a:ext cx="839788" cy="1069975"/>
            </a:xfrm>
            <a:custGeom>
              <a:avLst/>
              <a:gdLst>
                <a:gd name="T0" fmla="*/ 2147483647 w 1005"/>
                <a:gd name="T1" fmla="*/ 2147483647 h 996"/>
                <a:gd name="T2" fmla="*/ 2147483647 w 1005"/>
                <a:gd name="T3" fmla="*/ 2147483647 h 996"/>
                <a:gd name="T4" fmla="*/ 2147483647 w 1005"/>
                <a:gd name="T5" fmla="*/ 2147483647 h 996"/>
                <a:gd name="T6" fmla="*/ 2147483647 w 1005"/>
                <a:gd name="T7" fmla="*/ 2147483647 h 996"/>
                <a:gd name="T8" fmla="*/ 2147483647 w 1005"/>
                <a:gd name="T9" fmla="*/ 2147483647 h 996"/>
                <a:gd name="T10" fmla="*/ 2147483647 w 1005"/>
                <a:gd name="T11" fmla="*/ 2147483647 h 996"/>
                <a:gd name="T12" fmla="*/ 2147483647 w 1005"/>
                <a:gd name="T13" fmla="*/ 2147483647 h 996"/>
                <a:gd name="T14" fmla="*/ 2147483647 w 1005"/>
                <a:gd name="T15" fmla="*/ 2147483647 h 996"/>
                <a:gd name="T16" fmla="*/ 2147483647 w 1005"/>
                <a:gd name="T17" fmla="*/ 2147483647 h 996"/>
                <a:gd name="T18" fmla="*/ 2147483647 w 1005"/>
                <a:gd name="T19" fmla="*/ 2147483647 h 996"/>
                <a:gd name="T20" fmla="*/ 2147483647 w 1005"/>
                <a:gd name="T21" fmla="*/ 2147483647 h 996"/>
                <a:gd name="T22" fmla="*/ 2147483647 w 1005"/>
                <a:gd name="T23" fmla="*/ 2147483647 h 996"/>
                <a:gd name="T24" fmla="*/ 2147483647 w 1005"/>
                <a:gd name="T25" fmla="*/ 2147483647 h 99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05" h="996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00CCFF"/>
            </a:solidFill>
            <a:ln w="9525" cap="flat" cmpd="sng">
              <a:solidFill>
                <a:schemeClr val="tx1"/>
              </a:solidFill>
              <a:prstDash val="solid"/>
              <a:round/>
            </a:ln>
            <a:effectLst/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45075" name="Line 40"/>
            <p:cNvSpPr>
              <a:spLocks noChangeShapeType="1"/>
            </p:cNvSpPr>
            <p:nvPr/>
          </p:nvSpPr>
          <p:spPr bwMode="auto">
            <a:xfrm>
              <a:off x="2062163" y="4416425"/>
              <a:ext cx="438150" cy="2301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5076" name="Line 41"/>
            <p:cNvSpPr>
              <a:spLocks noChangeShapeType="1"/>
            </p:cNvSpPr>
            <p:nvPr/>
          </p:nvSpPr>
          <p:spPr bwMode="auto">
            <a:xfrm flipV="1">
              <a:off x="2185988" y="5360988"/>
              <a:ext cx="231775" cy="2555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5077" name="Line 42"/>
            <p:cNvSpPr>
              <a:spLocks noChangeShapeType="1"/>
            </p:cNvSpPr>
            <p:nvPr/>
          </p:nvSpPr>
          <p:spPr bwMode="auto">
            <a:xfrm>
              <a:off x="3184525" y="4954588"/>
              <a:ext cx="584200" cy="95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5078" name="Line 44"/>
            <p:cNvSpPr>
              <a:spLocks noChangeShapeType="1"/>
            </p:cNvSpPr>
            <p:nvPr/>
          </p:nvSpPr>
          <p:spPr bwMode="auto">
            <a:xfrm flipV="1">
              <a:off x="2101850" y="5711825"/>
              <a:ext cx="0" cy="1635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5079" name="Line 45"/>
            <p:cNvSpPr>
              <a:spLocks noChangeShapeType="1"/>
            </p:cNvSpPr>
            <p:nvPr/>
          </p:nvSpPr>
          <p:spPr bwMode="auto">
            <a:xfrm flipH="1" flipV="1">
              <a:off x="1976438" y="4489450"/>
              <a:ext cx="0" cy="3984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5080" name="Line 46"/>
            <p:cNvSpPr>
              <a:spLocks noChangeShapeType="1"/>
            </p:cNvSpPr>
            <p:nvPr/>
          </p:nvSpPr>
          <p:spPr bwMode="auto">
            <a:xfrm>
              <a:off x="3854450" y="5021263"/>
              <a:ext cx="0" cy="7508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5081" name="Line 47"/>
            <p:cNvSpPr>
              <a:spLocks noChangeShapeType="1"/>
            </p:cNvSpPr>
            <p:nvPr/>
          </p:nvSpPr>
          <p:spPr bwMode="auto">
            <a:xfrm flipH="1" flipV="1">
              <a:off x="4935538" y="5011738"/>
              <a:ext cx="4762" cy="2206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710714" name="Text Box 58"/>
            <p:cNvSpPr txBox="1">
              <a:spLocks noChangeArrowheads="1"/>
            </p:cNvSpPr>
            <p:nvPr/>
          </p:nvSpPr>
          <p:spPr bwMode="auto">
            <a:xfrm>
              <a:off x="719138" y="4156075"/>
              <a:ext cx="390525" cy="46196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 i="0" dirty="0">
                  <a:solidFill>
                    <a:srgbClr val="FF0000"/>
                  </a:solidFill>
                  <a:latin typeface="+mj-lt"/>
                  <a:ea typeface="+mn-ea"/>
                  <a:cs typeface="+mn-cs"/>
                </a:rPr>
                <a:t>A</a:t>
              </a:r>
              <a:endParaRPr lang="en-US" sz="2400" i="0" dirty="0">
                <a:solidFill>
                  <a:srgbClr val="FF0000"/>
                </a:solidFill>
                <a:latin typeface="+mj-lt"/>
                <a:ea typeface="+mn-ea"/>
                <a:cs typeface="+mn-cs"/>
              </a:endParaRPr>
            </a:p>
          </p:txBody>
        </p:sp>
        <p:sp>
          <p:nvSpPr>
            <p:cNvPr id="45083" name="Line 60"/>
            <p:cNvSpPr>
              <a:spLocks noChangeShapeType="1"/>
            </p:cNvSpPr>
            <p:nvPr/>
          </p:nvSpPr>
          <p:spPr bwMode="auto">
            <a:xfrm>
              <a:off x="5045075" y="4921250"/>
              <a:ext cx="11985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132123" name="Group 63"/>
            <p:cNvGrpSpPr/>
            <p:nvPr/>
          </p:nvGrpSpPr>
          <p:grpSpPr bwMode="auto">
            <a:xfrm>
              <a:off x="7372350" y="4845050"/>
              <a:ext cx="1558925" cy="460375"/>
              <a:chOff x="4351" y="2786"/>
              <a:chExt cx="982" cy="290"/>
            </a:xfrm>
          </p:grpSpPr>
          <p:sp>
            <p:nvSpPr>
              <p:cNvPr id="45115" name="Text Box 64"/>
              <p:cNvSpPr txBox="1">
                <a:spLocks noChangeArrowheads="1"/>
              </p:cNvSpPr>
              <p:nvPr/>
            </p:nvSpPr>
            <p:spPr bwMode="auto">
              <a:xfrm>
                <a:off x="4352" y="2786"/>
                <a:ext cx="833" cy="17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1200" i="0" dirty="0" smtClean="0">
                    <a:latin typeface="Arial" panose="020B0604020202090204" pitchFamily="34" charset="0"/>
                    <a:cs typeface="+mn-cs"/>
                  </a:rPr>
                  <a:t>222.222.222.222</a:t>
                </a:r>
                <a:endParaRPr lang="en-US" sz="1200" i="0" dirty="0" smtClean="0">
                  <a:latin typeface="Arial" panose="020B0604020202090204" pitchFamily="34" charset="0"/>
                  <a:cs typeface="+mn-cs"/>
                </a:endParaRPr>
              </a:p>
            </p:txBody>
          </p:sp>
          <p:sp>
            <p:nvSpPr>
              <p:cNvPr id="45116" name="Text Box 65"/>
              <p:cNvSpPr txBox="1">
                <a:spLocks noChangeArrowheads="1"/>
              </p:cNvSpPr>
              <p:nvPr/>
            </p:nvSpPr>
            <p:spPr bwMode="auto">
              <a:xfrm>
                <a:off x="4351" y="2904"/>
                <a:ext cx="982" cy="17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1200" i="0" dirty="0" smtClean="0">
                    <a:latin typeface="Arial" panose="020B0604020202090204" pitchFamily="34" charset="0"/>
                    <a:cs typeface="+mn-cs"/>
                  </a:rPr>
                  <a:t>49-BD-D2-C7-56-2A</a:t>
                </a:r>
                <a:endParaRPr lang="en-US" sz="1200" i="0" dirty="0" smtClean="0">
                  <a:latin typeface="Arial" panose="020B0604020202090204" pitchFamily="34" charset="0"/>
                  <a:cs typeface="+mn-cs"/>
                </a:endParaRPr>
              </a:p>
            </p:txBody>
          </p:sp>
        </p:grpSp>
        <p:sp>
          <p:nvSpPr>
            <p:cNvPr id="45085" name="Line 67"/>
            <p:cNvSpPr>
              <a:spLocks noChangeShapeType="1"/>
            </p:cNvSpPr>
            <p:nvPr/>
          </p:nvSpPr>
          <p:spPr bwMode="auto">
            <a:xfrm flipV="1">
              <a:off x="6943725" y="4416425"/>
              <a:ext cx="450850" cy="3175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5086" name="Line 68"/>
            <p:cNvSpPr>
              <a:spLocks noChangeShapeType="1"/>
            </p:cNvSpPr>
            <p:nvPr/>
          </p:nvSpPr>
          <p:spPr bwMode="auto">
            <a:xfrm flipH="1" flipV="1">
              <a:off x="7469188" y="4492625"/>
              <a:ext cx="11112" cy="3889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5087" name="Text Box 71"/>
            <p:cNvSpPr txBox="1">
              <a:spLocks noChangeArrowheads="1"/>
            </p:cNvSpPr>
            <p:nvPr/>
          </p:nvSpPr>
          <p:spPr bwMode="auto">
            <a:xfrm>
              <a:off x="7073900" y="5811838"/>
              <a:ext cx="1322388" cy="27463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200" i="0" dirty="0" smtClean="0">
                  <a:latin typeface="Arial" panose="020B0604020202090204" pitchFamily="34" charset="0"/>
                  <a:cs typeface="+mn-cs"/>
                </a:rPr>
                <a:t>222.222.222.221</a:t>
              </a:r>
              <a:endParaRPr lang="en-US" sz="1200" i="0" dirty="0" smtClean="0">
                <a:latin typeface="Arial" panose="020B0604020202090204" pitchFamily="34" charset="0"/>
                <a:cs typeface="+mn-cs"/>
              </a:endParaRPr>
            </a:p>
          </p:txBody>
        </p:sp>
        <p:sp>
          <p:nvSpPr>
            <p:cNvPr id="45088" name="Text Box 72"/>
            <p:cNvSpPr txBox="1">
              <a:spLocks noChangeArrowheads="1"/>
            </p:cNvSpPr>
            <p:nvPr/>
          </p:nvSpPr>
          <p:spPr bwMode="auto">
            <a:xfrm>
              <a:off x="7077075" y="5986463"/>
              <a:ext cx="1501775" cy="27463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200" i="0" dirty="0" smtClean="0">
                  <a:latin typeface="Arial" panose="020B0604020202090204" pitchFamily="34" charset="0"/>
                  <a:cs typeface="+mn-cs"/>
                </a:rPr>
                <a:t>88-B2-2F-54-1A-0F</a:t>
              </a:r>
              <a:endParaRPr lang="en-US" sz="1200" i="0" dirty="0" smtClean="0">
                <a:latin typeface="Arial" panose="020B0604020202090204" pitchFamily="34" charset="0"/>
                <a:cs typeface="+mn-cs"/>
              </a:endParaRPr>
            </a:p>
          </p:txBody>
        </p:sp>
        <p:sp>
          <p:nvSpPr>
            <p:cNvPr id="45089" name="Line 73"/>
            <p:cNvSpPr>
              <a:spLocks noChangeShapeType="1"/>
            </p:cNvSpPr>
            <p:nvPr/>
          </p:nvSpPr>
          <p:spPr bwMode="auto">
            <a:xfrm flipH="1" flipV="1">
              <a:off x="6873875" y="5313363"/>
              <a:ext cx="254000" cy="2508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5090" name="Line 74"/>
            <p:cNvSpPr>
              <a:spLocks noChangeShapeType="1"/>
            </p:cNvSpPr>
            <p:nvPr/>
          </p:nvSpPr>
          <p:spPr bwMode="auto">
            <a:xfrm flipH="1">
              <a:off x="7208838" y="5654675"/>
              <a:ext cx="4762" cy="2016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132130" name="Freeform 75"/>
            <p:cNvSpPr/>
            <p:nvPr/>
          </p:nvSpPr>
          <p:spPr bwMode="auto">
            <a:xfrm>
              <a:off x="6203950" y="4440238"/>
              <a:ext cx="765175" cy="1081088"/>
            </a:xfrm>
            <a:custGeom>
              <a:avLst/>
              <a:gdLst>
                <a:gd name="T0" fmla="*/ 2147483647 w 1005"/>
                <a:gd name="T1" fmla="*/ 2147483647 h 996"/>
                <a:gd name="T2" fmla="*/ 2147483647 w 1005"/>
                <a:gd name="T3" fmla="*/ 2147483647 h 996"/>
                <a:gd name="T4" fmla="*/ 2147483647 w 1005"/>
                <a:gd name="T5" fmla="*/ 2147483647 h 996"/>
                <a:gd name="T6" fmla="*/ 2147483647 w 1005"/>
                <a:gd name="T7" fmla="*/ 2147483647 h 996"/>
                <a:gd name="T8" fmla="*/ 2147483647 w 1005"/>
                <a:gd name="T9" fmla="*/ 2147483647 h 996"/>
                <a:gd name="T10" fmla="*/ 2147483647 w 1005"/>
                <a:gd name="T11" fmla="*/ 2147483647 h 996"/>
                <a:gd name="T12" fmla="*/ 2147483647 w 1005"/>
                <a:gd name="T13" fmla="*/ 2147483647 h 996"/>
                <a:gd name="T14" fmla="*/ 2147483647 w 1005"/>
                <a:gd name="T15" fmla="*/ 2147483647 h 996"/>
                <a:gd name="T16" fmla="*/ 2147483647 w 1005"/>
                <a:gd name="T17" fmla="*/ 2147483647 h 996"/>
                <a:gd name="T18" fmla="*/ 2147483647 w 1005"/>
                <a:gd name="T19" fmla="*/ 2147483647 h 996"/>
                <a:gd name="T20" fmla="*/ 2147483647 w 1005"/>
                <a:gd name="T21" fmla="*/ 2147483647 h 996"/>
                <a:gd name="T22" fmla="*/ 2147483647 w 1005"/>
                <a:gd name="T23" fmla="*/ 2147483647 h 996"/>
                <a:gd name="T24" fmla="*/ 2147483647 w 1005"/>
                <a:gd name="T25" fmla="*/ 2147483647 h 99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05" h="996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00CCFF"/>
            </a:solidFill>
            <a:ln w="9525" cap="flat" cmpd="sng">
              <a:solidFill>
                <a:schemeClr val="tx1"/>
              </a:solidFill>
              <a:prstDash val="solid"/>
              <a:round/>
            </a:ln>
            <a:effectLst/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710732" name="Text Box 76"/>
            <p:cNvSpPr txBox="1">
              <a:spLocks noChangeArrowheads="1"/>
            </p:cNvSpPr>
            <p:nvPr/>
          </p:nvSpPr>
          <p:spPr bwMode="auto">
            <a:xfrm>
              <a:off x="8307388" y="4073525"/>
              <a:ext cx="357187" cy="46196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 i="0" dirty="0">
                  <a:solidFill>
                    <a:srgbClr val="FF0000"/>
                  </a:solidFill>
                  <a:latin typeface="+mj-lt"/>
                  <a:ea typeface="+mn-ea"/>
                  <a:cs typeface="+mn-cs"/>
                </a:rPr>
                <a:t>B</a:t>
              </a:r>
              <a:endParaRPr lang="en-US" sz="2400" i="0" dirty="0">
                <a:solidFill>
                  <a:srgbClr val="FF0000"/>
                </a:solidFill>
                <a:latin typeface="+mj-lt"/>
                <a:ea typeface="+mn-ea"/>
                <a:cs typeface="+mn-cs"/>
              </a:endParaRPr>
            </a:p>
          </p:txBody>
        </p:sp>
        <p:grpSp>
          <p:nvGrpSpPr>
            <p:cNvPr id="132132" name="Group 3"/>
            <p:cNvGrpSpPr/>
            <p:nvPr/>
          </p:nvGrpSpPr>
          <p:grpSpPr bwMode="auto">
            <a:xfrm>
              <a:off x="7179310" y="4033520"/>
              <a:ext cx="1009650" cy="855028"/>
              <a:chOff x="7179310" y="4033520"/>
              <a:chExt cx="1009650" cy="855028"/>
            </a:xfrm>
          </p:grpSpPr>
          <p:grpSp>
            <p:nvGrpSpPr>
              <p:cNvPr id="132150" name="Group 44"/>
              <p:cNvGrpSpPr/>
              <p:nvPr/>
            </p:nvGrpSpPr>
            <p:grpSpPr bwMode="auto"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id="132152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32153" name="Freeform 46"/>
                <p:cNvSpPr/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  <p:sp>
            <p:nvSpPr>
              <p:cNvPr id="90" name="Rectangle 43"/>
              <p:cNvSpPr>
                <a:spLocks noChangeArrowheads="1"/>
              </p:cNvSpPr>
              <p:nvPr/>
            </p:nvSpPr>
            <p:spPr bwMode="auto">
              <a:xfrm rot="16200000">
                <a:off x="7438232" y="4309268"/>
                <a:ext cx="127000" cy="195263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Comic Sans MS" panose="030F0902030302020204" pitchFamily="66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32133" name="Group 1"/>
            <p:cNvGrpSpPr/>
            <p:nvPr/>
          </p:nvGrpSpPr>
          <p:grpSpPr bwMode="auto">
            <a:xfrm>
              <a:off x="3757931" y="4714240"/>
              <a:ext cx="1291589" cy="426719"/>
              <a:chOff x="4011931" y="3379152"/>
              <a:chExt cx="1262062" cy="390207"/>
            </a:xfrm>
          </p:grpSpPr>
          <p:sp>
            <p:nvSpPr>
              <p:cNvPr id="77" name="Rectangle 43"/>
              <p:cNvSpPr>
                <a:spLocks noChangeArrowheads="1"/>
              </p:cNvSpPr>
              <p:nvPr/>
            </p:nvSpPr>
            <p:spPr bwMode="auto">
              <a:xfrm rot="16200000">
                <a:off x="5112705" y="3476529"/>
                <a:ext cx="127747" cy="195452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Comic Sans MS" panose="030F0902030302020204" pitchFamily="66" charset="0"/>
                  <a:ea typeface="+mn-ea"/>
                  <a:cs typeface="+mn-cs"/>
                </a:endParaRPr>
              </a:p>
            </p:txBody>
          </p:sp>
          <p:grpSp>
            <p:nvGrpSpPr>
              <p:cNvPr id="132140" name="Group 1185"/>
              <p:cNvGrpSpPr/>
              <p:nvPr/>
            </p:nvGrpSpPr>
            <p:grpSpPr bwMode="auto">
              <a:xfrm>
                <a:off x="4197985" y="3379152"/>
                <a:ext cx="892175" cy="390207"/>
                <a:chOff x="4650" y="1129"/>
                <a:chExt cx="246" cy="95"/>
              </a:xfrm>
            </p:grpSpPr>
            <p:sp>
              <p:nvSpPr>
                <p:cNvPr id="132142" name="Oval 407"/>
                <p:cNvSpPr>
                  <a:spLocks noChangeArrowheads="1"/>
                </p:cNvSpPr>
                <p:nvPr/>
              </p:nvSpPr>
              <p:spPr bwMode="auto">
                <a:xfrm>
                  <a:off x="4651" y="1171"/>
                  <a:ext cx="244" cy="53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en-US" sz="2400" i="0" dirty="0">
                    <a:latin typeface="Times New Roman" panose="02020503050405090304" charset="0"/>
                    <a:cs typeface="Arial" panose="020B0604020202090204" pitchFamily="34" charset="0"/>
                  </a:endParaRPr>
                </a:p>
              </p:txBody>
            </p:sp>
            <p:sp>
              <p:nvSpPr>
                <p:cNvPr id="132143" name="Rectangle 410"/>
                <p:cNvSpPr>
                  <a:spLocks noChangeArrowheads="1"/>
                </p:cNvSpPr>
                <p:nvPr/>
              </p:nvSpPr>
              <p:spPr bwMode="auto">
                <a:xfrm>
                  <a:off x="4651" y="1165"/>
                  <a:ext cx="245" cy="33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>
                  <a:noFill/>
                </a:ln>
              </p:spPr>
              <p:txBody>
                <a:bodyPr wrap="none" anchor="ctr"/>
                <a:lstStyle/>
                <a:p>
                  <a:pPr algn="ctr"/>
                  <a:endParaRPr lang="en-US" sz="2400" i="0" dirty="0">
                    <a:latin typeface="Times New Roman" panose="02020503050405090304" charset="0"/>
                    <a:cs typeface="Arial" panose="020B0604020202090204" pitchFamily="34" charset="0"/>
                  </a:endParaRPr>
                </a:p>
              </p:txBody>
            </p:sp>
            <p:sp>
              <p:nvSpPr>
                <p:cNvPr id="132144" name="Oval 411"/>
                <p:cNvSpPr>
                  <a:spLocks noChangeArrowheads="1"/>
                </p:cNvSpPr>
                <p:nvPr/>
              </p:nvSpPr>
              <p:spPr bwMode="auto">
                <a:xfrm>
                  <a:off x="4650" y="1129"/>
                  <a:ext cx="244" cy="62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en-US" sz="2400" i="0" dirty="0">
                    <a:latin typeface="Times New Roman" panose="02020503050405090304" charset="0"/>
                    <a:cs typeface="Arial" panose="020B0604020202090204" pitchFamily="34" charset="0"/>
                  </a:endParaRPr>
                </a:p>
              </p:txBody>
            </p:sp>
            <p:grpSp>
              <p:nvGrpSpPr>
                <p:cNvPr id="132145" name="Group 1189"/>
                <p:cNvGrpSpPr/>
                <p:nvPr/>
              </p:nvGrpSpPr>
              <p:grpSpPr bwMode="auto">
                <a:xfrm>
                  <a:off x="4699" y="1145"/>
                  <a:ext cx="138" cy="29"/>
                  <a:chOff x="2468" y="1332"/>
                  <a:chExt cx="310" cy="60"/>
                </a:xfrm>
              </p:grpSpPr>
              <p:sp>
                <p:nvSpPr>
                  <p:cNvPr id="132148" name="Freeform 1190"/>
                  <p:cNvSpPr/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12700" cmpd="sng">
                    <a:solidFill>
                      <a:schemeClr val="tx1"/>
                    </a:solidFill>
                    <a:round/>
                  </a:ln>
                  <a:effectLst/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32149" name="Freeform 1191"/>
                  <p:cNvSpPr/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12700" cmpd="sng">
                    <a:solidFill>
                      <a:schemeClr val="tx1"/>
                    </a:solidFill>
                    <a:round/>
                  </a:ln>
                  <a:effectLst/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45107" name="Line 1192"/>
                <p:cNvSpPr>
                  <a:spLocks noChangeShapeType="1"/>
                </p:cNvSpPr>
                <p:nvPr/>
              </p:nvSpPr>
              <p:spPr bwMode="auto">
                <a:xfrm>
                  <a:off x="4651" y="1158"/>
                  <a:ext cx="0" cy="4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45108" name="Line 1193"/>
                <p:cNvSpPr>
                  <a:spLocks noChangeShapeType="1"/>
                </p:cNvSpPr>
                <p:nvPr/>
              </p:nvSpPr>
              <p:spPr bwMode="auto">
                <a:xfrm>
                  <a:off x="4894" y="1160"/>
                  <a:ext cx="0" cy="4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  <p:sp>
            <p:nvSpPr>
              <p:cNvPr id="91" name="Rectangle 43"/>
              <p:cNvSpPr>
                <a:spLocks noChangeArrowheads="1"/>
              </p:cNvSpPr>
              <p:nvPr/>
            </p:nvSpPr>
            <p:spPr bwMode="auto">
              <a:xfrm rot="16200000">
                <a:off x="4046200" y="3485965"/>
                <a:ext cx="126295" cy="195452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Comic Sans MS" panose="030F0902030302020204" pitchFamily="66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32134" name="Group 93"/>
            <p:cNvGrpSpPr/>
            <p:nvPr/>
          </p:nvGrpSpPr>
          <p:grpSpPr bwMode="auto">
            <a:xfrm>
              <a:off x="1483360" y="5313680"/>
              <a:ext cx="701043" cy="517588"/>
              <a:chOff x="1046480" y="3962400"/>
              <a:chExt cx="1026163" cy="761428"/>
            </a:xfrm>
          </p:grpSpPr>
          <p:sp>
            <p:nvSpPr>
              <p:cNvPr id="95" name="Rectangle 48"/>
              <p:cNvSpPr>
                <a:spLocks noChangeArrowheads="1"/>
              </p:cNvSpPr>
              <p:nvPr/>
            </p:nvSpPr>
            <p:spPr bwMode="auto">
              <a:xfrm rot="16200000">
                <a:off x="1893438" y="4298853"/>
                <a:ext cx="109762" cy="248638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Comic Sans MS" panose="030F0902030302020204" pitchFamily="66" charset="0"/>
                  <a:ea typeface="+mn-ea"/>
                  <a:cs typeface="+mn-cs"/>
                </a:endParaRPr>
              </a:p>
            </p:txBody>
          </p:sp>
          <p:grpSp>
            <p:nvGrpSpPr>
              <p:cNvPr id="132136" name="Group 49"/>
              <p:cNvGrpSpPr/>
              <p:nvPr/>
            </p:nvGrpSpPr>
            <p:grpSpPr bwMode="auto"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id="132137" name="Picture 50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32138" name="Freeform 51"/>
                <p:cNvSpPr/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</p:grpSp>
      </p:grpSp>
      <p:pic>
        <p:nvPicPr>
          <p:cNvPr id="132102" name="Picture 15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338" y="794568"/>
            <a:ext cx="7769225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r>
              <a:rPr lang="en-US" sz="1200" dirty="0">
                <a:latin typeface="Tahoma" panose="020B0604030504040204" charset="0"/>
              </a:rPr>
              <a:t>6</a:t>
            </a:r>
            <a:r>
              <a:rPr lang="en-US" sz="1200" dirty="0" smtClean="0">
                <a:latin typeface="Tahoma" panose="020B0604030504040204" charset="0"/>
              </a:rPr>
              <a:t>-</a:t>
            </a:r>
            <a:fld id="{8E8C6E93-DF5B-BC4B-80F9-500DED1EEDCC}" type="slidenum">
              <a:rPr lang="en-US" sz="1200">
                <a:latin typeface="Tahoma" panose="020B0604030504040204" charset="0"/>
              </a:rPr>
            </a:fld>
            <a:endParaRPr lang="en-US" sz="1200" dirty="0">
              <a:latin typeface="Tahoma" panose="020B0604030504040204" charset="0"/>
            </a:endParaRPr>
          </a:p>
        </p:txBody>
      </p:sp>
      <p:sp>
        <p:nvSpPr>
          <p:cNvPr id="72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pPr algn="r"/>
            <a:r>
              <a:rPr lang="en-US" sz="1200" dirty="0" smtClean="0">
                <a:solidFill>
                  <a:srgbClr val="000000"/>
                </a:solidFill>
                <a:latin typeface="Tahoma" panose="020B0604030504040204" charset="0"/>
                <a:cs typeface="Arial" panose="020B0604020202090204" pitchFamily="34" charset="0"/>
              </a:rPr>
              <a:t>Link Layer and LANs</a:t>
            </a:r>
            <a:endParaRPr lang="en-US" sz="1200" dirty="0">
              <a:solidFill>
                <a:srgbClr val="000000"/>
              </a:solidFill>
              <a:latin typeface="Tahoma" panose="020B060403050404020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145" name="Group 94"/>
          <p:cNvGrpSpPr/>
          <p:nvPr/>
        </p:nvGrpSpPr>
        <p:grpSpPr bwMode="auto">
          <a:xfrm>
            <a:off x="709613" y="3962400"/>
            <a:ext cx="8221662" cy="2349500"/>
            <a:chOff x="709613" y="3962400"/>
            <a:chExt cx="8221662" cy="2349500"/>
          </a:xfrm>
        </p:grpSpPr>
        <p:grpSp>
          <p:nvGrpSpPr>
            <p:cNvPr id="134183" name="Group 95"/>
            <p:cNvGrpSpPr/>
            <p:nvPr/>
          </p:nvGrpSpPr>
          <p:grpSpPr bwMode="auto">
            <a:xfrm>
              <a:off x="6979920" y="5354320"/>
              <a:ext cx="711200" cy="601028"/>
              <a:chOff x="7179310" y="4033520"/>
              <a:chExt cx="1009650" cy="855028"/>
            </a:xfrm>
          </p:grpSpPr>
          <p:grpSp>
            <p:nvGrpSpPr>
              <p:cNvPr id="134242" name="Group 44"/>
              <p:cNvGrpSpPr/>
              <p:nvPr/>
            </p:nvGrpSpPr>
            <p:grpSpPr bwMode="auto"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id="134244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34245" name="Freeform 46"/>
                <p:cNvSpPr/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  <p:sp>
            <p:nvSpPr>
              <p:cNvPr id="156" name="Rectangle 43"/>
              <p:cNvSpPr>
                <a:spLocks noChangeArrowheads="1"/>
              </p:cNvSpPr>
              <p:nvPr/>
            </p:nvSpPr>
            <p:spPr bwMode="auto">
              <a:xfrm rot="16200000">
                <a:off x="7439930" y="4308572"/>
                <a:ext cx="126470" cy="196070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Comic Sans MS" panose="030F0902030302020204" pitchFamily="66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34184" name="Group 96"/>
            <p:cNvGrpSpPr/>
            <p:nvPr/>
          </p:nvGrpSpPr>
          <p:grpSpPr bwMode="auto">
            <a:xfrm>
              <a:off x="1046480" y="3962400"/>
              <a:ext cx="1026163" cy="761428"/>
              <a:chOff x="1046480" y="3962400"/>
              <a:chExt cx="1026163" cy="761428"/>
            </a:xfrm>
          </p:grpSpPr>
          <p:sp>
            <p:nvSpPr>
              <p:cNvPr id="151" name="Rectangle 48"/>
              <p:cNvSpPr>
                <a:spLocks noChangeArrowheads="1"/>
              </p:cNvSpPr>
              <p:nvPr/>
            </p:nvSpPr>
            <p:spPr bwMode="auto">
              <a:xfrm rot="16200000">
                <a:off x="1893887" y="4300538"/>
                <a:ext cx="111125" cy="247650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Comic Sans MS" panose="030F0902030302020204" pitchFamily="66" charset="0"/>
                  <a:ea typeface="+mn-ea"/>
                  <a:cs typeface="+mn-cs"/>
                </a:endParaRPr>
              </a:p>
            </p:txBody>
          </p:sp>
          <p:grpSp>
            <p:nvGrpSpPr>
              <p:cNvPr id="134239" name="Group 49"/>
              <p:cNvGrpSpPr/>
              <p:nvPr/>
            </p:nvGrpSpPr>
            <p:grpSpPr bwMode="auto"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id="134240" name="Picture 50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34241" name="Freeform 51"/>
                <p:cNvSpPr/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</p:grpSp>
        <p:sp>
          <p:nvSpPr>
            <p:cNvPr id="98" name="Text Box 4"/>
            <p:cNvSpPr txBox="1">
              <a:spLocks noChangeArrowheads="1"/>
            </p:cNvSpPr>
            <p:nvPr/>
          </p:nvSpPr>
          <p:spPr bwMode="auto">
            <a:xfrm>
              <a:off x="4224338" y="4381500"/>
              <a:ext cx="376237" cy="45720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sz="2400" i="0" dirty="0">
                  <a:solidFill>
                    <a:srgbClr val="FF0000"/>
                  </a:solidFill>
                  <a:latin typeface="+mn-lt"/>
                  <a:ea typeface="+mn-ea"/>
                  <a:cs typeface="+mn-cs"/>
                </a:rPr>
                <a:t>R</a:t>
              </a:r>
              <a:endParaRPr lang="en-US" i="0" dirty="0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6123" name="Text Box 21"/>
            <p:cNvSpPr txBox="1">
              <a:spLocks noChangeArrowheads="1"/>
            </p:cNvSpPr>
            <p:nvPr/>
          </p:nvSpPr>
          <p:spPr bwMode="auto">
            <a:xfrm>
              <a:off x="3868738" y="5378450"/>
              <a:ext cx="1543050" cy="27463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200" i="0" dirty="0" smtClean="0">
                  <a:latin typeface="Arial" panose="020B0604020202090204" pitchFamily="34" charset="0"/>
                  <a:cs typeface="+mn-cs"/>
                </a:rPr>
                <a:t>1A-23-F9-CD-06-9B</a:t>
              </a:r>
              <a:endParaRPr lang="en-US" sz="1200" i="0" dirty="0" smtClean="0">
                <a:latin typeface="Arial" panose="020B0604020202090204" pitchFamily="34" charset="0"/>
                <a:cs typeface="+mn-cs"/>
              </a:endParaRPr>
            </a:p>
          </p:txBody>
        </p:sp>
        <p:sp>
          <p:nvSpPr>
            <p:cNvPr id="46124" name="Text Box 22"/>
            <p:cNvSpPr txBox="1">
              <a:spLocks noChangeArrowheads="1"/>
            </p:cNvSpPr>
            <p:nvPr/>
          </p:nvSpPr>
          <p:spPr bwMode="auto">
            <a:xfrm>
              <a:off x="4016375" y="5205413"/>
              <a:ext cx="1322388" cy="27463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200" i="0" dirty="0" smtClean="0">
                  <a:latin typeface="Arial" panose="020B0604020202090204" pitchFamily="34" charset="0"/>
                  <a:cs typeface="+mn-cs"/>
                </a:rPr>
                <a:t>222.222.222.220</a:t>
              </a:r>
              <a:endParaRPr lang="en-US" sz="1200" i="0" dirty="0" smtClean="0">
                <a:latin typeface="Arial" panose="020B0604020202090204" pitchFamily="34" charset="0"/>
                <a:cs typeface="+mn-cs"/>
              </a:endParaRPr>
            </a:p>
          </p:txBody>
        </p:sp>
        <p:grpSp>
          <p:nvGrpSpPr>
            <p:cNvPr id="134188" name="Group 23"/>
            <p:cNvGrpSpPr/>
            <p:nvPr/>
          </p:nvGrpSpPr>
          <p:grpSpPr bwMode="auto">
            <a:xfrm>
              <a:off x="3044825" y="5794375"/>
              <a:ext cx="1541463" cy="449263"/>
              <a:chOff x="1934" y="2405"/>
              <a:chExt cx="971" cy="283"/>
            </a:xfrm>
          </p:grpSpPr>
          <p:sp>
            <p:nvSpPr>
              <p:cNvPr id="46173" name="Text Box 24"/>
              <p:cNvSpPr txBox="1">
                <a:spLocks noChangeArrowheads="1"/>
              </p:cNvSpPr>
              <p:nvPr/>
            </p:nvSpPr>
            <p:spPr bwMode="auto">
              <a:xfrm>
                <a:off x="1934" y="2405"/>
                <a:ext cx="833" cy="17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1200" i="0" dirty="0" smtClean="0">
                    <a:latin typeface="Arial" panose="020B0604020202090204" pitchFamily="34" charset="0"/>
                    <a:cs typeface="+mn-cs"/>
                  </a:rPr>
                  <a:t>111.111.111.110</a:t>
                </a:r>
                <a:endParaRPr lang="en-US" sz="1200" i="0" dirty="0" smtClean="0">
                  <a:latin typeface="Arial" panose="020B0604020202090204" pitchFamily="34" charset="0"/>
                  <a:cs typeface="+mn-cs"/>
                </a:endParaRPr>
              </a:p>
            </p:txBody>
          </p:sp>
          <p:sp>
            <p:nvSpPr>
              <p:cNvPr id="46174" name="Text Box 25"/>
              <p:cNvSpPr txBox="1">
                <a:spLocks noChangeArrowheads="1"/>
              </p:cNvSpPr>
              <p:nvPr/>
            </p:nvSpPr>
            <p:spPr bwMode="auto">
              <a:xfrm>
                <a:off x="1938" y="2515"/>
                <a:ext cx="967" cy="17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1200" i="0" dirty="0" smtClean="0">
                    <a:latin typeface="Arial" panose="020B0604020202090204" pitchFamily="34" charset="0"/>
                    <a:cs typeface="+mn-cs"/>
                  </a:rPr>
                  <a:t>E6-E9-00-17-BB-4B</a:t>
                </a:r>
                <a:endParaRPr lang="en-US" sz="1200" i="0" dirty="0" smtClean="0">
                  <a:latin typeface="Arial" panose="020B0604020202090204" pitchFamily="34" charset="0"/>
                  <a:cs typeface="+mn-cs"/>
                </a:endParaRPr>
              </a:p>
            </p:txBody>
          </p:sp>
        </p:grpSp>
        <p:sp>
          <p:nvSpPr>
            <p:cNvPr id="46126" name="Text Box 26"/>
            <p:cNvSpPr txBox="1">
              <a:spLocks noChangeArrowheads="1"/>
            </p:cNvSpPr>
            <p:nvPr/>
          </p:nvSpPr>
          <p:spPr bwMode="auto">
            <a:xfrm>
              <a:off x="952500" y="6037263"/>
              <a:ext cx="1627188" cy="27463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200" i="0" dirty="0" smtClean="0">
                  <a:latin typeface="Arial" panose="020B0604020202090204" pitchFamily="34" charset="0"/>
                  <a:cs typeface="+mn-cs"/>
                </a:rPr>
                <a:t>CC-49-DE-D0-AB-7D</a:t>
              </a:r>
              <a:endParaRPr lang="en-US" sz="1200" i="0" dirty="0" smtClean="0">
                <a:latin typeface="Arial" panose="020B0604020202090204" pitchFamily="34" charset="0"/>
                <a:cs typeface="+mn-cs"/>
              </a:endParaRPr>
            </a:p>
          </p:txBody>
        </p:sp>
        <p:sp>
          <p:nvSpPr>
            <p:cNvPr id="46127" name="Text Box 27"/>
            <p:cNvSpPr txBox="1">
              <a:spLocks noChangeArrowheads="1"/>
            </p:cNvSpPr>
            <p:nvPr/>
          </p:nvSpPr>
          <p:spPr bwMode="auto">
            <a:xfrm>
              <a:off x="942975" y="5854700"/>
              <a:ext cx="1322388" cy="27463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200" i="0" dirty="0" smtClean="0">
                  <a:latin typeface="Arial" panose="020B0604020202090204" pitchFamily="34" charset="0"/>
                  <a:cs typeface="+mn-cs"/>
                </a:rPr>
                <a:t>111.111.111.112</a:t>
              </a:r>
              <a:endParaRPr lang="en-US" sz="1200" i="0" dirty="0" smtClean="0">
                <a:latin typeface="Arial" panose="020B0604020202090204" pitchFamily="34" charset="0"/>
                <a:cs typeface="+mn-cs"/>
              </a:endParaRPr>
            </a:p>
          </p:txBody>
        </p:sp>
        <p:sp>
          <p:nvSpPr>
            <p:cNvPr id="46128" name="Text Box 30"/>
            <p:cNvSpPr txBox="1">
              <a:spLocks noChangeArrowheads="1"/>
            </p:cNvSpPr>
            <p:nvPr/>
          </p:nvSpPr>
          <p:spPr bwMode="auto">
            <a:xfrm>
              <a:off x="709613" y="4741863"/>
              <a:ext cx="1322387" cy="27463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200" i="0" dirty="0" smtClean="0">
                  <a:latin typeface="Arial" panose="020B0604020202090204" pitchFamily="34" charset="0"/>
                  <a:cs typeface="+mn-cs"/>
                </a:rPr>
                <a:t>111.111.111.111</a:t>
              </a:r>
              <a:endParaRPr lang="en-US" sz="1200" i="0" dirty="0" smtClean="0">
                <a:latin typeface="Arial" panose="020B0604020202090204" pitchFamily="34" charset="0"/>
                <a:cs typeface="+mn-cs"/>
              </a:endParaRPr>
            </a:p>
          </p:txBody>
        </p:sp>
        <p:sp>
          <p:nvSpPr>
            <p:cNvPr id="46129" name="Text Box 33"/>
            <p:cNvSpPr txBox="1">
              <a:spLocks noChangeArrowheads="1"/>
            </p:cNvSpPr>
            <p:nvPr/>
          </p:nvSpPr>
          <p:spPr bwMode="auto">
            <a:xfrm>
              <a:off x="730250" y="4927600"/>
              <a:ext cx="1509713" cy="27463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200" i="0" dirty="0" smtClean="0">
                  <a:latin typeface="Arial" panose="020B0604020202090204" pitchFamily="34" charset="0"/>
                  <a:cs typeface="+mn-cs"/>
                </a:rPr>
                <a:t>74-29-9C-E8-FF-55</a:t>
              </a:r>
              <a:endParaRPr lang="en-US" sz="1200" i="0" dirty="0" smtClean="0">
                <a:latin typeface="Arial" panose="020B0604020202090204" pitchFamily="34" charset="0"/>
                <a:cs typeface="+mn-cs"/>
              </a:endParaRPr>
            </a:p>
          </p:txBody>
        </p:sp>
        <p:sp>
          <p:nvSpPr>
            <p:cNvPr id="134193" name="Freeform 39"/>
            <p:cNvSpPr/>
            <p:nvPr/>
          </p:nvSpPr>
          <p:spPr bwMode="auto">
            <a:xfrm>
              <a:off x="2365375" y="4437063"/>
              <a:ext cx="839788" cy="1069975"/>
            </a:xfrm>
            <a:custGeom>
              <a:avLst/>
              <a:gdLst>
                <a:gd name="T0" fmla="*/ 2147483647 w 1005"/>
                <a:gd name="T1" fmla="*/ 2147483647 h 996"/>
                <a:gd name="T2" fmla="*/ 2147483647 w 1005"/>
                <a:gd name="T3" fmla="*/ 2147483647 h 996"/>
                <a:gd name="T4" fmla="*/ 2147483647 w 1005"/>
                <a:gd name="T5" fmla="*/ 2147483647 h 996"/>
                <a:gd name="T6" fmla="*/ 2147483647 w 1005"/>
                <a:gd name="T7" fmla="*/ 2147483647 h 996"/>
                <a:gd name="T8" fmla="*/ 2147483647 w 1005"/>
                <a:gd name="T9" fmla="*/ 2147483647 h 996"/>
                <a:gd name="T10" fmla="*/ 2147483647 w 1005"/>
                <a:gd name="T11" fmla="*/ 2147483647 h 996"/>
                <a:gd name="T12" fmla="*/ 2147483647 w 1005"/>
                <a:gd name="T13" fmla="*/ 2147483647 h 996"/>
                <a:gd name="T14" fmla="*/ 2147483647 w 1005"/>
                <a:gd name="T15" fmla="*/ 2147483647 h 996"/>
                <a:gd name="T16" fmla="*/ 2147483647 w 1005"/>
                <a:gd name="T17" fmla="*/ 2147483647 h 996"/>
                <a:gd name="T18" fmla="*/ 2147483647 w 1005"/>
                <a:gd name="T19" fmla="*/ 2147483647 h 996"/>
                <a:gd name="T20" fmla="*/ 2147483647 w 1005"/>
                <a:gd name="T21" fmla="*/ 2147483647 h 996"/>
                <a:gd name="T22" fmla="*/ 2147483647 w 1005"/>
                <a:gd name="T23" fmla="*/ 2147483647 h 996"/>
                <a:gd name="T24" fmla="*/ 2147483647 w 1005"/>
                <a:gd name="T25" fmla="*/ 2147483647 h 99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05" h="996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00CCFF"/>
            </a:solidFill>
            <a:ln w="9525" cap="flat" cmpd="sng">
              <a:solidFill>
                <a:schemeClr val="tx1"/>
              </a:solidFill>
              <a:prstDash val="solid"/>
              <a:round/>
            </a:ln>
            <a:effectLst/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46131" name="Line 40"/>
            <p:cNvSpPr>
              <a:spLocks noChangeShapeType="1"/>
            </p:cNvSpPr>
            <p:nvPr/>
          </p:nvSpPr>
          <p:spPr bwMode="auto">
            <a:xfrm>
              <a:off x="2062163" y="4416425"/>
              <a:ext cx="438150" cy="2301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6132" name="Line 41"/>
            <p:cNvSpPr>
              <a:spLocks noChangeShapeType="1"/>
            </p:cNvSpPr>
            <p:nvPr/>
          </p:nvSpPr>
          <p:spPr bwMode="auto">
            <a:xfrm flipV="1">
              <a:off x="2185988" y="5360988"/>
              <a:ext cx="231775" cy="2555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6133" name="Line 42"/>
            <p:cNvSpPr>
              <a:spLocks noChangeShapeType="1"/>
            </p:cNvSpPr>
            <p:nvPr/>
          </p:nvSpPr>
          <p:spPr bwMode="auto">
            <a:xfrm>
              <a:off x="3184525" y="4954588"/>
              <a:ext cx="584200" cy="95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6134" name="Line 44"/>
            <p:cNvSpPr>
              <a:spLocks noChangeShapeType="1"/>
            </p:cNvSpPr>
            <p:nvPr/>
          </p:nvSpPr>
          <p:spPr bwMode="auto">
            <a:xfrm flipV="1">
              <a:off x="2101850" y="5711825"/>
              <a:ext cx="0" cy="1635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6135" name="Line 45"/>
            <p:cNvSpPr>
              <a:spLocks noChangeShapeType="1"/>
            </p:cNvSpPr>
            <p:nvPr/>
          </p:nvSpPr>
          <p:spPr bwMode="auto">
            <a:xfrm flipH="1" flipV="1">
              <a:off x="1976438" y="4489450"/>
              <a:ext cx="0" cy="3984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6136" name="Line 46"/>
            <p:cNvSpPr>
              <a:spLocks noChangeShapeType="1"/>
            </p:cNvSpPr>
            <p:nvPr/>
          </p:nvSpPr>
          <p:spPr bwMode="auto">
            <a:xfrm>
              <a:off x="3854450" y="5021263"/>
              <a:ext cx="0" cy="7508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6137" name="Line 47"/>
            <p:cNvSpPr>
              <a:spLocks noChangeShapeType="1"/>
            </p:cNvSpPr>
            <p:nvPr/>
          </p:nvSpPr>
          <p:spPr bwMode="auto">
            <a:xfrm flipH="1" flipV="1">
              <a:off x="4935538" y="5011738"/>
              <a:ext cx="4762" cy="2206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114" name="Text Box 58"/>
            <p:cNvSpPr txBox="1">
              <a:spLocks noChangeArrowheads="1"/>
            </p:cNvSpPr>
            <p:nvPr/>
          </p:nvSpPr>
          <p:spPr bwMode="auto">
            <a:xfrm>
              <a:off x="719138" y="4156075"/>
              <a:ext cx="390525" cy="46196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 i="0" dirty="0">
                  <a:solidFill>
                    <a:srgbClr val="FF0000"/>
                  </a:solidFill>
                  <a:latin typeface="+mj-lt"/>
                  <a:ea typeface="+mn-ea"/>
                  <a:cs typeface="+mn-cs"/>
                </a:rPr>
                <a:t>A</a:t>
              </a:r>
              <a:endParaRPr lang="en-US" sz="2400" i="0" dirty="0">
                <a:solidFill>
                  <a:srgbClr val="FF0000"/>
                </a:solidFill>
                <a:latin typeface="+mj-lt"/>
                <a:ea typeface="+mn-ea"/>
                <a:cs typeface="+mn-cs"/>
              </a:endParaRPr>
            </a:p>
          </p:txBody>
        </p:sp>
        <p:sp>
          <p:nvSpPr>
            <p:cNvPr id="46139" name="Line 60"/>
            <p:cNvSpPr>
              <a:spLocks noChangeShapeType="1"/>
            </p:cNvSpPr>
            <p:nvPr/>
          </p:nvSpPr>
          <p:spPr bwMode="auto">
            <a:xfrm>
              <a:off x="5045075" y="4921250"/>
              <a:ext cx="11985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134203" name="Group 63"/>
            <p:cNvGrpSpPr/>
            <p:nvPr/>
          </p:nvGrpSpPr>
          <p:grpSpPr bwMode="auto">
            <a:xfrm>
              <a:off x="7372350" y="4845050"/>
              <a:ext cx="1558925" cy="460375"/>
              <a:chOff x="4351" y="2786"/>
              <a:chExt cx="982" cy="290"/>
            </a:xfrm>
          </p:grpSpPr>
          <p:sp>
            <p:nvSpPr>
              <p:cNvPr id="46171" name="Text Box 64"/>
              <p:cNvSpPr txBox="1">
                <a:spLocks noChangeArrowheads="1"/>
              </p:cNvSpPr>
              <p:nvPr/>
            </p:nvSpPr>
            <p:spPr bwMode="auto">
              <a:xfrm>
                <a:off x="4352" y="2786"/>
                <a:ext cx="833" cy="17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1200" i="0" dirty="0" smtClean="0">
                    <a:latin typeface="Arial" panose="020B0604020202090204" pitchFamily="34" charset="0"/>
                    <a:cs typeface="+mn-cs"/>
                  </a:rPr>
                  <a:t>222.222.222.222</a:t>
                </a:r>
                <a:endParaRPr lang="en-US" sz="1200" i="0" dirty="0" smtClean="0">
                  <a:latin typeface="Arial" panose="020B0604020202090204" pitchFamily="34" charset="0"/>
                  <a:cs typeface="+mn-cs"/>
                </a:endParaRPr>
              </a:p>
            </p:txBody>
          </p:sp>
          <p:sp>
            <p:nvSpPr>
              <p:cNvPr id="46172" name="Text Box 65"/>
              <p:cNvSpPr txBox="1">
                <a:spLocks noChangeArrowheads="1"/>
              </p:cNvSpPr>
              <p:nvPr/>
            </p:nvSpPr>
            <p:spPr bwMode="auto">
              <a:xfrm>
                <a:off x="4351" y="2904"/>
                <a:ext cx="982" cy="17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1200" i="0" dirty="0" smtClean="0">
                    <a:latin typeface="Arial" panose="020B0604020202090204" pitchFamily="34" charset="0"/>
                    <a:cs typeface="+mn-cs"/>
                  </a:rPr>
                  <a:t>49-BD-D2-C7-56-2A</a:t>
                </a:r>
                <a:endParaRPr lang="en-US" sz="1200" i="0" dirty="0" smtClean="0">
                  <a:latin typeface="Arial" panose="020B0604020202090204" pitchFamily="34" charset="0"/>
                  <a:cs typeface="+mn-cs"/>
                </a:endParaRPr>
              </a:p>
            </p:txBody>
          </p:sp>
        </p:grpSp>
        <p:sp>
          <p:nvSpPr>
            <p:cNvPr id="46141" name="Line 67"/>
            <p:cNvSpPr>
              <a:spLocks noChangeShapeType="1"/>
            </p:cNvSpPr>
            <p:nvPr/>
          </p:nvSpPr>
          <p:spPr bwMode="auto">
            <a:xfrm flipV="1">
              <a:off x="6943725" y="4416425"/>
              <a:ext cx="450850" cy="3175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6142" name="Line 68"/>
            <p:cNvSpPr>
              <a:spLocks noChangeShapeType="1"/>
            </p:cNvSpPr>
            <p:nvPr/>
          </p:nvSpPr>
          <p:spPr bwMode="auto">
            <a:xfrm flipH="1" flipV="1">
              <a:off x="7469188" y="4492625"/>
              <a:ext cx="11112" cy="3889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6143" name="Text Box 71"/>
            <p:cNvSpPr txBox="1">
              <a:spLocks noChangeArrowheads="1"/>
            </p:cNvSpPr>
            <p:nvPr/>
          </p:nvSpPr>
          <p:spPr bwMode="auto">
            <a:xfrm>
              <a:off x="7073900" y="5811838"/>
              <a:ext cx="1322388" cy="27463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200" i="0" dirty="0" smtClean="0">
                  <a:latin typeface="Arial" panose="020B0604020202090204" pitchFamily="34" charset="0"/>
                  <a:cs typeface="+mn-cs"/>
                </a:rPr>
                <a:t>222.222.222.221</a:t>
              </a:r>
              <a:endParaRPr lang="en-US" sz="1200" i="0" dirty="0" smtClean="0">
                <a:latin typeface="Arial" panose="020B0604020202090204" pitchFamily="34" charset="0"/>
                <a:cs typeface="+mn-cs"/>
              </a:endParaRPr>
            </a:p>
          </p:txBody>
        </p:sp>
        <p:sp>
          <p:nvSpPr>
            <p:cNvPr id="46144" name="Text Box 72"/>
            <p:cNvSpPr txBox="1">
              <a:spLocks noChangeArrowheads="1"/>
            </p:cNvSpPr>
            <p:nvPr/>
          </p:nvSpPr>
          <p:spPr bwMode="auto">
            <a:xfrm>
              <a:off x="7077075" y="5986463"/>
              <a:ext cx="1501775" cy="27463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200" i="0" dirty="0" smtClean="0">
                  <a:latin typeface="Arial" panose="020B0604020202090204" pitchFamily="34" charset="0"/>
                  <a:cs typeface="+mn-cs"/>
                </a:rPr>
                <a:t>88-B2-2F-54-1A-0F</a:t>
              </a:r>
              <a:endParaRPr lang="en-US" sz="1200" i="0" dirty="0" smtClean="0">
                <a:latin typeface="Arial" panose="020B0604020202090204" pitchFamily="34" charset="0"/>
                <a:cs typeface="+mn-cs"/>
              </a:endParaRPr>
            </a:p>
          </p:txBody>
        </p:sp>
        <p:sp>
          <p:nvSpPr>
            <p:cNvPr id="46145" name="Line 73"/>
            <p:cNvSpPr>
              <a:spLocks noChangeShapeType="1"/>
            </p:cNvSpPr>
            <p:nvPr/>
          </p:nvSpPr>
          <p:spPr bwMode="auto">
            <a:xfrm flipH="1" flipV="1">
              <a:off x="6873875" y="5313363"/>
              <a:ext cx="254000" cy="2508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6146" name="Line 74"/>
            <p:cNvSpPr>
              <a:spLocks noChangeShapeType="1"/>
            </p:cNvSpPr>
            <p:nvPr/>
          </p:nvSpPr>
          <p:spPr bwMode="auto">
            <a:xfrm flipH="1">
              <a:off x="7208838" y="5654675"/>
              <a:ext cx="4762" cy="2016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134210" name="Freeform 75"/>
            <p:cNvSpPr/>
            <p:nvPr/>
          </p:nvSpPr>
          <p:spPr bwMode="auto">
            <a:xfrm>
              <a:off x="6203950" y="4440238"/>
              <a:ext cx="765175" cy="1081088"/>
            </a:xfrm>
            <a:custGeom>
              <a:avLst/>
              <a:gdLst>
                <a:gd name="T0" fmla="*/ 2147483647 w 1005"/>
                <a:gd name="T1" fmla="*/ 2147483647 h 996"/>
                <a:gd name="T2" fmla="*/ 2147483647 w 1005"/>
                <a:gd name="T3" fmla="*/ 2147483647 h 996"/>
                <a:gd name="T4" fmla="*/ 2147483647 w 1005"/>
                <a:gd name="T5" fmla="*/ 2147483647 h 996"/>
                <a:gd name="T6" fmla="*/ 2147483647 w 1005"/>
                <a:gd name="T7" fmla="*/ 2147483647 h 996"/>
                <a:gd name="T8" fmla="*/ 2147483647 w 1005"/>
                <a:gd name="T9" fmla="*/ 2147483647 h 996"/>
                <a:gd name="T10" fmla="*/ 2147483647 w 1005"/>
                <a:gd name="T11" fmla="*/ 2147483647 h 996"/>
                <a:gd name="T12" fmla="*/ 2147483647 w 1005"/>
                <a:gd name="T13" fmla="*/ 2147483647 h 996"/>
                <a:gd name="T14" fmla="*/ 2147483647 w 1005"/>
                <a:gd name="T15" fmla="*/ 2147483647 h 996"/>
                <a:gd name="T16" fmla="*/ 2147483647 w 1005"/>
                <a:gd name="T17" fmla="*/ 2147483647 h 996"/>
                <a:gd name="T18" fmla="*/ 2147483647 w 1005"/>
                <a:gd name="T19" fmla="*/ 2147483647 h 996"/>
                <a:gd name="T20" fmla="*/ 2147483647 w 1005"/>
                <a:gd name="T21" fmla="*/ 2147483647 h 996"/>
                <a:gd name="T22" fmla="*/ 2147483647 w 1005"/>
                <a:gd name="T23" fmla="*/ 2147483647 h 996"/>
                <a:gd name="T24" fmla="*/ 2147483647 w 1005"/>
                <a:gd name="T25" fmla="*/ 2147483647 h 99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05" h="996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00CCFF"/>
            </a:solidFill>
            <a:ln w="9525" cap="flat" cmpd="sng">
              <a:solidFill>
                <a:schemeClr val="tx1"/>
              </a:solidFill>
              <a:prstDash val="solid"/>
              <a:round/>
            </a:ln>
            <a:effectLst/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124" name="Text Box 76"/>
            <p:cNvSpPr txBox="1">
              <a:spLocks noChangeArrowheads="1"/>
            </p:cNvSpPr>
            <p:nvPr/>
          </p:nvSpPr>
          <p:spPr bwMode="auto">
            <a:xfrm>
              <a:off x="8307388" y="4073525"/>
              <a:ext cx="357187" cy="46196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 i="0" dirty="0">
                  <a:solidFill>
                    <a:srgbClr val="FF0000"/>
                  </a:solidFill>
                  <a:latin typeface="+mj-lt"/>
                  <a:ea typeface="+mn-ea"/>
                  <a:cs typeface="+mn-cs"/>
                </a:rPr>
                <a:t>B</a:t>
              </a:r>
              <a:endParaRPr lang="en-US" sz="2400" i="0" dirty="0">
                <a:solidFill>
                  <a:srgbClr val="FF0000"/>
                </a:solidFill>
                <a:latin typeface="+mj-lt"/>
                <a:ea typeface="+mn-ea"/>
                <a:cs typeface="+mn-cs"/>
              </a:endParaRPr>
            </a:p>
          </p:txBody>
        </p:sp>
        <p:grpSp>
          <p:nvGrpSpPr>
            <p:cNvPr id="134212" name="Group 124"/>
            <p:cNvGrpSpPr/>
            <p:nvPr/>
          </p:nvGrpSpPr>
          <p:grpSpPr bwMode="auto">
            <a:xfrm>
              <a:off x="7179310" y="4033520"/>
              <a:ext cx="1009650" cy="855028"/>
              <a:chOff x="7179310" y="4033520"/>
              <a:chExt cx="1009650" cy="855028"/>
            </a:xfrm>
          </p:grpSpPr>
          <p:grpSp>
            <p:nvGrpSpPr>
              <p:cNvPr id="134230" name="Group 44"/>
              <p:cNvGrpSpPr/>
              <p:nvPr/>
            </p:nvGrpSpPr>
            <p:grpSpPr bwMode="auto"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id="134232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34233" name="Freeform 46"/>
                <p:cNvSpPr/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  <p:sp>
            <p:nvSpPr>
              <p:cNvPr id="144" name="Rectangle 43"/>
              <p:cNvSpPr>
                <a:spLocks noChangeArrowheads="1"/>
              </p:cNvSpPr>
              <p:nvPr/>
            </p:nvSpPr>
            <p:spPr bwMode="auto">
              <a:xfrm rot="16200000">
                <a:off x="7438232" y="4309268"/>
                <a:ext cx="127000" cy="195263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Comic Sans MS" panose="030F0902030302020204" pitchFamily="66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34213" name="Group 125"/>
            <p:cNvGrpSpPr/>
            <p:nvPr/>
          </p:nvGrpSpPr>
          <p:grpSpPr bwMode="auto">
            <a:xfrm>
              <a:off x="3757931" y="4714240"/>
              <a:ext cx="1291589" cy="426719"/>
              <a:chOff x="4011931" y="3379152"/>
              <a:chExt cx="1262062" cy="390207"/>
            </a:xfrm>
          </p:grpSpPr>
          <p:sp>
            <p:nvSpPr>
              <p:cNvPr id="132" name="Rectangle 43"/>
              <p:cNvSpPr>
                <a:spLocks noChangeArrowheads="1"/>
              </p:cNvSpPr>
              <p:nvPr/>
            </p:nvSpPr>
            <p:spPr bwMode="auto">
              <a:xfrm rot="16200000">
                <a:off x="5112705" y="3476529"/>
                <a:ext cx="127747" cy="195452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Comic Sans MS" panose="030F0902030302020204" pitchFamily="66" charset="0"/>
                  <a:ea typeface="+mn-ea"/>
                  <a:cs typeface="+mn-cs"/>
                </a:endParaRPr>
              </a:p>
            </p:txBody>
          </p:sp>
          <p:grpSp>
            <p:nvGrpSpPr>
              <p:cNvPr id="134220" name="Group 1185"/>
              <p:cNvGrpSpPr/>
              <p:nvPr/>
            </p:nvGrpSpPr>
            <p:grpSpPr bwMode="auto">
              <a:xfrm>
                <a:off x="4197985" y="3379152"/>
                <a:ext cx="892175" cy="390207"/>
                <a:chOff x="4650" y="1129"/>
                <a:chExt cx="246" cy="95"/>
              </a:xfrm>
            </p:grpSpPr>
            <p:sp>
              <p:nvSpPr>
                <p:cNvPr id="134222" name="Oval 407"/>
                <p:cNvSpPr>
                  <a:spLocks noChangeArrowheads="1"/>
                </p:cNvSpPr>
                <p:nvPr/>
              </p:nvSpPr>
              <p:spPr bwMode="auto">
                <a:xfrm>
                  <a:off x="4651" y="1171"/>
                  <a:ext cx="244" cy="53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en-US" sz="2400" i="0" dirty="0">
                    <a:latin typeface="Times New Roman" panose="02020503050405090304" charset="0"/>
                    <a:cs typeface="Arial" panose="020B0604020202090204" pitchFamily="34" charset="0"/>
                  </a:endParaRPr>
                </a:p>
              </p:txBody>
            </p:sp>
            <p:sp>
              <p:nvSpPr>
                <p:cNvPr id="134223" name="Rectangle 410"/>
                <p:cNvSpPr>
                  <a:spLocks noChangeArrowheads="1"/>
                </p:cNvSpPr>
                <p:nvPr/>
              </p:nvSpPr>
              <p:spPr bwMode="auto">
                <a:xfrm>
                  <a:off x="4651" y="1165"/>
                  <a:ext cx="245" cy="33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>
                  <a:noFill/>
                </a:ln>
              </p:spPr>
              <p:txBody>
                <a:bodyPr wrap="none" anchor="ctr"/>
                <a:lstStyle/>
                <a:p>
                  <a:pPr algn="ctr"/>
                  <a:endParaRPr lang="en-US" sz="2400" i="0" dirty="0">
                    <a:latin typeface="Times New Roman" panose="02020503050405090304" charset="0"/>
                    <a:cs typeface="Arial" panose="020B0604020202090204" pitchFamily="34" charset="0"/>
                  </a:endParaRPr>
                </a:p>
              </p:txBody>
            </p:sp>
            <p:sp>
              <p:nvSpPr>
                <p:cNvPr id="134224" name="Oval 411"/>
                <p:cNvSpPr>
                  <a:spLocks noChangeArrowheads="1"/>
                </p:cNvSpPr>
                <p:nvPr/>
              </p:nvSpPr>
              <p:spPr bwMode="auto">
                <a:xfrm>
                  <a:off x="4650" y="1129"/>
                  <a:ext cx="244" cy="62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en-US" sz="2400" i="0" dirty="0">
                    <a:latin typeface="Times New Roman" panose="02020503050405090304" charset="0"/>
                    <a:cs typeface="Arial" panose="020B0604020202090204" pitchFamily="34" charset="0"/>
                  </a:endParaRPr>
                </a:p>
              </p:txBody>
            </p:sp>
            <p:grpSp>
              <p:nvGrpSpPr>
                <p:cNvPr id="134225" name="Group 1189"/>
                <p:cNvGrpSpPr/>
                <p:nvPr/>
              </p:nvGrpSpPr>
              <p:grpSpPr bwMode="auto">
                <a:xfrm>
                  <a:off x="4699" y="1145"/>
                  <a:ext cx="138" cy="29"/>
                  <a:chOff x="2468" y="1332"/>
                  <a:chExt cx="310" cy="60"/>
                </a:xfrm>
              </p:grpSpPr>
              <p:sp>
                <p:nvSpPr>
                  <p:cNvPr id="134228" name="Freeform 1190"/>
                  <p:cNvSpPr/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12700" cmpd="sng">
                    <a:solidFill>
                      <a:schemeClr val="tx1"/>
                    </a:solidFill>
                    <a:round/>
                  </a:ln>
                  <a:effectLst/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34229" name="Freeform 1191"/>
                  <p:cNvSpPr/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12700" cmpd="sng">
                    <a:solidFill>
                      <a:schemeClr val="tx1"/>
                    </a:solidFill>
                    <a:round/>
                  </a:ln>
                  <a:effectLst/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46163" name="Line 1192"/>
                <p:cNvSpPr>
                  <a:spLocks noChangeShapeType="1"/>
                </p:cNvSpPr>
                <p:nvPr/>
              </p:nvSpPr>
              <p:spPr bwMode="auto">
                <a:xfrm>
                  <a:off x="4651" y="1158"/>
                  <a:ext cx="0" cy="4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46164" name="Line 1193"/>
                <p:cNvSpPr>
                  <a:spLocks noChangeShapeType="1"/>
                </p:cNvSpPr>
                <p:nvPr/>
              </p:nvSpPr>
              <p:spPr bwMode="auto">
                <a:xfrm>
                  <a:off x="4894" y="1160"/>
                  <a:ext cx="0" cy="4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  <p:sp>
            <p:nvSpPr>
              <p:cNvPr id="134" name="Rectangle 43"/>
              <p:cNvSpPr>
                <a:spLocks noChangeArrowheads="1"/>
              </p:cNvSpPr>
              <p:nvPr/>
            </p:nvSpPr>
            <p:spPr bwMode="auto">
              <a:xfrm rot="16200000">
                <a:off x="4046200" y="3485965"/>
                <a:ext cx="126295" cy="195452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Comic Sans MS" panose="030F0902030302020204" pitchFamily="66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34214" name="Group 126"/>
            <p:cNvGrpSpPr/>
            <p:nvPr/>
          </p:nvGrpSpPr>
          <p:grpSpPr bwMode="auto">
            <a:xfrm>
              <a:off x="1483360" y="5313680"/>
              <a:ext cx="701043" cy="517588"/>
              <a:chOff x="1046480" y="3962400"/>
              <a:chExt cx="1026163" cy="761428"/>
            </a:xfrm>
          </p:grpSpPr>
          <p:sp>
            <p:nvSpPr>
              <p:cNvPr id="128" name="Rectangle 48"/>
              <p:cNvSpPr>
                <a:spLocks noChangeArrowheads="1"/>
              </p:cNvSpPr>
              <p:nvPr/>
            </p:nvSpPr>
            <p:spPr bwMode="auto">
              <a:xfrm rot="16200000">
                <a:off x="1893438" y="4298853"/>
                <a:ext cx="109762" cy="248638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Comic Sans MS" panose="030F0902030302020204" pitchFamily="66" charset="0"/>
                  <a:ea typeface="+mn-ea"/>
                  <a:cs typeface="+mn-cs"/>
                </a:endParaRPr>
              </a:p>
            </p:txBody>
          </p:sp>
          <p:grpSp>
            <p:nvGrpSpPr>
              <p:cNvPr id="134216" name="Group 49"/>
              <p:cNvGrpSpPr/>
              <p:nvPr/>
            </p:nvGrpSpPr>
            <p:grpSpPr bwMode="auto"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id="134217" name="Picture 50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34218" name="Freeform 51"/>
                <p:cNvSpPr/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</p:grpSp>
      </p:grpSp>
      <p:sp>
        <p:nvSpPr>
          <p:cNvPr id="712857" name="AutoShape 153"/>
          <p:cNvSpPr>
            <a:spLocks noChangeArrowheads="1"/>
          </p:cNvSpPr>
          <p:nvPr/>
        </p:nvSpPr>
        <p:spPr bwMode="auto">
          <a:xfrm>
            <a:off x="2387600" y="3086100"/>
            <a:ext cx="314325" cy="792163"/>
          </a:xfrm>
          <a:prstGeom prst="downArrow">
            <a:avLst>
              <a:gd name="adj1" fmla="val 50000"/>
              <a:gd name="adj2" fmla="val 63005"/>
            </a:avLst>
          </a:prstGeom>
          <a:gradFill rotWithShape="1">
            <a:gsLst>
              <a:gs pos="0">
                <a:schemeClr val="bg1"/>
              </a:gs>
              <a:gs pos="100000">
                <a:srgbClr val="FF0000"/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6086" name="Rectangle 3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8001000" cy="1143000"/>
          </a:xfrm>
        </p:spPr>
        <p:txBody>
          <a:bodyPr/>
          <a:lstStyle/>
          <a:p>
            <a:pPr>
              <a:defRPr/>
            </a:pPr>
            <a:r>
              <a:rPr lang="en-US" sz="4000" dirty="0">
                <a:latin typeface="Gill Sans MT" pitchFamily="34" charset="0"/>
                <a:cs typeface="+mj-cs"/>
              </a:rPr>
              <a:t>Addressing: routing to another LAN</a:t>
            </a:r>
            <a:endParaRPr lang="en-US" sz="4000" dirty="0">
              <a:latin typeface="Gill Sans MT" pitchFamily="34" charset="0"/>
              <a:cs typeface="+mj-cs"/>
            </a:endParaRPr>
          </a:p>
        </p:txBody>
      </p:sp>
      <p:grpSp>
        <p:nvGrpSpPr>
          <p:cNvPr id="712834" name="Group 130"/>
          <p:cNvGrpSpPr/>
          <p:nvPr/>
        </p:nvGrpSpPr>
        <p:grpSpPr bwMode="auto">
          <a:xfrm>
            <a:off x="534988" y="2686050"/>
            <a:ext cx="976312" cy="1460500"/>
            <a:chOff x="337" y="1692"/>
            <a:chExt cx="615" cy="920"/>
          </a:xfrm>
        </p:grpSpPr>
        <p:sp>
          <p:nvSpPr>
            <p:cNvPr id="134176" name="Freeform 65"/>
            <p:cNvSpPr/>
            <p:nvPr/>
          </p:nvSpPr>
          <p:spPr bwMode="auto">
            <a:xfrm>
              <a:off x="348" y="1709"/>
              <a:ext cx="604" cy="903"/>
            </a:xfrm>
            <a:custGeom>
              <a:avLst/>
              <a:gdLst>
                <a:gd name="T0" fmla="*/ 496 w 604"/>
                <a:gd name="T1" fmla="*/ 0 h 903"/>
                <a:gd name="T2" fmla="*/ 604 w 604"/>
                <a:gd name="T3" fmla="*/ 903 h 903"/>
                <a:gd name="T4" fmla="*/ 0 w 604"/>
                <a:gd name="T5" fmla="*/ 788 h 903"/>
                <a:gd name="T6" fmla="*/ 456 w 604"/>
                <a:gd name="T7" fmla="*/ 750 h 903"/>
                <a:gd name="T8" fmla="*/ 496 w 604"/>
                <a:gd name="T9" fmla="*/ 0 h 9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4" h="903">
                  <a:moveTo>
                    <a:pt x="496" y="0"/>
                  </a:moveTo>
                  <a:lnTo>
                    <a:pt x="604" y="903"/>
                  </a:lnTo>
                  <a:lnTo>
                    <a:pt x="0" y="788"/>
                  </a:lnTo>
                  <a:lnTo>
                    <a:pt x="456" y="750"/>
                  </a:lnTo>
                  <a:lnTo>
                    <a:pt x="496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2700000" scaled="1"/>
            </a:gradFill>
            <a:ln>
              <a:noFill/>
            </a:ln>
            <a:effectLst/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46114" name="Rectangle 67"/>
            <p:cNvSpPr>
              <a:spLocks noChangeArrowheads="1"/>
            </p:cNvSpPr>
            <p:nvPr/>
          </p:nvSpPr>
          <p:spPr bwMode="auto">
            <a:xfrm>
              <a:off x="344" y="1711"/>
              <a:ext cx="493" cy="79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6115" name="Text Box 68"/>
            <p:cNvSpPr txBox="1">
              <a:spLocks noChangeArrowheads="1"/>
            </p:cNvSpPr>
            <p:nvPr/>
          </p:nvSpPr>
          <p:spPr bwMode="auto">
            <a:xfrm>
              <a:off x="413" y="1692"/>
              <a:ext cx="336" cy="82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 algn="ctr">
                <a:defRPr/>
              </a:pPr>
              <a:endParaRPr lang="en-US" sz="1600" i="0" dirty="0" smtClean="0">
                <a:latin typeface="Arial" panose="020B0604020202090204" pitchFamily="34" charset="0"/>
                <a:cs typeface="+mn-cs"/>
              </a:endParaRPr>
            </a:p>
            <a:p>
              <a:pPr algn="ctr">
                <a:defRPr/>
              </a:pPr>
              <a:endParaRPr lang="en-US" sz="1600" i="0" dirty="0" smtClean="0">
                <a:latin typeface="Arial" panose="020B0604020202090204" pitchFamily="34" charset="0"/>
                <a:cs typeface="+mn-cs"/>
              </a:endParaRPr>
            </a:p>
            <a:p>
              <a:pPr algn="ctr">
                <a:defRPr/>
              </a:pPr>
              <a:r>
                <a:rPr lang="en-US" sz="1600" i="0" dirty="0" smtClean="0">
                  <a:latin typeface="Arial" panose="020B0604020202090204" pitchFamily="34" charset="0"/>
                  <a:cs typeface="+mn-cs"/>
                </a:rPr>
                <a:t>IP</a:t>
              </a:r>
              <a:endParaRPr lang="en-US" sz="1600" i="0" dirty="0" smtClean="0">
                <a:latin typeface="Arial" panose="020B0604020202090204" pitchFamily="34" charset="0"/>
                <a:cs typeface="+mn-cs"/>
              </a:endParaRPr>
            </a:p>
            <a:p>
              <a:pPr algn="ctr">
                <a:defRPr/>
              </a:pPr>
              <a:r>
                <a:rPr lang="en-US" sz="1600" i="0" dirty="0" smtClean="0">
                  <a:latin typeface="Arial" panose="020B0604020202090204" pitchFamily="34" charset="0"/>
                  <a:cs typeface="+mn-cs"/>
                </a:rPr>
                <a:t>Eth</a:t>
              </a:r>
              <a:endParaRPr lang="en-US" sz="1600" i="0" dirty="0" smtClean="0">
                <a:latin typeface="Arial" panose="020B0604020202090204" pitchFamily="34" charset="0"/>
                <a:cs typeface="+mn-cs"/>
              </a:endParaRPr>
            </a:p>
            <a:p>
              <a:pPr algn="ctr">
                <a:defRPr/>
              </a:pPr>
              <a:r>
                <a:rPr lang="en-US" sz="1600" i="0" dirty="0" smtClean="0">
                  <a:latin typeface="Arial" panose="020B0604020202090204" pitchFamily="34" charset="0"/>
                  <a:cs typeface="+mn-cs"/>
                </a:rPr>
                <a:t>Phy</a:t>
              </a:r>
              <a:endParaRPr lang="en-US" sz="1600" i="0" dirty="0" smtClean="0">
                <a:latin typeface="Arial" panose="020B0604020202090204" pitchFamily="34" charset="0"/>
                <a:cs typeface="+mn-cs"/>
              </a:endParaRPr>
            </a:p>
          </p:txBody>
        </p:sp>
        <p:sp>
          <p:nvSpPr>
            <p:cNvPr id="46116" name="Line 69"/>
            <p:cNvSpPr>
              <a:spLocks noChangeShapeType="1"/>
            </p:cNvSpPr>
            <p:nvPr/>
          </p:nvSpPr>
          <p:spPr bwMode="auto">
            <a:xfrm>
              <a:off x="346" y="1868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6117" name="Line 70"/>
            <p:cNvSpPr>
              <a:spLocks noChangeShapeType="1"/>
            </p:cNvSpPr>
            <p:nvPr/>
          </p:nvSpPr>
          <p:spPr bwMode="auto">
            <a:xfrm>
              <a:off x="343" y="2027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6118" name="Line 71"/>
            <p:cNvSpPr>
              <a:spLocks noChangeShapeType="1"/>
            </p:cNvSpPr>
            <p:nvPr/>
          </p:nvSpPr>
          <p:spPr bwMode="auto">
            <a:xfrm>
              <a:off x="340" y="2186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6119" name="Line 72"/>
            <p:cNvSpPr>
              <a:spLocks noChangeShapeType="1"/>
            </p:cNvSpPr>
            <p:nvPr/>
          </p:nvSpPr>
          <p:spPr bwMode="auto">
            <a:xfrm>
              <a:off x="337" y="2345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grpSp>
        <p:nvGrpSpPr>
          <p:cNvPr id="712855" name="Group 151"/>
          <p:cNvGrpSpPr/>
          <p:nvPr/>
        </p:nvGrpSpPr>
        <p:grpSpPr bwMode="auto">
          <a:xfrm>
            <a:off x="1893888" y="2643188"/>
            <a:ext cx="2011362" cy="760412"/>
            <a:chOff x="1197" y="1665"/>
            <a:chExt cx="1267" cy="479"/>
          </a:xfrm>
        </p:grpSpPr>
        <p:grpSp>
          <p:nvGrpSpPr>
            <p:cNvPr id="134171" name="Group 150"/>
            <p:cNvGrpSpPr/>
            <p:nvPr/>
          </p:nvGrpSpPr>
          <p:grpSpPr bwMode="auto">
            <a:xfrm>
              <a:off x="1231" y="1990"/>
              <a:ext cx="691" cy="154"/>
              <a:chOff x="1231" y="1990"/>
              <a:chExt cx="691" cy="154"/>
            </a:xfrm>
          </p:grpSpPr>
          <p:sp>
            <p:nvSpPr>
              <p:cNvPr id="46110" name="Rectangle 123"/>
              <p:cNvSpPr>
                <a:spLocks noChangeArrowheads="1"/>
              </p:cNvSpPr>
              <p:nvPr/>
            </p:nvSpPr>
            <p:spPr bwMode="auto">
              <a:xfrm>
                <a:off x="1231" y="1991"/>
                <a:ext cx="691" cy="153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46111" name="Line 124"/>
              <p:cNvSpPr>
                <a:spLocks noChangeShapeType="1"/>
              </p:cNvSpPr>
              <p:nvPr/>
            </p:nvSpPr>
            <p:spPr bwMode="auto">
              <a:xfrm>
                <a:off x="1337" y="1990"/>
                <a:ext cx="0" cy="152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46112" name="Line 125"/>
              <p:cNvSpPr>
                <a:spLocks noChangeShapeType="1"/>
              </p:cNvSpPr>
              <p:nvPr/>
            </p:nvSpPr>
            <p:spPr bwMode="auto">
              <a:xfrm>
                <a:off x="1427" y="1992"/>
                <a:ext cx="0" cy="152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  <p:sp>
          <p:nvSpPr>
            <p:cNvPr id="46109" name="Text Box 126"/>
            <p:cNvSpPr txBox="1">
              <a:spLocks noChangeArrowheads="1"/>
            </p:cNvSpPr>
            <p:nvPr/>
          </p:nvSpPr>
          <p:spPr bwMode="auto">
            <a:xfrm>
              <a:off x="1197" y="1665"/>
              <a:ext cx="1267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200" i="0" dirty="0" smtClean="0">
                  <a:latin typeface="Arial" panose="020B0604020202090204" pitchFamily="34" charset="0"/>
                  <a:cs typeface="+mn-cs"/>
                </a:rPr>
                <a:t>IP src: 111.111.111.111</a:t>
              </a:r>
              <a:endParaRPr lang="en-US" sz="1200" i="0" dirty="0" smtClean="0">
                <a:latin typeface="Arial" panose="020B0604020202090204" pitchFamily="34" charset="0"/>
                <a:cs typeface="+mn-cs"/>
              </a:endParaRPr>
            </a:p>
            <a:p>
              <a:pPr>
                <a:defRPr/>
              </a:pPr>
              <a:r>
                <a:rPr lang="en-US" sz="1200" i="0" dirty="0" smtClean="0">
                  <a:latin typeface="Arial" panose="020B0604020202090204" pitchFamily="34" charset="0"/>
                  <a:cs typeface="+mn-cs"/>
                </a:rPr>
                <a:t>   IP dest: 222.222.222.222</a:t>
              </a:r>
              <a:endParaRPr lang="en-US" sz="1200" i="0" dirty="0" smtClean="0">
                <a:latin typeface="Arial" panose="020B0604020202090204" pitchFamily="34" charset="0"/>
                <a:cs typeface="+mn-cs"/>
              </a:endParaRPr>
            </a:p>
          </p:txBody>
        </p:sp>
      </p:grpSp>
      <p:grpSp>
        <p:nvGrpSpPr>
          <p:cNvPr id="712845" name="Group 141"/>
          <p:cNvGrpSpPr/>
          <p:nvPr/>
        </p:nvGrpSpPr>
        <p:grpSpPr bwMode="auto">
          <a:xfrm>
            <a:off x="2027238" y="2903538"/>
            <a:ext cx="146050" cy="385762"/>
            <a:chOff x="1272" y="1762"/>
            <a:chExt cx="92" cy="243"/>
          </a:xfrm>
        </p:grpSpPr>
        <p:sp>
          <p:nvSpPr>
            <p:cNvPr id="46106" name="Line 127"/>
            <p:cNvSpPr>
              <a:spLocks noChangeShapeType="1"/>
            </p:cNvSpPr>
            <p:nvPr/>
          </p:nvSpPr>
          <p:spPr bwMode="auto">
            <a:xfrm>
              <a:off x="1272" y="1762"/>
              <a:ext cx="0" cy="24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6107" name="Line 128"/>
            <p:cNvSpPr>
              <a:spLocks noChangeShapeType="1"/>
            </p:cNvSpPr>
            <p:nvPr/>
          </p:nvSpPr>
          <p:spPr bwMode="auto">
            <a:xfrm>
              <a:off x="1364" y="1878"/>
              <a:ext cx="0" cy="1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sp>
        <p:nvSpPr>
          <p:cNvPr id="712847" name="Rectangle 143"/>
          <p:cNvSpPr>
            <a:spLocks noChangeArrowheads="1"/>
          </p:cNvSpPr>
          <p:nvPr/>
        </p:nvSpPr>
        <p:spPr bwMode="auto">
          <a:xfrm>
            <a:off x="706438" y="1084263"/>
            <a:ext cx="7772400" cy="550862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/>
          <a:p>
            <a:pPr marL="231775" indent="-2317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000" i="0" dirty="0">
                <a:latin typeface="Gill Sans MT" pitchFamily="34" charset="0"/>
                <a:cs typeface="+mn-cs"/>
              </a:rPr>
              <a:t>A creates IP datagram with IP source A, destination B </a:t>
            </a:r>
            <a:endParaRPr lang="en-US" sz="2000" i="0" dirty="0">
              <a:latin typeface="Gill Sans MT" pitchFamily="34" charset="0"/>
              <a:cs typeface="+mn-cs"/>
            </a:endParaRPr>
          </a:p>
        </p:txBody>
      </p:sp>
      <p:sp>
        <p:nvSpPr>
          <p:cNvPr id="712848" name="Rectangle 144"/>
          <p:cNvSpPr>
            <a:spLocks noChangeArrowheads="1"/>
          </p:cNvSpPr>
          <p:nvPr/>
        </p:nvSpPr>
        <p:spPr bwMode="auto">
          <a:xfrm>
            <a:off x="719138" y="1441450"/>
            <a:ext cx="7772400" cy="722313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/>
          <a:p>
            <a:pPr marL="231775" indent="-2317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000" i="0" dirty="0">
                <a:latin typeface="Gill Sans MT" pitchFamily="34" charset="0"/>
                <a:cs typeface="+mn-cs"/>
              </a:rPr>
              <a:t>A creates link-layer frame with R's MAC address as </a:t>
            </a:r>
            <a:r>
              <a:rPr lang="en-US" sz="2000" i="0" dirty="0" smtClean="0">
                <a:latin typeface="Gill Sans MT" pitchFamily="34" charset="0"/>
                <a:cs typeface="+mn-cs"/>
              </a:rPr>
              <a:t>destination address, </a:t>
            </a:r>
            <a:r>
              <a:rPr lang="en-US" sz="2000" i="0" dirty="0">
                <a:latin typeface="Gill Sans MT" pitchFamily="34" charset="0"/>
                <a:cs typeface="+mn-cs"/>
              </a:rPr>
              <a:t>frame contains A-to-B IP datagram</a:t>
            </a:r>
            <a:endParaRPr lang="en-US" sz="2800" i="0" dirty="0">
              <a:latin typeface="Gill Sans MT" pitchFamily="34" charset="0"/>
              <a:cs typeface="+mn-cs"/>
            </a:endParaRPr>
          </a:p>
        </p:txBody>
      </p:sp>
      <p:grpSp>
        <p:nvGrpSpPr>
          <p:cNvPr id="712856" name="Group 152"/>
          <p:cNvGrpSpPr/>
          <p:nvPr/>
        </p:nvGrpSpPr>
        <p:grpSpPr bwMode="auto">
          <a:xfrm>
            <a:off x="1477963" y="2244725"/>
            <a:ext cx="2443162" cy="1519238"/>
            <a:chOff x="931" y="1414"/>
            <a:chExt cx="1539" cy="957"/>
          </a:xfrm>
        </p:grpSpPr>
        <p:sp>
          <p:nvSpPr>
            <p:cNvPr id="46094" name="Text Box 135"/>
            <p:cNvSpPr txBox="1">
              <a:spLocks noChangeArrowheads="1"/>
            </p:cNvSpPr>
            <p:nvPr/>
          </p:nvSpPr>
          <p:spPr bwMode="auto">
            <a:xfrm>
              <a:off x="931" y="1414"/>
              <a:ext cx="1539" cy="29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200" i="0" dirty="0" smtClean="0">
                  <a:latin typeface="Arial" panose="020B0604020202090204" pitchFamily="34" charset="0"/>
                  <a:cs typeface="+mn-cs"/>
                </a:rPr>
                <a:t>MAC src: 74-29-9C-E8-FF-55</a:t>
              </a:r>
              <a:endParaRPr lang="en-US" sz="1200" i="0" dirty="0" smtClean="0">
                <a:latin typeface="Arial" panose="020B0604020202090204" pitchFamily="34" charset="0"/>
                <a:cs typeface="+mn-cs"/>
              </a:endParaRPr>
            </a:p>
            <a:p>
              <a:pPr>
                <a:defRPr/>
              </a:pPr>
              <a:r>
                <a:rPr lang="en-US" sz="1200" i="0" dirty="0" smtClean="0">
                  <a:latin typeface="Arial" panose="020B0604020202090204" pitchFamily="34" charset="0"/>
                  <a:cs typeface="+mn-cs"/>
                </a:rPr>
                <a:t>   MAC dest: </a:t>
              </a:r>
              <a:r>
                <a:rPr lang="en-US" sz="1200" i="0" dirty="0" smtClean="0">
                  <a:solidFill>
                    <a:srgbClr val="FF0000"/>
                  </a:solidFill>
                  <a:latin typeface="Arial" panose="020B0604020202090204" pitchFamily="34" charset="0"/>
                  <a:cs typeface="+mn-cs"/>
                </a:rPr>
                <a:t>E6-E9-00-17-BB-4B</a:t>
              </a:r>
              <a:endParaRPr lang="en-US" sz="1200" i="0" dirty="0" smtClean="0">
                <a:solidFill>
                  <a:srgbClr val="FF0000"/>
                </a:solidFill>
                <a:latin typeface="Arial" panose="020B0604020202090204" pitchFamily="34" charset="0"/>
                <a:cs typeface="+mn-cs"/>
              </a:endParaRPr>
            </a:p>
          </p:txBody>
        </p:sp>
        <p:grpSp>
          <p:nvGrpSpPr>
            <p:cNvPr id="134158" name="Group 145"/>
            <p:cNvGrpSpPr/>
            <p:nvPr/>
          </p:nvGrpSpPr>
          <p:grpSpPr bwMode="auto">
            <a:xfrm>
              <a:off x="981" y="2182"/>
              <a:ext cx="1049" cy="189"/>
              <a:chOff x="2829" y="2040"/>
              <a:chExt cx="1049" cy="189"/>
            </a:xfrm>
          </p:grpSpPr>
          <p:sp>
            <p:nvSpPr>
              <p:cNvPr id="46100" name="Rectangle 138"/>
              <p:cNvSpPr>
                <a:spLocks noChangeArrowheads="1"/>
              </p:cNvSpPr>
              <p:nvPr/>
            </p:nvSpPr>
            <p:spPr bwMode="auto">
              <a:xfrm>
                <a:off x="2829" y="2042"/>
                <a:ext cx="1049" cy="185"/>
              </a:xfrm>
              <a:prstGeom prst="rect">
                <a:avLst/>
              </a:prstGeom>
              <a:solidFill>
                <a:srgbClr val="000099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46101" name="Rectangle 132"/>
              <p:cNvSpPr>
                <a:spLocks noChangeArrowheads="1"/>
              </p:cNvSpPr>
              <p:nvPr/>
            </p:nvSpPr>
            <p:spPr bwMode="auto">
              <a:xfrm>
                <a:off x="3078" y="2060"/>
                <a:ext cx="691" cy="153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46102" name="Line 133"/>
              <p:cNvSpPr>
                <a:spLocks noChangeShapeType="1"/>
              </p:cNvSpPr>
              <p:nvPr/>
            </p:nvSpPr>
            <p:spPr bwMode="auto">
              <a:xfrm>
                <a:off x="3180" y="2063"/>
                <a:ext cx="0" cy="152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46103" name="Line 134"/>
              <p:cNvSpPr>
                <a:spLocks noChangeShapeType="1"/>
              </p:cNvSpPr>
              <p:nvPr/>
            </p:nvSpPr>
            <p:spPr bwMode="auto">
              <a:xfrm>
                <a:off x="3276" y="2063"/>
                <a:ext cx="0" cy="152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46104" name="Line 139"/>
              <p:cNvSpPr>
                <a:spLocks noChangeShapeType="1"/>
              </p:cNvSpPr>
              <p:nvPr/>
            </p:nvSpPr>
            <p:spPr bwMode="auto">
              <a:xfrm>
                <a:off x="2910" y="2040"/>
                <a:ext cx="0" cy="189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46105" name="Line 140"/>
              <p:cNvSpPr>
                <a:spLocks noChangeShapeType="1"/>
              </p:cNvSpPr>
              <p:nvPr/>
            </p:nvSpPr>
            <p:spPr bwMode="auto">
              <a:xfrm>
                <a:off x="3006" y="2040"/>
                <a:ext cx="0" cy="189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  <p:sp>
          <p:nvSpPr>
            <p:cNvPr id="46096" name="Line 146"/>
            <p:cNvSpPr>
              <a:spLocks noChangeShapeType="1"/>
            </p:cNvSpPr>
            <p:nvPr/>
          </p:nvSpPr>
          <p:spPr bwMode="auto">
            <a:xfrm flipV="1">
              <a:off x="1018" y="1576"/>
              <a:ext cx="2" cy="7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6097" name="Line 147"/>
            <p:cNvSpPr>
              <a:spLocks noChangeShapeType="1"/>
            </p:cNvSpPr>
            <p:nvPr/>
          </p:nvSpPr>
          <p:spPr bwMode="auto">
            <a:xfrm flipV="1">
              <a:off x="1106" y="1680"/>
              <a:ext cx="0" cy="59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6098" name="Line 148"/>
            <p:cNvSpPr>
              <a:spLocks noChangeShapeType="1"/>
            </p:cNvSpPr>
            <p:nvPr/>
          </p:nvSpPr>
          <p:spPr bwMode="auto">
            <a:xfrm flipH="1" flipV="1">
              <a:off x="1276" y="1812"/>
              <a:ext cx="2" cy="4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6099" name="Line 149"/>
            <p:cNvSpPr>
              <a:spLocks noChangeShapeType="1"/>
            </p:cNvSpPr>
            <p:nvPr/>
          </p:nvSpPr>
          <p:spPr bwMode="auto">
            <a:xfrm>
              <a:off x="1368" y="1924"/>
              <a:ext cx="2" cy="3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pic>
        <p:nvPicPr>
          <p:cNvPr id="134156" name="Picture 15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338" y="794568"/>
            <a:ext cx="7769225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r>
              <a:rPr lang="en-US" sz="1200" dirty="0">
                <a:latin typeface="Tahoma" panose="020B0604030504040204" charset="0"/>
              </a:rPr>
              <a:t>6</a:t>
            </a:r>
            <a:r>
              <a:rPr lang="en-US" sz="1200" dirty="0" smtClean="0">
                <a:latin typeface="Tahoma" panose="020B0604030504040204" charset="0"/>
              </a:rPr>
              <a:t>-</a:t>
            </a:r>
            <a:fld id="{8E8C6E93-DF5B-BC4B-80F9-500DED1EEDCC}" type="slidenum">
              <a:rPr lang="en-US" sz="1200">
                <a:latin typeface="Tahoma" panose="020B0604030504040204" charset="0"/>
              </a:rPr>
            </a:fld>
            <a:endParaRPr lang="en-US" sz="1200" dirty="0">
              <a:latin typeface="Tahoma" panose="020B0604030504040204" charset="0"/>
            </a:endParaRPr>
          </a:p>
        </p:txBody>
      </p:sp>
      <p:sp>
        <p:nvSpPr>
          <p:cNvPr id="104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pPr algn="r"/>
            <a:r>
              <a:rPr lang="en-US" sz="1200" dirty="0" smtClean="0">
                <a:solidFill>
                  <a:srgbClr val="000000"/>
                </a:solidFill>
                <a:latin typeface="Tahoma" panose="020B0604030504040204" charset="0"/>
                <a:cs typeface="Arial" panose="020B0604020202090204" pitchFamily="34" charset="0"/>
              </a:rPr>
              <a:t>Link Layer and LANs</a:t>
            </a:r>
            <a:endParaRPr lang="en-US" sz="1200" dirty="0">
              <a:solidFill>
                <a:srgbClr val="000000"/>
              </a:solidFill>
              <a:latin typeface="Tahoma" panose="020B060403050404020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12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12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712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1000"/>
                                        <p:tgtEl>
                                          <p:spTgt spid="712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6" dur="500"/>
                                        <p:tgtEl>
                                          <p:spTgt spid="7128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2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712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2857" grpId="0" animBg="1"/>
      <p:bldP spid="712847" grpId="0"/>
      <p:bldP spid="712848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193" name="Group 163"/>
          <p:cNvGrpSpPr/>
          <p:nvPr/>
        </p:nvGrpSpPr>
        <p:grpSpPr bwMode="auto">
          <a:xfrm>
            <a:off x="709613" y="3962400"/>
            <a:ext cx="8221662" cy="2349500"/>
            <a:chOff x="709613" y="3962400"/>
            <a:chExt cx="8221662" cy="2349500"/>
          </a:xfrm>
        </p:grpSpPr>
        <p:grpSp>
          <p:nvGrpSpPr>
            <p:cNvPr id="136236" name="Group 164"/>
            <p:cNvGrpSpPr/>
            <p:nvPr/>
          </p:nvGrpSpPr>
          <p:grpSpPr bwMode="auto">
            <a:xfrm>
              <a:off x="6979920" y="5354320"/>
              <a:ext cx="711200" cy="601028"/>
              <a:chOff x="7179310" y="4033520"/>
              <a:chExt cx="1009650" cy="855028"/>
            </a:xfrm>
          </p:grpSpPr>
          <p:grpSp>
            <p:nvGrpSpPr>
              <p:cNvPr id="136295" name="Group 44"/>
              <p:cNvGrpSpPr/>
              <p:nvPr/>
            </p:nvGrpSpPr>
            <p:grpSpPr bwMode="auto"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id="136297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36298" name="Freeform 46"/>
                <p:cNvSpPr/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  <p:sp>
            <p:nvSpPr>
              <p:cNvPr id="225" name="Rectangle 43"/>
              <p:cNvSpPr>
                <a:spLocks noChangeArrowheads="1"/>
              </p:cNvSpPr>
              <p:nvPr/>
            </p:nvSpPr>
            <p:spPr bwMode="auto">
              <a:xfrm rot="16200000">
                <a:off x="7439930" y="4308572"/>
                <a:ext cx="126470" cy="196070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Comic Sans MS" panose="030F0902030302020204" pitchFamily="66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36237" name="Group 165"/>
            <p:cNvGrpSpPr/>
            <p:nvPr/>
          </p:nvGrpSpPr>
          <p:grpSpPr bwMode="auto">
            <a:xfrm>
              <a:off x="1046480" y="3962400"/>
              <a:ext cx="1026163" cy="761428"/>
              <a:chOff x="1046480" y="3962400"/>
              <a:chExt cx="1026163" cy="761428"/>
            </a:xfrm>
          </p:grpSpPr>
          <p:sp>
            <p:nvSpPr>
              <p:cNvPr id="220" name="Rectangle 48"/>
              <p:cNvSpPr>
                <a:spLocks noChangeArrowheads="1"/>
              </p:cNvSpPr>
              <p:nvPr/>
            </p:nvSpPr>
            <p:spPr bwMode="auto">
              <a:xfrm rot="16200000">
                <a:off x="1893887" y="4300538"/>
                <a:ext cx="111125" cy="247650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Comic Sans MS" panose="030F0902030302020204" pitchFamily="66" charset="0"/>
                  <a:ea typeface="+mn-ea"/>
                  <a:cs typeface="+mn-cs"/>
                </a:endParaRPr>
              </a:p>
            </p:txBody>
          </p:sp>
          <p:grpSp>
            <p:nvGrpSpPr>
              <p:cNvPr id="136292" name="Group 49"/>
              <p:cNvGrpSpPr/>
              <p:nvPr/>
            </p:nvGrpSpPr>
            <p:grpSpPr bwMode="auto"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id="136293" name="Picture 50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36294" name="Freeform 51"/>
                <p:cNvSpPr/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</p:grpSp>
        <p:sp>
          <p:nvSpPr>
            <p:cNvPr id="167" name="Text Box 4"/>
            <p:cNvSpPr txBox="1">
              <a:spLocks noChangeArrowheads="1"/>
            </p:cNvSpPr>
            <p:nvPr/>
          </p:nvSpPr>
          <p:spPr bwMode="auto">
            <a:xfrm>
              <a:off x="4224338" y="4381500"/>
              <a:ext cx="376237" cy="45720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sz="2400" i="0" dirty="0">
                  <a:solidFill>
                    <a:srgbClr val="FF0000"/>
                  </a:solidFill>
                  <a:latin typeface="+mn-lt"/>
                  <a:ea typeface="+mn-ea"/>
                  <a:cs typeface="+mn-cs"/>
                </a:rPr>
                <a:t>R</a:t>
              </a:r>
              <a:endParaRPr lang="en-US" i="0" dirty="0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7152" name="Text Box 21"/>
            <p:cNvSpPr txBox="1">
              <a:spLocks noChangeArrowheads="1"/>
            </p:cNvSpPr>
            <p:nvPr/>
          </p:nvSpPr>
          <p:spPr bwMode="auto">
            <a:xfrm>
              <a:off x="3868738" y="5378450"/>
              <a:ext cx="1543050" cy="27463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200" i="0" dirty="0" smtClean="0">
                  <a:latin typeface="Arial" panose="020B0604020202090204" pitchFamily="34" charset="0"/>
                  <a:cs typeface="+mn-cs"/>
                </a:rPr>
                <a:t>1A-23-F9-CD-06-9B</a:t>
              </a:r>
              <a:endParaRPr lang="en-US" sz="1200" i="0" dirty="0" smtClean="0">
                <a:latin typeface="Arial" panose="020B0604020202090204" pitchFamily="34" charset="0"/>
                <a:cs typeface="+mn-cs"/>
              </a:endParaRPr>
            </a:p>
          </p:txBody>
        </p:sp>
        <p:sp>
          <p:nvSpPr>
            <p:cNvPr id="47153" name="Text Box 22"/>
            <p:cNvSpPr txBox="1">
              <a:spLocks noChangeArrowheads="1"/>
            </p:cNvSpPr>
            <p:nvPr/>
          </p:nvSpPr>
          <p:spPr bwMode="auto">
            <a:xfrm>
              <a:off x="4016375" y="5205413"/>
              <a:ext cx="1322388" cy="27463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200" i="0" dirty="0" smtClean="0">
                  <a:latin typeface="Arial" panose="020B0604020202090204" pitchFamily="34" charset="0"/>
                  <a:cs typeface="+mn-cs"/>
                </a:rPr>
                <a:t>222.222.222.220</a:t>
              </a:r>
              <a:endParaRPr lang="en-US" sz="1200" i="0" dirty="0" smtClean="0">
                <a:latin typeface="Arial" panose="020B0604020202090204" pitchFamily="34" charset="0"/>
                <a:cs typeface="+mn-cs"/>
              </a:endParaRPr>
            </a:p>
          </p:txBody>
        </p:sp>
        <p:grpSp>
          <p:nvGrpSpPr>
            <p:cNvPr id="136241" name="Group 23"/>
            <p:cNvGrpSpPr/>
            <p:nvPr/>
          </p:nvGrpSpPr>
          <p:grpSpPr bwMode="auto">
            <a:xfrm>
              <a:off x="3044825" y="5794375"/>
              <a:ext cx="1541463" cy="449263"/>
              <a:chOff x="1934" y="2405"/>
              <a:chExt cx="971" cy="283"/>
            </a:xfrm>
          </p:grpSpPr>
          <p:sp>
            <p:nvSpPr>
              <p:cNvPr id="47202" name="Text Box 24"/>
              <p:cNvSpPr txBox="1">
                <a:spLocks noChangeArrowheads="1"/>
              </p:cNvSpPr>
              <p:nvPr/>
            </p:nvSpPr>
            <p:spPr bwMode="auto">
              <a:xfrm>
                <a:off x="1934" y="2405"/>
                <a:ext cx="833" cy="17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1200" i="0" dirty="0" smtClean="0">
                    <a:latin typeface="Arial" panose="020B0604020202090204" pitchFamily="34" charset="0"/>
                    <a:cs typeface="+mn-cs"/>
                  </a:rPr>
                  <a:t>111.111.111.110</a:t>
                </a:r>
                <a:endParaRPr lang="en-US" sz="1200" i="0" dirty="0" smtClean="0">
                  <a:latin typeface="Arial" panose="020B0604020202090204" pitchFamily="34" charset="0"/>
                  <a:cs typeface="+mn-cs"/>
                </a:endParaRPr>
              </a:p>
            </p:txBody>
          </p:sp>
          <p:sp>
            <p:nvSpPr>
              <p:cNvPr id="47203" name="Text Box 25"/>
              <p:cNvSpPr txBox="1">
                <a:spLocks noChangeArrowheads="1"/>
              </p:cNvSpPr>
              <p:nvPr/>
            </p:nvSpPr>
            <p:spPr bwMode="auto">
              <a:xfrm>
                <a:off x="1938" y="2515"/>
                <a:ext cx="967" cy="17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1200" i="0" dirty="0" smtClean="0">
                    <a:latin typeface="Arial" panose="020B0604020202090204" pitchFamily="34" charset="0"/>
                    <a:cs typeface="+mn-cs"/>
                  </a:rPr>
                  <a:t>E6-E9-00-17-BB-4B</a:t>
                </a:r>
                <a:endParaRPr lang="en-US" sz="1200" i="0" dirty="0" smtClean="0">
                  <a:latin typeface="Arial" panose="020B0604020202090204" pitchFamily="34" charset="0"/>
                  <a:cs typeface="+mn-cs"/>
                </a:endParaRPr>
              </a:p>
            </p:txBody>
          </p:sp>
        </p:grpSp>
        <p:sp>
          <p:nvSpPr>
            <p:cNvPr id="47155" name="Text Box 26"/>
            <p:cNvSpPr txBox="1">
              <a:spLocks noChangeArrowheads="1"/>
            </p:cNvSpPr>
            <p:nvPr/>
          </p:nvSpPr>
          <p:spPr bwMode="auto">
            <a:xfrm>
              <a:off x="952500" y="6037263"/>
              <a:ext cx="1627188" cy="27463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200" i="0" dirty="0" smtClean="0">
                  <a:latin typeface="Arial" panose="020B0604020202090204" pitchFamily="34" charset="0"/>
                  <a:cs typeface="+mn-cs"/>
                </a:rPr>
                <a:t>CC-49-DE-D0-AB-7D</a:t>
              </a:r>
              <a:endParaRPr lang="en-US" sz="1200" i="0" dirty="0" smtClean="0">
                <a:latin typeface="Arial" panose="020B0604020202090204" pitchFamily="34" charset="0"/>
                <a:cs typeface="+mn-cs"/>
              </a:endParaRPr>
            </a:p>
          </p:txBody>
        </p:sp>
        <p:sp>
          <p:nvSpPr>
            <p:cNvPr id="47156" name="Text Box 27"/>
            <p:cNvSpPr txBox="1">
              <a:spLocks noChangeArrowheads="1"/>
            </p:cNvSpPr>
            <p:nvPr/>
          </p:nvSpPr>
          <p:spPr bwMode="auto">
            <a:xfrm>
              <a:off x="942975" y="5854700"/>
              <a:ext cx="1322388" cy="27463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200" i="0" dirty="0" smtClean="0">
                  <a:latin typeface="Arial" panose="020B0604020202090204" pitchFamily="34" charset="0"/>
                  <a:cs typeface="+mn-cs"/>
                </a:rPr>
                <a:t>111.111.111.112</a:t>
              </a:r>
              <a:endParaRPr lang="en-US" sz="1200" i="0" dirty="0" smtClean="0">
                <a:latin typeface="Arial" panose="020B0604020202090204" pitchFamily="34" charset="0"/>
                <a:cs typeface="+mn-cs"/>
              </a:endParaRPr>
            </a:p>
          </p:txBody>
        </p:sp>
        <p:sp>
          <p:nvSpPr>
            <p:cNvPr id="47157" name="Text Box 30"/>
            <p:cNvSpPr txBox="1">
              <a:spLocks noChangeArrowheads="1"/>
            </p:cNvSpPr>
            <p:nvPr/>
          </p:nvSpPr>
          <p:spPr bwMode="auto">
            <a:xfrm>
              <a:off x="709613" y="4741863"/>
              <a:ext cx="1322387" cy="27463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200" i="0" dirty="0" smtClean="0">
                  <a:latin typeface="Arial" panose="020B0604020202090204" pitchFamily="34" charset="0"/>
                  <a:cs typeface="+mn-cs"/>
                </a:rPr>
                <a:t>111.111.111.111</a:t>
              </a:r>
              <a:endParaRPr lang="en-US" sz="1200" i="0" dirty="0" smtClean="0">
                <a:latin typeface="Arial" panose="020B0604020202090204" pitchFamily="34" charset="0"/>
                <a:cs typeface="+mn-cs"/>
              </a:endParaRPr>
            </a:p>
          </p:txBody>
        </p:sp>
        <p:sp>
          <p:nvSpPr>
            <p:cNvPr id="47158" name="Text Box 33"/>
            <p:cNvSpPr txBox="1">
              <a:spLocks noChangeArrowheads="1"/>
            </p:cNvSpPr>
            <p:nvPr/>
          </p:nvSpPr>
          <p:spPr bwMode="auto">
            <a:xfrm>
              <a:off x="730250" y="4927600"/>
              <a:ext cx="1509713" cy="27463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200" i="0" dirty="0" smtClean="0">
                  <a:latin typeface="Arial" panose="020B0604020202090204" pitchFamily="34" charset="0"/>
                  <a:cs typeface="+mn-cs"/>
                </a:rPr>
                <a:t>74-29-9C-E8-FF-55</a:t>
              </a:r>
              <a:endParaRPr lang="en-US" sz="1200" i="0" dirty="0" smtClean="0">
                <a:latin typeface="Arial" panose="020B0604020202090204" pitchFamily="34" charset="0"/>
                <a:cs typeface="+mn-cs"/>
              </a:endParaRPr>
            </a:p>
          </p:txBody>
        </p:sp>
        <p:sp>
          <p:nvSpPr>
            <p:cNvPr id="136246" name="Freeform 39"/>
            <p:cNvSpPr/>
            <p:nvPr/>
          </p:nvSpPr>
          <p:spPr bwMode="auto">
            <a:xfrm>
              <a:off x="2365375" y="4437063"/>
              <a:ext cx="839788" cy="1069975"/>
            </a:xfrm>
            <a:custGeom>
              <a:avLst/>
              <a:gdLst>
                <a:gd name="T0" fmla="*/ 2147483647 w 1005"/>
                <a:gd name="T1" fmla="*/ 2147483647 h 996"/>
                <a:gd name="T2" fmla="*/ 2147483647 w 1005"/>
                <a:gd name="T3" fmla="*/ 2147483647 h 996"/>
                <a:gd name="T4" fmla="*/ 2147483647 w 1005"/>
                <a:gd name="T5" fmla="*/ 2147483647 h 996"/>
                <a:gd name="T6" fmla="*/ 2147483647 w 1005"/>
                <a:gd name="T7" fmla="*/ 2147483647 h 996"/>
                <a:gd name="T8" fmla="*/ 2147483647 w 1005"/>
                <a:gd name="T9" fmla="*/ 2147483647 h 996"/>
                <a:gd name="T10" fmla="*/ 2147483647 w 1005"/>
                <a:gd name="T11" fmla="*/ 2147483647 h 996"/>
                <a:gd name="T12" fmla="*/ 2147483647 w 1005"/>
                <a:gd name="T13" fmla="*/ 2147483647 h 996"/>
                <a:gd name="T14" fmla="*/ 2147483647 w 1005"/>
                <a:gd name="T15" fmla="*/ 2147483647 h 996"/>
                <a:gd name="T16" fmla="*/ 2147483647 w 1005"/>
                <a:gd name="T17" fmla="*/ 2147483647 h 996"/>
                <a:gd name="T18" fmla="*/ 2147483647 w 1005"/>
                <a:gd name="T19" fmla="*/ 2147483647 h 996"/>
                <a:gd name="T20" fmla="*/ 2147483647 w 1005"/>
                <a:gd name="T21" fmla="*/ 2147483647 h 996"/>
                <a:gd name="T22" fmla="*/ 2147483647 w 1005"/>
                <a:gd name="T23" fmla="*/ 2147483647 h 996"/>
                <a:gd name="T24" fmla="*/ 2147483647 w 1005"/>
                <a:gd name="T25" fmla="*/ 2147483647 h 99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05" h="996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00CCFF"/>
            </a:solidFill>
            <a:ln w="9525" cap="flat" cmpd="sng">
              <a:solidFill>
                <a:schemeClr val="tx1"/>
              </a:solidFill>
              <a:prstDash val="solid"/>
              <a:round/>
            </a:ln>
            <a:effectLst/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47160" name="Line 40"/>
            <p:cNvSpPr>
              <a:spLocks noChangeShapeType="1"/>
            </p:cNvSpPr>
            <p:nvPr/>
          </p:nvSpPr>
          <p:spPr bwMode="auto">
            <a:xfrm>
              <a:off x="2062163" y="4416425"/>
              <a:ext cx="438150" cy="2301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7161" name="Line 41"/>
            <p:cNvSpPr>
              <a:spLocks noChangeShapeType="1"/>
            </p:cNvSpPr>
            <p:nvPr/>
          </p:nvSpPr>
          <p:spPr bwMode="auto">
            <a:xfrm flipV="1">
              <a:off x="2185988" y="5360988"/>
              <a:ext cx="231775" cy="2555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7162" name="Line 42"/>
            <p:cNvSpPr>
              <a:spLocks noChangeShapeType="1"/>
            </p:cNvSpPr>
            <p:nvPr/>
          </p:nvSpPr>
          <p:spPr bwMode="auto">
            <a:xfrm>
              <a:off x="3184525" y="4954588"/>
              <a:ext cx="584200" cy="95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7163" name="Line 44"/>
            <p:cNvSpPr>
              <a:spLocks noChangeShapeType="1"/>
            </p:cNvSpPr>
            <p:nvPr/>
          </p:nvSpPr>
          <p:spPr bwMode="auto">
            <a:xfrm flipV="1">
              <a:off x="2101850" y="5711825"/>
              <a:ext cx="0" cy="1635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7164" name="Line 45"/>
            <p:cNvSpPr>
              <a:spLocks noChangeShapeType="1"/>
            </p:cNvSpPr>
            <p:nvPr/>
          </p:nvSpPr>
          <p:spPr bwMode="auto">
            <a:xfrm flipH="1" flipV="1">
              <a:off x="1976438" y="4489450"/>
              <a:ext cx="0" cy="3984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7165" name="Line 46"/>
            <p:cNvSpPr>
              <a:spLocks noChangeShapeType="1"/>
            </p:cNvSpPr>
            <p:nvPr/>
          </p:nvSpPr>
          <p:spPr bwMode="auto">
            <a:xfrm>
              <a:off x="3854450" y="5021263"/>
              <a:ext cx="0" cy="7508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7166" name="Line 47"/>
            <p:cNvSpPr>
              <a:spLocks noChangeShapeType="1"/>
            </p:cNvSpPr>
            <p:nvPr/>
          </p:nvSpPr>
          <p:spPr bwMode="auto">
            <a:xfrm flipH="1" flipV="1">
              <a:off x="4935538" y="5011738"/>
              <a:ext cx="4762" cy="2206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183" name="Text Box 58"/>
            <p:cNvSpPr txBox="1">
              <a:spLocks noChangeArrowheads="1"/>
            </p:cNvSpPr>
            <p:nvPr/>
          </p:nvSpPr>
          <p:spPr bwMode="auto">
            <a:xfrm>
              <a:off x="719138" y="4156075"/>
              <a:ext cx="390525" cy="46196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 i="0" dirty="0">
                  <a:solidFill>
                    <a:srgbClr val="FF0000"/>
                  </a:solidFill>
                  <a:latin typeface="+mj-lt"/>
                  <a:ea typeface="+mn-ea"/>
                  <a:cs typeface="+mn-cs"/>
                </a:rPr>
                <a:t>A</a:t>
              </a:r>
              <a:endParaRPr lang="en-US" sz="2400" i="0" dirty="0">
                <a:solidFill>
                  <a:srgbClr val="FF0000"/>
                </a:solidFill>
                <a:latin typeface="+mj-lt"/>
                <a:ea typeface="+mn-ea"/>
                <a:cs typeface="+mn-cs"/>
              </a:endParaRPr>
            </a:p>
          </p:txBody>
        </p:sp>
        <p:sp>
          <p:nvSpPr>
            <p:cNvPr id="47168" name="Line 60"/>
            <p:cNvSpPr>
              <a:spLocks noChangeShapeType="1"/>
            </p:cNvSpPr>
            <p:nvPr/>
          </p:nvSpPr>
          <p:spPr bwMode="auto">
            <a:xfrm>
              <a:off x="5045075" y="4921250"/>
              <a:ext cx="11985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136256" name="Group 63"/>
            <p:cNvGrpSpPr/>
            <p:nvPr/>
          </p:nvGrpSpPr>
          <p:grpSpPr bwMode="auto">
            <a:xfrm>
              <a:off x="7372350" y="4845050"/>
              <a:ext cx="1558925" cy="460375"/>
              <a:chOff x="4351" y="2786"/>
              <a:chExt cx="982" cy="290"/>
            </a:xfrm>
          </p:grpSpPr>
          <p:sp>
            <p:nvSpPr>
              <p:cNvPr id="47200" name="Text Box 64"/>
              <p:cNvSpPr txBox="1">
                <a:spLocks noChangeArrowheads="1"/>
              </p:cNvSpPr>
              <p:nvPr/>
            </p:nvSpPr>
            <p:spPr bwMode="auto">
              <a:xfrm>
                <a:off x="4352" y="2786"/>
                <a:ext cx="833" cy="17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1200" i="0" dirty="0" smtClean="0">
                    <a:latin typeface="Arial" panose="020B0604020202090204" pitchFamily="34" charset="0"/>
                    <a:cs typeface="+mn-cs"/>
                  </a:rPr>
                  <a:t>222.222.222.222</a:t>
                </a:r>
                <a:endParaRPr lang="en-US" sz="1200" i="0" dirty="0" smtClean="0">
                  <a:latin typeface="Arial" panose="020B0604020202090204" pitchFamily="34" charset="0"/>
                  <a:cs typeface="+mn-cs"/>
                </a:endParaRPr>
              </a:p>
            </p:txBody>
          </p:sp>
          <p:sp>
            <p:nvSpPr>
              <p:cNvPr id="47201" name="Text Box 65"/>
              <p:cNvSpPr txBox="1">
                <a:spLocks noChangeArrowheads="1"/>
              </p:cNvSpPr>
              <p:nvPr/>
            </p:nvSpPr>
            <p:spPr bwMode="auto">
              <a:xfrm>
                <a:off x="4351" y="2904"/>
                <a:ext cx="982" cy="17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1200" i="0" dirty="0" smtClean="0">
                    <a:latin typeface="Arial" panose="020B0604020202090204" pitchFamily="34" charset="0"/>
                    <a:cs typeface="+mn-cs"/>
                  </a:rPr>
                  <a:t>49-BD-D2-C7-56-2A</a:t>
                </a:r>
                <a:endParaRPr lang="en-US" sz="1200" i="0" dirty="0" smtClean="0">
                  <a:latin typeface="Arial" panose="020B0604020202090204" pitchFamily="34" charset="0"/>
                  <a:cs typeface="+mn-cs"/>
                </a:endParaRPr>
              </a:p>
            </p:txBody>
          </p:sp>
        </p:grpSp>
        <p:sp>
          <p:nvSpPr>
            <p:cNvPr id="47170" name="Line 67"/>
            <p:cNvSpPr>
              <a:spLocks noChangeShapeType="1"/>
            </p:cNvSpPr>
            <p:nvPr/>
          </p:nvSpPr>
          <p:spPr bwMode="auto">
            <a:xfrm flipV="1">
              <a:off x="6943725" y="4416425"/>
              <a:ext cx="450850" cy="3175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7171" name="Line 68"/>
            <p:cNvSpPr>
              <a:spLocks noChangeShapeType="1"/>
            </p:cNvSpPr>
            <p:nvPr/>
          </p:nvSpPr>
          <p:spPr bwMode="auto">
            <a:xfrm flipH="1" flipV="1">
              <a:off x="7469188" y="4492625"/>
              <a:ext cx="11112" cy="3889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7172" name="Text Box 71"/>
            <p:cNvSpPr txBox="1">
              <a:spLocks noChangeArrowheads="1"/>
            </p:cNvSpPr>
            <p:nvPr/>
          </p:nvSpPr>
          <p:spPr bwMode="auto">
            <a:xfrm>
              <a:off x="7073900" y="5811838"/>
              <a:ext cx="1322388" cy="27463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200" i="0" dirty="0" smtClean="0">
                  <a:latin typeface="Arial" panose="020B0604020202090204" pitchFamily="34" charset="0"/>
                  <a:cs typeface="+mn-cs"/>
                </a:rPr>
                <a:t>222.222.222.221</a:t>
              </a:r>
              <a:endParaRPr lang="en-US" sz="1200" i="0" dirty="0" smtClean="0">
                <a:latin typeface="Arial" panose="020B0604020202090204" pitchFamily="34" charset="0"/>
                <a:cs typeface="+mn-cs"/>
              </a:endParaRPr>
            </a:p>
          </p:txBody>
        </p:sp>
        <p:sp>
          <p:nvSpPr>
            <p:cNvPr id="47173" name="Text Box 72"/>
            <p:cNvSpPr txBox="1">
              <a:spLocks noChangeArrowheads="1"/>
            </p:cNvSpPr>
            <p:nvPr/>
          </p:nvSpPr>
          <p:spPr bwMode="auto">
            <a:xfrm>
              <a:off x="7077075" y="5986463"/>
              <a:ext cx="1501775" cy="27463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200" i="0" dirty="0" smtClean="0">
                  <a:latin typeface="Arial" panose="020B0604020202090204" pitchFamily="34" charset="0"/>
                  <a:cs typeface="+mn-cs"/>
                </a:rPr>
                <a:t>88-B2-2F-54-1A-0F</a:t>
              </a:r>
              <a:endParaRPr lang="en-US" sz="1200" i="0" dirty="0" smtClean="0">
                <a:latin typeface="Arial" panose="020B0604020202090204" pitchFamily="34" charset="0"/>
                <a:cs typeface="+mn-cs"/>
              </a:endParaRPr>
            </a:p>
          </p:txBody>
        </p:sp>
        <p:sp>
          <p:nvSpPr>
            <p:cNvPr id="47174" name="Line 73"/>
            <p:cNvSpPr>
              <a:spLocks noChangeShapeType="1"/>
            </p:cNvSpPr>
            <p:nvPr/>
          </p:nvSpPr>
          <p:spPr bwMode="auto">
            <a:xfrm flipH="1" flipV="1">
              <a:off x="6873875" y="5313363"/>
              <a:ext cx="254000" cy="2508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7175" name="Line 74"/>
            <p:cNvSpPr>
              <a:spLocks noChangeShapeType="1"/>
            </p:cNvSpPr>
            <p:nvPr/>
          </p:nvSpPr>
          <p:spPr bwMode="auto">
            <a:xfrm flipH="1">
              <a:off x="7208838" y="5654675"/>
              <a:ext cx="4762" cy="2016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136263" name="Freeform 75"/>
            <p:cNvSpPr/>
            <p:nvPr/>
          </p:nvSpPr>
          <p:spPr bwMode="auto">
            <a:xfrm>
              <a:off x="6203950" y="4440238"/>
              <a:ext cx="765175" cy="1081088"/>
            </a:xfrm>
            <a:custGeom>
              <a:avLst/>
              <a:gdLst>
                <a:gd name="T0" fmla="*/ 2147483647 w 1005"/>
                <a:gd name="T1" fmla="*/ 2147483647 h 996"/>
                <a:gd name="T2" fmla="*/ 2147483647 w 1005"/>
                <a:gd name="T3" fmla="*/ 2147483647 h 996"/>
                <a:gd name="T4" fmla="*/ 2147483647 w 1005"/>
                <a:gd name="T5" fmla="*/ 2147483647 h 996"/>
                <a:gd name="T6" fmla="*/ 2147483647 w 1005"/>
                <a:gd name="T7" fmla="*/ 2147483647 h 996"/>
                <a:gd name="T8" fmla="*/ 2147483647 w 1005"/>
                <a:gd name="T9" fmla="*/ 2147483647 h 996"/>
                <a:gd name="T10" fmla="*/ 2147483647 w 1005"/>
                <a:gd name="T11" fmla="*/ 2147483647 h 996"/>
                <a:gd name="T12" fmla="*/ 2147483647 w 1005"/>
                <a:gd name="T13" fmla="*/ 2147483647 h 996"/>
                <a:gd name="T14" fmla="*/ 2147483647 w 1005"/>
                <a:gd name="T15" fmla="*/ 2147483647 h 996"/>
                <a:gd name="T16" fmla="*/ 2147483647 w 1005"/>
                <a:gd name="T17" fmla="*/ 2147483647 h 996"/>
                <a:gd name="T18" fmla="*/ 2147483647 w 1005"/>
                <a:gd name="T19" fmla="*/ 2147483647 h 996"/>
                <a:gd name="T20" fmla="*/ 2147483647 w 1005"/>
                <a:gd name="T21" fmla="*/ 2147483647 h 996"/>
                <a:gd name="T22" fmla="*/ 2147483647 w 1005"/>
                <a:gd name="T23" fmla="*/ 2147483647 h 996"/>
                <a:gd name="T24" fmla="*/ 2147483647 w 1005"/>
                <a:gd name="T25" fmla="*/ 2147483647 h 99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05" h="996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00CCFF"/>
            </a:solidFill>
            <a:ln w="9525" cap="flat" cmpd="sng">
              <a:solidFill>
                <a:schemeClr val="tx1"/>
              </a:solidFill>
              <a:prstDash val="solid"/>
              <a:round/>
            </a:ln>
            <a:effectLst/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193" name="Text Box 76"/>
            <p:cNvSpPr txBox="1">
              <a:spLocks noChangeArrowheads="1"/>
            </p:cNvSpPr>
            <p:nvPr/>
          </p:nvSpPr>
          <p:spPr bwMode="auto">
            <a:xfrm>
              <a:off x="8307388" y="4073525"/>
              <a:ext cx="357187" cy="46196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 i="0" dirty="0">
                  <a:solidFill>
                    <a:srgbClr val="FF0000"/>
                  </a:solidFill>
                  <a:latin typeface="+mj-lt"/>
                  <a:ea typeface="+mn-ea"/>
                  <a:cs typeface="+mn-cs"/>
                </a:rPr>
                <a:t>B</a:t>
              </a:r>
              <a:endParaRPr lang="en-US" sz="2400" i="0" dirty="0">
                <a:solidFill>
                  <a:srgbClr val="FF0000"/>
                </a:solidFill>
                <a:latin typeface="+mj-lt"/>
                <a:ea typeface="+mn-ea"/>
                <a:cs typeface="+mn-cs"/>
              </a:endParaRPr>
            </a:p>
          </p:txBody>
        </p:sp>
        <p:grpSp>
          <p:nvGrpSpPr>
            <p:cNvPr id="136265" name="Group 193"/>
            <p:cNvGrpSpPr/>
            <p:nvPr/>
          </p:nvGrpSpPr>
          <p:grpSpPr bwMode="auto">
            <a:xfrm>
              <a:off x="7179310" y="4033520"/>
              <a:ext cx="1009650" cy="855028"/>
              <a:chOff x="7179310" y="4033520"/>
              <a:chExt cx="1009650" cy="855028"/>
            </a:xfrm>
          </p:grpSpPr>
          <p:grpSp>
            <p:nvGrpSpPr>
              <p:cNvPr id="136283" name="Group 44"/>
              <p:cNvGrpSpPr/>
              <p:nvPr/>
            </p:nvGrpSpPr>
            <p:grpSpPr bwMode="auto"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id="136285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36286" name="Freeform 46"/>
                <p:cNvSpPr/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  <p:sp>
            <p:nvSpPr>
              <p:cNvPr id="213" name="Rectangle 43"/>
              <p:cNvSpPr>
                <a:spLocks noChangeArrowheads="1"/>
              </p:cNvSpPr>
              <p:nvPr/>
            </p:nvSpPr>
            <p:spPr bwMode="auto">
              <a:xfrm rot="16200000">
                <a:off x="7438232" y="4309268"/>
                <a:ext cx="127000" cy="195263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Comic Sans MS" panose="030F0902030302020204" pitchFamily="66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36266" name="Group 194"/>
            <p:cNvGrpSpPr/>
            <p:nvPr/>
          </p:nvGrpSpPr>
          <p:grpSpPr bwMode="auto">
            <a:xfrm>
              <a:off x="3757931" y="4714240"/>
              <a:ext cx="1291589" cy="426719"/>
              <a:chOff x="4011931" y="3379152"/>
              <a:chExt cx="1262062" cy="390207"/>
            </a:xfrm>
          </p:grpSpPr>
          <p:sp>
            <p:nvSpPr>
              <p:cNvPr id="201" name="Rectangle 43"/>
              <p:cNvSpPr>
                <a:spLocks noChangeArrowheads="1"/>
              </p:cNvSpPr>
              <p:nvPr/>
            </p:nvSpPr>
            <p:spPr bwMode="auto">
              <a:xfrm rot="16200000">
                <a:off x="5112705" y="3476529"/>
                <a:ext cx="127747" cy="195452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Comic Sans MS" panose="030F0902030302020204" pitchFamily="66" charset="0"/>
                  <a:ea typeface="+mn-ea"/>
                  <a:cs typeface="+mn-cs"/>
                </a:endParaRPr>
              </a:p>
            </p:txBody>
          </p:sp>
          <p:grpSp>
            <p:nvGrpSpPr>
              <p:cNvPr id="136273" name="Group 1185"/>
              <p:cNvGrpSpPr/>
              <p:nvPr/>
            </p:nvGrpSpPr>
            <p:grpSpPr bwMode="auto">
              <a:xfrm>
                <a:off x="4197985" y="3379152"/>
                <a:ext cx="892175" cy="390207"/>
                <a:chOff x="4650" y="1129"/>
                <a:chExt cx="246" cy="95"/>
              </a:xfrm>
            </p:grpSpPr>
            <p:sp>
              <p:nvSpPr>
                <p:cNvPr id="136275" name="Oval 407"/>
                <p:cNvSpPr>
                  <a:spLocks noChangeArrowheads="1"/>
                </p:cNvSpPr>
                <p:nvPr/>
              </p:nvSpPr>
              <p:spPr bwMode="auto">
                <a:xfrm>
                  <a:off x="4651" y="1171"/>
                  <a:ext cx="244" cy="53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en-US" sz="2400" i="0" dirty="0">
                    <a:latin typeface="Times New Roman" panose="02020503050405090304" charset="0"/>
                    <a:cs typeface="Arial" panose="020B0604020202090204" pitchFamily="34" charset="0"/>
                  </a:endParaRPr>
                </a:p>
              </p:txBody>
            </p:sp>
            <p:sp>
              <p:nvSpPr>
                <p:cNvPr id="136276" name="Rectangle 410"/>
                <p:cNvSpPr>
                  <a:spLocks noChangeArrowheads="1"/>
                </p:cNvSpPr>
                <p:nvPr/>
              </p:nvSpPr>
              <p:spPr bwMode="auto">
                <a:xfrm>
                  <a:off x="4651" y="1165"/>
                  <a:ext cx="245" cy="33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>
                  <a:noFill/>
                </a:ln>
              </p:spPr>
              <p:txBody>
                <a:bodyPr wrap="none" anchor="ctr"/>
                <a:lstStyle/>
                <a:p>
                  <a:pPr algn="ctr"/>
                  <a:endParaRPr lang="en-US" sz="2400" i="0" dirty="0">
                    <a:latin typeface="Times New Roman" panose="02020503050405090304" charset="0"/>
                    <a:cs typeface="Arial" panose="020B0604020202090204" pitchFamily="34" charset="0"/>
                  </a:endParaRPr>
                </a:p>
              </p:txBody>
            </p:sp>
            <p:sp>
              <p:nvSpPr>
                <p:cNvPr id="136277" name="Oval 411"/>
                <p:cNvSpPr>
                  <a:spLocks noChangeArrowheads="1"/>
                </p:cNvSpPr>
                <p:nvPr/>
              </p:nvSpPr>
              <p:spPr bwMode="auto">
                <a:xfrm>
                  <a:off x="4650" y="1129"/>
                  <a:ext cx="244" cy="62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en-US" sz="2400" i="0" dirty="0">
                    <a:latin typeface="Times New Roman" panose="02020503050405090304" charset="0"/>
                    <a:cs typeface="Arial" panose="020B0604020202090204" pitchFamily="34" charset="0"/>
                  </a:endParaRPr>
                </a:p>
              </p:txBody>
            </p:sp>
            <p:grpSp>
              <p:nvGrpSpPr>
                <p:cNvPr id="136278" name="Group 1189"/>
                <p:cNvGrpSpPr/>
                <p:nvPr/>
              </p:nvGrpSpPr>
              <p:grpSpPr bwMode="auto">
                <a:xfrm>
                  <a:off x="4699" y="1145"/>
                  <a:ext cx="138" cy="29"/>
                  <a:chOff x="2468" y="1332"/>
                  <a:chExt cx="310" cy="60"/>
                </a:xfrm>
              </p:grpSpPr>
              <p:sp>
                <p:nvSpPr>
                  <p:cNvPr id="136281" name="Freeform 1190"/>
                  <p:cNvSpPr/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12700" cmpd="sng">
                    <a:solidFill>
                      <a:schemeClr val="tx1"/>
                    </a:solidFill>
                    <a:round/>
                  </a:ln>
                  <a:effectLst/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36282" name="Freeform 1191"/>
                  <p:cNvSpPr/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12700" cmpd="sng">
                    <a:solidFill>
                      <a:schemeClr val="tx1"/>
                    </a:solidFill>
                    <a:round/>
                  </a:ln>
                  <a:effectLst/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47192" name="Line 1192"/>
                <p:cNvSpPr>
                  <a:spLocks noChangeShapeType="1"/>
                </p:cNvSpPr>
                <p:nvPr/>
              </p:nvSpPr>
              <p:spPr bwMode="auto">
                <a:xfrm>
                  <a:off x="4651" y="1158"/>
                  <a:ext cx="0" cy="4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47193" name="Line 1193"/>
                <p:cNvSpPr>
                  <a:spLocks noChangeShapeType="1"/>
                </p:cNvSpPr>
                <p:nvPr/>
              </p:nvSpPr>
              <p:spPr bwMode="auto">
                <a:xfrm>
                  <a:off x="4894" y="1160"/>
                  <a:ext cx="0" cy="4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  <p:sp>
            <p:nvSpPr>
              <p:cNvPr id="203" name="Rectangle 43"/>
              <p:cNvSpPr>
                <a:spLocks noChangeArrowheads="1"/>
              </p:cNvSpPr>
              <p:nvPr/>
            </p:nvSpPr>
            <p:spPr bwMode="auto">
              <a:xfrm rot="16200000">
                <a:off x="4046200" y="3485965"/>
                <a:ext cx="126295" cy="195452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Comic Sans MS" panose="030F0902030302020204" pitchFamily="66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36267" name="Group 195"/>
            <p:cNvGrpSpPr/>
            <p:nvPr/>
          </p:nvGrpSpPr>
          <p:grpSpPr bwMode="auto">
            <a:xfrm>
              <a:off x="1483360" y="5313680"/>
              <a:ext cx="701043" cy="517588"/>
              <a:chOff x="1046480" y="3962400"/>
              <a:chExt cx="1026163" cy="761428"/>
            </a:xfrm>
          </p:grpSpPr>
          <p:sp>
            <p:nvSpPr>
              <p:cNvPr id="197" name="Rectangle 48"/>
              <p:cNvSpPr>
                <a:spLocks noChangeArrowheads="1"/>
              </p:cNvSpPr>
              <p:nvPr/>
            </p:nvSpPr>
            <p:spPr bwMode="auto">
              <a:xfrm rot="16200000">
                <a:off x="1893438" y="4298853"/>
                <a:ext cx="109762" cy="248638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Comic Sans MS" panose="030F0902030302020204" pitchFamily="66" charset="0"/>
                  <a:ea typeface="+mn-ea"/>
                  <a:cs typeface="+mn-cs"/>
                </a:endParaRPr>
              </a:p>
            </p:txBody>
          </p:sp>
          <p:grpSp>
            <p:nvGrpSpPr>
              <p:cNvPr id="136269" name="Group 49"/>
              <p:cNvGrpSpPr/>
              <p:nvPr/>
            </p:nvGrpSpPr>
            <p:grpSpPr bwMode="auto"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id="136270" name="Picture 50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36271" name="Freeform 51"/>
                <p:cNvSpPr/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</p:grpSp>
      </p:grpSp>
      <p:sp>
        <p:nvSpPr>
          <p:cNvPr id="47109" name="Rectangle 3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8001000" cy="1143000"/>
          </a:xfrm>
        </p:spPr>
        <p:txBody>
          <a:bodyPr/>
          <a:lstStyle/>
          <a:p>
            <a:pPr>
              <a:defRPr/>
            </a:pPr>
            <a:r>
              <a:rPr lang="en-US" sz="4000" dirty="0">
                <a:latin typeface="Gill Sans MT" pitchFamily="34" charset="0"/>
                <a:cs typeface="+mj-cs"/>
              </a:rPr>
              <a:t>Addressing: routing to another LAN</a:t>
            </a:r>
            <a:endParaRPr lang="en-US" sz="4000" dirty="0">
              <a:latin typeface="Gill Sans MT" pitchFamily="34" charset="0"/>
              <a:cs typeface="+mj-cs"/>
            </a:endParaRPr>
          </a:p>
        </p:txBody>
      </p:sp>
      <p:grpSp>
        <p:nvGrpSpPr>
          <p:cNvPr id="714811" name="Group 59"/>
          <p:cNvGrpSpPr/>
          <p:nvPr/>
        </p:nvGrpSpPr>
        <p:grpSpPr bwMode="auto">
          <a:xfrm>
            <a:off x="534988" y="2686050"/>
            <a:ext cx="976312" cy="1460500"/>
            <a:chOff x="337" y="1692"/>
            <a:chExt cx="615" cy="920"/>
          </a:xfrm>
        </p:grpSpPr>
        <p:sp>
          <p:nvSpPr>
            <p:cNvPr id="136229" name="Freeform 60"/>
            <p:cNvSpPr/>
            <p:nvPr/>
          </p:nvSpPr>
          <p:spPr bwMode="auto">
            <a:xfrm>
              <a:off x="348" y="1709"/>
              <a:ext cx="604" cy="903"/>
            </a:xfrm>
            <a:custGeom>
              <a:avLst/>
              <a:gdLst>
                <a:gd name="T0" fmla="*/ 496 w 604"/>
                <a:gd name="T1" fmla="*/ 0 h 903"/>
                <a:gd name="T2" fmla="*/ 604 w 604"/>
                <a:gd name="T3" fmla="*/ 903 h 903"/>
                <a:gd name="T4" fmla="*/ 0 w 604"/>
                <a:gd name="T5" fmla="*/ 788 h 903"/>
                <a:gd name="T6" fmla="*/ 456 w 604"/>
                <a:gd name="T7" fmla="*/ 750 h 903"/>
                <a:gd name="T8" fmla="*/ 496 w 604"/>
                <a:gd name="T9" fmla="*/ 0 h 9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4" h="903">
                  <a:moveTo>
                    <a:pt x="496" y="0"/>
                  </a:moveTo>
                  <a:lnTo>
                    <a:pt x="604" y="903"/>
                  </a:lnTo>
                  <a:lnTo>
                    <a:pt x="0" y="788"/>
                  </a:lnTo>
                  <a:lnTo>
                    <a:pt x="456" y="750"/>
                  </a:lnTo>
                  <a:lnTo>
                    <a:pt x="496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2700000" scaled="1"/>
            </a:gradFill>
            <a:ln>
              <a:noFill/>
            </a:ln>
            <a:effectLst/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47143" name="Rectangle 61"/>
            <p:cNvSpPr>
              <a:spLocks noChangeArrowheads="1"/>
            </p:cNvSpPr>
            <p:nvPr/>
          </p:nvSpPr>
          <p:spPr bwMode="auto">
            <a:xfrm>
              <a:off x="344" y="1711"/>
              <a:ext cx="493" cy="79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7144" name="Text Box 62"/>
            <p:cNvSpPr txBox="1">
              <a:spLocks noChangeArrowheads="1"/>
            </p:cNvSpPr>
            <p:nvPr/>
          </p:nvSpPr>
          <p:spPr bwMode="auto">
            <a:xfrm>
              <a:off x="413" y="1692"/>
              <a:ext cx="336" cy="82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 algn="ctr">
                <a:defRPr/>
              </a:pPr>
              <a:endParaRPr lang="en-US" sz="1600" i="0" dirty="0" smtClean="0">
                <a:latin typeface="Arial" panose="020B0604020202090204" pitchFamily="34" charset="0"/>
                <a:cs typeface="+mn-cs"/>
              </a:endParaRPr>
            </a:p>
            <a:p>
              <a:pPr algn="ctr">
                <a:defRPr/>
              </a:pPr>
              <a:endParaRPr lang="en-US" sz="1600" i="0" dirty="0" smtClean="0">
                <a:latin typeface="Arial" panose="020B0604020202090204" pitchFamily="34" charset="0"/>
                <a:cs typeface="+mn-cs"/>
              </a:endParaRPr>
            </a:p>
            <a:p>
              <a:pPr algn="ctr">
                <a:defRPr/>
              </a:pPr>
              <a:r>
                <a:rPr lang="en-US" sz="1600" i="0" dirty="0" smtClean="0">
                  <a:latin typeface="Arial" panose="020B0604020202090204" pitchFamily="34" charset="0"/>
                  <a:cs typeface="+mn-cs"/>
                </a:rPr>
                <a:t>IP</a:t>
              </a:r>
              <a:endParaRPr lang="en-US" sz="1600" i="0" dirty="0" smtClean="0">
                <a:latin typeface="Arial" panose="020B0604020202090204" pitchFamily="34" charset="0"/>
                <a:cs typeface="+mn-cs"/>
              </a:endParaRPr>
            </a:p>
            <a:p>
              <a:pPr algn="ctr">
                <a:defRPr/>
              </a:pPr>
              <a:r>
                <a:rPr lang="en-US" sz="1600" i="0" dirty="0" smtClean="0">
                  <a:latin typeface="Arial" panose="020B0604020202090204" pitchFamily="34" charset="0"/>
                  <a:cs typeface="+mn-cs"/>
                </a:rPr>
                <a:t>Eth</a:t>
              </a:r>
              <a:endParaRPr lang="en-US" sz="1600" i="0" dirty="0" smtClean="0">
                <a:latin typeface="Arial" panose="020B0604020202090204" pitchFamily="34" charset="0"/>
                <a:cs typeface="+mn-cs"/>
              </a:endParaRPr>
            </a:p>
            <a:p>
              <a:pPr algn="ctr">
                <a:defRPr/>
              </a:pPr>
              <a:r>
                <a:rPr lang="en-US" sz="1600" i="0" dirty="0" smtClean="0">
                  <a:latin typeface="Arial" panose="020B0604020202090204" pitchFamily="34" charset="0"/>
                  <a:cs typeface="+mn-cs"/>
                </a:rPr>
                <a:t>Phy</a:t>
              </a:r>
              <a:endParaRPr lang="en-US" sz="1600" i="0" dirty="0" smtClean="0">
                <a:latin typeface="Arial" panose="020B0604020202090204" pitchFamily="34" charset="0"/>
                <a:cs typeface="+mn-cs"/>
              </a:endParaRPr>
            </a:p>
          </p:txBody>
        </p:sp>
        <p:sp>
          <p:nvSpPr>
            <p:cNvPr id="47145" name="Line 63"/>
            <p:cNvSpPr>
              <a:spLocks noChangeShapeType="1"/>
            </p:cNvSpPr>
            <p:nvPr/>
          </p:nvSpPr>
          <p:spPr bwMode="auto">
            <a:xfrm>
              <a:off x="346" y="1868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7146" name="Line 64"/>
            <p:cNvSpPr>
              <a:spLocks noChangeShapeType="1"/>
            </p:cNvSpPr>
            <p:nvPr/>
          </p:nvSpPr>
          <p:spPr bwMode="auto">
            <a:xfrm>
              <a:off x="343" y="2027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7147" name="Line 65"/>
            <p:cNvSpPr>
              <a:spLocks noChangeShapeType="1"/>
            </p:cNvSpPr>
            <p:nvPr/>
          </p:nvSpPr>
          <p:spPr bwMode="auto">
            <a:xfrm>
              <a:off x="340" y="2186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7148" name="Line 66"/>
            <p:cNvSpPr>
              <a:spLocks noChangeShapeType="1"/>
            </p:cNvSpPr>
            <p:nvPr/>
          </p:nvSpPr>
          <p:spPr bwMode="auto">
            <a:xfrm>
              <a:off x="337" y="2345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sp>
        <p:nvSpPr>
          <p:cNvPr id="47111" name="Rectangle 76"/>
          <p:cNvSpPr>
            <a:spLocks noChangeArrowheads="1"/>
          </p:cNvSpPr>
          <p:nvPr/>
        </p:nvSpPr>
        <p:spPr bwMode="auto">
          <a:xfrm>
            <a:off x="706438" y="1084263"/>
            <a:ext cx="7772400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/>
          <a:p>
            <a:pPr marL="231775" indent="-2317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000" i="0" dirty="0">
                <a:latin typeface="Gill Sans MT" pitchFamily="34" charset="0"/>
                <a:cs typeface="+mn-cs"/>
              </a:rPr>
              <a:t>frame sent from A to R</a:t>
            </a:r>
            <a:endParaRPr lang="en-US" sz="2000" i="0" dirty="0">
              <a:latin typeface="Gill Sans MT" pitchFamily="34" charset="0"/>
              <a:cs typeface="+mn-cs"/>
            </a:endParaRPr>
          </a:p>
        </p:txBody>
      </p:sp>
      <p:grpSp>
        <p:nvGrpSpPr>
          <p:cNvPr id="714820" name="Group 68"/>
          <p:cNvGrpSpPr/>
          <p:nvPr/>
        </p:nvGrpSpPr>
        <p:grpSpPr bwMode="auto">
          <a:xfrm>
            <a:off x="2713038" y="3265488"/>
            <a:ext cx="1096962" cy="244475"/>
            <a:chOff x="1231" y="1990"/>
            <a:chExt cx="691" cy="154"/>
          </a:xfrm>
        </p:grpSpPr>
        <p:sp>
          <p:nvSpPr>
            <p:cNvPr id="47139" name="Rectangle 69"/>
            <p:cNvSpPr>
              <a:spLocks noChangeArrowheads="1"/>
            </p:cNvSpPr>
            <p:nvPr/>
          </p:nvSpPr>
          <p:spPr bwMode="auto">
            <a:xfrm>
              <a:off x="1231" y="1991"/>
              <a:ext cx="691" cy="15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7140" name="Line 70"/>
            <p:cNvSpPr>
              <a:spLocks noChangeShapeType="1"/>
            </p:cNvSpPr>
            <p:nvPr/>
          </p:nvSpPr>
          <p:spPr bwMode="auto">
            <a:xfrm>
              <a:off x="1337" y="1990"/>
              <a:ext cx="0" cy="152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7141" name="Line 71"/>
            <p:cNvSpPr>
              <a:spLocks noChangeShapeType="1"/>
            </p:cNvSpPr>
            <p:nvPr/>
          </p:nvSpPr>
          <p:spPr bwMode="auto">
            <a:xfrm>
              <a:off x="1427" y="1992"/>
              <a:ext cx="0" cy="152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grpSp>
        <p:nvGrpSpPr>
          <p:cNvPr id="714852" name="Group 100"/>
          <p:cNvGrpSpPr/>
          <p:nvPr/>
        </p:nvGrpSpPr>
        <p:grpSpPr bwMode="auto">
          <a:xfrm>
            <a:off x="3952875" y="2767013"/>
            <a:ext cx="895350" cy="2038350"/>
            <a:chOff x="2823" y="1545"/>
            <a:chExt cx="564" cy="1284"/>
          </a:xfrm>
        </p:grpSpPr>
        <p:sp>
          <p:nvSpPr>
            <p:cNvPr id="136221" name="Freeform 93"/>
            <p:cNvSpPr/>
            <p:nvPr/>
          </p:nvSpPr>
          <p:spPr bwMode="auto">
            <a:xfrm>
              <a:off x="2823" y="2265"/>
              <a:ext cx="564" cy="564"/>
            </a:xfrm>
            <a:custGeom>
              <a:avLst/>
              <a:gdLst>
                <a:gd name="T0" fmla="*/ 564 w 564"/>
                <a:gd name="T1" fmla="*/ 0 h 564"/>
                <a:gd name="T2" fmla="*/ 287 w 564"/>
                <a:gd name="T3" fmla="*/ 564 h 564"/>
                <a:gd name="T4" fmla="*/ 0 w 564"/>
                <a:gd name="T5" fmla="*/ 0 h 564"/>
                <a:gd name="T6" fmla="*/ 564 w 564"/>
                <a:gd name="T7" fmla="*/ 0 h 56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64" h="564">
                  <a:moveTo>
                    <a:pt x="564" y="0"/>
                  </a:moveTo>
                  <a:lnTo>
                    <a:pt x="287" y="564"/>
                  </a:lnTo>
                  <a:lnTo>
                    <a:pt x="0" y="0"/>
                  </a:lnTo>
                  <a:lnTo>
                    <a:pt x="564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47135" name="Rectangle 94"/>
            <p:cNvSpPr>
              <a:spLocks noChangeArrowheads="1"/>
            </p:cNvSpPr>
            <p:nvPr/>
          </p:nvSpPr>
          <p:spPr bwMode="auto">
            <a:xfrm>
              <a:off x="2872" y="1877"/>
              <a:ext cx="493" cy="47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7136" name="Text Box 95"/>
            <p:cNvSpPr txBox="1">
              <a:spLocks noChangeArrowheads="1"/>
            </p:cNvSpPr>
            <p:nvPr/>
          </p:nvSpPr>
          <p:spPr bwMode="auto">
            <a:xfrm>
              <a:off x="2941" y="1545"/>
              <a:ext cx="336" cy="82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 algn="ctr">
                <a:defRPr/>
              </a:pPr>
              <a:endParaRPr lang="en-US" sz="1600" i="0" dirty="0" smtClean="0">
                <a:latin typeface="Arial" panose="020B0604020202090204" pitchFamily="34" charset="0"/>
                <a:cs typeface="+mn-cs"/>
              </a:endParaRPr>
            </a:p>
            <a:p>
              <a:pPr algn="ctr">
                <a:defRPr/>
              </a:pPr>
              <a:endParaRPr lang="en-US" sz="1600" i="0" dirty="0" smtClean="0">
                <a:latin typeface="Arial" panose="020B0604020202090204" pitchFamily="34" charset="0"/>
                <a:cs typeface="+mn-cs"/>
              </a:endParaRPr>
            </a:p>
            <a:p>
              <a:pPr algn="ctr">
                <a:defRPr/>
              </a:pPr>
              <a:r>
                <a:rPr lang="en-US" sz="1600" i="0" dirty="0" smtClean="0">
                  <a:latin typeface="Arial" panose="020B0604020202090204" pitchFamily="34" charset="0"/>
                  <a:cs typeface="+mn-cs"/>
                </a:rPr>
                <a:t>IP</a:t>
              </a:r>
              <a:endParaRPr lang="en-US" sz="1600" i="0" dirty="0" smtClean="0">
                <a:latin typeface="Arial" panose="020B0604020202090204" pitchFamily="34" charset="0"/>
                <a:cs typeface="+mn-cs"/>
              </a:endParaRPr>
            </a:p>
            <a:p>
              <a:pPr algn="ctr">
                <a:defRPr/>
              </a:pPr>
              <a:r>
                <a:rPr lang="en-US" sz="1600" i="0" dirty="0" smtClean="0">
                  <a:latin typeface="Arial" panose="020B0604020202090204" pitchFamily="34" charset="0"/>
                  <a:cs typeface="+mn-cs"/>
                </a:rPr>
                <a:t>Eth</a:t>
              </a:r>
              <a:endParaRPr lang="en-US" sz="1600" i="0" dirty="0" smtClean="0">
                <a:latin typeface="Arial" panose="020B0604020202090204" pitchFamily="34" charset="0"/>
                <a:cs typeface="+mn-cs"/>
              </a:endParaRPr>
            </a:p>
            <a:p>
              <a:pPr algn="ctr">
                <a:defRPr/>
              </a:pPr>
              <a:r>
                <a:rPr lang="en-US" sz="1600" i="0" dirty="0" smtClean="0">
                  <a:latin typeface="Arial" panose="020B0604020202090204" pitchFamily="34" charset="0"/>
                  <a:cs typeface="+mn-cs"/>
                </a:rPr>
                <a:t>Phy</a:t>
              </a:r>
              <a:endParaRPr lang="en-US" sz="1600" i="0" dirty="0" smtClean="0">
                <a:latin typeface="Arial" panose="020B0604020202090204" pitchFamily="34" charset="0"/>
                <a:cs typeface="+mn-cs"/>
              </a:endParaRPr>
            </a:p>
          </p:txBody>
        </p:sp>
        <p:sp>
          <p:nvSpPr>
            <p:cNvPr id="47137" name="Line 98"/>
            <p:cNvSpPr>
              <a:spLocks noChangeShapeType="1"/>
            </p:cNvSpPr>
            <p:nvPr/>
          </p:nvSpPr>
          <p:spPr bwMode="auto">
            <a:xfrm>
              <a:off x="2868" y="2039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7138" name="Line 99"/>
            <p:cNvSpPr>
              <a:spLocks noChangeShapeType="1"/>
            </p:cNvSpPr>
            <p:nvPr/>
          </p:nvSpPr>
          <p:spPr bwMode="auto">
            <a:xfrm>
              <a:off x="2865" y="2198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sp>
        <p:nvSpPr>
          <p:cNvPr id="714853" name="Rectangle 101"/>
          <p:cNvSpPr>
            <a:spLocks noChangeArrowheads="1"/>
          </p:cNvSpPr>
          <p:nvPr/>
        </p:nvSpPr>
        <p:spPr bwMode="auto">
          <a:xfrm>
            <a:off x="709613" y="1439863"/>
            <a:ext cx="7772400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/>
          <a:p>
            <a:pPr marL="231775" indent="-2317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000" i="0" dirty="0">
                <a:latin typeface="Gill Sans MT" pitchFamily="34" charset="0"/>
                <a:cs typeface="+mn-cs"/>
              </a:rPr>
              <a:t>frame received at R, datagram removed, passed up to IP</a:t>
            </a:r>
            <a:endParaRPr lang="en-US" sz="2000" i="0" dirty="0">
              <a:latin typeface="Gill Sans MT" pitchFamily="34" charset="0"/>
              <a:cs typeface="+mn-cs"/>
            </a:endParaRPr>
          </a:p>
        </p:txBody>
      </p:sp>
      <p:grpSp>
        <p:nvGrpSpPr>
          <p:cNvPr id="714883" name="Group 131"/>
          <p:cNvGrpSpPr/>
          <p:nvPr/>
        </p:nvGrpSpPr>
        <p:grpSpPr bwMode="auto">
          <a:xfrm>
            <a:off x="1477963" y="2244725"/>
            <a:ext cx="2443162" cy="1519238"/>
            <a:chOff x="931" y="1414"/>
            <a:chExt cx="1539" cy="957"/>
          </a:xfrm>
        </p:grpSpPr>
        <p:sp>
          <p:nvSpPr>
            <p:cNvPr id="47121" name="Text Box 79"/>
            <p:cNvSpPr txBox="1">
              <a:spLocks noChangeArrowheads="1"/>
            </p:cNvSpPr>
            <p:nvPr/>
          </p:nvSpPr>
          <p:spPr bwMode="auto">
            <a:xfrm>
              <a:off x="931" y="1414"/>
              <a:ext cx="1539" cy="29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200" i="0" dirty="0" smtClean="0">
                  <a:latin typeface="Arial" panose="020B0604020202090204" pitchFamily="34" charset="0"/>
                  <a:cs typeface="+mn-cs"/>
                </a:rPr>
                <a:t>MAC src: 74-29-9C-E8-FF-55</a:t>
              </a:r>
              <a:endParaRPr lang="en-US" sz="1200" i="0" dirty="0" smtClean="0">
                <a:latin typeface="Arial" panose="020B0604020202090204" pitchFamily="34" charset="0"/>
                <a:cs typeface="+mn-cs"/>
              </a:endParaRPr>
            </a:p>
            <a:p>
              <a:pPr>
                <a:defRPr/>
              </a:pPr>
              <a:r>
                <a:rPr lang="en-US" sz="1200" i="0" dirty="0" smtClean="0">
                  <a:latin typeface="Arial" panose="020B0604020202090204" pitchFamily="34" charset="0"/>
                  <a:cs typeface="+mn-cs"/>
                </a:rPr>
                <a:t>   MAC dest: E6-E9-00-17-BB-4B</a:t>
              </a:r>
              <a:endParaRPr lang="en-US" sz="1200" i="0" dirty="0" smtClean="0">
                <a:latin typeface="Arial" panose="020B0604020202090204" pitchFamily="34" charset="0"/>
                <a:cs typeface="+mn-cs"/>
              </a:endParaRPr>
            </a:p>
          </p:txBody>
        </p:sp>
        <p:grpSp>
          <p:nvGrpSpPr>
            <p:cNvPr id="136209" name="Group 80"/>
            <p:cNvGrpSpPr/>
            <p:nvPr/>
          </p:nvGrpSpPr>
          <p:grpSpPr bwMode="auto">
            <a:xfrm>
              <a:off x="981" y="2182"/>
              <a:ext cx="1049" cy="189"/>
              <a:chOff x="2829" y="2040"/>
              <a:chExt cx="1049" cy="189"/>
            </a:xfrm>
          </p:grpSpPr>
          <p:sp>
            <p:nvSpPr>
              <p:cNvPr id="47128" name="Rectangle 81"/>
              <p:cNvSpPr>
                <a:spLocks noChangeArrowheads="1"/>
              </p:cNvSpPr>
              <p:nvPr/>
            </p:nvSpPr>
            <p:spPr bwMode="auto">
              <a:xfrm>
                <a:off x="2829" y="2042"/>
                <a:ext cx="1049" cy="185"/>
              </a:xfrm>
              <a:prstGeom prst="rect">
                <a:avLst/>
              </a:prstGeom>
              <a:solidFill>
                <a:srgbClr val="000099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47129" name="Rectangle 82"/>
              <p:cNvSpPr>
                <a:spLocks noChangeArrowheads="1"/>
              </p:cNvSpPr>
              <p:nvPr/>
            </p:nvSpPr>
            <p:spPr bwMode="auto">
              <a:xfrm>
                <a:off x="3078" y="2060"/>
                <a:ext cx="691" cy="153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47130" name="Line 83"/>
              <p:cNvSpPr>
                <a:spLocks noChangeShapeType="1"/>
              </p:cNvSpPr>
              <p:nvPr/>
            </p:nvSpPr>
            <p:spPr bwMode="auto">
              <a:xfrm>
                <a:off x="3180" y="2063"/>
                <a:ext cx="0" cy="152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47131" name="Line 84"/>
              <p:cNvSpPr>
                <a:spLocks noChangeShapeType="1"/>
              </p:cNvSpPr>
              <p:nvPr/>
            </p:nvSpPr>
            <p:spPr bwMode="auto">
              <a:xfrm>
                <a:off x="3276" y="2063"/>
                <a:ext cx="0" cy="152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47132" name="Line 85"/>
              <p:cNvSpPr>
                <a:spLocks noChangeShapeType="1"/>
              </p:cNvSpPr>
              <p:nvPr/>
            </p:nvSpPr>
            <p:spPr bwMode="auto">
              <a:xfrm>
                <a:off x="2910" y="2040"/>
                <a:ext cx="0" cy="189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47133" name="Line 86"/>
              <p:cNvSpPr>
                <a:spLocks noChangeShapeType="1"/>
              </p:cNvSpPr>
              <p:nvPr/>
            </p:nvSpPr>
            <p:spPr bwMode="auto">
              <a:xfrm>
                <a:off x="3006" y="2040"/>
                <a:ext cx="0" cy="189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  <p:sp>
          <p:nvSpPr>
            <p:cNvPr id="47123" name="Line 87"/>
            <p:cNvSpPr>
              <a:spLocks noChangeShapeType="1"/>
            </p:cNvSpPr>
            <p:nvPr/>
          </p:nvSpPr>
          <p:spPr bwMode="auto">
            <a:xfrm flipV="1">
              <a:off x="1018" y="1576"/>
              <a:ext cx="2" cy="7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7124" name="Line 88"/>
            <p:cNvSpPr>
              <a:spLocks noChangeShapeType="1"/>
            </p:cNvSpPr>
            <p:nvPr/>
          </p:nvSpPr>
          <p:spPr bwMode="auto">
            <a:xfrm flipV="1">
              <a:off x="1106" y="1680"/>
              <a:ext cx="0" cy="59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7125" name="Line 89"/>
            <p:cNvSpPr>
              <a:spLocks noChangeShapeType="1"/>
            </p:cNvSpPr>
            <p:nvPr/>
          </p:nvSpPr>
          <p:spPr bwMode="auto">
            <a:xfrm flipH="1" flipV="1">
              <a:off x="1276" y="1812"/>
              <a:ext cx="2" cy="4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7126" name="Line 90"/>
            <p:cNvSpPr>
              <a:spLocks noChangeShapeType="1"/>
            </p:cNvSpPr>
            <p:nvPr/>
          </p:nvSpPr>
          <p:spPr bwMode="auto">
            <a:xfrm>
              <a:off x="1368" y="1924"/>
              <a:ext cx="2" cy="3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7127" name="Text Box 130"/>
            <p:cNvSpPr txBox="1">
              <a:spLocks noChangeArrowheads="1"/>
            </p:cNvSpPr>
            <p:nvPr/>
          </p:nvSpPr>
          <p:spPr bwMode="auto">
            <a:xfrm>
              <a:off x="1193" y="1665"/>
              <a:ext cx="1267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200" i="0" dirty="0" smtClean="0">
                  <a:latin typeface="Arial" panose="020B0604020202090204" pitchFamily="34" charset="0"/>
                  <a:cs typeface="+mn-cs"/>
                </a:rPr>
                <a:t>IP src: 111.111.111.111</a:t>
              </a:r>
              <a:endParaRPr lang="en-US" sz="1200" i="0" dirty="0" smtClean="0">
                <a:latin typeface="Arial" panose="020B0604020202090204" pitchFamily="34" charset="0"/>
                <a:cs typeface="+mn-cs"/>
              </a:endParaRPr>
            </a:p>
            <a:p>
              <a:pPr>
                <a:defRPr/>
              </a:pPr>
              <a:r>
                <a:rPr lang="en-US" sz="1200" i="0" dirty="0" smtClean="0">
                  <a:latin typeface="Arial" panose="020B0604020202090204" pitchFamily="34" charset="0"/>
                  <a:cs typeface="+mn-cs"/>
                </a:rPr>
                <a:t>   IP dest: 222.222.222.222</a:t>
              </a:r>
              <a:endParaRPr lang="en-US" sz="1200" i="0" dirty="0" smtClean="0">
                <a:latin typeface="Arial" panose="020B0604020202090204" pitchFamily="34" charset="0"/>
                <a:cs typeface="+mn-cs"/>
              </a:endParaRPr>
            </a:p>
          </p:txBody>
        </p:sp>
      </p:grpSp>
      <p:grpSp>
        <p:nvGrpSpPr>
          <p:cNvPr id="714898" name="Group 146"/>
          <p:cNvGrpSpPr/>
          <p:nvPr/>
        </p:nvGrpSpPr>
        <p:grpSpPr bwMode="auto">
          <a:xfrm>
            <a:off x="2667000" y="2435225"/>
            <a:ext cx="2011363" cy="979488"/>
            <a:chOff x="4493" y="1480"/>
            <a:chExt cx="1267" cy="617"/>
          </a:xfrm>
        </p:grpSpPr>
        <p:sp>
          <p:nvSpPr>
            <p:cNvPr id="47118" name="Line 143"/>
            <p:cNvSpPr>
              <a:spLocks noChangeShapeType="1"/>
            </p:cNvSpPr>
            <p:nvPr/>
          </p:nvSpPr>
          <p:spPr bwMode="auto">
            <a:xfrm flipH="1" flipV="1">
              <a:off x="4576" y="1627"/>
              <a:ext cx="2" cy="4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7119" name="Line 144"/>
            <p:cNvSpPr>
              <a:spLocks noChangeShapeType="1"/>
            </p:cNvSpPr>
            <p:nvPr/>
          </p:nvSpPr>
          <p:spPr bwMode="auto">
            <a:xfrm>
              <a:off x="4668" y="1739"/>
              <a:ext cx="2" cy="3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7120" name="Text Box 145"/>
            <p:cNvSpPr txBox="1">
              <a:spLocks noChangeArrowheads="1"/>
            </p:cNvSpPr>
            <p:nvPr/>
          </p:nvSpPr>
          <p:spPr bwMode="auto">
            <a:xfrm>
              <a:off x="4493" y="1480"/>
              <a:ext cx="1267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200" i="0" dirty="0" smtClean="0">
                  <a:latin typeface="Arial" panose="020B0604020202090204" pitchFamily="34" charset="0"/>
                  <a:cs typeface="+mn-cs"/>
                </a:rPr>
                <a:t>IP src: 111.111.111.111</a:t>
              </a:r>
              <a:endParaRPr lang="en-US" sz="1200" i="0" dirty="0" smtClean="0">
                <a:latin typeface="Arial" panose="020B0604020202090204" pitchFamily="34" charset="0"/>
                <a:cs typeface="+mn-cs"/>
              </a:endParaRPr>
            </a:p>
            <a:p>
              <a:pPr>
                <a:defRPr/>
              </a:pPr>
              <a:r>
                <a:rPr lang="en-US" sz="1200" i="0" dirty="0" smtClean="0">
                  <a:latin typeface="Arial" panose="020B0604020202090204" pitchFamily="34" charset="0"/>
                  <a:cs typeface="+mn-cs"/>
                </a:rPr>
                <a:t>   IP dest: 222.222.222.222</a:t>
              </a:r>
              <a:endParaRPr lang="en-US" sz="1200" i="0" dirty="0" smtClean="0">
                <a:latin typeface="Arial" panose="020B0604020202090204" pitchFamily="34" charset="0"/>
                <a:cs typeface="+mn-cs"/>
              </a:endParaRPr>
            </a:p>
          </p:txBody>
        </p:sp>
      </p:grpSp>
      <p:pic>
        <p:nvPicPr>
          <p:cNvPr id="136204" name="Picture 15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338" y="763588"/>
            <a:ext cx="7769225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r>
              <a:rPr lang="en-US" sz="1200" dirty="0">
                <a:latin typeface="Tahoma" panose="020B0604030504040204" charset="0"/>
              </a:rPr>
              <a:t>6</a:t>
            </a:r>
            <a:r>
              <a:rPr lang="en-US" sz="1200" dirty="0" smtClean="0">
                <a:latin typeface="Tahoma" panose="020B0604030504040204" charset="0"/>
              </a:rPr>
              <a:t>-</a:t>
            </a:r>
            <a:fld id="{8E8C6E93-DF5B-BC4B-80F9-500DED1EEDCC}" type="slidenum">
              <a:rPr lang="en-US" sz="1200">
                <a:latin typeface="Tahoma" panose="020B0604030504040204" charset="0"/>
              </a:rPr>
            </a:fld>
            <a:endParaRPr lang="en-US" sz="1200" dirty="0">
              <a:latin typeface="Tahoma" panose="020B0604030504040204" charset="0"/>
            </a:endParaRPr>
          </a:p>
        </p:txBody>
      </p:sp>
      <p:sp>
        <p:nvSpPr>
          <p:cNvPr id="10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pPr algn="r"/>
            <a:r>
              <a:rPr lang="en-US" sz="1200" dirty="0" smtClean="0">
                <a:solidFill>
                  <a:srgbClr val="000000"/>
                </a:solidFill>
                <a:latin typeface="Tahoma" panose="020B0604030504040204" charset="0"/>
                <a:cs typeface="Arial" panose="020B0604020202090204" pitchFamily="34" charset="0"/>
              </a:rPr>
              <a:t>Link Layer and LANs</a:t>
            </a:r>
            <a:endParaRPr lang="en-US" sz="1200" dirty="0">
              <a:solidFill>
                <a:srgbClr val="000000"/>
              </a:solidFill>
              <a:latin typeface="Tahoma" panose="020B060403050404020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714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2.96296E-6 L -8.33333E-7 0.13334 L 0.04045 0.16297 L 0.08629 0.16297 L 0.08524 0.01482 " pathEditMode="relative" rAng="0" ptsTypes="AAAAA">
                                      <p:cBhvr>
                                        <p:cTn id="11" dur="2000" fill="hold"/>
                                        <p:tgtEl>
                                          <p:spTgt spid="7148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06" y="814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" dur="500"/>
                                        <p:tgtEl>
                                          <p:spTgt spid="7148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4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14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5" dur="500"/>
                                        <p:tgtEl>
                                          <p:spTgt spid="7148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4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714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4853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241" name="Group 100"/>
          <p:cNvGrpSpPr/>
          <p:nvPr/>
        </p:nvGrpSpPr>
        <p:grpSpPr bwMode="auto">
          <a:xfrm>
            <a:off x="709613" y="3962400"/>
            <a:ext cx="8221662" cy="2349500"/>
            <a:chOff x="709613" y="3962400"/>
            <a:chExt cx="8221662" cy="2349500"/>
          </a:xfrm>
        </p:grpSpPr>
        <p:grpSp>
          <p:nvGrpSpPr>
            <p:cNvPr id="138285" name="Group 101"/>
            <p:cNvGrpSpPr/>
            <p:nvPr/>
          </p:nvGrpSpPr>
          <p:grpSpPr bwMode="auto">
            <a:xfrm>
              <a:off x="6979920" y="5354320"/>
              <a:ext cx="711200" cy="601028"/>
              <a:chOff x="7179310" y="4033520"/>
              <a:chExt cx="1009650" cy="855028"/>
            </a:xfrm>
          </p:grpSpPr>
          <p:grpSp>
            <p:nvGrpSpPr>
              <p:cNvPr id="138344" name="Group 44"/>
              <p:cNvGrpSpPr/>
              <p:nvPr/>
            </p:nvGrpSpPr>
            <p:grpSpPr bwMode="auto"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id="138346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38347" name="Freeform 46"/>
                <p:cNvSpPr/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  <p:sp>
            <p:nvSpPr>
              <p:cNvPr id="162" name="Rectangle 43"/>
              <p:cNvSpPr>
                <a:spLocks noChangeArrowheads="1"/>
              </p:cNvSpPr>
              <p:nvPr/>
            </p:nvSpPr>
            <p:spPr bwMode="auto">
              <a:xfrm rot="16200000">
                <a:off x="7439930" y="4308572"/>
                <a:ext cx="126470" cy="196070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Comic Sans MS" panose="030F0902030302020204" pitchFamily="66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38286" name="Group 102"/>
            <p:cNvGrpSpPr/>
            <p:nvPr/>
          </p:nvGrpSpPr>
          <p:grpSpPr bwMode="auto">
            <a:xfrm>
              <a:off x="1046480" y="3962400"/>
              <a:ext cx="1026163" cy="761428"/>
              <a:chOff x="1046480" y="3962400"/>
              <a:chExt cx="1026163" cy="761428"/>
            </a:xfrm>
          </p:grpSpPr>
          <p:sp>
            <p:nvSpPr>
              <p:cNvPr id="157" name="Rectangle 48"/>
              <p:cNvSpPr>
                <a:spLocks noChangeArrowheads="1"/>
              </p:cNvSpPr>
              <p:nvPr/>
            </p:nvSpPr>
            <p:spPr bwMode="auto">
              <a:xfrm rot="16200000">
                <a:off x="1893887" y="4300538"/>
                <a:ext cx="111125" cy="247650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Comic Sans MS" panose="030F0902030302020204" pitchFamily="66" charset="0"/>
                  <a:ea typeface="+mn-ea"/>
                  <a:cs typeface="+mn-cs"/>
                </a:endParaRPr>
              </a:p>
            </p:txBody>
          </p:sp>
          <p:grpSp>
            <p:nvGrpSpPr>
              <p:cNvPr id="138341" name="Group 49"/>
              <p:cNvGrpSpPr/>
              <p:nvPr/>
            </p:nvGrpSpPr>
            <p:grpSpPr bwMode="auto"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id="138342" name="Picture 50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38343" name="Freeform 51"/>
                <p:cNvSpPr/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</p:grpSp>
        <p:sp>
          <p:nvSpPr>
            <p:cNvPr id="104" name="Text Box 4"/>
            <p:cNvSpPr txBox="1">
              <a:spLocks noChangeArrowheads="1"/>
            </p:cNvSpPr>
            <p:nvPr/>
          </p:nvSpPr>
          <p:spPr bwMode="auto">
            <a:xfrm>
              <a:off x="4224338" y="4381500"/>
              <a:ext cx="376237" cy="45720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sz="2400" i="0" dirty="0">
                  <a:solidFill>
                    <a:srgbClr val="FF0000"/>
                  </a:solidFill>
                  <a:latin typeface="+mn-lt"/>
                  <a:ea typeface="+mn-ea"/>
                  <a:cs typeface="+mn-cs"/>
                </a:rPr>
                <a:t>R</a:t>
              </a:r>
              <a:endParaRPr lang="en-US" i="0" dirty="0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8177" name="Text Box 21"/>
            <p:cNvSpPr txBox="1">
              <a:spLocks noChangeArrowheads="1"/>
            </p:cNvSpPr>
            <p:nvPr/>
          </p:nvSpPr>
          <p:spPr bwMode="auto">
            <a:xfrm>
              <a:off x="3868738" y="5378450"/>
              <a:ext cx="1543050" cy="27463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200" i="0" dirty="0" smtClean="0">
                  <a:latin typeface="Arial" panose="020B0604020202090204" pitchFamily="34" charset="0"/>
                  <a:cs typeface="+mn-cs"/>
                </a:rPr>
                <a:t>1A-23-F9-CD-06-9B</a:t>
              </a:r>
              <a:endParaRPr lang="en-US" sz="1200" i="0" dirty="0" smtClean="0">
                <a:latin typeface="Arial" panose="020B0604020202090204" pitchFamily="34" charset="0"/>
                <a:cs typeface="+mn-cs"/>
              </a:endParaRPr>
            </a:p>
          </p:txBody>
        </p:sp>
        <p:sp>
          <p:nvSpPr>
            <p:cNvPr id="48178" name="Text Box 22"/>
            <p:cNvSpPr txBox="1">
              <a:spLocks noChangeArrowheads="1"/>
            </p:cNvSpPr>
            <p:nvPr/>
          </p:nvSpPr>
          <p:spPr bwMode="auto">
            <a:xfrm>
              <a:off x="4016375" y="5205413"/>
              <a:ext cx="1322388" cy="27463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200" i="0" dirty="0" smtClean="0">
                  <a:latin typeface="Arial" panose="020B0604020202090204" pitchFamily="34" charset="0"/>
                  <a:cs typeface="+mn-cs"/>
                </a:rPr>
                <a:t>222.222.222.220</a:t>
              </a:r>
              <a:endParaRPr lang="en-US" sz="1200" i="0" dirty="0" smtClean="0">
                <a:latin typeface="Arial" panose="020B0604020202090204" pitchFamily="34" charset="0"/>
                <a:cs typeface="+mn-cs"/>
              </a:endParaRPr>
            </a:p>
          </p:txBody>
        </p:sp>
        <p:grpSp>
          <p:nvGrpSpPr>
            <p:cNvPr id="138290" name="Group 23"/>
            <p:cNvGrpSpPr/>
            <p:nvPr/>
          </p:nvGrpSpPr>
          <p:grpSpPr bwMode="auto">
            <a:xfrm>
              <a:off x="3044825" y="5794375"/>
              <a:ext cx="1541463" cy="449263"/>
              <a:chOff x="1934" y="2405"/>
              <a:chExt cx="971" cy="283"/>
            </a:xfrm>
          </p:grpSpPr>
          <p:sp>
            <p:nvSpPr>
              <p:cNvPr id="48227" name="Text Box 24"/>
              <p:cNvSpPr txBox="1">
                <a:spLocks noChangeArrowheads="1"/>
              </p:cNvSpPr>
              <p:nvPr/>
            </p:nvSpPr>
            <p:spPr bwMode="auto">
              <a:xfrm>
                <a:off x="1934" y="2405"/>
                <a:ext cx="833" cy="17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1200" i="0" dirty="0" smtClean="0">
                    <a:latin typeface="Arial" panose="020B0604020202090204" pitchFamily="34" charset="0"/>
                    <a:cs typeface="+mn-cs"/>
                  </a:rPr>
                  <a:t>111.111.111.110</a:t>
                </a:r>
                <a:endParaRPr lang="en-US" sz="1200" i="0" dirty="0" smtClean="0">
                  <a:latin typeface="Arial" panose="020B0604020202090204" pitchFamily="34" charset="0"/>
                  <a:cs typeface="+mn-cs"/>
                </a:endParaRPr>
              </a:p>
            </p:txBody>
          </p:sp>
          <p:sp>
            <p:nvSpPr>
              <p:cNvPr id="48228" name="Text Box 25"/>
              <p:cNvSpPr txBox="1">
                <a:spLocks noChangeArrowheads="1"/>
              </p:cNvSpPr>
              <p:nvPr/>
            </p:nvSpPr>
            <p:spPr bwMode="auto">
              <a:xfrm>
                <a:off x="1938" y="2515"/>
                <a:ext cx="967" cy="17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1200" i="0" dirty="0" smtClean="0">
                    <a:latin typeface="Arial" panose="020B0604020202090204" pitchFamily="34" charset="0"/>
                    <a:cs typeface="+mn-cs"/>
                  </a:rPr>
                  <a:t>E6-E9-00-17-BB-4B</a:t>
                </a:r>
                <a:endParaRPr lang="en-US" sz="1200" i="0" dirty="0" smtClean="0">
                  <a:latin typeface="Arial" panose="020B0604020202090204" pitchFamily="34" charset="0"/>
                  <a:cs typeface="+mn-cs"/>
                </a:endParaRPr>
              </a:p>
            </p:txBody>
          </p:sp>
        </p:grpSp>
        <p:sp>
          <p:nvSpPr>
            <p:cNvPr id="48180" name="Text Box 26"/>
            <p:cNvSpPr txBox="1">
              <a:spLocks noChangeArrowheads="1"/>
            </p:cNvSpPr>
            <p:nvPr/>
          </p:nvSpPr>
          <p:spPr bwMode="auto">
            <a:xfrm>
              <a:off x="952500" y="6037263"/>
              <a:ext cx="1627188" cy="27463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200" i="0" dirty="0" smtClean="0">
                  <a:latin typeface="Arial" panose="020B0604020202090204" pitchFamily="34" charset="0"/>
                  <a:cs typeface="+mn-cs"/>
                </a:rPr>
                <a:t>CC-49-DE-D0-AB-7D</a:t>
              </a:r>
              <a:endParaRPr lang="en-US" sz="1200" i="0" dirty="0" smtClean="0">
                <a:latin typeface="Arial" panose="020B0604020202090204" pitchFamily="34" charset="0"/>
                <a:cs typeface="+mn-cs"/>
              </a:endParaRPr>
            </a:p>
          </p:txBody>
        </p:sp>
        <p:sp>
          <p:nvSpPr>
            <p:cNvPr id="48181" name="Text Box 27"/>
            <p:cNvSpPr txBox="1">
              <a:spLocks noChangeArrowheads="1"/>
            </p:cNvSpPr>
            <p:nvPr/>
          </p:nvSpPr>
          <p:spPr bwMode="auto">
            <a:xfrm>
              <a:off x="942975" y="5854700"/>
              <a:ext cx="1322388" cy="27463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200" i="0" dirty="0" smtClean="0">
                  <a:latin typeface="Arial" panose="020B0604020202090204" pitchFamily="34" charset="0"/>
                  <a:cs typeface="+mn-cs"/>
                </a:rPr>
                <a:t>111.111.111.112</a:t>
              </a:r>
              <a:endParaRPr lang="en-US" sz="1200" i="0" dirty="0" smtClean="0">
                <a:latin typeface="Arial" panose="020B0604020202090204" pitchFamily="34" charset="0"/>
                <a:cs typeface="+mn-cs"/>
              </a:endParaRPr>
            </a:p>
          </p:txBody>
        </p:sp>
        <p:sp>
          <p:nvSpPr>
            <p:cNvPr id="48182" name="Text Box 30"/>
            <p:cNvSpPr txBox="1">
              <a:spLocks noChangeArrowheads="1"/>
            </p:cNvSpPr>
            <p:nvPr/>
          </p:nvSpPr>
          <p:spPr bwMode="auto">
            <a:xfrm>
              <a:off x="709613" y="4741863"/>
              <a:ext cx="1322387" cy="27463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200" i="0" dirty="0" smtClean="0">
                  <a:latin typeface="Arial" panose="020B0604020202090204" pitchFamily="34" charset="0"/>
                  <a:cs typeface="+mn-cs"/>
                </a:rPr>
                <a:t>111.111.111.111</a:t>
              </a:r>
              <a:endParaRPr lang="en-US" sz="1200" i="0" dirty="0" smtClean="0">
                <a:latin typeface="Arial" panose="020B0604020202090204" pitchFamily="34" charset="0"/>
                <a:cs typeface="+mn-cs"/>
              </a:endParaRPr>
            </a:p>
          </p:txBody>
        </p:sp>
        <p:sp>
          <p:nvSpPr>
            <p:cNvPr id="48183" name="Text Box 33"/>
            <p:cNvSpPr txBox="1">
              <a:spLocks noChangeArrowheads="1"/>
            </p:cNvSpPr>
            <p:nvPr/>
          </p:nvSpPr>
          <p:spPr bwMode="auto">
            <a:xfrm>
              <a:off x="730250" y="4927600"/>
              <a:ext cx="1509713" cy="27463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200" i="0" dirty="0" smtClean="0">
                  <a:latin typeface="Arial" panose="020B0604020202090204" pitchFamily="34" charset="0"/>
                  <a:cs typeface="+mn-cs"/>
                </a:rPr>
                <a:t>74-29-9C-E8-FF-55</a:t>
              </a:r>
              <a:endParaRPr lang="en-US" sz="1200" i="0" dirty="0" smtClean="0">
                <a:latin typeface="Arial" panose="020B0604020202090204" pitchFamily="34" charset="0"/>
                <a:cs typeface="+mn-cs"/>
              </a:endParaRPr>
            </a:p>
          </p:txBody>
        </p:sp>
        <p:sp>
          <p:nvSpPr>
            <p:cNvPr id="138295" name="Freeform 39"/>
            <p:cNvSpPr/>
            <p:nvPr/>
          </p:nvSpPr>
          <p:spPr bwMode="auto">
            <a:xfrm>
              <a:off x="2365375" y="4437063"/>
              <a:ext cx="839788" cy="1069975"/>
            </a:xfrm>
            <a:custGeom>
              <a:avLst/>
              <a:gdLst>
                <a:gd name="T0" fmla="*/ 2147483647 w 1005"/>
                <a:gd name="T1" fmla="*/ 2147483647 h 996"/>
                <a:gd name="T2" fmla="*/ 2147483647 w 1005"/>
                <a:gd name="T3" fmla="*/ 2147483647 h 996"/>
                <a:gd name="T4" fmla="*/ 2147483647 w 1005"/>
                <a:gd name="T5" fmla="*/ 2147483647 h 996"/>
                <a:gd name="T6" fmla="*/ 2147483647 w 1005"/>
                <a:gd name="T7" fmla="*/ 2147483647 h 996"/>
                <a:gd name="T8" fmla="*/ 2147483647 w 1005"/>
                <a:gd name="T9" fmla="*/ 2147483647 h 996"/>
                <a:gd name="T10" fmla="*/ 2147483647 w 1005"/>
                <a:gd name="T11" fmla="*/ 2147483647 h 996"/>
                <a:gd name="T12" fmla="*/ 2147483647 w 1005"/>
                <a:gd name="T13" fmla="*/ 2147483647 h 996"/>
                <a:gd name="T14" fmla="*/ 2147483647 w 1005"/>
                <a:gd name="T15" fmla="*/ 2147483647 h 996"/>
                <a:gd name="T16" fmla="*/ 2147483647 w 1005"/>
                <a:gd name="T17" fmla="*/ 2147483647 h 996"/>
                <a:gd name="T18" fmla="*/ 2147483647 w 1005"/>
                <a:gd name="T19" fmla="*/ 2147483647 h 996"/>
                <a:gd name="T20" fmla="*/ 2147483647 w 1005"/>
                <a:gd name="T21" fmla="*/ 2147483647 h 996"/>
                <a:gd name="T22" fmla="*/ 2147483647 w 1005"/>
                <a:gd name="T23" fmla="*/ 2147483647 h 996"/>
                <a:gd name="T24" fmla="*/ 2147483647 w 1005"/>
                <a:gd name="T25" fmla="*/ 2147483647 h 99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05" h="996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00CCFF"/>
            </a:solidFill>
            <a:ln w="9525" cap="flat" cmpd="sng">
              <a:solidFill>
                <a:schemeClr val="tx1"/>
              </a:solidFill>
              <a:prstDash val="solid"/>
              <a:round/>
            </a:ln>
            <a:effectLst/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48185" name="Line 40"/>
            <p:cNvSpPr>
              <a:spLocks noChangeShapeType="1"/>
            </p:cNvSpPr>
            <p:nvPr/>
          </p:nvSpPr>
          <p:spPr bwMode="auto">
            <a:xfrm>
              <a:off x="2062163" y="4416425"/>
              <a:ext cx="438150" cy="2301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8186" name="Line 41"/>
            <p:cNvSpPr>
              <a:spLocks noChangeShapeType="1"/>
            </p:cNvSpPr>
            <p:nvPr/>
          </p:nvSpPr>
          <p:spPr bwMode="auto">
            <a:xfrm flipV="1">
              <a:off x="2185988" y="5360988"/>
              <a:ext cx="231775" cy="2555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8187" name="Line 42"/>
            <p:cNvSpPr>
              <a:spLocks noChangeShapeType="1"/>
            </p:cNvSpPr>
            <p:nvPr/>
          </p:nvSpPr>
          <p:spPr bwMode="auto">
            <a:xfrm>
              <a:off x="3184525" y="4954588"/>
              <a:ext cx="584200" cy="95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8188" name="Line 44"/>
            <p:cNvSpPr>
              <a:spLocks noChangeShapeType="1"/>
            </p:cNvSpPr>
            <p:nvPr/>
          </p:nvSpPr>
          <p:spPr bwMode="auto">
            <a:xfrm flipV="1">
              <a:off x="2101850" y="5711825"/>
              <a:ext cx="0" cy="1635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8189" name="Line 45"/>
            <p:cNvSpPr>
              <a:spLocks noChangeShapeType="1"/>
            </p:cNvSpPr>
            <p:nvPr/>
          </p:nvSpPr>
          <p:spPr bwMode="auto">
            <a:xfrm flipH="1" flipV="1">
              <a:off x="1976438" y="4489450"/>
              <a:ext cx="0" cy="3984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8190" name="Line 46"/>
            <p:cNvSpPr>
              <a:spLocks noChangeShapeType="1"/>
            </p:cNvSpPr>
            <p:nvPr/>
          </p:nvSpPr>
          <p:spPr bwMode="auto">
            <a:xfrm>
              <a:off x="3854450" y="5021263"/>
              <a:ext cx="0" cy="7508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8191" name="Line 47"/>
            <p:cNvSpPr>
              <a:spLocks noChangeShapeType="1"/>
            </p:cNvSpPr>
            <p:nvPr/>
          </p:nvSpPr>
          <p:spPr bwMode="auto">
            <a:xfrm flipH="1" flipV="1">
              <a:off x="4935538" y="5011738"/>
              <a:ext cx="4762" cy="2206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120" name="Text Box 58"/>
            <p:cNvSpPr txBox="1">
              <a:spLocks noChangeArrowheads="1"/>
            </p:cNvSpPr>
            <p:nvPr/>
          </p:nvSpPr>
          <p:spPr bwMode="auto">
            <a:xfrm>
              <a:off x="719138" y="4156075"/>
              <a:ext cx="390525" cy="46196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 i="0" dirty="0">
                  <a:solidFill>
                    <a:srgbClr val="FF0000"/>
                  </a:solidFill>
                  <a:latin typeface="+mj-lt"/>
                  <a:ea typeface="+mn-ea"/>
                  <a:cs typeface="+mn-cs"/>
                </a:rPr>
                <a:t>A</a:t>
              </a:r>
              <a:endParaRPr lang="en-US" sz="2400" i="0" dirty="0">
                <a:solidFill>
                  <a:srgbClr val="FF0000"/>
                </a:solidFill>
                <a:latin typeface="+mj-lt"/>
                <a:ea typeface="+mn-ea"/>
                <a:cs typeface="+mn-cs"/>
              </a:endParaRPr>
            </a:p>
          </p:txBody>
        </p:sp>
        <p:sp>
          <p:nvSpPr>
            <p:cNvPr id="48193" name="Line 60"/>
            <p:cNvSpPr>
              <a:spLocks noChangeShapeType="1"/>
            </p:cNvSpPr>
            <p:nvPr/>
          </p:nvSpPr>
          <p:spPr bwMode="auto">
            <a:xfrm>
              <a:off x="5045075" y="4921250"/>
              <a:ext cx="11985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138305" name="Group 63"/>
            <p:cNvGrpSpPr/>
            <p:nvPr/>
          </p:nvGrpSpPr>
          <p:grpSpPr bwMode="auto">
            <a:xfrm>
              <a:off x="7372350" y="4845050"/>
              <a:ext cx="1558925" cy="460375"/>
              <a:chOff x="4351" y="2786"/>
              <a:chExt cx="982" cy="290"/>
            </a:xfrm>
          </p:grpSpPr>
          <p:sp>
            <p:nvSpPr>
              <p:cNvPr id="48225" name="Text Box 64"/>
              <p:cNvSpPr txBox="1">
                <a:spLocks noChangeArrowheads="1"/>
              </p:cNvSpPr>
              <p:nvPr/>
            </p:nvSpPr>
            <p:spPr bwMode="auto">
              <a:xfrm>
                <a:off x="4352" y="2786"/>
                <a:ext cx="833" cy="17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1200" i="0" dirty="0" smtClean="0">
                    <a:latin typeface="Arial" panose="020B0604020202090204" pitchFamily="34" charset="0"/>
                    <a:cs typeface="+mn-cs"/>
                  </a:rPr>
                  <a:t>222.222.222.222</a:t>
                </a:r>
                <a:endParaRPr lang="en-US" sz="1200" i="0" dirty="0" smtClean="0">
                  <a:latin typeface="Arial" panose="020B0604020202090204" pitchFamily="34" charset="0"/>
                  <a:cs typeface="+mn-cs"/>
                </a:endParaRPr>
              </a:p>
            </p:txBody>
          </p:sp>
          <p:sp>
            <p:nvSpPr>
              <p:cNvPr id="48226" name="Text Box 65"/>
              <p:cNvSpPr txBox="1">
                <a:spLocks noChangeArrowheads="1"/>
              </p:cNvSpPr>
              <p:nvPr/>
            </p:nvSpPr>
            <p:spPr bwMode="auto">
              <a:xfrm>
                <a:off x="4351" y="2904"/>
                <a:ext cx="982" cy="17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1200" i="0" dirty="0" smtClean="0">
                    <a:latin typeface="Arial" panose="020B0604020202090204" pitchFamily="34" charset="0"/>
                    <a:cs typeface="+mn-cs"/>
                  </a:rPr>
                  <a:t>49-BD-D2-C7-56-2A</a:t>
                </a:r>
                <a:endParaRPr lang="en-US" sz="1200" i="0" dirty="0" smtClean="0">
                  <a:latin typeface="Arial" panose="020B0604020202090204" pitchFamily="34" charset="0"/>
                  <a:cs typeface="+mn-cs"/>
                </a:endParaRPr>
              </a:p>
            </p:txBody>
          </p:sp>
        </p:grpSp>
        <p:sp>
          <p:nvSpPr>
            <p:cNvPr id="48195" name="Line 67"/>
            <p:cNvSpPr>
              <a:spLocks noChangeShapeType="1"/>
            </p:cNvSpPr>
            <p:nvPr/>
          </p:nvSpPr>
          <p:spPr bwMode="auto">
            <a:xfrm flipV="1">
              <a:off x="6943725" y="4416425"/>
              <a:ext cx="450850" cy="3175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8196" name="Line 68"/>
            <p:cNvSpPr>
              <a:spLocks noChangeShapeType="1"/>
            </p:cNvSpPr>
            <p:nvPr/>
          </p:nvSpPr>
          <p:spPr bwMode="auto">
            <a:xfrm flipH="1" flipV="1">
              <a:off x="7469188" y="4492625"/>
              <a:ext cx="11112" cy="3889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8197" name="Text Box 71"/>
            <p:cNvSpPr txBox="1">
              <a:spLocks noChangeArrowheads="1"/>
            </p:cNvSpPr>
            <p:nvPr/>
          </p:nvSpPr>
          <p:spPr bwMode="auto">
            <a:xfrm>
              <a:off x="7073900" y="5811838"/>
              <a:ext cx="1322388" cy="27463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200" i="0" dirty="0" smtClean="0">
                  <a:latin typeface="Arial" panose="020B0604020202090204" pitchFamily="34" charset="0"/>
                  <a:cs typeface="+mn-cs"/>
                </a:rPr>
                <a:t>222.222.222.221</a:t>
              </a:r>
              <a:endParaRPr lang="en-US" sz="1200" i="0" dirty="0" smtClean="0">
                <a:latin typeface="Arial" panose="020B0604020202090204" pitchFamily="34" charset="0"/>
                <a:cs typeface="+mn-cs"/>
              </a:endParaRPr>
            </a:p>
          </p:txBody>
        </p:sp>
        <p:sp>
          <p:nvSpPr>
            <p:cNvPr id="48198" name="Text Box 72"/>
            <p:cNvSpPr txBox="1">
              <a:spLocks noChangeArrowheads="1"/>
            </p:cNvSpPr>
            <p:nvPr/>
          </p:nvSpPr>
          <p:spPr bwMode="auto">
            <a:xfrm>
              <a:off x="7077075" y="5986463"/>
              <a:ext cx="1501775" cy="27463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200" i="0" dirty="0" smtClean="0">
                  <a:latin typeface="Arial" panose="020B0604020202090204" pitchFamily="34" charset="0"/>
                  <a:cs typeface="+mn-cs"/>
                </a:rPr>
                <a:t>88-B2-2F-54-1A-0F</a:t>
              </a:r>
              <a:endParaRPr lang="en-US" sz="1200" i="0" dirty="0" smtClean="0">
                <a:latin typeface="Arial" panose="020B0604020202090204" pitchFamily="34" charset="0"/>
                <a:cs typeface="+mn-cs"/>
              </a:endParaRPr>
            </a:p>
          </p:txBody>
        </p:sp>
        <p:sp>
          <p:nvSpPr>
            <p:cNvPr id="48199" name="Line 73"/>
            <p:cNvSpPr>
              <a:spLocks noChangeShapeType="1"/>
            </p:cNvSpPr>
            <p:nvPr/>
          </p:nvSpPr>
          <p:spPr bwMode="auto">
            <a:xfrm flipH="1" flipV="1">
              <a:off x="6873875" y="5313363"/>
              <a:ext cx="254000" cy="2508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8200" name="Line 74"/>
            <p:cNvSpPr>
              <a:spLocks noChangeShapeType="1"/>
            </p:cNvSpPr>
            <p:nvPr/>
          </p:nvSpPr>
          <p:spPr bwMode="auto">
            <a:xfrm flipH="1">
              <a:off x="7208838" y="5654675"/>
              <a:ext cx="4762" cy="2016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138312" name="Freeform 75"/>
            <p:cNvSpPr/>
            <p:nvPr/>
          </p:nvSpPr>
          <p:spPr bwMode="auto">
            <a:xfrm>
              <a:off x="6203950" y="4440238"/>
              <a:ext cx="765175" cy="1081088"/>
            </a:xfrm>
            <a:custGeom>
              <a:avLst/>
              <a:gdLst>
                <a:gd name="T0" fmla="*/ 2147483647 w 1005"/>
                <a:gd name="T1" fmla="*/ 2147483647 h 996"/>
                <a:gd name="T2" fmla="*/ 2147483647 w 1005"/>
                <a:gd name="T3" fmla="*/ 2147483647 h 996"/>
                <a:gd name="T4" fmla="*/ 2147483647 w 1005"/>
                <a:gd name="T5" fmla="*/ 2147483647 h 996"/>
                <a:gd name="T6" fmla="*/ 2147483647 w 1005"/>
                <a:gd name="T7" fmla="*/ 2147483647 h 996"/>
                <a:gd name="T8" fmla="*/ 2147483647 w 1005"/>
                <a:gd name="T9" fmla="*/ 2147483647 h 996"/>
                <a:gd name="T10" fmla="*/ 2147483647 w 1005"/>
                <a:gd name="T11" fmla="*/ 2147483647 h 996"/>
                <a:gd name="T12" fmla="*/ 2147483647 w 1005"/>
                <a:gd name="T13" fmla="*/ 2147483647 h 996"/>
                <a:gd name="T14" fmla="*/ 2147483647 w 1005"/>
                <a:gd name="T15" fmla="*/ 2147483647 h 996"/>
                <a:gd name="T16" fmla="*/ 2147483647 w 1005"/>
                <a:gd name="T17" fmla="*/ 2147483647 h 996"/>
                <a:gd name="T18" fmla="*/ 2147483647 w 1005"/>
                <a:gd name="T19" fmla="*/ 2147483647 h 996"/>
                <a:gd name="T20" fmla="*/ 2147483647 w 1005"/>
                <a:gd name="T21" fmla="*/ 2147483647 h 996"/>
                <a:gd name="T22" fmla="*/ 2147483647 w 1005"/>
                <a:gd name="T23" fmla="*/ 2147483647 h 996"/>
                <a:gd name="T24" fmla="*/ 2147483647 w 1005"/>
                <a:gd name="T25" fmla="*/ 2147483647 h 99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05" h="996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00CCFF"/>
            </a:solidFill>
            <a:ln w="9525" cap="flat" cmpd="sng">
              <a:solidFill>
                <a:schemeClr val="tx1"/>
              </a:solidFill>
              <a:prstDash val="solid"/>
              <a:round/>
            </a:ln>
            <a:effectLst/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130" name="Text Box 76"/>
            <p:cNvSpPr txBox="1">
              <a:spLocks noChangeArrowheads="1"/>
            </p:cNvSpPr>
            <p:nvPr/>
          </p:nvSpPr>
          <p:spPr bwMode="auto">
            <a:xfrm>
              <a:off x="8307388" y="4073525"/>
              <a:ext cx="357187" cy="46196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 i="0" dirty="0">
                  <a:solidFill>
                    <a:srgbClr val="FF0000"/>
                  </a:solidFill>
                  <a:latin typeface="+mj-lt"/>
                  <a:ea typeface="+mn-ea"/>
                  <a:cs typeface="+mn-cs"/>
                </a:rPr>
                <a:t>B</a:t>
              </a:r>
              <a:endParaRPr lang="en-US" sz="2400" i="0" dirty="0">
                <a:solidFill>
                  <a:srgbClr val="FF0000"/>
                </a:solidFill>
                <a:latin typeface="+mj-lt"/>
                <a:ea typeface="+mn-ea"/>
                <a:cs typeface="+mn-cs"/>
              </a:endParaRPr>
            </a:p>
          </p:txBody>
        </p:sp>
        <p:grpSp>
          <p:nvGrpSpPr>
            <p:cNvPr id="138314" name="Group 130"/>
            <p:cNvGrpSpPr/>
            <p:nvPr/>
          </p:nvGrpSpPr>
          <p:grpSpPr bwMode="auto">
            <a:xfrm>
              <a:off x="7179310" y="4033520"/>
              <a:ext cx="1009650" cy="855028"/>
              <a:chOff x="7179310" y="4033520"/>
              <a:chExt cx="1009650" cy="855028"/>
            </a:xfrm>
          </p:grpSpPr>
          <p:grpSp>
            <p:nvGrpSpPr>
              <p:cNvPr id="138332" name="Group 44"/>
              <p:cNvGrpSpPr/>
              <p:nvPr/>
            </p:nvGrpSpPr>
            <p:grpSpPr bwMode="auto"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id="138334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38335" name="Freeform 46"/>
                <p:cNvSpPr/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  <p:sp>
            <p:nvSpPr>
              <p:cNvPr id="150" name="Rectangle 43"/>
              <p:cNvSpPr>
                <a:spLocks noChangeArrowheads="1"/>
              </p:cNvSpPr>
              <p:nvPr/>
            </p:nvSpPr>
            <p:spPr bwMode="auto">
              <a:xfrm rot="16200000">
                <a:off x="7438232" y="4309268"/>
                <a:ext cx="127000" cy="195263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Comic Sans MS" panose="030F0902030302020204" pitchFamily="66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38315" name="Group 131"/>
            <p:cNvGrpSpPr/>
            <p:nvPr/>
          </p:nvGrpSpPr>
          <p:grpSpPr bwMode="auto">
            <a:xfrm>
              <a:off x="3757931" y="4714240"/>
              <a:ext cx="1291589" cy="426719"/>
              <a:chOff x="4011931" y="3379152"/>
              <a:chExt cx="1262062" cy="390207"/>
            </a:xfrm>
          </p:grpSpPr>
          <p:sp>
            <p:nvSpPr>
              <p:cNvPr id="138" name="Rectangle 43"/>
              <p:cNvSpPr>
                <a:spLocks noChangeArrowheads="1"/>
              </p:cNvSpPr>
              <p:nvPr/>
            </p:nvSpPr>
            <p:spPr bwMode="auto">
              <a:xfrm rot="16200000">
                <a:off x="5112705" y="3476529"/>
                <a:ext cx="127747" cy="195452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Comic Sans MS" panose="030F0902030302020204" pitchFamily="66" charset="0"/>
                  <a:ea typeface="+mn-ea"/>
                  <a:cs typeface="+mn-cs"/>
                </a:endParaRPr>
              </a:p>
            </p:txBody>
          </p:sp>
          <p:grpSp>
            <p:nvGrpSpPr>
              <p:cNvPr id="138322" name="Group 1185"/>
              <p:cNvGrpSpPr/>
              <p:nvPr/>
            </p:nvGrpSpPr>
            <p:grpSpPr bwMode="auto">
              <a:xfrm>
                <a:off x="4197985" y="3379152"/>
                <a:ext cx="892175" cy="390207"/>
                <a:chOff x="4650" y="1129"/>
                <a:chExt cx="246" cy="95"/>
              </a:xfrm>
            </p:grpSpPr>
            <p:sp>
              <p:nvSpPr>
                <p:cNvPr id="138324" name="Oval 407"/>
                <p:cNvSpPr>
                  <a:spLocks noChangeArrowheads="1"/>
                </p:cNvSpPr>
                <p:nvPr/>
              </p:nvSpPr>
              <p:spPr bwMode="auto">
                <a:xfrm>
                  <a:off x="4651" y="1171"/>
                  <a:ext cx="244" cy="53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en-US" sz="2400" i="0" dirty="0">
                    <a:latin typeface="Times New Roman" panose="02020503050405090304" charset="0"/>
                    <a:cs typeface="Arial" panose="020B0604020202090204" pitchFamily="34" charset="0"/>
                  </a:endParaRPr>
                </a:p>
              </p:txBody>
            </p:sp>
            <p:sp>
              <p:nvSpPr>
                <p:cNvPr id="138325" name="Rectangle 410"/>
                <p:cNvSpPr>
                  <a:spLocks noChangeArrowheads="1"/>
                </p:cNvSpPr>
                <p:nvPr/>
              </p:nvSpPr>
              <p:spPr bwMode="auto">
                <a:xfrm>
                  <a:off x="4651" y="1165"/>
                  <a:ext cx="245" cy="33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>
                  <a:noFill/>
                </a:ln>
              </p:spPr>
              <p:txBody>
                <a:bodyPr wrap="none" anchor="ctr"/>
                <a:lstStyle/>
                <a:p>
                  <a:pPr algn="ctr"/>
                  <a:endParaRPr lang="en-US" sz="2400" i="0" dirty="0">
                    <a:latin typeface="Times New Roman" panose="02020503050405090304" charset="0"/>
                    <a:cs typeface="Arial" panose="020B0604020202090204" pitchFamily="34" charset="0"/>
                  </a:endParaRPr>
                </a:p>
              </p:txBody>
            </p:sp>
            <p:sp>
              <p:nvSpPr>
                <p:cNvPr id="138326" name="Oval 411"/>
                <p:cNvSpPr>
                  <a:spLocks noChangeArrowheads="1"/>
                </p:cNvSpPr>
                <p:nvPr/>
              </p:nvSpPr>
              <p:spPr bwMode="auto">
                <a:xfrm>
                  <a:off x="4650" y="1129"/>
                  <a:ext cx="244" cy="62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en-US" sz="2400" i="0" dirty="0">
                    <a:latin typeface="Times New Roman" panose="02020503050405090304" charset="0"/>
                    <a:cs typeface="Arial" panose="020B0604020202090204" pitchFamily="34" charset="0"/>
                  </a:endParaRPr>
                </a:p>
              </p:txBody>
            </p:sp>
            <p:grpSp>
              <p:nvGrpSpPr>
                <p:cNvPr id="138327" name="Group 1189"/>
                <p:cNvGrpSpPr/>
                <p:nvPr/>
              </p:nvGrpSpPr>
              <p:grpSpPr bwMode="auto">
                <a:xfrm>
                  <a:off x="4699" y="1145"/>
                  <a:ext cx="138" cy="29"/>
                  <a:chOff x="2468" y="1332"/>
                  <a:chExt cx="310" cy="60"/>
                </a:xfrm>
              </p:grpSpPr>
              <p:sp>
                <p:nvSpPr>
                  <p:cNvPr id="138330" name="Freeform 1190"/>
                  <p:cNvSpPr/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12700" cmpd="sng">
                    <a:solidFill>
                      <a:schemeClr val="tx1"/>
                    </a:solidFill>
                    <a:round/>
                  </a:ln>
                  <a:effectLst/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38331" name="Freeform 1191"/>
                  <p:cNvSpPr/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12700" cmpd="sng">
                    <a:solidFill>
                      <a:schemeClr val="tx1"/>
                    </a:solidFill>
                    <a:round/>
                  </a:ln>
                  <a:effectLst/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48217" name="Line 1192"/>
                <p:cNvSpPr>
                  <a:spLocks noChangeShapeType="1"/>
                </p:cNvSpPr>
                <p:nvPr/>
              </p:nvSpPr>
              <p:spPr bwMode="auto">
                <a:xfrm>
                  <a:off x="4651" y="1158"/>
                  <a:ext cx="0" cy="4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48218" name="Line 1193"/>
                <p:cNvSpPr>
                  <a:spLocks noChangeShapeType="1"/>
                </p:cNvSpPr>
                <p:nvPr/>
              </p:nvSpPr>
              <p:spPr bwMode="auto">
                <a:xfrm>
                  <a:off x="4894" y="1160"/>
                  <a:ext cx="0" cy="4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  <p:sp>
            <p:nvSpPr>
              <p:cNvPr id="140" name="Rectangle 43"/>
              <p:cNvSpPr>
                <a:spLocks noChangeArrowheads="1"/>
              </p:cNvSpPr>
              <p:nvPr/>
            </p:nvSpPr>
            <p:spPr bwMode="auto">
              <a:xfrm rot="16200000">
                <a:off x="4046200" y="3485965"/>
                <a:ext cx="126295" cy="195452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Comic Sans MS" panose="030F0902030302020204" pitchFamily="66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38316" name="Group 132"/>
            <p:cNvGrpSpPr/>
            <p:nvPr/>
          </p:nvGrpSpPr>
          <p:grpSpPr bwMode="auto">
            <a:xfrm>
              <a:off x="1483360" y="5313680"/>
              <a:ext cx="701043" cy="517588"/>
              <a:chOff x="1046480" y="3962400"/>
              <a:chExt cx="1026163" cy="761428"/>
            </a:xfrm>
          </p:grpSpPr>
          <p:sp>
            <p:nvSpPr>
              <p:cNvPr id="134" name="Rectangle 48"/>
              <p:cNvSpPr>
                <a:spLocks noChangeArrowheads="1"/>
              </p:cNvSpPr>
              <p:nvPr/>
            </p:nvSpPr>
            <p:spPr bwMode="auto">
              <a:xfrm rot="16200000">
                <a:off x="1893438" y="4298853"/>
                <a:ext cx="109762" cy="248638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Comic Sans MS" panose="030F0902030302020204" pitchFamily="66" charset="0"/>
                  <a:ea typeface="+mn-ea"/>
                  <a:cs typeface="+mn-cs"/>
                </a:endParaRPr>
              </a:p>
            </p:txBody>
          </p:sp>
          <p:grpSp>
            <p:nvGrpSpPr>
              <p:cNvPr id="138318" name="Group 49"/>
              <p:cNvGrpSpPr/>
              <p:nvPr/>
            </p:nvGrpSpPr>
            <p:grpSpPr bwMode="auto"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id="138319" name="Picture 50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38320" name="Freeform 51"/>
                <p:cNvSpPr/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</p:grpSp>
      </p:grpSp>
      <p:sp>
        <p:nvSpPr>
          <p:cNvPr id="718850" name="AutoShape 2"/>
          <p:cNvSpPr>
            <a:spLocks noChangeArrowheads="1"/>
          </p:cNvSpPr>
          <p:nvPr/>
        </p:nvSpPr>
        <p:spPr bwMode="auto">
          <a:xfrm>
            <a:off x="5710238" y="3144838"/>
            <a:ext cx="314325" cy="792162"/>
          </a:xfrm>
          <a:prstGeom prst="downArrow">
            <a:avLst>
              <a:gd name="adj1" fmla="val 50000"/>
              <a:gd name="adj2" fmla="val 63005"/>
            </a:avLst>
          </a:prstGeom>
          <a:gradFill rotWithShape="1">
            <a:gsLst>
              <a:gs pos="0">
                <a:schemeClr val="bg1"/>
              </a:gs>
              <a:gs pos="100000">
                <a:srgbClr val="FF0000"/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48134" name="Rectangle 3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8001000" cy="1143000"/>
          </a:xfrm>
        </p:spPr>
        <p:txBody>
          <a:bodyPr/>
          <a:lstStyle/>
          <a:p>
            <a:pPr>
              <a:defRPr/>
            </a:pPr>
            <a:r>
              <a:rPr lang="en-US" sz="4000" dirty="0">
                <a:latin typeface="Gill Sans MT" pitchFamily="34" charset="0"/>
                <a:cs typeface="+mj-cs"/>
              </a:rPr>
              <a:t>Addressing: routing to another LAN</a:t>
            </a:r>
            <a:endParaRPr lang="en-US" sz="4000" dirty="0">
              <a:latin typeface="Gill Sans MT" pitchFamily="34" charset="0"/>
              <a:cs typeface="+mj-cs"/>
            </a:endParaRPr>
          </a:p>
        </p:txBody>
      </p:sp>
      <p:grpSp>
        <p:nvGrpSpPr>
          <p:cNvPr id="138246" name="Group 67"/>
          <p:cNvGrpSpPr/>
          <p:nvPr/>
        </p:nvGrpSpPr>
        <p:grpSpPr bwMode="auto">
          <a:xfrm>
            <a:off x="5216525" y="2701925"/>
            <a:ext cx="2011363" cy="760413"/>
            <a:chOff x="1197" y="1665"/>
            <a:chExt cx="1267" cy="479"/>
          </a:xfrm>
        </p:grpSpPr>
        <p:grpSp>
          <p:nvGrpSpPr>
            <p:cNvPr id="138280" name="Group 68"/>
            <p:cNvGrpSpPr/>
            <p:nvPr/>
          </p:nvGrpSpPr>
          <p:grpSpPr bwMode="auto">
            <a:xfrm>
              <a:off x="1231" y="1990"/>
              <a:ext cx="691" cy="154"/>
              <a:chOff x="1231" y="1990"/>
              <a:chExt cx="691" cy="154"/>
            </a:xfrm>
          </p:grpSpPr>
          <p:sp>
            <p:nvSpPr>
              <p:cNvPr id="48171" name="Rectangle 69"/>
              <p:cNvSpPr>
                <a:spLocks noChangeArrowheads="1"/>
              </p:cNvSpPr>
              <p:nvPr/>
            </p:nvSpPr>
            <p:spPr bwMode="auto">
              <a:xfrm>
                <a:off x="1231" y="1991"/>
                <a:ext cx="691" cy="153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48172" name="Line 70"/>
              <p:cNvSpPr>
                <a:spLocks noChangeShapeType="1"/>
              </p:cNvSpPr>
              <p:nvPr/>
            </p:nvSpPr>
            <p:spPr bwMode="auto">
              <a:xfrm>
                <a:off x="1337" y="1990"/>
                <a:ext cx="0" cy="152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48173" name="Line 71"/>
              <p:cNvSpPr>
                <a:spLocks noChangeShapeType="1"/>
              </p:cNvSpPr>
              <p:nvPr/>
            </p:nvSpPr>
            <p:spPr bwMode="auto">
              <a:xfrm>
                <a:off x="1427" y="1992"/>
                <a:ext cx="0" cy="152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  <p:sp>
          <p:nvSpPr>
            <p:cNvPr id="48170" name="Text Box 72"/>
            <p:cNvSpPr txBox="1">
              <a:spLocks noChangeArrowheads="1"/>
            </p:cNvSpPr>
            <p:nvPr/>
          </p:nvSpPr>
          <p:spPr bwMode="auto">
            <a:xfrm>
              <a:off x="1197" y="1665"/>
              <a:ext cx="1267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200" i="0" dirty="0" smtClean="0">
                  <a:latin typeface="Arial" panose="020B0604020202090204" pitchFamily="34" charset="0"/>
                  <a:cs typeface="+mn-cs"/>
                </a:rPr>
                <a:t>IP src: 111.111.111.111</a:t>
              </a:r>
              <a:endParaRPr lang="en-US" sz="1200" i="0" dirty="0" smtClean="0">
                <a:latin typeface="Arial" panose="020B0604020202090204" pitchFamily="34" charset="0"/>
                <a:cs typeface="+mn-cs"/>
              </a:endParaRPr>
            </a:p>
            <a:p>
              <a:pPr>
                <a:defRPr/>
              </a:pPr>
              <a:r>
                <a:rPr lang="en-US" sz="1200" i="0" dirty="0" smtClean="0">
                  <a:latin typeface="Arial" panose="020B0604020202090204" pitchFamily="34" charset="0"/>
                  <a:cs typeface="+mn-cs"/>
                </a:rPr>
                <a:t>   IP dest: 222.222.222.222</a:t>
              </a:r>
              <a:endParaRPr lang="en-US" sz="1200" i="0" dirty="0" smtClean="0">
                <a:latin typeface="Arial" panose="020B0604020202090204" pitchFamily="34" charset="0"/>
                <a:cs typeface="+mn-cs"/>
              </a:endParaRPr>
            </a:p>
          </p:txBody>
        </p:sp>
      </p:grpSp>
      <p:grpSp>
        <p:nvGrpSpPr>
          <p:cNvPr id="718921" name="Group 73"/>
          <p:cNvGrpSpPr/>
          <p:nvPr/>
        </p:nvGrpSpPr>
        <p:grpSpPr bwMode="auto">
          <a:xfrm>
            <a:off x="5340350" y="2952750"/>
            <a:ext cx="146050" cy="385763"/>
            <a:chOff x="1272" y="1762"/>
            <a:chExt cx="92" cy="243"/>
          </a:xfrm>
        </p:grpSpPr>
        <p:sp>
          <p:nvSpPr>
            <p:cNvPr id="48167" name="Line 74"/>
            <p:cNvSpPr>
              <a:spLocks noChangeShapeType="1"/>
            </p:cNvSpPr>
            <p:nvPr/>
          </p:nvSpPr>
          <p:spPr bwMode="auto">
            <a:xfrm>
              <a:off x="1272" y="1762"/>
              <a:ext cx="0" cy="24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8168" name="Line 75"/>
            <p:cNvSpPr>
              <a:spLocks noChangeShapeType="1"/>
            </p:cNvSpPr>
            <p:nvPr/>
          </p:nvSpPr>
          <p:spPr bwMode="auto">
            <a:xfrm>
              <a:off x="1364" y="1878"/>
              <a:ext cx="0" cy="1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sp>
        <p:nvSpPr>
          <p:cNvPr id="718924" name="Rectangle 76"/>
          <p:cNvSpPr>
            <a:spLocks noChangeArrowheads="1"/>
          </p:cNvSpPr>
          <p:nvPr/>
        </p:nvSpPr>
        <p:spPr bwMode="auto">
          <a:xfrm>
            <a:off x="706438" y="1084263"/>
            <a:ext cx="7772400" cy="550862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/>
          <a:p>
            <a:pPr marL="231775" indent="-2317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000" i="0" dirty="0">
                <a:latin typeface="Gill Sans MT" pitchFamily="34" charset="0"/>
                <a:cs typeface="+mn-cs"/>
              </a:rPr>
              <a:t>R forwards datagram with IP source A, destination B </a:t>
            </a:r>
            <a:endParaRPr lang="en-US" sz="2000" i="0" dirty="0">
              <a:latin typeface="Gill Sans MT" pitchFamily="34" charset="0"/>
              <a:cs typeface="+mn-cs"/>
            </a:endParaRPr>
          </a:p>
        </p:txBody>
      </p:sp>
      <p:sp>
        <p:nvSpPr>
          <p:cNvPr id="718925" name="Rectangle 77"/>
          <p:cNvSpPr>
            <a:spLocks noChangeArrowheads="1"/>
          </p:cNvSpPr>
          <p:nvPr/>
        </p:nvSpPr>
        <p:spPr bwMode="auto">
          <a:xfrm>
            <a:off x="719138" y="1441450"/>
            <a:ext cx="7772400" cy="722313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/>
          <a:p>
            <a:pPr marL="231775" indent="-2317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000" i="0" dirty="0">
                <a:latin typeface="Gill Sans MT" pitchFamily="34" charset="0"/>
                <a:cs typeface="+mn-cs"/>
              </a:rPr>
              <a:t>R creates link-layer frame with B's MAC address as </a:t>
            </a:r>
            <a:r>
              <a:rPr lang="en-US" sz="2000" i="0" dirty="0" smtClean="0">
                <a:latin typeface="Gill Sans MT" pitchFamily="34" charset="0"/>
                <a:cs typeface="+mn-cs"/>
              </a:rPr>
              <a:t>destination address, </a:t>
            </a:r>
            <a:r>
              <a:rPr lang="en-US" sz="2000" i="0" dirty="0">
                <a:latin typeface="Gill Sans MT" pitchFamily="34" charset="0"/>
                <a:cs typeface="+mn-cs"/>
              </a:rPr>
              <a:t>frame contains A-to-B IP datagram</a:t>
            </a:r>
            <a:endParaRPr lang="en-US" sz="2800" i="0" dirty="0">
              <a:latin typeface="Gill Sans MT" pitchFamily="34" charset="0"/>
              <a:cs typeface="+mn-cs"/>
            </a:endParaRPr>
          </a:p>
        </p:txBody>
      </p:sp>
      <p:grpSp>
        <p:nvGrpSpPr>
          <p:cNvPr id="718926" name="Group 78"/>
          <p:cNvGrpSpPr/>
          <p:nvPr/>
        </p:nvGrpSpPr>
        <p:grpSpPr bwMode="auto">
          <a:xfrm>
            <a:off x="4791075" y="2293938"/>
            <a:ext cx="2428876" cy="1519237"/>
            <a:chOff x="931" y="1414"/>
            <a:chExt cx="1530" cy="957"/>
          </a:xfrm>
        </p:grpSpPr>
        <p:sp>
          <p:nvSpPr>
            <p:cNvPr id="48155" name="Text Box 79"/>
            <p:cNvSpPr txBox="1">
              <a:spLocks noChangeArrowheads="1"/>
            </p:cNvSpPr>
            <p:nvPr/>
          </p:nvSpPr>
          <p:spPr bwMode="auto">
            <a:xfrm>
              <a:off x="931" y="1414"/>
              <a:ext cx="1530" cy="40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200" i="0" dirty="0" smtClean="0">
                  <a:latin typeface="Arial" panose="020B0604020202090204" pitchFamily="34" charset="0"/>
                  <a:cs typeface="+mn-cs"/>
                </a:rPr>
                <a:t>MAC src: </a:t>
              </a:r>
              <a:r>
                <a:rPr lang="en-US" sz="1200" i="0" dirty="0" smtClean="0">
                  <a:solidFill>
                    <a:srgbClr val="FF0000"/>
                  </a:solidFill>
                  <a:latin typeface="Arial" panose="020B0604020202090204" pitchFamily="34" charset="0"/>
                  <a:cs typeface="+mn-cs"/>
                </a:rPr>
                <a:t>1A-23-F9-CD-06-9B</a:t>
              </a:r>
              <a:endParaRPr lang="en-US" sz="1200" i="0" dirty="0" smtClean="0">
                <a:solidFill>
                  <a:srgbClr val="FF0000"/>
                </a:solidFill>
                <a:latin typeface="Arial" panose="020B0604020202090204" pitchFamily="34" charset="0"/>
                <a:cs typeface="+mn-cs"/>
              </a:endParaRPr>
            </a:p>
            <a:p>
              <a:pPr>
                <a:defRPr/>
              </a:pPr>
              <a:r>
                <a:rPr lang="en-US" sz="1200" i="0" dirty="0" smtClean="0">
                  <a:latin typeface="Arial" panose="020B0604020202090204" pitchFamily="34" charset="0"/>
                  <a:cs typeface="+mn-cs"/>
                </a:rPr>
                <a:t>  MAC dest: </a:t>
              </a:r>
              <a:r>
                <a:rPr lang="en-US" sz="1200" i="0" dirty="0" smtClean="0">
                  <a:solidFill>
                    <a:srgbClr val="FF0000"/>
                  </a:solidFill>
                  <a:latin typeface="Arial" panose="020B0604020202090204" pitchFamily="34" charset="0"/>
                  <a:cs typeface="+mn-cs"/>
                </a:rPr>
                <a:t>49-BD-D2-C7-56-2A</a:t>
              </a:r>
              <a:endParaRPr lang="en-US" sz="1200" i="0" dirty="0" smtClean="0">
                <a:solidFill>
                  <a:srgbClr val="FF0000"/>
                </a:solidFill>
                <a:latin typeface="Arial" panose="020B0604020202090204" pitchFamily="34" charset="0"/>
                <a:cs typeface="+mn-cs"/>
              </a:endParaRPr>
            </a:p>
            <a:p>
              <a:pPr>
                <a:defRPr/>
              </a:pPr>
              <a:endParaRPr lang="en-US" sz="1200" i="0" dirty="0" smtClean="0">
                <a:solidFill>
                  <a:srgbClr val="FF0000"/>
                </a:solidFill>
                <a:latin typeface="Arial" panose="020B0604020202090204" pitchFamily="34" charset="0"/>
                <a:cs typeface="+mn-cs"/>
              </a:endParaRPr>
            </a:p>
          </p:txBody>
        </p:sp>
        <p:grpSp>
          <p:nvGrpSpPr>
            <p:cNvPr id="138267" name="Group 80"/>
            <p:cNvGrpSpPr/>
            <p:nvPr/>
          </p:nvGrpSpPr>
          <p:grpSpPr bwMode="auto">
            <a:xfrm>
              <a:off x="981" y="2182"/>
              <a:ext cx="1049" cy="189"/>
              <a:chOff x="2829" y="2040"/>
              <a:chExt cx="1049" cy="189"/>
            </a:xfrm>
          </p:grpSpPr>
          <p:sp>
            <p:nvSpPr>
              <p:cNvPr id="48161" name="Rectangle 81"/>
              <p:cNvSpPr>
                <a:spLocks noChangeArrowheads="1"/>
              </p:cNvSpPr>
              <p:nvPr/>
            </p:nvSpPr>
            <p:spPr bwMode="auto">
              <a:xfrm>
                <a:off x="2829" y="2042"/>
                <a:ext cx="1049" cy="185"/>
              </a:xfrm>
              <a:prstGeom prst="rect">
                <a:avLst/>
              </a:prstGeom>
              <a:solidFill>
                <a:srgbClr val="000099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48162" name="Rectangle 82"/>
              <p:cNvSpPr>
                <a:spLocks noChangeArrowheads="1"/>
              </p:cNvSpPr>
              <p:nvPr/>
            </p:nvSpPr>
            <p:spPr bwMode="auto">
              <a:xfrm>
                <a:off x="3078" y="2060"/>
                <a:ext cx="691" cy="153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48163" name="Line 83"/>
              <p:cNvSpPr>
                <a:spLocks noChangeShapeType="1"/>
              </p:cNvSpPr>
              <p:nvPr/>
            </p:nvSpPr>
            <p:spPr bwMode="auto">
              <a:xfrm>
                <a:off x="3180" y="2063"/>
                <a:ext cx="0" cy="152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48164" name="Line 84"/>
              <p:cNvSpPr>
                <a:spLocks noChangeShapeType="1"/>
              </p:cNvSpPr>
              <p:nvPr/>
            </p:nvSpPr>
            <p:spPr bwMode="auto">
              <a:xfrm>
                <a:off x="3276" y="2063"/>
                <a:ext cx="0" cy="152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48165" name="Line 85"/>
              <p:cNvSpPr>
                <a:spLocks noChangeShapeType="1"/>
              </p:cNvSpPr>
              <p:nvPr/>
            </p:nvSpPr>
            <p:spPr bwMode="auto">
              <a:xfrm>
                <a:off x="2910" y="2040"/>
                <a:ext cx="0" cy="189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48166" name="Line 86"/>
              <p:cNvSpPr>
                <a:spLocks noChangeShapeType="1"/>
              </p:cNvSpPr>
              <p:nvPr/>
            </p:nvSpPr>
            <p:spPr bwMode="auto">
              <a:xfrm>
                <a:off x="3006" y="2040"/>
                <a:ext cx="0" cy="189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  <p:sp>
          <p:nvSpPr>
            <p:cNvPr id="48157" name="Line 87"/>
            <p:cNvSpPr>
              <a:spLocks noChangeShapeType="1"/>
            </p:cNvSpPr>
            <p:nvPr/>
          </p:nvSpPr>
          <p:spPr bwMode="auto">
            <a:xfrm flipV="1">
              <a:off x="1018" y="1576"/>
              <a:ext cx="2" cy="7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8158" name="Line 88"/>
            <p:cNvSpPr>
              <a:spLocks noChangeShapeType="1"/>
            </p:cNvSpPr>
            <p:nvPr/>
          </p:nvSpPr>
          <p:spPr bwMode="auto">
            <a:xfrm flipV="1">
              <a:off x="1106" y="1680"/>
              <a:ext cx="0" cy="59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8159" name="Line 89"/>
            <p:cNvSpPr>
              <a:spLocks noChangeShapeType="1"/>
            </p:cNvSpPr>
            <p:nvPr/>
          </p:nvSpPr>
          <p:spPr bwMode="auto">
            <a:xfrm flipH="1" flipV="1">
              <a:off x="1276" y="1812"/>
              <a:ext cx="2" cy="4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8160" name="Line 90"/>
            <p:cNvSpPr>
              <a:spLocks noChangeShapeType="1"/>
            </p:cNvSpPr>
            <p:nvPr/>
          </p:nvSpPr>
          <p:spPr bwMode="auto">
            <a:xfrm>
              <a:off x="1368" y="1924"/>
              <a:ext cx="2" cy="3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grpSp>
        <p:nvGrpSpPr>
          <p:cNvPr id="138251" name="Group 91"/>
          <p:cNvGrpSpPr/>
          <p:nvPr/>
        </p:nvGrpSpPr>
        <p:grpSpPr bwMode="auto">
          <a:xfrm>
            <a:off x="3952875" y="2767013"/>
            <a:ext cx="895350" cy="2038350"/>
            <a:chOff x="2823" y="1545"/>
            <a:chExt cx="564" cy="1284"/>
          </a:xfrm>
        </p:grpSpPr>
        <p:sp>
          <p:nvSpPr>
            <p:cNvPr id="138261" name="Freeform 92"/>
            <p:cNvSpPr/>
            <p:nvPr/>
          </p:nvSpPr>
          <p:spPr bwMode="auto">
            <a:xfrm>
              <a:off x="2823" y="2265"/>
              <a:ext cx="564" cy="564"/>
            </a:xfrm>
            <a:custGeom>
              <a:avLst/>
              <a:gdLst>
                <a:gd name="T0" fmla="*/ 564 w 564"/>
                <a:gd name="T1" fmla="*/ 0 h 564"/>
                <a:gd name="T2" fmla="*/ 287 w 564"/>
                <a:gd name="T3" fmla="*/ 564 h 564"/>
                <a:gd name="T4" fmla="*/ 0 w 564"/>
                <a:gd name="T5" fmla="*/ 0 h 564"/>
                <a:gd name="T6" fmla="*/ 564 w 564"/>
                <a:gd name="T7" fmla="*/ 0 h 56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64" h="564">
                  <a:moveTo>
                    <a:pt x="564" y="0"/>
                  </a:moveTo>
                  <a:lnTo>
                    <a:pt x="287" y="564"/>
                  </a:lnTo>
                  <a:lnTo>
                    <a:pt x="0" y="0"/>
                  </a:lnTo>
                  <a:lnTo>
                    <a:pt x="564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48151" name="Rectangle 93"/>
            <p:cNvSpPr>
              <a:spLocks noChangeArrowheads="1"/>
            </p:cNvSpPr>
            <p:nvPr/>
          </p:nvSpPr>
          <p:spPr bwMode="auto">
            <a:xfrm>
              <a:off x="2872" y="1877"/>
              <a:ext cx="493" cy="47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8152" name="Text Box 94"/>
            <p:cNvSpPr txBox="1">
              <a:spLocks noChangeArrowheads="1"/>
            </p:cNvSpPr>
            <p:nvPr/>
          </p:nvSpPr>
          <p:spPr bwMode="auto">
            <a:xfrm>
              <a:off x="2941" y="1545"/>
              <a:ext cx="336" cy="82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 algn="ctr">
                <a:defRPr/>
              </a:pPr>
              <a:endParaRPr lang="en-US" sz="1600" i="0" dirty="0" smtClean="0">
                <a:latin typeface="Arial" panose="020B0604020202090204" pitchFamily="34" charset="0"/>
                <a:cs typeface="+mn-cs"/>
              </a:endParaRPr>
            </a:p>
            <a:p>
              <a:pPr algn="ctr">
                <a:defRPr/>
              </a:pPr>
              <a:endParaRPr lang="en-US" sz="1600" i="0" dirty="0" smtClean="0">
                <a:latin typeface="Arial" panose="020B0604020202090204" pitchFamily="34" charset="0"/>
                <a:cs typeface="+mn-cs"/>
              </a:endParaRPr>
            </a:p>
            <a:p>
              <a:pPr algn="ctr">
                <a:defRPr/>
              </a:pPr>
              <a:r>
                <a:rPr lang="en-US" sz="1600" i="0" dirty="0" smtClean="0">
                  <a:latin typeface="Arial" panose="020B0604020202090204" pitchFamily="34" charset="0"/>
                  <a:cs typeface="+mn-cs"/>
                </a:rPr>
                <a:t>IP</a:t>
              </a:r>
              <a:endParaRPr lang="en-US" sz="1600" i="0" dirty="0" smtClean="0">
                <a:latin typeface="Arial" panose="020B0604020202090204" pitchFamily="34" charset="0"/>
                <a:cs typeface="+mn-cs"/>
              </a:endParaRPr>
            </a:p>
            <a:p>
              <a:pPr algn="ctr">
                <a:defRPr/>
              </a:pPr>
              <a:r>
                <a:rPr lang="en-US" sz="1600" i="0" dirty="0" smtClean="0">
                  <a:latin typeface="Arial" panose="020B0604020202090204" pitchFamily="34" charset="0"/>
                  <a:cs typeface="+mn-cs"/>
                </a:rPr>
                <a:t>Eth</a:t>
              </a:r>
              <a:endParaRPr lang="en-US" sz="1600" i="0" dirty="0" smtClean="0">
                <a:latin typeface="Arial" panose="020B0604020202090204" pitchFamily="34" charset="0"/>
                <a:cs typeface="+mn-cs"/>
              </a:endParaRPr>
            </a:p>
            <a:p>
              <a:pPr algn="ctr">
                <a:defRPr/>
              </a:pPr>
              <a:r>
                <a:rPr lang="en-US" sz="1600" i="0" dirty="0" smtClean="0">
                  <a:latin typeface="Arial" panose="020B0604020202090204" pitchFamily="34" charset="0"/>
                  <a:cs typeface="+mn-cs"/>
                </a:rPr>
                <a:t>Phy</a:t>
              </a:r>
              <a:endParaRPr lang="en-US" sz="1600" i="0" dirty="0" smtClean="0">
                <a:latin typeface="Arial" panose="020B0604020202090204" pitchFamily="34" charset="0"/>
                <a:cs typeface="+mn-cs"/>
              </a:endParaRPr>
            </a:p>
          </p:txBody>
        </p:sp>
        <p:sp>
          <p:nvSpPr>
            <p:cNvPr id="48153" name="Line 95"/>
            <p:cNvSpPr>
              <a:spLocks noChangeShapeType="1"/>
            </p:cNvSpPr>
            <p:nvPr/>
          </p:nvSpPr>
          <p:spPr bwMode="auto">
            <a:xfrm>
              <a:off x="2868" y="2039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8154" name="Line 96"/>
            <p:cNvSpPr>
              <a:spLocks noChangeShapeType="1"/>
            </p:cNvSpPr>
            <p:nvPr/>
          </p:nvSpPr>
          <p:spPr bwMode="auto">
            <a:xfrm>
              <a:off x="2865" y="2198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grpSp>
        <p:nvGrpSpPr>
          <p:cNvPr id="138252" name="Group 113"/>
          <p:cNvGrpSpPr/>
          <p:nvPr/>
        </p:nvGrpSpPr>
        <p:grpSpPr bwMode="auto">
          <a:xfrm>
            <a:off x="8061325" y="2478088"/>
            <a:ext cx="928688" cy="1954212"/>
            <a:chOff x="250" y="1380"/>
            <a:chExt cx="585" cy="1231"/>
          </a:xfrm>
        </p:grpSpPr>
        <p:sp>
          <p:nvSpPr>
            <p:cNvPr id="138254" name="Freeform 106"/>
            <p:cNvSpPr/>
            <p:nvPr/>
          </p:nvSpPr>
          <p:spPr bwMode="auto">
            <a:xfrm>
              <a:off x="250" y="1414"/>
              <a:ext cx="582" cy="1197"/>
            </a:xfrm>
            <a:custGeom>
              <a:avLst/>
              <a:gdLst>
                <a:gd name="T0" fmla="*/ 582 w 582"/>
                <a:gd name="T1" fmla="*/ 781 h 1197"/>
                <a:gd name="T2" fmla="*/ 0 w 582"/>
                <a:gd name="T3" fmla="*/ 1197 h 1197"/>
                <a:gd name="T4" fmla="*/ 83 w 582"/>
                <a:gd name="T5" fmla="*/ 0 h 1197"/>
                <a:gd name="T6" fmla="*/ 582 w 582"/>
                <a:gd name="T7" fmla="*/ 781 h 119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82" h="1197">
                  <a:moveTo>
                    <a:pt x="582" y="781"/>
                  </a:moveTo>
                  <a:lnTo>
                    <a:pt x="0" y="1197"/>
                  </a:lnTo>
                  <a:lnTo>
                    <a:pt x="83" y="0"/>
                  </a:lnTo>
                  <a:lnTo>
                    <a:pt x="582" y="781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2700000" scaled="1"/>
            </a:gradFill>
            <a:ln>
              <a:noFill/>
            </a:ln>
            <a:effectLst/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48144" name="Rectangle 107"/>
            <p:cNvSpPr>
              <a:spLocks noChangeArrowheads="1"/>
            </p:cNvSpPr>
            <p:nvPr/>
          </p:nvSpPr>
          <p:spPr bwMode="auto">
            <a:xfrm>
              <a:off x="338" y="1399"/>
              <a:ext cx="493" cy="79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8145" name="Text Box 108"/>
            <p:cNvSpPr txBox="1">
              <a:spLocks noChangeArrowheads="1"/>
            </p:cNvSpPr>
            <p:nvPr/>
          </p:nvSpPr>
          <p:spPr bwMode="auto">
            <a:xfrm>
              <a:off x="413" y="1380"/>
              <a:ext cx="336" cy="82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 algn="ctr">
                <a:defRPr/>
              </a:pPr>
              <a:endParaRPr lang="en-US" sz="1600" i="0" dirty="0" smtClean="0">
                <a:latin typeface="Arial" panose="020B0604020202090204" pitchFamily="34" charset="0"/>
                <a:cs typeface="+mn-cs"/>
              </a:endParaRPr>
            </a:p>
            <a:p>
              <a:pPr algn="ctr">
                <a:defRPr/>
              </a:pPr>
              <a:endParaRPr lang="en-US" sz="1600" i="0" dirty="0" smtClean="0">
                <a:latin typeface="Arial" panose="020B0604020202090204" pitchFamily="34" charset="0"/>
                <a:cs typeface="+mn-cs"/>
              </a:endParaRPr>
            </a:p>
            <a:p>
              <a:pPr algn="ctr">
                <a:defRPr/>
              </a:pPr>
              <a:r>
                <a:rPr lang="en-US" sz="1600" i="0" dirty="0" smtClean="0">
                  <a:latin typeface="Arial" panose="020B0604020202090204" pitchFamily="34" charset="0"/>
                  <a:cs typeface="+mn-cs"/>
                </a:rPr>
                <a:t>IP</a:t>
              </a:r>
              <a:endParaRPr lang="en-US" sz="1600" i="0" dirty="0" smtClean="0">
                <a:latin typeface="Arial" panose="020B0604020202090204" pitchFamily="34" charset="0"/>
                <a:cs typeface="+mn-cs"/>
              </a:endParaRPr>
            </a:p>
            <a:p>
              <a:pPr algn="ctr">
                <a:defRPr/>
              </a:pPr>
              <a:r>
                <a:rPr lang="en-US" sz="1600" i="0" dirty="0" smtClean="0">
                  <a:latin typeface="Arial" panose="020B0604020202090204" pitchFamily="34" charset="0"/>
                  <a:cs typeface="+mn-cs"/>
                </a:rPr>
                <a:t>Eth</a:t>
              </a:r>
              <a:endParaRPr lang="en-US" sz="1600" i="0" dirty="0" smtClean="0">
                <a:latin typeface="Arial" panose="020B0604020202090204" pitchFamily="34" charset="0"/>
                <a:cs typeface="+mn-cs"/>
              </a:endParaRPr>
            </a:p>
            <a:p>
              <a:pPr algn="ctr">
                <a:defRPr/>
              </a:pPr>
              <a:r>
                <a:rPr lang="en-US" sz="1600" i="0" dirty="0" smtClean="0">
                  <a:latin typeface="Arial" panose="020B0604020202090204" pitchFamily="34" charset="0"/>
                  <a:cs typeface="+mn-cs"/>
                </a:rPr>
                <a:t>Phy</a:t>
              </a:r>
              <a:endParaRPr lang="en-US" sz="1600" i="0" dirty="0" smtClean="0">
                <a:latin typeface="Arial" panose="020B0604020202090204" pitchFamily="34" charset="0"/>
                <a:cs typeface="+mn-cs"/>
              </a:endParaRPr>
            </a:p>
          </p:txBody>
        </p:sp>
        <p:sp>
          <p:nvSpPr>
            <p:cNvPr id="48146" name="Line 109"/>
            <p:cNvSpPr>
              <a:spLocks noChangeShapeType="1"/>
            </p:cNvSpPr>
            <p:nvPr/>
          </p:nvSpPr>
          <p:spPr bwMode="auto">
            <a:xfrm>
              <a:off x="346" y="1868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8147" name="Line 110"/>
            <p:cNvSpPr>
              <a:spLocks noChangeShapeType="1"/>
            </p:cNvSpPr>
            <p:nvPr/>
          </p:nvSpPr>
          <p:spPr bwMode="auto">
            <a:xfrm>
              <a:off x="343" y="2027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8148" name="Line 111"/>
            <p:cNvSpPr>
              <a:spLocks noChangeShapeType="1"/>
            </p:cNvSpPr>
            <p:nvPr/>
          </p:nvSpPr>
          <p:spPr bwMode="auto">
            <a:xfrm>
              <a:off x="340" y="2186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8149" name="Line 112"/>
            <p:cNvSpPr>
              <a:spLocks noChangeShapeType="1"/>
            </p:cNvSpPr>
            <p:nvPr/>
          </p:nvSpPr>
          <p:spPr bwMode="auto">
            <a:xfrm>
              <a:off x="330" y="1698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pic>
        <p:nvPicPr>
          <p:cNvPr id="138253" name="Picture 15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338" y="763588"/>
            <a:ext cx="7769225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r>
              <a:rPr lang="en-US" sz="1200" dirty="0">
                <a:latin typeface="Tahoma" panose="020B0604030504040204" charset="0"/>
              </a:rPr>
              <a:t>6</a:t>
            </a:r>
            <a:r>
              <a:rPr lang="en-US" sz="1200" dirty="0" smtClean="0">
                <a:latin typeface="Tahoma" panose="020B0604030504040204" charset="0"/>
              </a:rPr>
              <a:t>-</a:t>
            </a:r>
            <a:fld id="{8E8C6E93-DF5B-BC4B-80F9-500DED1EEDCC}" type="slidenum">
              <a:rPr lang="en-US" sz="1200">
                <a:latin typeface="Tahoma" panose="020B0604030504040204" charset="0"/>
              </a:rPr>
            </a:fld>
            <a:endParaRPr lang="en-US" sz="1200" dirty="0">
              <a:latin typeface="Tahoma" panose="020B0604030504040204" charset="0"/>
            </a:endParaRPr>
          </a:p>
        </p:txBody>
      </p:sp>
      <p:sp>
        <p:nvSpPr>
          <p:cNvPr id="110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pPr algn="r"/>
            <a:r>
              <a:rPr lang="en-US" sz="1200" dirty="0" smtClean="0">
                <a:solidFill>
                  <a:srgbClr val="000000"/>
                </a:solidFill>
                <a:latin typeface="Tahoma" panose="020B0604030504040204" charset="0"/>
                <a:cs typeface="Arial" panose="020B0604020202090204" pitchFamily="34" charset="0"/>
              </a:rPr>
              <a:t>Link Layer and LANs</a:t>
            </a:r>
            <a:endParaRPr lang="en-US" sz="1200" dirty="0">
              <a:solidFill>
                <a:srgbClr val="000000"/>
              </a:solidFill>
              <a:latin typeface="Tahoma" panose="020B060403050404020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718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" dur="500"/>
                                        <p:tgtEl>
                                          <p:spTgt spid="7189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8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718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8850" grpId="0" animBg="1"/>
      <p:bldP spid="718924" grpId="0"/>
      <p:bldP spid="718925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289" name="Group 101"/>
          <p:cNvGrpSpPr/>
          <p:nvPr/>
        </p:nvGrpSpPr>
        <p:grpSpPr bwMode="auto">
          <a:xfrm>
            <a:off x="709613" y="3962400"/>
            <a:ext cx="8221662" cy="2349500"/>
            <a:chOff x="709613" y="3962400"/>
            <a:chExt cx="8221662" cy="2349500"/>
          </a:xfrm>
        </p:grpSpPr>
        <p:grpSp>
          <p:nvGrpSpPr>
            <p:cNvPr id="140334" name="Group 102"/>
            <p:cNvGrpSpPr/>
            <p:nvPr/>
          </p:nvGrpSpPr>
          <p:grpSpPr bwMode="auto">
            <a:xfrm>
              <a:off x="6979920" y="5354320"/>
              <a:ext cx="711200" cy="601028"/>
              <a:chOff x="7179310" y="4033520"/>
              <a:chExt cx="1009650" cy="855028"/>
            </a:xfrm>
          </p:grpSpPr>
          <p:grpSp>
            <p:nvGrpSpPr>
              <p:cNvPr id="140393" name="Group 44"/>
              <p:cNvGrpSpPr/>
              <p:nvPr/>
            </p:nvGrpSpPr>
            <p:grpSpPr bwMode="auto"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id="140395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40396" name="Freeform 46"/>
                <p:cNvSpPr/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  <p:sp>
            <p:nvSpPr>
              <p:cNvPr id="163" name="Rectangle 43"/>
              <p:cNvSpPr>
                <a:spLocks noChangeArrowheads="1"/>
              </p:cNvSpPr>
              <p:nvPr/>
            </p:nvSpPr>
            <p:spPr bwMode="auto">
              <a:xfrm rot="16200000">
                <a:off x="7439930" y="4308572"/>
                <a:ext cx="126470" cy="196070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Comic Sans MS" panose="030F0902030302020204" pitchFamily="66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40335" name="Group 103"/>
            <p:cNvGrpSpPr/>
            <p:nvPr/>
          </p:nvGrpSpPr>
          <p:grpSpPr bwMode="auto">
            <a:xfrm>
              <a:off x="1046480" y="3962400"/>
              <a:ext cx="1026163" cy="761428"/>
              <a:chOff x="1046480" y="3962400"/>
              <a:chExt cx="1026163" cy="761428"/>
            </a:xfrm>
          </p:grpSpPr>
          <p:sp>
            <p:nvSpPr>
              <p:cNvPr id="158" name="Rectangle 48"/>
              <p:cNvSpPr>
                <a:spLocks noChangeArrowheads="1"/>
              </p:cNvSpPr>
              <p:nvPr/>
            </p:nvSpPr>
            <p:spPr bwMode="auto">
              <a:xfrm rot="16200000">
                <a:off x="1893887" y="4300538"/>
                <a:ext cx="111125" cy="247650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Comic Sans MS" panose="030F0902030302020204" pitchFamily="66" charset="0"/>
                  <a:ea typeface="+mn-ea"/>
                  <a:cs typeface="+mn-cs"/>
                </a:endParaRPr>
              </a:p>
            </p:txBody>
          </p:sp>
          <p:grpSp>
            <p:nvGrpSpPr>
              <p:cNvPr id="140390" name="Group 49"/>
              <p:cNvGrpSpPr/>
              <p:nvPr/>
            </p:nvGrpSpPr>
            <p:grpSpPr bwMode="auto"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id="140391" name="Picture 50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40392" name="Freeform 51"/>
                <p:cNvSpPr/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</p:grpSp>
        <p:sp>
          <p:nvSpPr>
            <p:cNvPr id="105" name="Text Box 4"/>
            <p:cNvSpPr txBox="1">
              <a:spLocks noChangeArrowheads="1"/>
            </p:cNvSpPr>
            <p:nvPr/>
          </p:nvSpPr>
          <p:spPr bwMode="auto">
            <a:xfrm>
              <a:off x="4224338" y="4381500"/>
              <a:ext cx="376237" cy="45720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sz="2400" i="0" dirty="0">
                  <a:solidFill>
                    <a:srgbClr val="FF0000"/>
                  </a:solidFill>
                  <a:latin typeface="+mn-lt"/>
                  <a:ea typeface="+mn-ea"/>
                  <a:cs typeface="+mn-cs"/>
                </a:rPr>
                <a:t>R</a:t>
              </a:r>
              <a:endParaRPr lang="en-US" i="0" dirty="0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9202" name="Text Box 21"/>
            <p:cNvSpPr txBox="1">
              <a:spLocks noChangeArrowheads="1"/>
            </p:cNvSpPr>
            <p:nvPr/>
          </p:nvSpPr>
          <p:spPr bwMode="auto">
            <a:xfrm>
              <a:off x="3868738" y="5378450"/>
              <a:ext cx="1543050" cy="27463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200" i="0" dirty="0" smtClean="0">
                  <a:latin typeface="Arial" panose="020B0604020202090204" pitchFamily="34" charset="0"/>
                  <a:cs typeface="+mn-cs"/>
                </a:rPr>
                <a:t>1A-23-F9-CD-06-9B</a:t>
              </a:r>
              <a:endParaRPr lang="en-US" sz="1200" i="0" dirty="0" smtClean="0">
                <a:latin typeface="Arial" panose="020B0604020202090204" pitchFamily="34" charset="0"/>
                <a:cs typeface="+mn-cs"/>
              </a:endParaRPr>
            </a:p>
          </p:txBody>
        </p:sp>
        <p:sp>
          <p:nvSpPr>
            <p:cNvPr id="49203" name="Text Box 22"/>
            <p:cNvSpPr txBox="1">
              <a:spLocks noChangeArrowheads="1"/>
            </p:cNvSpPr>
            <p:nvPr/>
          </p:nvSpPr>
          <p:spPr bwMode="auto">
            <a:xfrm>
              <a:off x="4016375" y="5205413"/>
              <a:ext cx="1322388" cy="27463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200" i="0" dirty="0" smtClean="0">
                  <a:latin typeface="Arial" panose="020B0604020202090204" pitchFamily="34" charset="0"/>
                  <a:cs typeface="+mn-cs"/>
                </a:rPr>
                <a:t>222.222.222.220</a:t>
              </a:r>
              <a:endParaRPr lang="en-US" sz="1200" i="0" dirty="0" smtClean="0">
                <a:latin typeface="Arial" panose="020B0604020202090204" pitchFamily="34" charset="0"/>
                <a:cs typeface="+mn-cs"/>
              </a:endParaRPr>
            </a:p>
          </p:txBody>
        </p:sp>
        <p:grpSp>
          <p:nvGrpSpPr>
            <p:cNvPr id="140339" name="Group 23"/>
            <p:cNvGrpSpPr/>
            <p:nvPr/>
          </p:nvGrpSpPr>
          <p:grpSpPr bwMode="auto">
            <a:xfrm>
              <a:off x="3044825" y="5794375"/>
              <a:ext cx="1541463" cy="449263"/>
              <a:chOff x="1934" y="2405"/>
              <a:chExt cx="971" cy="283"/>
            </a:xfrm>
          </p:grpSpPr>
          <p:sp>
            <p:nvSpPr>
              <p:cNvPr id="49252" name="Text Box 24"/>
              <p:cNvSpPr txBox="1">
                <a:spLocks noChangeArrowheads="1"/>
              </p:cNvSpPr>
              <p:nvPr/>
            </p:nvSpPr>
            <p:spPr bwMode="auto">
              <a:xfrm>
                <a:off x="1934" y="2405"/>
                <a:ext cx="833" cy="17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1200" i="0" dirty="0" smtClean="0">
                    <a:latin typeface="Arial" panose="020B0604020202090204" pitchFamily="34" charset="0"/>
                    <a:cs typeface="+mn-cs"/>
                  </a:rPr>
                  <a:t>111.111.111.110</a:t>
                </a:r>
                <a:endParaRPr lang="en-US" sz="1200" i="0" dirty="0" smtClean="0">
                  <a:latin typeface="Arial" panose="020B0604020202090204" pitchFamily="34" charset="0"/>
                  <a:cs typeface="+mn-cs"/>
                </a:endParaRPr>
              </a:p>
            </p:txBody>
          </p:sp>
          <p:sp>
            <p:nvSpPr>
              <p:cNvPr id="49253" name="Text Box 25"/>
              <p:cNvSpPr txBox="1">
                <a:spLocks noChangeArrowheads="1"/>
              </p:cNvSpPr>
              <p:nvPr/>
            </p:nvSpPr>
            <p:spPr bwMode="auto">
              <a:xfrm>
                <a:off x="1938" y="2515"/>
                <a:ext cx="967" cy="17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1200" i="0" dirty="0" smtClean="0">
                    <a:latin typeface="Arial" panose="020B0604020202090204" pitchFamily="34" charset="0"/>
                    <a:cs typeface="+mn-cs"/>
                  </a:rPr>
                  <a:t>E6-E9-00-17-BB-4B</a:t>
                </a:r>
                <a:endParaRPr lang="en-US" sz="1200" i="0" dirty="0" smtClean="0">
                  <a:latin typeface="Arial" panose="020B0604020202090204" pitchFamily="34" charset="0"/>
                  <a:cs typeface="+mn-cs"/>
                </a:endParaRPr>
              </a:p>
            </p:txBody>
          </p:sp>
        </p:grpSp>
        <p:sp>
          <p:nvSpPr>
            <p:cNvPr id="49205" name="Text Box 26"/>
            <p:cNvSpPr txBox="1">
              <a:spLocks noChangeArrowheads="1"/>
            </p:cNvSpPr>
            <p:nvPr/>
          </p:nvSpPr>
          <p:spPr bwMode="auto">
            <a:xfrm>
              <a:off x="952500" y="6037263"/>
              <a:ext cx="1627188" cy="27463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200" i="0" dirty="0" smtClean="0">
                  <a:latin typeface="Arial" panose="020B0604020202090204" pitchFamily="34" charset="0"/>
                  <a:cs typeface="+mn-cs"/>
                </a:rPr>
                <a:t>CC-49-DE-D0-AB-7D</a:t>
              </a:r>
              <a:endParaRPr lang="en-US" sz="1200" i="0" dirty="0" smtClean="0">
                <a:latin typeface="Arial" panose="020B0604020202090204" pitchFamily="34" charset="0"/>
                <a:cs typeface="+mn-cs"/>
              </a:endParaRPr>
            </a:p>
          </p:txBody>
        </p:sp>
        <p:sp>
          <p:nvSpPr>
            <p:cNvPr id="49206" name="Text Box 27"/>
            <p:cNvSpPr txBox="1">
              <a:spLocks noChangeArrowheads="1"/>
            </p:cNvSpPr>
            <p:nvPr/>
          </p:nvSpPr>
          <p:spPr bwMode="auto">
            <a:xfrm>
              <a:off x="942975" y="5854700"/>
              <a:ext cx="1322388" cy="27463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200" i="0" dirty="0" smtClean="0">
                  <a:latin typeface="Arial" panose="020B0604020202090204" pitchFamily="34" charset="0"/>
                  <a:cs typeface="+mn-cs"/>
                </a:rPr>
                <a:t>111.111.111.112</a:t>
              </a:r>
              <a:endParaRPr lang="en-US" sz="1200" i="0" dirty="0" smtClean="0">
                <a:latin typeface="Arial" panose="020B0604020202090204" pitchFamily="34" charset="0"/>
                <a:cs typeface="+mn-cs"/>
              </a:endParaRPr>
            </a:p>
          </p:txBody>
        </p:sp>
        <p:sp>
          <p:nvSpPr>
            <p:cNvPr id="49207" name="Text Box 30"/>
            <p:cNvSpPr txBox="1">
              <a:spLocks noChangeArrowheads="1"/>
            </p:cNvSpPr>
            <p:nvPr/>
          </p:nvSpPr>
          <p:spPr bwMode="auto">
            <a:xfrm>
              <a:off x="709613" y="4741863"/>
              <a:ext cx="1322387" cy="27463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200" i="0" dirty="0" smtClean="0">
                  <a:latin typeface="Arial" panose="020B0604020202090204" pitchFamily="34" charset="0"/>
                  <a:cs typeface="+mn-cs"/>
                </a:rPr>
                <a:t>111.111.111.111</a:t>
              </a:r>
              <a:endParaRPr lang="en-US" sz="1200" i="0" dirty="0" smtClean="0">
                <a:latin typeface="Arial" panose="020B0604020202090204" pitchFamily="34" charset="0"/>
                <a:cs typeface="+mn-cs"/>
              </a:endParaRPr>
            </a:p>
          </p:txBody>
        </p:sp>
        <p:sp>
          <p:nvSpPr>
            <p:cNvPr id="49208" name="Text Box 33"/>
            <p:cNvSpPr txBox="1">
              <a:spLocks noChangeArrowheads="1"/>
            </p:cNvSpPr>
            <p:nvPr/>
          </p:nvSpPr>
          <p:spPr bwMode="auto">
            <a:xfrm>
              <a:off x="730250" y="4927600"/>
              <a:ext cx="1509713" cy="27463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200" i="0" dirty="0" smtClean="0">
                  <a:latin typeface="Arial" panose="020B0604020202090204" pitchFamily="34" charset="0"/>
                  <a:cs typeface="+mn-cs"/>
                </a:rPr>
                <a:t>74-29-9C-E8-FF-55</a:t>
              </a:r>
              <a:endParaRPr lang="en-US" sz="1200" i="0" dirty="0" smtClean="0">
                <a:latin typeface="Arial" panose="020B0604020202090204" pitchFamily="34" charset="0"/>
                <a:cs typeface="+mn-cs"/>
              </a:endParaRPr>
            </a:p>
          </p:txBody>
        </p:sp>
        <p:sp>
          <p:nvSpPr>
            <p:cNvPr id="140344" name="Freeform 39"/>
            <p:cNvSpPr/>
            <p:nvPr/>
          </p:nvSpPr>
          <p:spPr bwMode="auto">
            <a:xfrm>
              <a:off x="2365375" y="4437063"/>
              <a:ext cx="839788" cy="1069975"/>
            </a:xfrm>
            <a:custGeom>
              <a:avLst/>
              <a:gdLst>
                <a:gd name="T0" fmla="*/ 2147483647 w 1005"/>
                <a:gd name="T1" fmla="*/ 2147483647 h 996"/>
                <a:gd name="T2" fmla="*/ 2147483647 w 1005"/>
                <a:gd name="T3" fmla="*/ 2147483647 h 996"/>
                <a:gd name="T4" fmla="*/ 2147483647 w 1005"/>
                <a:gd name="T5" fmla="*/ 2147483647 h 996"/>
                <a:gd name="T6" fmla="*/ 2147483647 w 1005"/>
                <a:gd name="T7" fmla="*/ 2147483647 h 996"/>
                <a:gd name="T8" fmla="*/ 2147483647 w 1005"/>
                <a:gd name="T9" fmla="*/ 2147483647 h 996"/>
                <a:gd name="T10" fmla="*/ 2147483647 w 1005"/>
                <a:gd name="T11" fmla="*/ 2147483647 h 996"/>
                <a:gd name="T12" fmla="*/ 2147483647 w 1005"/>
                <a:gd name="T13" fmla="*/ 2147483647 h 996"/>
                <a:gd name="T14" fmla="*/ 2147483647 w 1005"/>
                <a:gd name="T15" fmla="*/ 2147483647 h 996"/>
                <a:gd name="T16" fmla="*/ 2147483647 w 1005"/>
                <a:gd name="T17" fmla="*/ 2147483647 h 996"/>
                <a:gd name="T18" fmla="*/ 2147483647 w 1005"/>
                <a:gd name="T19" fmla="*/ 2147483647 h 996"/>
                <a:gd name="T20" fmla="*/ 2147483647 w 1005"/>
                <a:gd name="T21" fmla="*/ 2147483647 h 996"/>
                <a:gd name="T22" fmla="*/ 2147483647 w 1005"/>
                <a:gd name="T23" fmla="*/ 2147483647 h 996"/>
                <a:gd name="T24" fmla="*/ 2147483647 w 1005"/>
                <a:gd name="T25" fmla="*/ 2147483647 h 99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05" h="996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00CCFF"/>
            </a:solidFill>
            <a:ln w="9525" cap="flat" cmpd="sng">
              <a:solidFill>
                <a:schemeClr val="tx1"/>
              </a:solidFill>
              <a:prstDash val="solid"/>
              <a:round/>
            </a:ln>
            <a:effectLst/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49210" name="Line 40"/>
            <p:cNvSpPr>
              <a:spLocks noChangeShapeType="1"/>
            </p:cNvSpPr>
            <p:nvPr/>
          </p:nvSpPr>
          <p:spPr bwMode="auto">
            <a:xfrm>
              <a:off x="2062163" y="4416425"/>
              <a:ext cx="438150" cy="2301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9211" name="Line 41"/>
            <p:cNvSpPr>
              <a:spLocks noChangeShapeType="1"/>
            </p:cNvSpPr>
            <p:nvPr/>
          </p:nvSpPr>
          <p:spPr bwMode="auto">
            <a:xfrm flipV="1">
              <a:off x="2185988" y="5360988"/>
              <a:ext cx="231775" cy="2555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9212" name="Line 42"/>
            <p:cNvSpPr>
              <a:spLocks noChangeShapeType="1"/>
            </p:cNvSpPr>
            <p:nvPr/>
          </p:nvSpPr>
          <p:spPr bwMode="auto">
            <a:xfrm>
              <a:off x="3184525" y="4954588"/>
              <a:ext cx="584200" cy="95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9213" name="Line 44"/>
            <p:cNvSpPr>
              <a:spLocks noChangeShapeType="1"/>
            </p:cNvSpPr>
            <p:nvPr/>
          </p:nvSpPr>
          <p:spPr bwMode="auto">
            <a:xfrm flipV="1">
              <a:off x="2101850" y="5711825"/>
              <a:ext cx="0" cy="1635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9214" name="Line 45"/>
            <p:cNvSpPr>
              <a:spLocks noChangeShapeType="1"/>
            </p:cNvSpPr>
            <p:nvPr/>
          </p:nvSpPr>
          <p:spPr bwMode="auto">
            <a:xfrm flipH="1" flipV="1">
              <a:off x="1976438" y="4489450"/>
              <a:ext cx="0" cy="3984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9215" name="Line 46"/>
            <p:cNvSpPr>
              <a:spLocks noChangeShapeType="1"/>
            </p:cNvSpPr>
            <p:nvPr/>
          </p:nvSpPr>
          <p:spPr bwMode="auto">
            <a:xfrm>
              <a:off x="3854450" y="5021263"/>
              <a:ext cx="0" cy="7508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9216" name="Line 47"/>
            <p:cNvSpPr>
              <a:spLocks noChangeShapeType="1"/>
            </p:cNvSpPr>
            <p:nvPr/>
          </p:nvSpPr>
          <p:spPr bwMode="auto">
            <a:xfrm flipH="1" flipV="1">
              <a:off x="4935538" y="5011738"/>
              <a:ext cx="4762" cy="2206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121" name="Text Box 58"/>
            <p:cNvSpPr txBox="1">
              <a:spLocks noChangeArrowheads="1"/>
            </p:cNvSpPr>
            <p:nvPr/>
          </p:nvSpPr>
          <p:spPr bwMode="auto">
            <a:xfrm>
              <a:off x="719138" y="4156075"/>
              <a:ext cx="390525" cy="46196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 i="0" dirty="0">
                  <a:solidFill>
                    <a:srgbClr val="FF0000"/>
                  </a:solidFill>
                  <a:latin typeface="+mj-lt"/>
                  <a:ea typeface="+mn-ea"/>
                  <a:cs typeface="+mn-cs"/>
                </a:rPr>
                <a:t>A</a:t>
              </a:r>
              <a:endParaRPr lang="en-US" sz="2400" i="0" dirty="0">
                <a:solidFill>
                  <a:srgbClr val="FF0000"/>
                </a:solidFill>
                <a:latin typeface="+mj-lt"/>
                <a:ea typeface="+mn-ea"/>
                <a:cs typeface="+mn-cs"/>
              </a:endParaRPr>
            </a:p>
          </p:txBody>
        </p:sp>
        <p:sp>
          <p:nvSpPr>
            <p:cNvPr id="49218" name="Line 60"/>
            <p:cNvSpPr>
              <a:spLocks noChangeShapeType="1"/>
            </p:cNvSpPr>
            <p:nvPr/>
          </p:nvSpPr>
          <p:spPr bwMode="auto">
            <a:xfrm>
              <a:off x="5045075" y="4921250"/>
              <a:ext cx="11985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140354" name="Group 63"/>
            <p:cNvGrpSpPr/>
            <p:nvPr/>
          </p:nvGrpSpPr>
          <p:grpSpPr bwMode="auto">
            <a:xfrm>
              <a:off x="7372350" y="4845050"/>
              <a:ext cx="1558925" cy="460375"/>
              <a:chOff x="4351" y="2786"/>
              <a:chExt cx="982" cy="290"/>
            </a:xfrm>
          </p:grpSpPr>
          <p:sp>
            <p:nvSpPr>
              <p:cNvPr id="49250" name="Text Box 64"/>
              <p:cNvSpPr txBox="1">
                <a:spLocks noChangeArrowheads="1"/>
              </p:cNvSpPr>
              <p:nvPr/>
            </p:nvSpPr>
            <p:spPr bwMode="auto">
              <a:xfrm>
                <a:off x="4352" y="2786"/>
                <a:ext cx="833" cy="17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1200" i="0" dirty="0" smtClean="0">
                    <a:latin typeface="Arial" panose="020B0604020202090204" pitchFamily="34" charset="0"/>
                    <a:cs typeface="+mn-cs"/>
                  </a:rPr>
                  <a:t>222.222.222.222</a:t>
                </a:r>
                <a:endParaRPr lang="en-US" sz="1200" i="0" dirty="0" smtClean="0">
                  <a:latin typeface="Arial" panose="020B0604020202090204" pitchFamily="34" charset="0"/>
                  <a:cs typeface="+mn-cs"/>
                </a:endParaRPr>
              </a:p>
            </p:txBody>
          </p:sp>
          <p:sp>
            <p:nvSpPr>
              <p:cNvPr id="49251" name="Text Box 65"/>
              <p:cNvSpPr txBox="1">
                <a:spLocks noChangeArrowheads="1"/>
              </p:cNvSpPr>
              <p:nvPr/>
            </p:nvSpPr>
            <p:spPr bwMode="auto">
              <a:xfrm>
                <a:off x="4351" y="2904"/>
                <a:ext cx="982" cy="17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1200" i="0" dirty="0" smtClean="0">
                    <a:latin typeface="Arial" panose="020B0604020202090204" pitchFamily="34" charset="0"/>
                    <a:cs typeface="+mn-cs"/>
                  </a:rPr>
                  <a:t>49-BD-D2-C7-56-2A</a:t>
                </a:r>
                <a:endParaRPr lang="en-US" sz="1200" i="0" dirty="0" smtClean="0">
                  <a:latin typeface="Arial" panose="020B0604020202090204" pitchFamily="34" charset="0"/>
                  <a:cs typeface="+mn-cs"/>
                </a:endParaRPr>
              </a:p>
            </p:txBody>
          </p:sp>
        </p:grpSp>
        <p:sp>
          <p:nvSpPr>
            <p:cNvPr id="49220" name="Line 67"/>
            <p:cNvSpPr>
              <a:spLocks noChangeShapeType="1"/>
            </p:cNvSpPr>
            <p:nvPr/>
          </p:nvSpPr>
          <p:spPr bwMode="auto">
            <a:xfrm flipV="1">
              <a:off x="6943725" y="4416425"/>
              <a:ext cx="450850" cy="3175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9221" name="Line 68"/>
            <p:cNvSpPr>
              <a:spLocks noChangeShapeType="1"/>
            </p:cNvSpPr>
            <p:nvPr/>
          </p:nvSpPr>
          <p:spPr bwMode="auto">
            <a:xfrm flipH="1" flipV="1">
              <a:off x="7469188" y="4492625"/>
              <a:ext cx="11112" cy="3889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9222" name="Text Box 71"/>
            <p:cNvSpPr txBox="1">
              <a:spLocks noChangeArrowheads="1"/>
            </p:cNvSpPr>
            <p:nvPr/>
          </p:nvSpPr>
          <p:spPr bwMode="auto">
            <a:xfrm>
              <a:off x="7073900" y="5811838"/>
              <a:ext cx="1322388" cy="27463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200" i="0" dirty="0" smtClean="0">
                  <a:latin typeface="Arial" panose="020B0604020202090204" pitchFamily="34" charset="0"/>
                  <a:cs typeface="+mn-cs"/>
                </a:rPr>
                <a:t>222.222.222.221</a:t>
              </a:r>
              <a:endParaRPr lang="en-US" sz="1200" i="0" dirty="0" smtClean="0">
                <a:latin typeface="Arial" panose="020B0604020202090204" pitchFamily="34" charset="0"/>
                <a:cs typeface="+mn-cs"/>
              </a:endParaRPr>
            </a:p>
          </p:txBody>
        </p:sp>
        <p:sp>
          <p:nvSpPr>
            <p:cNvPr id="49223" name="Text Box 72"/>
            <p:cNvSpPr txBox="1">
              <a:spLocks noChangeArrowheads="1"/>
            </p:cNvSpPr>
            <p:nvPr/>
          </p:nvSpPr>
          <p:spPr bwMode="auto">
            <a:xfrm>
              <a:off x="7077075" y="5986463"/>
              <a:ext cx="1501775" cy="27463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200" i="0" dirty="0" smtClean="0">
                  <a:latin typeface="Arial" panose="020B0604020202090204" pitchFamily="34" charset="0"/>
                  <a:cs typeface="+mn-cs"/>
                </a:rPr>
                <a:t>88-B2-2F-54-1A-0F</a:t>
              </a:r>
              <a:endParaRPr lang="en-US" sz="1200" i="0" dirty="0" smtClean="0">
                <a:latin typeface="Arial" panose="020B0604020202090204" pitchFamily="34" charset="0"/>
                <a:cs typeface="+mn-cs"/>
              </a:endParaRPr>
            </a:p>
          </p:txBody>
        </p:sp>
        <p:sp>
          <p:nvSpPr>
            <p:cNvPr id="49224" name="Line 73"/>
            <p:cNvSpPr>
              <a:spLocks noChangeShapeType="1"/>
            </p:cNvSpPr>
            <p:nvPr/>
          </p:nvSpPr>
          <p:spPr bwMode="auto">
            <a:xfrm flipH="1" flipV="1">
              <a:off x="6873875" y="5313363"/>
              <a:ext cx="254000" cy="2508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9225" name="Line 74"/>
            <p:cNvSpPr>
              <a:spLocks noChangeShapeType="1"/>
            </p:cNvSpPr>
            <p:nvPr/>
          </p:nvSpPr>
          <p:spPr bwMode="auto">
            <a:xfrm flipH="1">
              <a:off x="7208838" y="5654675"/>
              <a:ext cx="4762" cy="2016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140361" name="Freeform 75"/>
            <p:cNvSpPr/>
            <p:nvPr/>
          </p:nvSpPr>
          <p:spPr bwMode="auto">
            <a:xfrm>
              <a:off x="6203950" y="4440238"/>
              <a:ext cx="765175" cy="1081088"/>
            </a:xfrm>
            <a:custGeom>
              <a:avLst/>
              <a:gdLst>
                <a:gd name="T0" fmla="*/ 2147483647 w 1005"/>
                <a:gd name="T1" fmla="*/ 2147483647 h 996"/>
                <a:gd name="T2" fmla="*/ 2147483647 w 1005"/>
                <a:gd name="T3" fmla="*/ 2147483647 h 996"/>
                <a:gd name="T4" fmla="*/ 2147483647 w 1005"/>
                <a:gd name="T5" fmla="*/ 2147483647 h 996"/>
                <a:gd name="T6" fmla="*/ 2147483647 w 1005"/>
                <a:gd name="T7" fmla="*/ 2147483647 h 996"/>
                <a:gd name="T8" fmla="*/ 2147483647 w 1005"/>
                <a:gd name="T9" fmla="*/ 2147483647 h 996"/>
                <a:gd name="T10" fmla="*/ 2147483647 w 1005"/>
                <a:gd name="T11" fmla="*/ 2147483647 h 996"/>
                <a:gd name="T12" fmla="*/ 2147483647 w 1005"/>
                <a:gd name="T13" fmla="*/ 2147483647 h 996"/>
                <a:gd name="T14" fmla="*/ 2147483647 w 1005"/>
                <a:gd name="T15" fmla="*/ 2147483647 h 996"/>
                <a:gd name="T16" fmla="*/ 2147483647 w 1005"/>
                <a:gd name="T17" fmla="*/ 2147483647 h 996"/>
                <a:gd name="T18" fmla="*/ 2147483647 w 1005"/>
                <a:gd name="T19" fmla="*/ 2147483647 h 996"/>
                <a:gd name="T20" fmla="*/ 2147483647 w 1005"/>
                <a:gd name="T21" fmla="*/ 2147483647 h 996"/>
                <a:gd name="T22" fmla="*/ 2147483647 w 1005"/>
                <a:gd name="T23" fmla="*/ 2147483647 h 996"/>
                <a:gd name="T24" fmla="*/ 2147483647 w 1005"/>
                <a:gd name="T25" fmla="*/ 2147483647 h 99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05" h="996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00CCFF"/>
            </a:solidFill>
            <a:ln w="9525" cap="flat" cmpd="sng">
              <a:solidFill>
                <a:schemeClr val="tx1"/>
              </a:solidFill>
              <a:prstDash val="solid"/>
              <a:round/>
            </a:ln>
            <a:effectLst/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131" name="Text Box 76"/>
            <p:cNvSpPr txBox="1">
              <a:spLocks noChangeArrowheads="1"/>
            </p:cNvSpPr>
            <p:nvPr/>
          </p:nvSpPr>
          <p:spPr bwMode="auto">
            <a:xfrm>
              <a:off x="8307388" y="4073525"/>
              <a:ext cx="357187" cy="46196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 i="0" dirty="0">
                  <a:solidFill>
                    <a:srgbClr val="FF0000"/>
                  </a:solidFill>
                  <a:latin typeface="+mj-lt"/>
                  <a:ea typeface="+mn-ea"/>
                  <a:cs typeface="+mn-cs"/>
                </a:rPr>
                <a:t>B</a:t>
              </a:r>
              <a:endParaRPr lang="en-US" sz="2400" i="0" dirty="0">
                <a:solidFill>
                  <a:srgbClr val="FF0000"/>
                </a:solidFill>
                <a:latin typeface="+mj-lt"/>
                <a:ea typeface="+mn-ea"/>
                <a:cs typeface="+mn-cs"/>
              </a:endParaRPr>
            </a:p>
          </p:txBody>
        </p:sp>
        <p:grpSp>
          <p:nvGrpSpPr>
            <p:cNvPr id="140363" name="Group 131"/>
            <p:cNvGrpSpPr/>
            <p:nvPr/>
          </p:nvGrpSpPr>
          <p:grpSpPr bwMode="auto">
            <a:xfrm>
              <a:off x="7179310" y="4033520"/>
              <a:ext cx="1009650" cy="855028"/>
              <a:chOff x="7179310" y="4033520"/>
              <a:chExt cx="1009650" cy="855028"/>
            </a:xfrm>
          </p:grpSpPr>
          <p:grpSp>
            <p:nvGrpSpPr>
              <p:cNvPr id="140381" name="Group 44"/>
              <p:cNvGrpSpPr/>
              <p:nvPr/>
            </p:nvGrpSpPr>
            <p:grpSpPr bwMode="auto"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id="140383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40384" name="Freeform 46"/>
                <p:cNvSpPr/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  <p:sp>
            <p:nvSpPr>
              <p:cNvPr id="151" name="Rectangle 43"/>
              <p:cNvSpPr>
                <a:spLocks noChangeArrowheads="1"/>
              </p:cNvSpPr>
              <p:nvPr/>
            </p:nvSpPr>
            <p:spPr bwMode="auto">
              <a:xfrm rot="16200000">
                <a:off x="7438232" y="4309268"/>
                <a:ext cx="127000" cy="195263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Comic Sans MS" panose="030F0902030302020204" pitchFamily="66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40364" name="Group 132"/>
            <p:cNvGrpSpPr/>
            <p:nvPr/>
          </p:nvGrpSpPr>
          <p:grpSpPr bwMode="auto">
            <a:xfrm>
              <a:off x="3757931" y="4714240"/>
              <a:ext cx="1291589" cy="426719"/>
              <a:chOff x="4011931" y="3379152"/>
              <a:chExt cx="1262062" cy="390207"/>
            </a:xfrm>
          </p:grpSpPr>
          <p:sp>
            <p:nvSpPr>
              <p:cNvPr id="139" name="Rectangle 43"/>
              <p:cNvSpPr>
                <a:spLocks noChangeArrowheads="1"/>
              </p:cNvSpPr>
              <p:nvPr/>
            </p:nvSpPr>
            <p:spPr bwMode="auto">
              <a:xfrm rot="16200000">
                <a:off x="5112705" y="3476529"/>
                <a:ext cx="127747" cy="195452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Comic Sans MS" panose="030F0902030302020204" pitchFamily="66" charset="0"/>
                  <a:ea typeface="+mn-ea"/>
                  <a:cs typeface="+mn-cs"/>
                </a:endParaRPr>
              </a:p>
            </p:txBody>
          </p:sp>
          <p:grpSp>
            <p:nvGrpSpPr>
              <p:cNvPr id="140371" name="Group 1185"/>
              <p:cNvGrpSpPr/>
              <p:nvPr/>
            </p:nvGrpSpPr>
            <p:grpSpPr bwMode="auto">
              <a:xfrm>
                <a:off x="4197985" y="3379152"/>
                <a:ext cx="892175" cy="390207"/>
                <a:chOff x="4650" y="1129"/>
                <a:chExt cx="246" cy="95"/>
              </a:xfrm>
            </p:grpSpPr>
            <p:sp>
              <p:nvSpPr>
                <p:cNvPr id="140373" name="Oval 407"/>
                <p:cNvSpPr>
                  <a:spLocks noChangeArrowheads="1"/>
                </p:cNvSpPr>
                <p:nvPr/>
              </p:nvSpPr>
              <p:spPr bwMode="auto">
                <a:xfrm>
                  <a:off x="4651" y="1171"/>
                  <a:ext cx="244" cy="53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en-US" sz="2400" i="0" dirty="0">
                    <a:latin typeface="Times New Roman" panose="02020503050405090304" charset="0"/>
                    <a:cs typeface="Arial" panose="020B0604020202090204" pitchFamily="34" charset="0"/>
                  </a:endParaRPr>
                </a:p>
              </p:txBody>
            </p:sp>
            <p:sp>
              <p:nvSpPr>
                <p:cNvPr id="140374" name="Rectangle 410"/>
                <p:cNvSpPr>
                  <a:spLocks noChangeArrowheads="1"/>
                </p:cNvSpPr>
                <p:nvPr/>
              </p:nvSpPr>
              <p:spPr bwMode="auto">
                <a:xfrm>
                  <a:off x="4651" y="1165"/>
                  <a:ext cx="245" cy="33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>
                  <a:noFill/>
                </a:ln>
              </p:spPr>
              <p:txBody>
                <a:bodyPr wrap="none" anchor="ctr"/>
                <a:lstStyle/>
                <a:p>
                  <a:pPr algn="ctr"/>
                  <a:endParaRPr lang="en-US" sz="2400" i="0" dirty="0">
                    <a:latin typeface="Times New Roman" panose="02020503050405090304" charset="0"/>
                    <a:cs typeface="Arial" panose="020B0604020202090204" pitchFamily="34" charset="0"/>
                  </a:endParaRPr>
                </a:p>
              </p:txBody>
            </p:sp>
            <p:sp>
              <p:nvSpPr>
                <p:cNvPr id="140375" name="Oval 411"/>
                <p:cNvSpPr>
                  <a:spLocks noChangeArrowheads="1"/>
                </p:cNvSpPr>
                <p:nvPr/>
              </p:nvSpPr>
              <p:spPr bwMode="auto">
                <a:xfrm>
                  <a:off x="4650" y="1129"/>
                  <a:ext cx="244" cy="62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en-US" sz="2400" i="0" dirty="0">
                    <a:latin typeface="Times New Roman" panose="02020503050405090304" charset="0"/>
                    <a:cs typeface="Arial" panose="020B0604020202090204" pitchFamily="34" charset="0"/>
                  </a:endParaRPr>
                </a:p>
              </p:txBody>
            </p:sp>
            <p:grpSp>
              <p:nvGrpSpPr>
                <p:cNvPr id="140376" name="Group 1189"/>
                <p:cNvGrpSpPr/>
                <p:nvPr/>
              </p:nvGrpSpPr>
              <p:grpSpPr bwMode="auto">
                <a:xfrm>
                  <a:off x="4699" y="1145"/>
                  <a:ext cx="138" cy="29"/>
                  <a:chOff x="2468" y="1332"/>
                  <a:chExt cx="310" cy="60"/>
                </a:xfrm>
              </p:grpSpPr>
              <p:sp>
                <p:nvSpPr>
                  <p:cNvPr id="140379" name="Freeform 1190"/>
                  <p:cNvSpPr/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12700" cmpd="sng">
                    <a:solidFill>
                      <a:schemeClr val="tx1"/>
                    </a:solidFill>
                    <a:round/>
                  </a:ln>
                  <a:effectLst/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40380" name="Freeform 1191"/>
                  <p:cNvSpPr/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12700" cmpd="sng">
                    <a:solidFill>
                      <a:schemeClr val="tx1"/>
                    </a:solidFill>
                    <a:round/>
                  </a:ln>
                  <a:effectLst/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49242" name="Line 1192"/>
                <p:cNvSpPr>
                  <a:spLocks noChangeShapeType="1"/>
                </p:cNvSpPr>
                <p:nvPr/>
              </p:nvSpPr>
              <p:spPr bwMode="auto">
                <a:xfrm>
                  <a:off x="4651" y="1158"/>
                  <a:ext cx="0" cy="4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49243" name="Line 1193"/>
                <p:cNvSpPr>
                  <a:spLocks noChangeShapeType="1"/>
                </p:cNvSpPr>
                <p:nvPr/>
              </p:nvSpPr>
              <p:spPr bwMode="auto">
                <a:xfrm>
                  <a:off x="4894" y="1160"/>
                  <a:ext cx="0" cy="4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  <p:sp>
            <p:nvSpPr>
              <p:cNvPr id="141" name="Rectangle 43"/>
              <p:cNvSpPr>
                <a:spLocks noChangeArrowheads="1"/>
              </p:cNvSpPr>
              <p:nvPr/>
            </p:nvSpPr>
            <p:spPr bwMode="auto">
              <a:xfrm rot="16200000">
                <a:off x="4046200" y="3485965"/>
                <a:ext cx="126295" cy="195452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Comic Sans MS" panose="030F0902030302020204" pitchFamily="66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40365" name="Group 133"/>
            <p:cNvGrpSpPr/>
            <p:nvPr/>
          </p:nvGrpSpPr>
          <p:grpSpPr bwMode="auto">
            <a:xfrm>
              <a:off x="1483360" y="5313680"/>
              <a:ext cx="701043" cy="517588"/>
              <a:chOff x="1046480" y="3962400"/>
              <a:chExt cx="1026163" cy="761428"/>
            </a:xfrm>
          </p:grpSpPr>
          <p:sp>
            <p:nvSpPr>
              <p:cNvPr id="135" name="Rectangle 48"/>
              <p:cNvSpPr>
                <a:spLocks noChangeArrowheads="1"/>
              </p:cNvSpPr>
              <p:nvPr/>
            </p:nvSpPr>
            <p:spPr bwMode="auto">
              <a:xfrm rot="16200000">
                <a:off x="1893438" y="4298853"/>
                <a:ext cx="109762" cy="248638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Comic Sans MS" panose="030F0902030302020204" pitchFamily="66" charset="0"/>
                  <a:ea typeface="+mn-ea"/>
                  <a:cs typeface="+mn-cs"/>
                </a:endParaRPr>
              </a:p>
            </p:txBody>
          </p:sp>
          <p:grpSp>
            <p:nvGrpSpPr>
              <p:cNvPr id="140367" name="Group 49"/>
              <p:cNvGrpSpPr/>
              <p:nvPr/>
            </p:nvGrpSpPr>
            <p:grpSpPr bwMode="auto"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id="140368" name="Picture 50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40369" name="Freeform 51"/>
                <p:cNvSpPr/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</p:grpSp>
      </p:grpSp>
      <p:sp>
        <p:nvSpPr>
          <p:cNvPr id="49157" name="Rectangle 3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8001000" cy="1143000"/>
          </a:xfrm>
        </p:spPr>
        <p:txBody>
          <a:bodyPr/>
          <a:lstStyle/>
          <a:p>
            <a:pPr>
              <a:defRPr/>
            </a:pPr>
            <a:r>
              <a:rPr lang="en-US" sz="4000" dirty="0">
                <a:latin typeface="Gill Sans MT" pitchFamily="34" charset="0"/>
                <a:cs typeface="+mj-cs"/>
              </a:rPr>
              <a:t>Addressing: routing to another LAN</a:t>
            </a:r>
            <a:endParaRPr lang="en-US" sz="4000" dirty="0">
              <a:latin typeface="Gill Sans MT" pitchFamily="34" charset="0"/>
              <a:cs typeface="+mj-cs"/>
            </a:endParaRPr>
          </a:p>
        </p:txBody>
      </p:sp>
      <p:sp>
        <p:nvSpPr>
          <p:cNvPr id="720966" name="Rectangle 70"/>
          <p:cNvSpPr>
            <a:spLocks noChangeArrowheads="1"/>
          </p:cNvSpPr>
          <p:nvPr/>
        </p:nvSpPr>
        <p:spPr bwMode="auto">
          <a:xfrm>
            <a:off x="706438" y="1084263"/>
            <a:ext cx="7772400" cy="550862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/>
          <a:p>
            <a:pPr marL="231775" indent="-2317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000" i="0" dirty="0">
                <a:latin typeface="Gill Sans MT" pitchFamily="34" charset="0"/>
                <a:cs typeface="+mn-cs"/>
              </a:rPr>
              <a:t>R forwards datagram with IP source A, destination B </a:t>
            </a:r>
            <a:endParaRPr lang="en-US" sz="2000" i="0" dirty="0">
              <a:latin typeface="Gill Sans MT" pitchFamily="34" charset="0"/>
              <a:cs typeface="+mn-cs"/>
            </a:endParaRPr>
          </a:p>
        </p:txBody>
      </p:sp>
      <p:sp>
        <p:nvSpPr>
          <p:cNvPr id="720967" name="Rectangle 71"/>
          <p:cNvSpPr>
            <a:spLocks noChangeArrowheads="1"/>
          </p:cNvSpPr>
          <p:nvPr/>
        </p:nvSpPr>
        <p:spPr bwMode="auto">
          <a:xfrm>
            <a:off x="719138" y="1441450"/>
            <a:ext cx="7772400" cy="722313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/>
          <a:p>
            <a:pPr marL="231775" indent="-2317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000" i="0" dirty="0">
                <a:latin typeface="Gill Sans MT" pitchFamily="34" charset="0"/>
                <a:cs typeface="+mn-cs"/>
              </a:rPr>
              <a:t>R creates link-layer frame with B's MAC address as </a:t>
            </a:r>
            <a:r>
              <a:rPr lang="en-US" sz="2000" i="0" dirty="0" smtClean="0">
                <a:latin typeface="Gill Sans MT" pitchFamily="34" charset="0"/>
                <a:cs typeface="+mn-cs"/>
              </a:rPr>
              <a:t>destination address, </a:t>
            </a:r>
            <a:r>
              <a:rPr lang="en-US" sz="2000" i="0" dirty="0">
                <a:latin typeface="Gill Sans MT" pitchFamily="34" charset="0"/>
                <a:cs typeface="+mn-cs"/>
              </a:rPr>
              <a:t>frame contains A-to-B IP datagram</a:t>
            </a:r>
            <a:endParaRPr lang="en-US" sz="2800" i="0" dirty="0">
              <a:latin typeface="Gill Sans MT" pitchFamily="34" charset="0"/>
              <a:cs typeface="+mn-cs"/>
            </a:endParaRPr>
          </a:p>
        </p:txBody>
      </p:sp>
      <p:grpSp>
        <p:nvGrpSpPr>
          <p:cNvPr id="720995" name="Group 99"/>
          <p:cNvGrpSpPr/>
          <p:nvPr/>
        </p:nvGrpSpPr>
        <p:grpSpPr bwMode="auto">
          <a:xfrm>
            <a:off x="4791075" y="2293938"/>
            <a:ext cx="2436813" cy="1643062"/>
            <a:chOff x="3018" y="1445"/>
            <a:chExt cx="1535" cy="1035"/>
          </a:xfrm>
        </p:grpSpPr>
        <p:sp>
          <p:nvSpPr>
            <p:cNvPr id="49176" name="AutoShape 2"/>
            <p:cNvSpPr>
              <a:spLocks noChangeArrowheads="1"/>
            </p:cNvSpPr>
            <p:nvPr/>
          </p:nvSpPr>
          <p:spPr bwMode="auto">
            <a:xfrm>
              <a:off x="3597" y="1981"/>
              <a:ext cx="198" cy="499"/>
            </a:xfrm>
            <a:prstGeom prst="downArrow">
              <a:avLst>
                <a:gd name="adj1" fmla="val 50000"/>
                <a:gd name="adj2" fmla="val 63005"/>
              </a:avLst>
            </a:pr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5400000" scaled="1"/>
            </a:gradFill>
            <a:ln w="9525">
              <a:solidFill>
                <a:schemeClr val="bg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140312" name="Group 61"/>
            <p:cNvGrpSpPr/>
            <p:nvPr/>
          </p:nvGrpSpPr>
          <p:grpSpPr bwMode="auto">
            <a:xfrm>
              <a:off x="3286" y="1702"/>
              <a:ext cx="1267" cy="479"/>
              <a:chOff x="1197" y="1665"/>
              <a:chExt cx="1267" cy="479"/>
            </a:xfrm>
          </p:grpSpPr>
          <p:grpSp>
            <p:nvGrpSpPr>
              <p:cNvPr id="140329" name="Group 62"/>
              <p:cNvGrpSpPr/>
              <p:nvPr/>
            </p:nvGrpSpPr>
            <p:grpSpPr bwMode="auto">
              <a:xfrm>
                <a:off x="1231" y="1990"/>
                <a:ext cx="691" cy="154"/>
                <a:chOff x="1231" y="1990"/>
                <a:chExt cx="691" cy="154"/>
              </a:xfrm>
            </p:grpSpPr>
            <p:sp>
              <p:nvSpPr>
                <p:cNvPr id="49196" name="Rectangle 63"/>
                <p:cNvSpPr>
                  <a:spLocks noChangeArrowheads="1"/>
                </p:cNvSpPr>
                <p:nvPr/>
              </p:nvSpPr>
              <p:spPr bwMode="auto">
                <a:xfrm>
                  <a:off x="1231" y="1991"/>
                  <a:ext cx="691" cy="153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49197" name="Line 64"/>
                <p:cNvSpPr>
                  <a:spLocks noChangeShapeType="1"/>
                </p:cNvSpPr>
                <p:nvPr/>
              </p:nvSpPr>
              <p:spPr bwMode="auto">
                <a:xfrm>
                  <a:off x="1337" y="1990"/>
                  <a:ext cx="0" cy="152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</a:ln>
                <a:effectLst/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49198" name="Line 65"/>
                <p:cNvSpPr>
                  <a:spLocks noChangeShapeType="1"/>
                </p:cNvSpPr>
                <p:nvPr/>
              </p:nvSpPr>
              <p:spPr bwMode="auto">
                <a:xfrm>
                  <a:off x="1427" y="1992"/>
                  <a:ext cx="0" cy="152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</a:ln>
                <a:effectLst/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  <p:sp>
            <p:nvSpPr>
              <p:cNvPr id="49195" name="Text Box 66"/>
              <p:cNvSpPr txBox="1">
                <a:spLocks noChangeArrowheads="1"/>
              </p:cNvSpPr>
              <p:nvPr/>
            </p:nvSpPr>
            <p:spPr bwMode="auto">
              <a:xfrm>
                <a:off x="1197" y="1665"/>
                <a:ext cx="1267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1200" i="0" dirty="0" smtClean="0">
                    <a:latin typeface="Arial" panose="020B0604020202090204" pitchFamily="34" charset="0"/>
                    <a:cs typeface="+mn-cs"/>
                  </a:rPr>
                  <a:t>IP src: 111.111.111.111</a:t>
                </a:r>
                <a:endParaRPr lang="en-US" sz="1200" i="0" dirty="0" smtClean="0">
                  <a:latin typeface="Arial" panose="020B0604020202090204" pitchFamily="34" charset="0"/>
                  <a:cs typeface="+mn-cs"/>
                </a:endParaRPr>
              </a:p>
              <a:p>
                <a:pPr>
                  <a:defRPr/>
                </a:pPr>
                <a:r>
                  <a:rPr lang="en-US" sz="1200" i="0" dirty="0" smtClean="0">
                    <a:latin typeface="Arial" panose="020B0604020202090204" pitchFamily="34" charset="0"/>
                    <a:cs typeface="+mn-cs"/>
                  </a:rPr>
                  <a:t>   IP dest: 222.222.222.222</a:t>
                </a:r>
                <a:endParaRPr lang="en-US" sz="1200" i="0" dirty="0" smtClean="0">
                  <a:latin typeface="Arial" panose="020B0604020202090204" pitchFamily="34" charset="0"/>
                  <a:cs typeface="+mn-cs"/>
                </a:endParaRPr>
              </a:p>
            </p:txBody>
          </p:sp>
        </p:grpSp>
        <p:grpSp>
          <p:nvGrpSpPr>
            <p:cNvPr id="140313" name="Group 67"/>
            <p:cNvGrpSpPr/>
            <p:nvPr/>
          </p:nvGrpSpPr>
          <p:grpSpPr bwMode="auto">
            <a:xfrm>
              <a:off x="3364" y="1860"/>
              <a:ext cx="92" cy="243"/>
              <a:chOff x="1272" y="1762"/>
              <a:chExt cx="92" cy="243"/>
            </a:xfrm>
          </p:grpSpPr>
          <p:sp>
            <p:nvSpPr>
              <p:cNvPr id="49192" name="Line 68"/>
              <p:cNvSpPr>
                <a:spLocks noChangeShapeType="1"/>
              </p:cNvSpPr>
              <p:nvPr/>
            </p:nvSpPr>
            <p:spPr bwMode="auto">
              <a:xfrm>
                <a:off x="1272" y="1762"/>
                <a:ext cx="0" cy="24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49193" name="Line 69"/>
              <p:cNvSpPr>
                <a:spLocks noChangeShapeType="1"/>
              </p:cNvSpPr>
              <p:nvPr/>
            </p:nvSpPr>
            <p:spPr bwMode="auto">
              <a:xfrm>
                <a:off x="1364" y="1878"/>
                <a:ext cx="0" cy="12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  <p:grpSp>
          <p:nvGrpSpPr>
            <p:cNvPr id="140314" name="Group 72"/>
            <p:cNvGrpSpPr/>
            <p:nvPr/>
          </p:nvGrpSpPr>
          <p:grpSpPr bwMode="auto">
            <a:xfrm>
              <a:off x="3018" y="1445"/>
              <a:ext cx="1530" cy="957"/>
              <a:chOff x="931" y="1414"/>
              <a:chExt cx="1530" cy="957"/>
            </a:xfrm>
          </p:grpSpPr>
          <p:sp>
            <p:nvSpPr>
              <p:cNvPr id="49180" name="Text Box 73"/>
              <p:cNvSpPr txBox="1">
                <a:spLocks noChangeArrowheads="1"/>
              </p:cNvSpPr>
              <p:nvPr/>
            </p:nvSpPr>
            <p:spPr bwMode="auto">
              <a:xfrm>
                <a:off x="931" y="1414"/>
                <a:ext cx="1530" cy="40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1200" i="0" dirty="0" smtClean="0">
                    <a:latin typeface="Arial" panose="020B0604020202090204" pitchFamily="34" charset="0"/>
                    <a:cs typeface="+mn-cs"/>
                  </a:rPr>
                  <a:t>MAC src: </a:t>
                </a:r>
                <a:r>
                  <a:rPr lang="en-US" sz="1200" i="0" dirty="0" smtClean="0">
                    <a:solidFill>
                      <a:srgbClr val="FF0000"/>
                    </a:solidFill>
                    <a:latin typeface="Arial" panose="020B0604020202090204" pitchFamily="34" charset="0"/>
                    <a:cs typeface="+mn-cs"/>
                  </a:rPr>
                  <a:t>1A-23-F9-CD-06-9B</a:t>
                </a:r>
                <a:endParaRPr lang="en-US" sz="1200" i="0" dirty="0" smtClean="0">
                  <a:solidFill>
                    <a:srgbClr val="FF0000"/>
                  </a:solidFill>
                  <a:latin typeface="Arial" panose="020B0604020202090204" pitchFamily="34" charset="0"/>
                  <a:cs typeface="+mn-cs"/>
                </a:endParaRPr>
              </a:p>
              <a:p>
                <a:pPr>
                  <a:defRPr/>
                </a:pPr>
                <a:r>
                  <a:rPr lang="en-US" sz="1200" i="0" dirty="0" smtClean="0">
                    <a:latin typeface="Arial" panose="020B0604020202090204" pitchFamily="34" charset="0"/>
                    <a:cs typeface="+mn-cs"/>
                  </a:rPr>
                  <a:t>  MAC dest: </a:t>
                </a:r>
                <a:r>
                  <a:rPr lang="en-US" sz="1200" i="0" dirty="0" smtClean="0">
                    <a:solidFill>
                      <a:srgbClr val="FF0000"/>
                    </a:solidFill>
                    <a:latin typeface="Arial" panose="020B0604020202090204" pitchFamily="34" charset="0"/>
                    <a:cs typeface="+mn-cs"/>
                  </a:rPr>
                  <a:t>49-BD-D2-C7-56-2A</a:t>
                </a:r>
                <a:endParaRPr lang="en-US" sz="1200" i="0" dirty="0" smtClean="0">
                  <a:solidFill>
                    <a:srgbClr val="FF0000"/>
                  </a:solidFill>
                  <a:latin typeface="Arial" panose="020B0604020202090204" pitchFamily="34" charset="0"/>
                  <a:cs typeface="+mn-cs"/>
                </a:endParaRPr>
              </a:p>
              <a:p>
                <a:pPr>
                  <a:defRPr/>
                </a:pPr>
                <a:endParaRPr lang="en-US" sz="1200" i="0" dirty="0" smtClean="0">
                  <a:solidFill>
                    <a:srgbClr val="FF0000"/>
                  </a:solidFill>
                  <a:latin typeface="Arial" panose="020B0604020202090204" pitchFamily="34" charset="0"/>
                  <a:cs typeface="+mn-cs"/>
                </a:endParaRPr>
              </a:p>
            </p:txBody>
          </p:sp>
          <p:grpSp>
            <p:nvGrpSpPr>
              <p:cNvPr id="140316" name="Group 74"/>
              <p:cNvGrpSpPr/>
              <p:nvPr/>
            </p:nvGrpSpPr>
            <p:grpSpPr bwMode="auto">
              <a:xfrm>
                <a:off x="981" y="2182"/>
                <a:ext cx="1049" cy="189"/>
                <a:chOff x="2829" y="2040"/>
                <a:chExt cx="1049" cy="189"/>
              </a:xfrm>
            </p:grpSpPr>
            <p:sp>
              <p:nvSpPr>
                <p:cNvPr id="49186" name="Rectangle 75"/>
                <p:cNvSpPr>
                  <a:spLocks noChangeArrowheads="1"/>
                </p:cNvSpPr>
                <p:nvPr/>
              </p:nvSpPr>
              <p:spPr bwMode="auto">
                <a:xfrm>
                  <a:off x="2829" y="2042"/>
                  <a:ext cx="1049" cy="185"/>
                </a:xfrm>
                <a:prstGeom prst="rect">
                  <a:avLst/>
                </a:prstGeom>
                <a:solidFill>
                  <a:srgbClr val="000099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49187" name="Rectangle 76"/>
                <p:cNvSpPr>
                  <a:spLocks noChangeArrowheads="1"/>
                </p:cNvSpPr>
                <p:nvPr/>
              </p:nvSpPr>
              <p:spPr bwMode="auto">
                <a:xfrm>
                  <a:off x="3078" y="2060"/>
                  <a:ext cx="691" cy="153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49188" name="Line 77"/>
                <p:cNvSpPr>
                  <a:spLocks noChangeShapeType="1"/>
                </p:cNvSpPr>
                <p:nvPr/>
              </p:nvSpPr>
              <p:spPr bwMode="auto">
                <a:xfrm>
                  <a:off x="3180" y="2063"/>
                  <a:ext cx="0" cy="152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</a:ln>
                <a:effectLst/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49189" name="Line 78"/>
                <p:cNvSpPr>
                  <a:spLocks noChangeShapeType="1"/>
                </p:cNvSpPr>
                <p:nvPr/>
              </p:nvSpPr>
              <p:spPr bwMode="auto">
                <a:xfrm>
                  <a:off x="3276" y="2063"/>
                  <a:ext cx="0" cy="152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</a:ln>
                <a:effectLst/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49190" name="Line 79"/>
                <p:cNvSpPr>
                  <a:spLocks noChangeShapeType="1"/>
                </p:cNvSpPr>
                <p:nvPr/>
              </p:nvSpPr>
              <p:spPr bwMode="auto">
                <a:xfrm>
                  <a:off x="2910" y="2040"/>
                  <a:ext cx="0" cy="189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</a:ln>
                <a:effectLst/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49191" name="Line 80"/>
                <p:cNvSpPr>
                  <a:spLocks noChangeShapeType="1"/>
                </p:cNvSpPr>
                <p:nvPr/>
              </p:nvSpPr>
              <p:spPr bwMode="auto">
                <a:xfrm>
                  <a:off x="3006" y="2040"/>
                  <a:ext cx="0" cy="189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</a:ln>
                <a:effectLst/>
              </p:spPr>
              <p:txBody>
                <a:bodyPr wrap="none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  <p:sp>
            <p:nvSpPr>
              <p:cNvPr id="49182" name="Line 81"/>
              <p:cNvSpPr>
                <a:spLocks noChangeShapeType="1"/>
              </p:cNvSpPr>
              <p:nvPr/>
            </p:nvSpPr>
            <p:spPr bwMode="auto">
              <a:xfrm flipV="1">
                <a:off x="1018" y="1576"/>
                <a:ext cx="2" cy="70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49183" name="Line 82"/>
              <p:cNvSpPr>
                <a:spLocks noChangeShapeType="1"/>
              </p:cNvSpPr>
              <p:nvPr/>
            </p:nvSpPr>
            <p:spPr bwMode="auto">
              <a:xfrm flipV="1">
                <a:off x="1106" y="1680"/>
                <a:ext cx="0" cy="59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49184" name="Line 83"/>
              <p:cNvSpPr>
                <a:spLocks noChangeShapeType="1"/>
              </p:cNvSpPr>
              <p:nvPr/>
            </p:nvSpPr>
            <p:spPr bwMode="auto">
              <a:xfrm flipH="1" flipV="1">
                <a:off x="1276" y="1812"/>
                <a:ext cx="2" cy="47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49185" name="Line 84"/>
              <p:cNvSpPr>
                <a:spLocks noChangeShapeType="1"/>
              </p:cNvSpPr>
              <p:nvPr/>
            </p:nvSpPr>
            <p:spPr bwMode="auto">
              <a:xfrm>
                <a:off x="1368" y="1924"/>
                <a:ext cx="2" cy="35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</p:grpSp>
      <p:grpSp>
        <p:nvGrpSpPr>
          <p:cNvPr id="140296" name="Group 85"/>
          <p:cNvGrpSpPr/>
          <p:nvPr/>
        </p:nvGrpSpPr>
        <p:grpSpPr bwMode="auto">
          <a:xfrm>
            <a:off x="3952875" y="2767013"/>
            <a:ext cx="895350" cy="2038350"/>
            <a:chOff x="2823" y="1545"/>
            <a:chExt cx="564" cy="1284"/>
          </a:xfrm>
        </p:grpSpPr>
        <p:sp>
          <p:nvSpPr>
            <p:cNvPr id="140306" name="Freeform 86"/>
            <p:cNvSpPr/>
            <p:nvPr/>
          </p:nvSpPr>
          <p:spPr bwMode="auto">
            <a:xfrm>
              <a:off x="2823" y="2265"/>
              <a:ext cx="564" cy="564"/>
            </a:xfrm>
            <a:custGeom>
              <a:avLst/>
              <a:gdLst>
                <a:gd name="T0" fmla="*/ 564 w 564"/>
                <a:gd name="T1" fmla="*/ 0 h 564"/>
                <a:gd name="T2" fmla="*/ 287 w 564"/>
                <a:gd name="T3" fmla="*/ 564 h 564"/>
                <a:gd name="T4" fmla="*/ 0 w 564"/>
                <a:gd name="T5" fmla="*/ 0 h 564"/>
                <a:gd name="T6" fmla="*/ 564 w 564"/>
                <a:gd name="T7" fmla="*/ 0 h 56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64" h="564">
                  <a:moveTo>
                    <a:pt x="564" y="0"/>
                  </a:moveTo>
                  <a:lnTo>
                    <a:pt x="287" y="564"/>
                  </a:lnTo>
                  <a:lnTo>
                    <a:pt x="0" y="0"/>
                  </a:lnTo>
                  <a:lnTo>
                    <a:pt x="564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49172" name="Rectangle 87"/>
            <p:cNvSpPr>
              <a:spLocks noChangeArrowheads="1"/>
            </p:cNvSpPr>
            <p:nvPr/>
          </p:nvSpPr>
          <p:spPr bwMode="auto">
            <a:xfrm>
              <a:off x="2872" y="1877"/>
              <a:ext cx="493" cy="47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9173" name="Text Box 88"/>
            <p:cNvSpPr txBox="1">
              <a:spLocks noChangeArrowheads="1"/>
            </p:cNvSpPr>
            <p:nvPr/>
          </p:nvSpPr>
          <p:spPr bwMode="auto">
            <a:xfrm>
              <a:off x="2941" y="1545"/>
              <a:ext cx="336" cy="82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 algn="ctr">
                <a:defRPr/>
              </a:pPr>
              <a:endParaRPr lang="en-US" sz="1600" i="0" dirty="0" smtClean="0">
                <a:latin typeface="Arial" panose="020B0604020202090204" pitchFamily="34" charset="0"/>
                <a:cs typeface="+mn-cs"/>
              </a:endParaRPr>
            </a:p>
            <a:p>
              <a:pPr algn="ctr">
                <a:defRPr/>
              </a:pPr>
              <a:endParaRPr lang="en-US" sz="1600" i="0" dirty="0" smtClean="0">
                <a:latin typeface="Arial" panose="020B0604020202090204" pitchFamily="34" charset="0"/>
                <a:cs typeface="+mn-cs"/>
              </a:endParaRPr>
            </a:p>
            <a:p>
              <a:pPr algn="ctr">
                <a:defRPr/>
              </a:pPr>
              <a:r>
                <a:rPr lang="en-US" sz="1600" i="0" dirty="0" smtClean="0">
                  <a:latin typeface="Arial" panose="020B0604020202090204" pitchFamily="34" charset="0"/>
                  <a:cs typeface="+mn-cs"/>
                </a:rPr>
                <a:t>IP</a:t>
              </a:r>
              <a:endParaRPr lang="en-US" sz="1600" i="0" dirty="0" smtClean="0">
                <a:latin typeface="Arial" panose="020B0604020202090204" pitchFamily="34" charset="0"/>
                <a:cs typeface="+mn-cs"/>
              </a:endParaRPr>
            </a:p>
            <a:p>
              <a:pPr algn="ctr">
                <a:defRPr/>
              </a:pPr>
              <a:r>
                <a:rPr lang="en-US" sz="1600" i="0" dirty="0" smtClean="0">
                  <a:latin typeface="Arial" panose="020B0604020202090204" pitchFamily="34" charset="0"/>
                  <a:cs typeface="+mn-cs"/>
                </a:rPr>
                <a:t>Eth</a:t>
              </a:r>
              <a:endParaRPr lang="en-US" sz="1600" i="0" dirty="0" smtClean="0">
                <a:latin typeface="Arial" panose="020B0604020202090204" pitchFamily="34" charset="0"/>
                <a:cs typeface="+mn-cs"/>
              </a:endParaRPr>
            </a:p>
            <a:p>
              <a:pPr algn="ctr">
                <a:defRPr/>
              </a:pPr>
              <a:r>
                <a:rPr lang="en-US" sz="1600" i="0" dirty="0" smtClean="0">
                  <a:latin typeface="Arial" panose="020B0604020202090204" pitchFamily="34" charset="0"/>
                  <a:cs typeface="+mn-cs"/>
                </a:rPr>
                <a:t>Phy</a:t>
              </a:r>
              <a:endParaRPr lang="en-US" sz="1600" i="0" dirty="0" smtClean="0">
                <a:latin typeface="Arial" panose="020B0604020202090204" pitchFamily="34" charset="0"/>
                <a:cs typeface="+mn-cs"/>
              </a:endParaRPr>
            </a:p>
          </p:txBody>
        </p:sp>
        <p:sp>
          <p:nvSpPr>
            <p:cNvPr id="49174" name="Line 89"/>
            <p:cNvSpPr>
              <a:spLocks noChangeShapeType="1"/>
            </p:cNvSpPr>
            <p:nvPr/>
          </p:nvSpPr>
          <p:spPr bwMode="auto">
            <a:xfrm>
              <a:off x="2868" y="2039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9175" name="Line 90"/>
            <p:cNvSpPr>
              <a:spLocks noChangeShapeType="1"/>
            </p:cNvSpPr>
            <p:nvPr/>
          </p:nvSpPr>
          <p:spPr bwMode="auto">
            <a:xfrm>
              <a:off x="2865" y="2198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grpSp>
        <p:nvGrpSpPr>
          <p:cNvPr id="720987" name="Group 91"/>
          <p:cNvGrpSpPr/>
          <p:nvPr/>
        </p:nvGrpSpPr>
        <p:grpSpPr bwMode="auto">
          <a:xfrm>
            <a:off x="8061325" y="2478088"/>
            <a:ext cx="928688" cy="1954212"/>
            <a:chOff x="250" y="1380"/>
            <a:chExt cx="585" cy="1231"/>
          </a:xfrm>
        </p:grpSpPr>
        <p:sp>
          <p:nvSpPr>
            <p:cNvPr id="140299" name="Freeform 92"/>
            <p:cNvSpPr/>
            <p:nvPr/>
          </p:nvSpPr>
          <p:spPr bwMode="auto">
            <a:xfrm>
              <a:off x="250" y="1414"/>
              <a:ext cx="582" cy="1197"/>
            </a:xfrm>
            <a:custGeom>
              <a:avLst/>
              <a:gdLst>
                <a:gd name="T0" fmla="*/ 582 w 582"/>
                <a:gd name="T1" fmla="*/ 781 h 1197"/>
                <a:gd name="T2" fmla="*/ 0 w 582"/>
                <a:gd name="T3" fmla="*/ 1197 h 1197"/>
                <a:gd name="T4" fmla="*/ 83 w 582"/>
                <a:gd name="T5" fmla="*/ 0 h 1197"/>
                <a:gd name="T6" fmla="*/ 582 w 582"/>
                <a:gd name="T7" fmla="*/ 781 h 119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82" h="1197">
                  <a:moveTo>
                    <a:pt x="582" y="781"/>
                  </a:moveTo>
                  <a:lnTo>
                    <a:pt x="0" y="1197"/>
                  </a:lnTo>
                  <a:lnTo>
                    <a:pt x="83" y="0"/>
                  </a:lnTo>
                  <a:lnTo>
                    <a:pt x="582" y="781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2700000" scaled="1"/>
            </a:gradFill>
            <a:ln>
              <a:noFill/>
            </a:ln>
            <a:effectLst/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49165" name="Rectangle 93"/>
            <p:cNvSpPr>
              <a:spLocks noChangeArrowheads="1"/>
            </p:cNvSpPr>
            <p:nvPr/>
          </p:nvSpPr>
          <p:spPr bwMode="auto">
            <a:xfrm>
              <a:off x="338" y="1399"/>
              <a:ext cx="493" cy="79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9166" name="Text Box 94"/>
            <p:cNvSpPr txBox="1">
              <a:spLocks noChangeArrowheads="1"/>
            </p:cNvSpPr>
            <p:nvPr/>
          </p:nvSpPr>
          <p:spPr bwMode="auto">
            <a:xfrm>
              <a:off x="413" y="1380"/>
              <a:ext cx="336" cy="82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 algn="ctr">
                <a:defRPr/>
              </a:pPr>
              <a:endParaRPr lang="en-US" sz="1600" i="0" dirty="0" smtClean="0">
                <a:latin typeface="Arial" panose="020B0604020202090204" pitchFamily="34" charset="0"/>
                <a:cs typeface="+mn-cs"/>
              </a:endParaRPr>
            </a:p>
            <a:p>
              <a:pPr algn="ctr">
                <a:defRPr/>
              </a:pPr>
              <a:endParaRPr lang="en-US" sz="1600" i="0" dirty="0" smtClean="0">
                <a:latin typeface="Arial" panose="020B0604020202090204" pitchFamily="34" charset="0"/>
                <a:cs typeface="+mn-cs"/>
              </a:endParaRPr>
            </a:p>
            <a:p>
              <a:pPr algn="ctr">
                <a:defRPr/>
              </a:pPr>
              <a:r>
                <a:rPr lang="en-US" sz="1600" i="0" dirty="0" smtClean="0">
                  <a:latin typeface="Arial" panose="020B0604020202090204" pitchFamily="34" charset="0"/>
                  <a:cs typeface="+mn-cs"/>
                </a:rPr>
                <a:t>IP</a:t>
              </a:r>
              <a:endParaRPr lang="en-US" sz="1600" i="0" dirty="0" smtClean="0">
                <a:latin typeface="Arial" panose="020B0604020202090204" pitchFamily="34" charset="0"/>
                <a:cs typeface="+mn-cs"/>
              </a:endParaRPr>
            </a:p>
            <a:p>
              <a:pPr algn="ctr">
                <a:defRPr/>
              </a:pPr>
              <a:r>
                <a:rPr lang="en-US" sz="1600" i="0" dirty="0" smtClean="0">
                  <a:latin typeface="Arial" panose="020B0604020202090204" pitchFamily="34" charset="0"/>
                  <a:cs typeface="+mn-cs"/>
                </a:rPr>
                <a:t>Eth</a:t>
              </a:r>
              <a:endParaRPr lang="en-US" sz="1600" i="0" dirty="0" smtClean="0">
                <a:latin typeface="Arial" panose="020B0604020202090204" pitchFamily="34" charset="0"/>
                <a:cs typeface="+mn-cs"/>
              </a:endParaRPr>
            </a:p>
            <a:p>
              <a:pPr algn="ctr">
                <a:defRPr/>
              </a:pPr>
              <a:r>
                <a:rPr lang="en-US" sz="1600" i="0" dirty="0" smtClean="0">
                  <a:latin typeface="Arial" panose="020B0604020202090204" pitchFamily="34" charset="0"/>
                  <a:cs typeface="+mn-cs"/>
                </a:rPr>
                <a:t>Phy</a:t>
              </a:r>
              <a:endParaRPr lang="en-US" sz="1600" i="0" dirty="0" smtClean="0">
                <a:latin typeface="Arial" panose="020B0604020202090204" pitchFamily="34" charset="0"/>
                <a:cs typeface="+mn-cs"/>
              </a:endParaRPr>
            </a:p>
          </p:txBody>
        </p:sp>
        <p:sp>
          <p:nvSpPr>
            <p:cNvPr id="49167" name="Line 95"/>
            <p:cNvSpPr>
              <a:spLocks noChangeShapeType="1"/>
            </p:cNvSpPr>
            <p:nvPr/>
          </p:nvSpPr>
          <p:spPr bwMode="auto">
            <a:xfrm>
              <a:off x="346" y="1868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9168" name="Line 96"/>
            <p:cNvSpPr>
              <a:spLocks noChangeShapeType="1"/>
            </p:cNvSpPr>
            <p:nvPr/>
          </p:nvSpPr>
          <p:spPr bwMode="auto">
            <a:xfrm>
              <a:off x="343" y="2027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9169" name="Line 97"/>
            <p:cNvSpPr>
              <a:spLocks noChangeShapeType="1"/>
            </p:cNvSpPr>
            <p:nvPr/>
          </p:nvSpPr>
          <p:spPr bwMode="auto">
            <a:xfrm>
              <a:off x="340" y="2186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49170" name="Line 98"/>
            <p:cNvSpPr>
              <a:spLocks noChangeShapeType="1"/>
            </p:cNvSpPr>
            <p:nvPr/>
          </p:nvSpPr>
          <p:spPr bwMode="auto">
            <a:xfrm>
              <a:off x="330" y="1698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pic>
        <p:nvPicPr>
          <p:cNvPr id="140298" name="Picture 15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338" y="763588"/>
            <a:ext cx="7769225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r>
              <a:rPr lang="en-US" sz="1200" dirty="0">
                <a:latin typeface="Tahoma" panose="020B0604030504040204" charset="0"/>
              </a:rPr>
              <a:t>6</a:t>
            </a:r>
            <a:r>
              <a:rPr lang="en-US" sz="1200" dirty="0" smtClean="0">
                <a:latin typeface="Tahoma" panose="020B0604030504040204" charset="0"/>
              </a:rPr>
              <a:t>-</a:t>
            </a:r>
            <a:fld id="{8E8C6E93-DF5B-BC4B-80F9-500DED1EEDCC}" type="slidenum">
              <a:rPr lang="en-US" sz="1200">
                <a:latin typeface="Tahoma" panose="020B0604030504040204" charset="0"/>
              </a:rPr>
            </a:fld>
            <a:endParaRPr lang="en-US" sz="1200" dirty="0">
              <a:latin typeface="Tahoma" panose="020B0604030504040204" charset="0"/>
            </a:endParaRPr>
          </a:p>
        </p:txBody>
      </p:sp>
      <p:sp>
        <p:nvSpPr>
          <p:cNvPr id="111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pPr algn="r"/>
            <a:r>
              <a:rPr lang="en-US" sz="1200" dirty="0" smtClean="0">
                <a:solidFill>
                  <a:srgbClr val="000000"/>
                </a:solidFill>
                <a:latin typeface="Tahoma" panose="020B0604030504040204" charset="0"/>
                <a:cs typeface="Arial" panose="020B0604020202090204" pitchFamily="34" charset="0"/>
              </a:rPr>
              <a:t>Link Layer and LANs</a:t>
            </a:r>
            <a:endParaRPr lang="en-US" sz="1200" dirty="0">
              <a:solidFill>
                <a:srgbClr val="000000"/>
              </a:solidFill>
              <a:latin typeface="Tahoma" panose="020B060403050404020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1000"/>
                                        <p:tgtEl>
                                          <p:spTgt spid="720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3.33333E-6 L 1.94444E-6 0.19838 L 0.11007 0.1199 L 0.11007 -0.03565 " pathEditMode="relative" rAng="0" ptsTypes="AAAA">
                                      <p:cBhvr>
                                        <p:cTn id="18" dur="2000" fill="hold"/>
                                        <p:tgtEl>
                                          <p:spTgt spid="72099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503" y="812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0966" grpId="0"/>
      <p:bldP spid="720967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337" name="Group 95"/>
          <p:cNvGrpSpPr/>
          <p:nvPr/>
        </p:nvGrpSpPr>
        <p:grpSpPr bwMode="auto">
          <a:xfrm>
            <a:off x="6962095" y="5191351"/>
            <a:ext cx="711200" cy="600075"/>
            <a:chOff x="7179310" y="4033520"/>
            <a:chExt cx="1009650" cy="855028"/>
          </a:xfrm>
        </p:grpSpPr>
        <p:grpSp>
          <p:nvGrpSpPr>
            <p:cNvPr id="142433" name="Group 44"/>
            <p:cNvGrpSpPr/>
            <p:nvPr/>
          </p:nvGrpSpPr>
          <p:grpSpPr bwMode="auto">
            <a:xfrm>
              <a:off x="7179310" y="4033520"/>
              <a:ext cx="1009650" cy="855028"/>
              <a:chOff x="-44" y="1473"/>
              <a:chExt cx="981" cy="1105"/>
            </a:xfrm>
          </p:grpSpPr>
          <p:pic>
            <p:nvPicPr>
              <p:cNvPr id="142435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2436" name="Freeform 46"/>
              <p:cNvSpPr/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sp>
          <p:nvSpPr>
            <p:cNvPr id="156" name="Rectangle 43"/>
            <p:cNvSpPr>
              <a:spLocks noChangeArrowheads="1"/>
            </p:cNvSpPr>
            <p:nvPr/>
          </p:nvSpPr>
          <p:spPr bwMode="auto">
            <a:xfrm rot="16200000">
              <a:off x="7439378" y="4308711"/>
              <a:ext cx="126671" cy="196070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Comic Sans MS" panose="030F0902030302020204" pitchFamily="66" charset="0"/>
                <a:ea typeface="+mn-ea"/>
                <a:cs typeface="+mn-cs"/>
              </a:endParaRPr>
            </a:p>
          </p:txBody>
        </p:sp>
      </p:grpSp>
      <p:grpSp>
        <p:nvGrpSpPr>
          <p:cNvPr id="142338" name="Group 96"/>
          <p:cNvGrpSpPr/>
          <p:nvPr/>
        </p:nvGrpSpPr>
        <p:grpSpPr bwMode="auto">
          <a:xfrm>
            <a:off x="1028020" y="3799113"/>
            <a:ext cx="1027112" cy="762000"/>
            <a:chOff x="1046480" y="3962400"/>
            <a:chExt cx="1026163" cy="761428"/>
          </a:xfrm>
        </p:grpSpPr>
        <p:sp>
          <p:nvSpPr>
            <p:cNvPr id="151" name="Rectangle 48"/>
            <p:cNvSpPr>
              <a:spLocks noChangeArrowheads="1"/>
            </p:cNvSpPr>
            <p:nvPr/>
          </p:nvSpPr>
          <p:spPr bwMode="auto">
            <a:xfrm rot="16200000">
              <a:off x="1893411" y="4300306"/>
              <a:ext cx="111042" cy="247421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Comic Sans MS" panose="030F0902030302020204" pitchFamily="66" charset="0"/>
                <a:ea typeface="+mn-ea"/>
                <a:cs typeface="+mn-cs"/>
              </a:endParaRPr>
            </a:p>
          </p:txBody>
        </p:sp>
        <p:grpSp>
          <p:nvGrpSpPr>
            <p:cNvPr id="142430" name="Group 49"/>
            <p:cNvGrpSpPr/>
            <p:nvPr/>
          </p:nvGrpSpPr>
          <p:grpSpPr bwMode="auto">
            <a:xfrm>
              <a:off x="1046480" y="3962400"/>
              <a:ext cx="936071" cy="761428"/>
              <a:chOff x="-44" y="1473"/>
              <a:chExt cx="981" cy="1105"/>
            </a:xfrm>
          </p:grpSpPr>
          <p:pic>
            <p:nvPicPr>
              <p:cNvPr id="142431" name="Picture 50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2432" name="Freeform 51"/>
              <p:cNvSpPr/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</p:spPr>
            <p:txBody>
              <a:bodyPr wrap="none"/>
              <a:lstStyle/>
              <a:p>
                <a:endParaRPr lang="en-US" dirty="0"/>
              </a:p>
            </p:txBody>
          </p:sp>
        </p:grpSp>
      </p:grpSp>
      <p:sp>
        <p:nvSpPr>
          <p:cNvPr id="98" name="Text Box 4"/>
          <p:cNvSpPr txBox="1">
            <a:spLocks noChangeArrowheads="1"/>
          </p:cNvSpPr>
          <p:nvPr/>
        </p:nvSpPr>
        <p:spPr bwMode="auto">
          <a:xfrm>
            <a:off x="4206195" y="4218213"/>
            <a:ext cx="376237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 i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R</a:t>
            </a:r>
            <a:endParaRPr lang="en-US" i="0" dirty="0">
              <a:latin typeface="+mn-lt"/>
              <a:ea typeface="+mn-ea"/>
              <a:cs typeface="+mn-cs"/>
            </a:endParaRPr>
          </a:p>
        </p:txBody>
      </p:sp>
      <p:sp>
        <p:nvSpPr>
          <p:cNvPr id="50181" name="Text Box 21"/>
          <p:cNvSpPr txBox="1">
            <a:spLocks noChangeArrowheads="1"/>
          </p:cNvSpPr>
          <p:nvPr/>
        </p:nvSpPr>
        <p:spPr bwMode="auto">
          <a:xfrm>
            <a:off x="3850595" y="5215163"/>
            <a:ext cx="1543050" cy="274638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1200" i="0" dirty="0" smtClean="0">
                <a:latin typeface="Arial" panose="020B0604020202090204" pitchFamily="34" charset="0"/>
                <a:cs typeface="+mn-cs"/>
              </a:rPr>
              <a:t>1A-23-F9-CD-06-9B</a:t>
            </a:r>
            <a:endParaRPr lang="en-US" sz="1200" i="0" dirty="0" smtClean="0">
              <a:latin typeface="Arial" panose="020B0604020202090204" pitchFamily="34" charset="0"/>
              <a:cs typeface="+mn-cs"/>
            </a:endParaRPr>
          </a:p>
        </p:txBody>
      </p:sp>
      <p:sp>
        <p:nvSpPr>
          <p:cNvPr id="50182" name="Text Box 22"/>
          <p:cNvSpPr txBox="1">
            <a:spLocks noChangeArrowheads="1"/>
          </p:cNvSpPr>
          <p:nvPr/>
        </p:nvSpPr>
        <p:spPr bwMode="auto">
          <a:xfrm>
            <a:off x="3998232" y="5042126"/>
            <a:ext cx="1322388" cy="27463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1200" i="0" dirty="0" smtClean="0">
                <a:latin typeface="Arial" panose="020B0604020202090204" pitchFamily="34" charset="0"/>
                <a:cs typeface="+mn-cs"/>
              </a:rPr>
              <a:t>222.222.222.220</a:t>
            </a:r>
            <a:endParaRPr lang="en-US" sz="1200" i="0" dirty="0" smtClean="0">
              <a:latin typeface="Arial" panose="020B0604020202090204" pitchFamily="34" charset="0"/>
              <a:cs typeface="+mn-cs"/>
            </a:endParaRPr>
          </a:p>
        </p:txBody>
      </p:sp>
      <p:grpSp>
        <p:nvGrpSpPr>
          <p:cNvPr id="142342" name="Group 23"/>
          <p:cNvGrpSpPr/>
          <p:nvPr/>
        </p:nvGrpSpPr>
        <p:grpSpPr bwMode="auto">
          <a:xfrm>
            <a:off x="3026682" y="5631088"/>
            <a:ext cx="1541463" cy="449263"/>
            <a:chOff x="1934" y="2405"/>
            <a:chExt cx="971" cy="283"/>
          </a:xfrm>
        </p:grpSpPr>
        <p:sp>
          <p:nvSpPr>
            <p:cNvPr id="50268" name="Text Box 24"/>
            <p:cNvSpPr txBox="1">
              <a:spLocks noChangeArrowheads="1"/>
            </p:cNvSpPr>
            <p:nvPr/>
          </p:nvSpPr>
          <p:spPr bwMode="auto">
            <a:xfrm>
              <a:off x="1934" y="2405"/>
              <a:ext cx="833" cy="17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200" i="0" dirty="0" smtClean="0">
                  <a:latin typeface="Arial" panose="020B0604020202090204" pitchFamily="34" charset="0"/>
                  <a:cs typeface="+mn-cs"/>
                </a:rPr>
                <a:t>111.111.111.110</a:t>
              </a:r>
              <a:endParaRPr lang="en-US" sz="1200" i="0" dirty="0" smtClean="0">
                <a:latin typeface="Arial" panose="020B0604020202090204" pitchFamily="34" charset="0"/>
                <a:cs typeface="+mn-cs"/>
              </a:endParaRPr>
            </a:p>
          </p:txBody>
        </p:sp>
        <p:sp>
          <p:nvSpPr>
            <p:cNvPr id="50269" name="Text Box 25"/>
            <p:cNvSpPr txBox="1">
              <a:spLocks noChangeArrowheads="1"/>
            </p:cNvSpPr>
            <p:nvPr/>
          </p:nvSpPr>
          <p:spPr bwMode="auto">
            <a:xfrm>
              <a:off x="1938" y="2515"/>
              <a:ext cx="967" cy="17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200" i="0" dirty="0" smtClean="0">
                  <a:latin typeface="Arial" panose="020B0604020202090204" pitchFamily="34" charset="0"/>
                  <a:cs typeface="+mn-cs"/>
                </a:rPr>
                <a:t>E6-E9-00-17-BB-4B</a:t>
              </a:r>
              <a:endParaRPr lang="en-US" sz="1200" i="0" dirty="0" smtClean="0">
                <a:latin typeface="Arial" panose="020B0604020202090204" pitchFamily="34" charset="0"/>
                <a:cs typeface="+mn-cs"/>
              </a:endParaRPr>
            </a:p>
          </p:txBody>
        </p:sp>
      </p:grpSp>
      <p:sp>
        <p:nvSpPr>
          <p:cNvPr id="50184" name="Text Box 26"/>
          <p:cNvSpPr txBox="1">
            <a:spLocks noChangeArrowheads="1"/>
          </p:cNvSpPr>
          <p:nvPr/>
        </p:nvSpPr>
        <p:spPr bwMode="auto">
          <a:xfrm>
            <a:off x="934357" y="5873976"/>
            <a:ext cx="1627188" cy="27463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1200" i="0" dirty="0" smtClean="0">
                <a:latin typeface="Arial" panose="020B0604020202090204" pitchFamily="34" charset="0"/>
                <a:cs typeface="+mn-cs"/>
              </a:rPr>
              <a:t>CC-49-DE-D0-AB-7D</a:t>
            </a:r>
            <a:endParaRPr lang="en-US" sz="1200" i="0" dirty="0" smtClean="0">
              <a:latin typeface="Arial" panose="020B0604020202090204" pitchFamily="34" charset="0"/>
              <a:cs typeface="+mn-cs"/>
            </a:endParaRPr>
          </a:p>
        </p:txBody>
      </p:sp>
      <p:sp>
        <p:nvSpPr>
          <p:cNvPr id="50185" name="Text Box 27"/>
          <p:cNvSpPr txBox="1">
            <a:spLocks noChangeArrowheads="1"/>
          </p:cNvSpPr>
          <p:nvPr/>
        </p:nvSpPr>
        <p:spPr bwMode="auto">
          <a:xfrm>
            <a:off x="924832" y="5691413"/>
            <a:ext cx="1322388" cy="274638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1200" i="0" dirty="0" smtClean="0">
                <a:latin typeface="Arial" panose="020B0604020202090204" pitchFamily="34" charset="0"/>
                <a:cs typeface="+mn-cs"/>
              </a:rPr>
              <a:t>111.111.111.112</a:t>
            </a:r>
            <a:endParaRPr lang="en-US" sz="1200" i="0" dirty="0" smtClean="0">
              <a:latin typeface="Arial" panose="020B0604020202090204" pitchFamily="34" charset="0"/>
              <a:cs typeface="+mn-cs"/>
            </a:endParaRPr>
          </a:p>
        </p:txBody>
      </p:sp>
      <p:sp>
        <p:nvSpPr>
          <p:cNvPr id="50186" name="Text Box 30"/>
          <p:cNvSpPr txBox="1">
            <a:spLocks noChangeArrowheads="1"/>
          </p:cNvSpPr>
          <p:nvPr/>
        </p:nvSpPr>
        <p:spPr bwMode="auto">
          <a:xfrm>
            <a:off x="691470" y="4578576"/>
            <a:ext cx="1322387" cy="27463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1200" i="0" dirty="0" smtClean="0">
                <a:latin typeface="Arial" panose="020B0604020202090204" pitchFamily="34" charset="0"/>
                <a:cs typeface="+mn-cs"/>
              </a:rPr>
              <a:t>111.111.111.111</a:t>
            </a:r>
            <a:endParaRPr lang="en-US" sz="1200" i="0" dirty="0" smtClean="0">
              <a:latin typeface="Arial" panose="020B0604020202090204" pitchFamily="34" charset="0"/>
              <a:cs typeface="+mn-cs"/>
            </a:endParaRPr>
          </a:p>
        </p:txBody>
      </p:sp>
      <p:sp>
        <p:nvSpPr>
          <p:cNvPr id="50187" name="Text Box 33"/>
          <p:cNvSpPr txBox="1">
            <a:spLocks noChangeArrowheads="1"/>
          </p:cNvSpPr>
          <p:nvPr/>
        </p:nvSpPr>
        <p:spPr bwMode="auto">
          <a:xfrm>
            <a:off x="712107" y="4764313"/>
            <a:ext cx="1509713" cy="274638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1200" i="0" dirty="0" smtClean="0">
                <a:latin typeface="Arial" panose="020B0604020202090204" pitchFamily="34" charset="0"/>
                <a:cs typeface="+mn-cs"/>
              </a:rPr>
              <a:t>74-29-9C-E8-FF-55</a:t>
            </a:r>
            <a:endParaRPr lang="en-US" sz="1200" i="0" dirty="0" smtClean="0">
              <a:latin typeface="Arial" panose="020B0604020202090204" pitchFamily="34" charset="0"/>
              <a:cs typeface="+mn-cs"/>
            </a:endParaRPr>
          </a:p>
        </p:txBody>
      </p:sp>
      <p:sp>
        <p:nvSpPr>
          <p:cNvPr id="142347" name="Freeform 39"/>
          <p:cNvSpPr/>
          <p:nvPr/>
        </p:nvSpPr>
        <p:spPr bwMode="auto">
          <a:xfrm>
            <a:off x="2347232" y="4273776"/>
            <a:ext cx="839788" cy="1069975"/>
          </a:xfrm>
          <a:custGeom>
            <a:avLst/>
            <a:gdLst>
              <a:gd name="T0" fmla="*/ 2147483647 w 1005"/>
              <a:gd name="T1" fmla="*/ 2147483647 h 996"/>
              <a:gd name="T2" fmla="*/ 2147483647 w 1005"/>
              <a:gd name="T3" fmla="*/ 2147483647 h 996"/>
              <a:gd name="T4" fmla="*/ 2147483647 w 1005"/>
              <a:gd name="T5" fmla="*/ 2147483647 h 996"/>
              <a:gd name="T6" fmla="*/ 2147483647 w 1005"/>
              <a:gd name="T7" fmla="*/ 2147483647 h 996"/>
              <a:gd name="T8" fmla="*/ 2147483647 w 1005"/>
              <a:gd name="T9" fmla="*/ 2147483647 h 996"/>
              <a:gd name="T10" fmla="*/ 2147483647 w 1005"/>
              <a:gd name="T11" fmla="*/ 2147483647 h 996"/>
              <a:gd name="T12" fmla="*/ 2147483647 w 1005"/>
              <a:gd name="T13" fmla="*/ 2147483647 h 996"/>
              <a:gd name="T14" fmla="*/ 2147483647 w 1005"/>
              <a:gd name="T15" fmla="*/ 2147483647 h 996"/>
              <a:gd name="T16" fmla="*/ 2147483647 w 1005"/>
              <a:gd name="T17" fmla="*/ 2147483647 h 996"/>
              <a:gd name="T18" fmla="*/ 2147483647 w 1005"/>
              <a:gd name="T19" fmla="*/ 2147483647 h 996"/>
              <a:gd name="T20" fmla="*/ 2147483647 w 1005"/>
              <a:gd name="T21" fmla="*/ 2147483647 h 996"/>
              <a:gd name="T22" fmla="*/ 2147483647 w 1005"/>
              <a:gd name="T23" fmla="*/ 2147483647 h 996"/>
              <a:gd name="T24" fmla="*/ 2147483647 w 1005"/>
              <a:gd name="T25" fmla="*/ 2147483647 h 99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005" h="996">
                <a:moveTo>
                  <a:pt x="307" y="83"/>
                </a:moveTo>
                <a:cubicBezTo>
                  <a:pt x="218" y="117"/>
                  <a:pt x="182" y="156"/>
                  <a:pt x="134" y="227"/>
                </a:cubicBezTo>
                <a:cubicBezTo>
                  <a:pt x="86" y="298"/>
                  <a:pt x="38" y="426"/>
                  <a:pt x="19" y="507"/>
                </a:cubicBezTo>
                <a:cubicBezTo>
                  <a:pt x="0" y="588"/>
                  <a:pt x="8" y="648"/>
                  <a:pt x="19" y="716"/>
                </a:cubicBezTo>
                <a:cubicBezTo>
                  <a:pt x="30" y="784"/>
                  <a:pt x="54" y="873"/>
                  <a:pt x="84" y="918"/>
                </a:cubicBezTo>
                <a:cubicBezTo>
                  <a:pt x="114" y="963"/>
                  <a:pt x="148" y="984"/>
                  <a:pt x="199" y="990"/>
                </a:cubicBezTo>
                <a:cubicBezTo>
                  <a:pt x="250" y="996"/>
                  <a:pt x="310" y="961"/>
                  <a:pt x="393" y="954"/>
                </a:cubicBezTo>
                <a:cubicBezTo>
                  <a:pt x="476" y="947"/>
                  <a:pt x="614" y="967"/>
                  <a:pt x="696" y="947"/>
                </a:cubicBezTo>
                <a:cubicBezTo>
                  <a:pt x="778" y="927"/>
                  <a:pt x="833" y="898"/>
                  <a:pt x="883" y="831"/>
                </a:cubicBezTo>
                <a:cubicBezTo>
                  <a:pt x="933" y="764"/>
                  <a:pt x="991" y="644"/>
                  <a:pt x="998" y="543"/>
                </a:cubicBezTo>
                <a:cubicBezTo>
                  <a:pt x="1005" y="442"/>
                  <a:pt x="981" y="313"/>
                  <a:pt x="926" y="227"/>
                </a:cubicBezTo>
                <a:cubicBezTo>
                  <a:pt x="871" y="141"/>
                  <a:pt x="768" y="50"/>
                  <a:pt x="667" y="25"/>
                </a:cubicBezTo>
                <a:cubicBezTo>
                  <a:pt x="566" y="0"/>
                  <a:pt x="396" y="49"/>
                  <a:pt x="307" y="83"/>
                </a:cubicBezTo>
                <a:close/>
              </a:path>
            </a:pathLst>
          </a:custGeom>
          <a:solidFill>
            <a:srgbClr val="00CCFF"/>
          </a:solidFill>
          <a:ln w="9525" cap="flat" cmpd="sng">
            <a:solidFill>
              <a:schemeClr val="tx1"/>
            </a:solidFill>
            <a:prstDash val="solid"/>
            <a:round/>
          </a:ln>
          <a:effectLst/>
        </p:spPr>
        <p:txBody>
          <a:bodyPr wrap="none"/>
          <a:lstStyle/>
          <a:p>
            <a:endParaRPr lang="en-US" dirty="0"/>
          </a:p>
        </p:txBody>
      </p:sp>
      <p:sp>
        <p:nvSpPr>
          <p:cNvPr id="50189" name="Line 40"/>
          <p:cNvSpPr>
            <a:spLocks noChangeShapeType="1"/>
          </p:cNvSpPr>
          <p:nvPr/>
        </p:nvSpPr>
        <p:spPr bwMode="auto">
          <a:xfrm>
            <a:off x="2044020" y="4253138"/>
            <a:ext cx="438150" cy="2301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50190" name="Line 41"/>
          <p:cNvSpPr>
            <a:spLocks noChangeShapeType="1"/>
          </p:cNvSpPr>
          <p:nvPr/>
        </p:nvSpPr>
        <p:spPr bwMode="auto">
          <a:xfrm flipV="1">
            <a:off x="2167845" y="5197701"/>
            <a:ext cx="231775" cy="255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50191" name="Line 42"/>
          <p:cNvSpPr>
            <a:spLocks noChangeShapeType="1"/>
          </p:cNvSpPr>
          <p:nvPr/>
        </p:nvSpPr>
        <p:spPr bwMode="auto">
          <a:xfrm>
            <a:off x="3166382" y="4791301"/>
            <a:ext cx="584200" cy="9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50192" name="Line 44"/>
          <p:cNvSpPr>
            <a:spLocks noChangeShapeType="1"/>
          </p:cNvSpPr>
          <p:nvPr/>
        </p:nvSpPr>
        <p:spPr bwMode="auto">
          <a:xfrm flipV="1">
            <a:off x="2083707" y="5548538"/>
            <a:ext cx="0" cy="1635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50193" name="Line 45"/>
          <p:cNvSpPr>
            <a:spLocks noChangeShapeType="1"/>
          </p:cNvSpPr>
          <p:nvPr/>
        </p:nvSpPr>
        <p:spPr bwMode="auto">
          <a:xfrm flipH="1" flipV="1">
            <a:off x="1958295" y="4326163"/>
            <a:ext cx="0" cy="398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50194" name="Line 46"/>
          <p:cNvSpPr>
            <a:spLocks noChangeShapeType="1"/>
          </p:cNvSpPr>
          <p:nvPr/>
        </p:nvSpPr>
        <p:spPr bwMode="auto">
          <a:xfrm>
            <a:off x="3836307" y="4857976"/>
            <a:ext cx="0" cy="7508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</a:ln>
          <a:effectLst/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50195" name="Line 47"/>
          <p:cNvSpPr>
            <a:spLocks noChangeShapeType="1"/>
          </p:cNvSpPr>
          <p:nvPr/>
        </p:nvSpPr>
        <p:spPr bwMode="auto">
          <a:xfrm flipH="1" flipV="1">
            <a:off x="4917395" y="4848451"/>
            <a:ext cx="4762" cy="2206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14" name="Text Box 58"/>
          <p:cNvSpPr txBox="1">
            <a:spLocks noChangeArrowheads="1"/>
          </p:cNvSpPr>
          <p:nvPr/>
        </p:nvSpPr>
        <p:spPr bwMode="auto">
          <a:xfrm>
            <a:off x="700995" y="3992788"/>
            <a:ext cx="390525" cy="46196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i="0" dirty="0">
                <a:solidFill>
                  <a:srgbClr val="FF0000"/>
                </a:solidFill>
                <a:latin typeface="+mj-lt"/>
                <a:ea typeface="+mn-ea"/>
                <a:cs typeface="+mn-cs"/>
              </a:rPr>
              <a:t>A</a:t>
            </a:r>
            <a:endParaRPr lang="en-US" sz="2400" i="0" dirty="0">
              <a:solidFill>
                <a:srgbClr val="FF0000"/>
              </a:solidFill>
              <a:latin typeface="+mj-lt"/>
              <a:ea typeface="+mn-ea"/>
              <a:cs typeface="+mn-cs"/>
            </a:endParaRPr>
          </a:p>
        </p:txBody>
      </p:sp>
      <p:sp>
        <p:nvSpPr>
          <p:cNvPr id="50197" name="Line 60"/>
          <p:cNvSpPr>
            <a:spLocks noChangeShapeType="1"/>
          </p:cNvSpPr>
          <p:nvPr/>
        </p:nvSpPr>
        <p:spPr bwMode="auto">
          <a:xfrm>
            <a:off x="5026932" y="4757963"/>
            <a:ext cx="11985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142357" name="Group 63"/>
          <p:cNvGrpSpPr/>
          <p:nvPr/>
        </p:nvGrpSpPr>
        <p:grpSpPr bwMode="auto">
          <a:xfrm>
            <a:off x="7354207" y="4681763"/>
            <a:ext cx="1558925" cy="460375"/>
            <a:chOff x="4351" y="2786"/>
            <a:chExt cx="982" cy="290"/>
          </a:xfrm>
        </p:grpSpPr>
        <p:sp>
          <p:nvSpPr>
            <p:cNvPr id="50266" name="Text Box 64"/>
            <p:cNvSpPr txBox="1">
              <a:spLocks noChangeArrowheads="1"/>
            </p:cNvSpPr>
            <p:nvPr/>
          </p:nvSpPr>
          <p:spPr bwMode="auto">
            <a:xfrm>
              <a:off x="4352" y="2786"/>
              <a:ext cx="833" cy="17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200" i="0" dirty="0" smtClean="0">
                  <a:latin typeface="Arial" panose="020B0604020202090204" pitchFamily="34" charset="0"/>
                  <a:cs typeface="+mn-cs"/>
                </a:rPr>
                <a:t>222.222.222.222</a:t>
              </a:r>
              <a:endParaRPr lang="en-US" sz="1200" i="0" dirty="0" smtClean="0">
                <a:latin typeface="Arial" panose="020B0604020202090204" pitchFamily="34" charset="0"/>
                <a:cs typeface="+mn-cs"/>
              </a:endParaRPr>
            </a:p>
          </p:txBody>
        </p:sp>
        <p:sp>
          <p:nvSpPr>
            <p:cNvPr id="50267" name="Text Box 65"/>
            <p:cNvSpPr txBox="1">
              <a:spLocks noChangeArrowheads="1"/>
            </p:cNvSpPr>
            <p:nvPr/>
          </p:nvSpPr>
          <p:spPr bwMode="auto">
            <a:xfrm>
              <a:off x="4351" y="2904"/>
              <a:ext cx="982" cy="17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200" i="0" dirty="0" smtClean="0">
                  <a:latin typeface="Arial" panose="020B0604020202090204" pitchFamily="34" charset="0"/>
                  <a:cs typeface="+mn-cs"/>
                </a:rPr>
                <a:t>49-BD-D2-C7-56-2A</a:t>
              </a:r>
              <a:endParaRPr lang="en-US" sz="1200" i="0" dirty="0" smtClean="0">
                <a:latin typeface="Arial" panose="020B0604020202090204" pitchFamily="34" charset="0"/>
                <a:cs typeface="+mn-cs"/>
              </a:endParaRPr>
            </a:p>
          </p:txBody>
        </p:sp>
      </p:grpSp>
      <p:sp>
        <p:nvSpPr>
          <p:cNvPr id="50199" name="Line 67"/>
          <p:cNvSpPr>
            <a:spLocks noChangeShapeType="1"/>
          </p:cNvSpPr>
          <p:nvPr/>
        </p:nvSpPr>
        <p:spPr bwMode="auto">
          <a:xfrm flipV="1">
            <a:off x="6925582" y="4253138"/>
            <a:ext cx="450850" cy="317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50200" name="Line 68"/>
          <p:cNvSpPr>
            <a:spLocks noChangeShapeType="1"/>
          </p:cNvSpPr>
          <p:nvPr/>
        </p:nvSpPr>
        <p:spPr bwMode="auto">
          <a:xfrm flipH="1" flipV="1">
            <a:off x="7451045" y="4329338"/>
            <a:ext cx="11112" cy="388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50201" name="Text Box 71"/>
          <p:cNvSpPr txBox="1">
            <a:spLocks noChangeArrowheads="1"/>
          </p:cNvSpPr>
          <p:nvPr/>
        </p:nvSpPr>
        <p:spPr bwMode="auto">
          <a:xfrm>
            <a:off x="7055757" y="5648551"/>
            <a:ext cx="1322388" cy="27463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1200" i="0" dirty="0" smtClean="0">
                <a:latin typeface="Arial" panose="020B0604020202090204" pitchFamily="34" charset="0"/>
                <a:cs typeface="+mn-cs"/>
              </a:rPr>
              <a:t>222.222.222.221</a:t>
            </a:r>
            <a:endParaRPr lang="en-US" sz="1200" i="0" dirty="0" smtClean="0">
              <a:latin typeface="Arial" panose="020B0604020202090204" pitchFamily="34" charset="0"/>
              <a:cs typeface="+mn-cs"/>
            </a:endParaRPr>
          </a:p>
        </p:txBody>
      </p:sp>
      <p:sp>
        <p:nvSpPr>
          <p:cNvPr id="50202" name="Text Box 72"/>
          <p:cNvSpPr txBox="1">
            <a:spLocks noChangeArrowheads="1"/>
          </p:cNvSpPr>
          <p:nvPr/>
        </p:nvSpPr>
        <p:spPr bwMode="auto">
          <a:xfrm>
            <a:off x="7058932" y="5823176"/>
            <a:ext cx="1501775" cy="27463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1200" i="0" dirty="0" smtClean="0">
                <a:latin typeface="Arial" panose="020B0604020202090204" pitchFamily="34" charset="0"/>
                <a:cs typeface="+mn-cs"/>
              </a:rPr>
              <a:t>88-B2-2F-54-1A-0F</a:t>
            </a:r>
            <a:endParaRPr lang="en-US" sz="1200" i="0" dirty="0" smtClean="0">
              <a:latin typeface="Arial" panose="020B0604020202090204" pitchFamily="34" charset="0"/>
              <a:cs typeface="+mn-cs"/>
            </a:endParaRPr>
          </a:p>
        </p:txBody>
      </p:sp>
      <p:sp>
        <p:nvSpPr>
          <p:cNvPr id="50203" name="Line 73"/>
          <p:cNvSpPr>
            <a:spLocks noChangeShapeType="1"/>
          </p:cNvSpPr>
          <p:nvPr/>
        </p:nvSpPr>
        <p:spPr bwMode="auto">
          <a:xfrm flipH="1" flipV="1">
            <a:off x="6855732" y="5150076"/>
            <a:ext cx="254000" cy="250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50204" name="Line 74"/>
          <p:cNvSpPr>
            <a:spLocks noChangeShapeType="1"/>
          </p:cNvSpPr>
          <p:nvPr/>
        </p:nvSpPr>
        <p:spPr bwMode="auto">
          <a:xfrm flipH="1">
            <a:off x="7190695" y="5491388"/>
            <a:ext cx="4762" cy="2016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</a:ln>
          <a:effectLst/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42364" name="Freeform 75"/>
          <p:cNvSpPr/>
          <p:nvPr/>
        </p:nvSpPr>
        <p:spPr bwMode="auto">
          <a:xfrm>
            <a:off x="6185807" y="4276951"/>
            <a:ext cx="765175" cy="1081087"/>
          </a:xfrm>
          <a:custGeom>
            <a:avLst/>
            <a:gdLst>
              <a:gd name="T0" fmla="*/ 2147483647 w 1005"/>
              <a:gd name="T1" fmla="*/ 2147483647 h 996"/>
              <a:gd name="T2" fmla="*/ 2147483647 w 1005"/>
              <a:gd name="T3" fmla="*/ 2147483647 h 996"/>
              <a:gd name="T4" fmla="*/ 2147483647 w 1005"/>
              <a:gd name="T5" fmla="*/ 2147483647 h 996"/>
              <a:gd name="T6" fmla="*/ 2147483647 w 1005"/>
              <a:gd name="T7" fmla="*/ 2147483647 h 996"/>
              <a:gd name="T8" fmla="*/ 2147483647 w 1005"/>
              <a:gd name="T9" fmla="*/ 2147483647 h 996"/>
              <a:gd name="T10" fmla="*/ 2147483647 w 1005"/>
              <a:gd name="T11" fmla="*/ 2147483647 h 996"/>
              <a:gd name="T12" fmla="*/ 2147483647 w 1005"/>
              <a:gd name="T13" fmla="*/ 2147483647 h 996"/>
              <a:gd name="T14" fmla="*/ 2147483647 w 1005"/>
              <a:gd name="T15" fmla="*/ 2147483647 h 996"/>
              <a:gd name="T16" fmla="*/ 2147483647 w 1005"/>
              <a:gd name="T17" fmla="*/ 2147483647 h 996"/>
              <a:gd name="T18" fmla="*/ 2147483647 w 1005"/>
              <a:gd name="T19" fmla="*/ 2147483647 h 996"/>
              <a:gd name="T20" fmla="*/ 2147483647 w 1005"/>
              <a:gd name="T21" fmla="*/ 2147483647 h 996"/>
              <a:gd name="T22" fmla="*/ 2147483647 w 1005"/>
              <a:gd name="T23" fmla="*/ 2147483647 h 996"/>
              <a:gd name="T24" fmla="*/ 2147483647 w 1005"/>
              <a:gd name="T25" fmla="*/ 2147483647 h 99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005" h="996">
                <a:moveTo>
                  <a:pt x="307" y="83"/>
                </a:moveTo>
                <a:cubicBezTo>
                  <a:pt x="218" y="117"/>
                  <a:pt x="182" y="156"/>
                  <a:pt x="134" y="227"/>
                </a:cubicBezTo>
                <a:cubicBezTo>
                  <a:pt x="86" y="298"/>
                  <a:pt x="38" y="426"/>
                  <a:pt x="19" y="507"/>
                </a:cubicBezTo>
                <a:cubicBezTo>
                  <a:pt x="0" y="588"/>
                  <a:pt x="8" y="648"/>
                  <a:pt x="19" y="716"/>
                </a:cubicBezTo>
                <a:cubicBezTo>
                  <a:pt x="30" y="784"/>
                  <a:pt x="54" y="873"/>
                  <a:pt x="84" y="918"/>
                </a:cubicBezTo>
                <a:cubicBezTo>
                  <a:pt x="114" y="963"/>
                  <a:pt x="148" y="984"/>
                  <a:pt x="199" y="990"/>
                </a:cubicBezTo>
                <a:cubicBezTo>
                  <a:pt x="250" y="996"/>
                  <a:pt x="310" y="961"/>
                  <a:pt x="393" y="954"/>
                </a:cubicBezTo>
                <a:cubicBezTo>
                  <a:pt x="476" y="947"/>
                  <a:pt x="614" y="967"/>
                  <a:pt x="696" y="947"/>
                </a:cubicBezTo>
                <a:cubicBezTo>
                  <a:pt x="778" y="927"/>
                  <a:pt x="833" y="898"/>
                  <a:pt x="883" y="831"/>
                </a:cubicBezTo>
                <a:cubicBezTo>
                  <a:pt x="933" y="764"/>
                  <a:pt x="991" y="644"/>
                  <a:pt x="998" y="543"/>
                </a:cubicBezTo>
                <a:cubicBezTo>
                  <a:pt x="1005" y="442"/>
                  <a:pt x="981" y="313"/>
                  <a:pt x="926" y="227"/>
                </a:cubicBezTo>
                <a:cubicBezTo>
                  <a:pt x="871" y="141"/>
                  <a:pt x="768" y="50"/>
                  <a:pt x="667" y="25"/>
                </a:cubicBezTo>
                <a:cubicBezTo>
                  <a:pt x="566" y="0"/>
                  <a:pt x="396" y="49"/>
                  <a:pt x="307" y="83"/>
                </a:cubicBezTo>
                <a:close/>
              </a:path>
            </a:pathLst>
          </a:custGeom>
          <a:solidFill>
            <a:srgbClr val="00CCFF"/>
          </a:solidFill>
          <a:ln w="9525" cap="flat" cmpd="sng">
            <a:solidFill>
              <a:schemeClr val="tx1"/>
            </a:solidFill>
            <a:prstDash val="solid"/>
            <a:round/>
          </a:ln>
          <a:effectLst/>
        </p:spPr>
        <p:txBody>
          <a:bodyPr wrap="none"/>
          <a:lstStyle/>
          <a:p>
            <a:endParaRPr lang="en-US" dirty="0"/>
          </a:p>
        </p:txBody>
      </p:sp>
      <p:sp>
        <p:nvSpPr>
          <p:cNvPr id="124" name="Text Box 76"/>
          <p:cNvSpPr txBox="1">
            <a:spLocks noChangeArrowheads="1"/>
          </p:cNvSpPr>
          <p:nvPr/>
        </p:nvSpPr>
        <p:spPr bwMode="auto">
          <a:xfrm>
            <a:off x="8289245" y="3910238"/>
            <a:ext cx="357187" cy="46196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i="0" dirty="0">
                <a:solidFill>
                  <a:srgbClr val="FF0000"/>
                </a:solidFill>
                <a:latin typeface="+mj-lt"/>
                <a:ea typeface="+mn-ea"/>
                <a:cs typeface="+mn-cs"/>
              </a:rPr>
              <a:t>B</a:t>
            </a:r>
            <a:endParaRPr lang="en-US" sz="2400" i="0" dirty="0">
              <a:solidFill>
                <a:srgbClr val="FF0000"/>
              </a:solidFill>
              <a:latin typeface="+mj-lt"/>
              <a:ea typeface="+mn-ea"/>
              <a:cs typeface="+mn-cs"/>
            </a:endParaRPr>
          </a:p>
        </p:txBody>
      </p:sp>
      <p:grpSp>
        <p:nvGrpSpPr>
          <p:cNvPr id="142366" name="Group 124"/>
          <p:cNvGrpSpPr/>
          <p:nvPr/>
        </p:nvGrpSpPr>
        <p:grpSpPr bwMode="auto">
          <a:xfrm>
            <a:off x="7160532" y="3870551"/>
            <a:ext cx="1009650" cy="854075"/>
            <a:chOff x="7179310" y="4033520"/>
            <a:chExt cx="1009650" cy="855028"/>
          </a:xfrm>
        </p:grpSpPr>
        <p:grpSp>
          <p:nvGrpSpPr>
            <p:cNvPr id="142421" name="Group 44"/>
            <p:cNvGrpSpPr/>
            <p:nvPr/>
          </p:nvGrpSpPr>
          <p:grpSpPr bwMode="auto">
            <a:xfrm>
              <a:off x="7179310" y="4033520"/>
              <a:ext cx="1009650" cy="855028"/>
              <a:chOff x="-44" y="1473"/>
              <a:chExt cx="981" cy="1105"/>
            </a:xfrm>
          </p:grpSpPr>
          <p:pic>
            <p:nvPicPr>
              <p:cNvPr id="142423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2424" name="Freeform 46"/>
              <p:cNvSpPr/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sp>
          <p:nvSpPr>
            <p:cNvPr id="144" name="Rectangle 43"/>
            <p:cNvSpPr>
              <a:spLocks noChangeArrowheads="1"/>
            </p:cNvSpPr>
            <p:nvPr/>
          </p:nvSpPr>
          <p:spPr bwMode="auto">
            <a:xfrm rot="16200000">
              <a:off x="7438796" y="4309366"/>
              <a:ext cx="127142" cy="195263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Comic Sans MS" panose="030F0902030302020204" pitchFamily="66" charset="0"/>
                <a:ea typeface="+mn-ea"/>
                <a:cs typeface="+mn-cs"/>
              </a:endParaRPr>
            </a:p>
          </p:txBody>
        </p:sp>
      </p:grpSp>
      <p:grpSp>
        <p:nvGrpSpPr>
          <p:cNvPr id="142367" name="Group 125"/>
          <p:cNvGrpSpPr/>
          <p:nvPr/>
        </p:nvGrpSpPr>
        <p:grpSpPr bwMode="auto">
          <a:xfrm>
            <a:off x="3739470" y="4551588"/>
            <a:ext cx="1292225" cy="425450"/>
            <a:chOff x="4011931" y="3379152"/>
            <a:chExt cx="1262062" cy="390207"/>
          </a:xfrm>
        </p:grpSpPr>
        <p:sp>
          <p:nvSpPr>
            <p:cNvPr id="132" name="Rectangle 43"/>
            <p:cNvSpPr>
              <a:spLocks noChangeArrowheads="1"/>
            </p:cNvSpPr>
            <p:nvPr/>
          </p:nvSpPr>
          <p:spPr bwMode="auto">
            <a:xfrm rot="16200000">
              <a:off x="5112252" y="3476577"/>
              <a:ext cx="128128" cy="195356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Comic Sans MS" panose="030F0902030302020204" pitchFamily="66" charset="0"/>
                <a:ea typeface="+mn-ea"/>
                <a:cs typeface="+mn-cs"/>
              </a:endParaRPr>
            </a:p>
          </p:txBody>
        </p:sp>
        <p:grpSp>
          <p:nvGrpSpPr>
            <p:cNvPr id="142411" name="Group 1185"/>
            <p:cNvGrpSpPr/>
            <p:nvPr/>
          </p:nvGrpSpPr>
          <p:grpSpPr bwMode="auto">
            <a:xfrm>
              <a:off x="4197985" y="3379152"/>
              <a:ext cx="892175" cy="390207"/>
              <a:chOff x="4650" y="1129"/>
              <a:chExt cx="246" cy="95"/>
            </a:xfrm>
          </p:grpSpPr>
          <p:sp>
            <p:nvSpPr>
              <p:cNvPr id="142413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en-US" sz="2400" i="0" dirty="0">
                  <a:latin typeface="Times New Roman" panose="0202050305040509030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142414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/>
              <a:p>
                <a:pPr algn="ctr"/>
                <a:endParaRPr lang="en-US" sz="2400" i="0" dirty="0">
                  <a:latin typeface="Times New Roman" panose="0202050305040509030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142415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en-US" sz="2400" i="0" dirty="0">
                  <a:latin typeface="Times New Roman" panose="02020503050405090304" charset="0"/>
                  <a:cs typeface="Arial" panose="020B0604020202090204" pitchFamily="34" charset="0"/>
                </a:endParaRPr>
              </a:p>
            </p:txBody>
          </p:sp>
          <p:grpSp>
            <p:nvGrpSpPr>
              <p:cNvPr id="142416" name="Group 1189"/>
              <p:cNvGrpSpPr/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42419" name="Freeform 1190"/>
                <p:cNvSpPr/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142420" name="Freeform 1191"/>
                <p:cNvSpPr/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</p:grpSp>
          <p:sp>
            <p:nvSpPr>
              <p:cNvPr id="50258" name="Line 1192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50259" name="Line 1193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  <p:sp>
          <p:nvSpPr>
            <p:cNvPr id="134" name="Rectangle 43"/>
            <p:cNvSpPr>
              <a:spLocks noChangeArrowheads="1"/>
            </p:cNvSpPr>
            <p:nvPr/>
          </p:nvSpPr>
          <p:spPr bwMode="auto">
            <a:xfrm rot="16200000">
              <a:off x="4046274" y="3486041"/>
              <a:ext cx="126671" cy="195356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Comic Sans MS" panose="030F0902030302020204" pitchFamily="66" charset="0"/>
                <a:ea typeface="+mn-ea"/>
                <a:cs typeface="+mn-cs"/>
              </a:endParaRPr>
            </a:p>
          </p:txBody>
        </p:sp>
      </p:grpSp>
      <p:grpSp>
        <p:nvGrpSpPr>
          <p:cNvPr id="142368" name="Group 126"/>
          <p:cNvGrpSpPr/>
          <p:nvPr/>
        </p:nvGrpSpPr>
        <p:grpSpPr bwMode="auto">
          <a:xfrm>
            <a:off x="1464582" y="5150076"/>
            <a:ext cx="701675" cy="517525"/>
            <a:chOff x="1046480" y="3962400"/>
            <a:chExt cx="1026163" cy="761428"/>
          </a:xfrm>
        </p:grpSpPr>
        <p:sp>
          <p:nvSpPr>
            <p:cNvPr id="128" name="Rectangle 48"/>
            <p:cNvSpPr>
              <a:spLocks noChangeArrowheads="1"/>
            </p:cNvSpPr>
            <p:nvPr/>
          </p:nvSpPr>
          <p:spPr bwMode="auto">
            <a:xfrm rot="16200000">
              <a:off x="1893548" y="4299487"/>
              <a:ext cx="109776" cy="248414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Comic Sans MS" panose="030F0902030302020204" pitchFamily="66" charset="0"/>
                <a:ea typeface="+mn-ea"/>
                <a:cs typeface="+mn-cs"/>
              </a:endParaRPr>
            </a:p>
          </p:txBody>
        </p:sp>
        <p:grpSp>
          <p:nvGrpSpPr>
            <p:cNvPr id="142407" name="Group 49"/>
            <p:cNvGrpSpPr/>
            <p:nvPr/>
          </p:nvGrpSpPr>
          <p:grpSpPr bwMode="auto">
            <a:xfrm>
              <a:off x="1046480" y="3962400"/>
              <a:ext cx="936071" cy="761428"/>
              <a:chOff x="-44" y="1473"/>
              <a:chExt cx="981" cy="1105"/>
            </a:xfrm>
          </p:grpSpPr>
          <p:pic>
            <p:nvPicPr>
              <p:cNvPr id="142408" name="Picture 50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2409" name="Freeform 51"/>
              <p:cNvSpPr/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</p:spPr>
            <p:txBody>
              <a:bodyPr wrap="none"/>
              <a:lstStyle/>
              <a:p>
                <a:endParaRPr lang="en-US" dirty="0"/>
              </a:p>
            </p:txBody>
          </p:sp>
        </p:grpSp>
      </p:grpSp>
      <p:sp>
        <p:nvSpPr>
          <p:cNvPr id="5021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8001000" cy="1143000"/>
          </a:xfrm>
        </p:spPr>
        <p:txBody>
          <a:bodyPr/>
          <a:lstStyle/>
          <a:p>
            <a:pPr>
              <a:defRPr/>
            </a:pPr>
            <a:r>
              <a:rPr lang="en-US" sz="4000" dirty="0">
                <a:latin typeface="Gill Sans MT" pitchFamily="34" charset="0"/>
                <a:cs typeface="+mj-cs"/>
              </a:rPr>
              <a:t>Addressing: routing to another LAN</a:t>
            </a:r>
            <a:endParaRPr lang="en-US" sz="4000" dirty="0">
              <a:latin typeface="Gill Sans MT" pitchFamily="34" charset="0"/>
              <a:cs typeface="+mj-cs"/>
            </a:endParaRPr>
          </a:p>
        </p:txBody>
      </p:sp>
      <p:sp>
        <p:nvSpPr>
          <p:cNvPr id="50213" name="Rectangle 60"/>
          <p:cNvSpPr>
            <a:spLocks noChangeArrowheads="1"/>
          </p:cNvSpPr>
          <p:nvPr/>
        </p:nvSpPr>
        <p:spPr bwMode="auto">
          <a:xfrm>
            <a:off x="706438" y="1084263"/>
            <a:ext cx="7772400" cy="550862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/>
          <a:p>
            <a:pPr marL="231775" indent="-2317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000" i="0" dirty="0">
                <a:latin typeface="Gill Sans MT" pitchFamily="34" charset="0"/>
                <a:cs typeface="+mn-cs"/>
              </a:rPr>
              <a:t>R forwards datagram with IP source A, destination B </a:t>
            </a:r>
            <a:endParaRPr lang="en-US" sz="2000" i="0" dirty="0">
              <a:latin typeface="Gill Sans MT" pitchFamily="34" charset="0"/>
              <a:cs typeface="+mn-cs"/>
            </a:endParaRPr>
          </a:p>
        </p:txBody>
      </p:sp>
      <p:sp>
        <p:nvSpPr>
          <p:cNvPr id="50214" name="Rectangle 61"/>
          <p:cNvSpPr>
            <a:spLocks noChangeArrowheads="1"/>
          </p:cNvSpPr>
          <p:nvPr/>
        </p:nvSpPr>
        <p:spPr bwMode="auto">
          <a:xfrm>
            <a:off x="700995" y="1405164"/>
            <a:ext cx="7772400" cy="722313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/>
          <a:p>
            <a:pPr marL="231775" indent="-2317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000" i="0" dirty="0">
                <a:latin typeface="Gill Sans MT" pitchFamily="34" charset="0"/>
                <a:cs typeface="+mn-cs"/>
              </a:rPr>
              <a:t>R creates link-layer frame with B's MAC address as dest, frame contains A-to-B IP datagram</a:t>
            </a:r>
            <a:endParaRPr lang="en-US" sz="2800" i="0" dirty="0">
              <a:latin typeface="Gill Sans MT" pitchFamily="34" charset="0"/>
              <a:cs typeface="+mn-cs"/>
            </a:endParaRPr>
          </a:p>
        </p:txBody>
      </p:sp>
      <p:sp>
        <p:nvSpPr>
          <p:cNvPr id="723007" name="AutoShape 63"/>
          <p:cNvSpPr>
            <a:spLocks noChangeArrowheads="1"/>
          </p:cNvSpPr>
          <p:nvPr/>
        </p:nvSpPr>
        <p:spPr bwMode="auto">
          <a:xfrm>
            <a:off x="6701745" y="2733901"/>
            <a:ext cx="314325" cy="792162"/>
          </a:xfrm>
          <a:prstGeom prst="downArrow">
            <a:avLst>
              <a:gd name="adj1" fmla="val 50000"/>
              <a:gd name="adj2" fmla="val 63005"/>
            </a:avLst>
          </a:prstGeom>
          <a:gradFill rotWithShape="1">
            <a:gsLst>
              <a:gs pos="0">
                <a:schemeClr val="bg1"/>
              </a:gs>
              <a:gs pos="100000">
                <a:srgbClr val="FF0000"/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142375" name="Group 64"/>
          <p:cNvGrpSpPr/>
          <p:nvPr/>
        </p:nvGrpSpPr>
        <p:grpSpPr bwMode="auto">
          <a:xfrm>
            <a:off x="6208032" y="2290988"/>
            <a:ext cx="2011363" cy="760413"/>
            <a:chOff x="1197" y="1665"/>
            <a:chExt cx="1267" cy="479"/>
          </a:xfrm>
        </p:grpSpPr>
        <p:grpSp>
          <p:nvGrpSpPr>
            <p:cNvPr id="142401" name="Group 65"/>
            <p:cNvGrpSpPr/>
            <p:nvPr/>
          </p:nvGrpSpPr>
          <p:grpSpPr bwMode="auto">
            <a:xfrm>
              <a:off x="1231" y="1990"/>
              <a:ext cx="691" cy="154"/>
              <a:chOff x="1231" y="1990"/>
              <a:chExt cx="691" cy="154"/>
            </a:xfrm>
          </p:grpSpPr>
          <p:sp>
            <p:nvSpPr>
              <p:cNvPr id="50244" name="Rectangle 66"/>
              <p:cNvSpPr>
                <a:spLocks noChangeArrowheads="1"/>
              </p:cNvSpPr>
              <p:nvPr/>
            </p:nvSpPr>
            <p:spPr bwMode="auto">
              <a:xfrm>
                <a:off x="1231" y="1991"/>
                <a:ext cx="691" cy="153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50245" name="Line 67"/>
              <p:cNvSpPr>
                <a:spLocks noChangeShapeType="1"/>
              </p:cNvSpPr>
              <p:nvPr/>
            </p:nvSpPr>
            <p:spPr bwMode="auto">
              <a:xfrm>
                <a:off x="1337" y="1990"/>
                <a:ext cx="0" cy="152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50246" name="Line 68"/>
              <p:cNvSpPr>
                <a:spLocks noChangeShapeType="1"/>
              </p:cNvSpPr>
              <p:nvPr/>
            </p:nvSpPr>
            <p:spPr bwMode="auto">
              <a:xfrm>
                <a:off x="1427" y="1992"/>
                <a:ext cx="0" cy="152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  <p:sp>
          <p:nvSpPr>
            <p:cNvPr id="50243" name="Text Box 69"/>
            <p:cNvSpPr txBox="1">
              <a:spLocks noChangeArrowheads="1"/>
            </p:cNvSpPr>
            <p:nvPr/>
          </p:nvSpPr>
          <p:spPr bwMode="auto">
            <a:xfrm>
              <a:off x="1197" y="1665"/>
              <a:ext cx="1267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200" i="0" dirty="0" smtClean="0">
                  <a:latin typeface="Arial" panose="020B0604020202090204" pitchFamily="34" charset="0"/>
                  <a:cs typeface="+mn-cs"/>
                </a:rPr>
                <a:t>IP src: 111.111.111.111</a:t>
              </a:r>
              <a:endParaRPr lang="en-US" sz="1200" i="0" dirty="0" smtClean="0">
                <a:latin typeface="Arial" panose="020B0604020202090204" pitchFamily="34" charset="0"/>
                <a:cs typeface="+mn-cs"/>
              </a:endParaRPr>
            </a:p>
            <a:p>
              <a:pPr>
                <a:defRPr/>
              </a:pPr>
              <a:r>
                <a:rPr lang="en-US" sz="1200" i="0" dirty="0" smtClean="0">
                  <a:latin typeface="Arial" panose="020B0604020202090204" pitchFamily="34" charset="0"/>
                  <a:cs typeface="+mn-cs"/>
                </a:rPr>
                <a:t>   IP dest: 222.222.222.222</a:t>
              </a:r>
              <a:endParaRPr lang="en-US" sz="1200" i="0" dirty="0" smtClean="0">
                <a:latin typeface="Arial" panose="020B0604020202090204" pitchFamily="34" charset="0"/>
                <a:cs typeface="+mn-cs"/>
              </a:endParaRPr>
            </a:p>
          </p:txBody>
        </p:sp>
      </p:grpSp>
      <p:grpSp>
        <p:nvGrpSpPr>
          <p:cNvPr id="142376" name="Group 70"/>
          <p:cNvGrpSpPr/>
          <p:nvPr/>
        </p:nvGrpSpPr>
        <p:grpSpPr bwMode="auto">
          <a:xfrm>
            <a:off x="6331857" y="2541813"/>
            <a:ext cx="146050" cy="385763"/>
            <a:chOff x="1272" y="1762"/>
            <a:chExt cx="92" cy="243"/>
          </a:xfrm>
        </p:grpSpPr>
        <p:sp>
          <p:nvSpPr>
            <p:cNvPr id="50240" name="Line 71"/>
            <p:cNvSpPr>
              <a:spLocks noChangeShapeType="1"/>
            </p:cNvSpPr>
            <p:nvPr/>
          </p:nvSpPr>
          <p:spPr bwMode="auto">
            <a:xfrm>
              <a:off x="1272" y="1762"/>
              <a:ext cx="0" cy="24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50241" name="Line 72"/>
            <p:cNvSpPr>
              <a:spLocks noChangeShapeType="1"/>
            </p:cNvSpPr>
            <p:nvPr/>
          </p:nvSpPr>
          <p:spPr bwMode="auto">
            <a:xfrm>
              <a:off x="1364" y="1878"/>
              <a:ext cx="0" cy="1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grpSp>
        <p:nvGrpSpPr>
          <p:cNvPr id="723017" name="Group 73"/>
          <p:cNvGrpSpPr/>
          <p:nvPr/>
        </p:nvGrpSpPr>
        <p:grpSpPr bwMode="auto">
          <a:xfrm>
            <a:off x="5782582" y="1883001"/>
            <a:ext cx="2428876" cy="1519237"/>
            <a:chOff x="931" y="1414"/>
            <a:chExt cx="1530" cy="957"/>
          </a:xfrm>
        </p:grpSpPr>
        <p:sp>
          <p:nvSpPr>
            <p:cNvPr id="50228" name="Text Box 74"/>
            <p:cNvSpPr txBox="1">
              <a:spLocks noChangeArrowheads="1"/>
            </p:cNvSpPr>
            <p:nvPr/>
          </p:nvSpPr>
          <p:spPr bwMode="auto">
            <a:xfrm>
              <a:off x="931" y="1414"/>
              <a:ext cx="1530" cy="40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200" i="0" dirty="0" smtClean="0">
                  <a:latin typeface="Arial" panose="020B0604020202090204" pitchFamily="34" charset="0"/>
                  <a:cs typeface="+mn-cs"/>
                </a:rPr>
                <a:t>MAC src: </a:t>
              </a:r>
              <a:r>
                <a:rPr lang="en-US" sz="1200" i="0" dirty="0" smtClean="0">
                  <a:solidFill>
                    <a:srgbClr val="FF0000"/>
                  </a:solidFill>
                  <a:latin typeface="Arial" panose="020B0604020202090204" pitchFamily="34" charset="0"/>
                  <a:cs typeface="+mn-cs"/>
                </a:rPr>
                <a:t>1A-23-F9-CD-06-9B</a:t>
              </a:r>
              <a:endParaRPr lang="en-US" sz="1200" i="0" dirty="0" smtClean="0">
                <a:solidFill>
                  <a:srgbClr val="FF0000"/>
                </a:solidFill>
                <a:latin typeface="Arial" panose="020B0604020202090204" pitchFamily="34" charset="0"/>
                <a:cs typeface="+mn-cs"/>
              </a:endParaRPr>
            </a:p>
            <a:p>
              <a:pPr>
                <a:defRPr/>
              </a:pPr>
              <a:r>
                <a:rPr lang="en-US" sz="1200" i="0" dirty="0" smtClean="0">
                  <a:latin typeface="Arial" panose="020B0604020202090204" pitchFamily="34" charset="0"/>
                  <a:cs typeface="+mn-cs"/>
                </a:rPr>
                <a:t>  MAC dest: </a:t>
              </a:r>
              <a:r>
                <a:rPr lang="en-US" sz="1200" i="0" dirty="0" smtClean="0">
                  <a:solidFill>
                    <a:srgbClr val="FF0000"/>
                  </a:solidFill>
                  <a:latin typeface="Arial" panose="020B0604020202090204" pitchFamily="34" charset="0"/>
                  <a:cs typeface="+mn-cs"/>
                </a:rPr>
                <a:t>49-BD-D2-C7-56-2A</a:t>
              </a:r>
              <a:endParaRPr lang="en-US" sz="1200" i="0" dirty="0" smtClean="0">
                <a:solidFill>
                  <a:srgbClr val="FF0000"/>
                </a:solidFill>
                <a:latin typeface="Arial" panose="020B0604020202090204" pitchFamily="34" charset="0"/>
                <a:cs typeface="+mn-cs"/>
              </a:endParaRPr>
            </a:p>
            <a:p>
              <a:pPr>
                <a:defRPr/>
              </a:pPr>
              <a:endParaRPr lang="en-US" sz="1200" i="0" dirty="0" smtClean="0">
                <a:solidFill>
                  <a:srgbClr val="FF0000"/>
                </a:solidFill>
                <a:latin typeface="Arial" panose="020B0604020202090204" pitchFamily="34" charset="0"/>
                <a:cs typeface="+mn-cs"/>
              </a:endParaRPr>
            </a:p>
          </p:txBody>
        </p:sp>
        <p:grpSp>
          <p:nvGrpSpPr>
            <p:cNvPr id="142388" name="Group 75"/>
            <p:cNvGrpSpPr/>
            <p:nvPr/>
          </p:nvGrpSpPr>
          <p:grpSpPr bwMode="auto">
            <a:xfrm>
              <a:off x="981" y="2182"/>
              <a:ext cx="1049" cy="189"/>
              <a:chOff x="2829" y="2040"/>
              <a:chExt cx="1049" cy="189"/>
            </a:xfrm>
          </p:grpSpPr>
          <p:sp>
            <p:nvSpPr>
              <p:cNvPr id="50234" name="Rectangle 76"/>
              <p:cNvSpPr>
                <a:spLocks noChangeArrowheads="1"/>
              </p:cNvSpPr>
              <p:nvPr/>
            </p:nvSpPr>
            <p:spPr bwMode="auto">
              <a:xfrm>
                <a:off x="2829" y="2042"/>
                <a:ext cx="1049" cy="185"/>
              </a:xfrm>
              <a:prstGeom prst="rect">
                <a:avLst/>
              </a:prstGeom>
              <a:solidFill>
                <a:srgbClr val="000099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50235" name="Rectangle 77"/>
              <p:cNvSpPr>
                <a:spLocks noChangeArrowheads="1"/>
              </p:cNvSpPr>
              <p:nvPr/>
            </p:nvSpPr>
            <p:spPr bwMode="auto">
              <a:xfrm>
                <a:off x="3078" y="2060"/>
                <a:ext cx="691" cy="153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50236" name="Line 78"/>
              <p:cNvSpPr>
                <a:spLocks noChangeShapeType="1"/>
              </p:cNvSpPr>
              <p:nvPr/>
            </p:nvSpPr>
            <p:spPr bwMode="auto">
              <a:xfrm>
                <a:off x="3180" y="2063"/>
                <a:ext cx="0" cy="152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50237" name="Line 79"/>
              <p:cNvSpPr>
                <a:spLocks noChangeShapeType="1"/>
              </p:cNvSpPr>
              <p:nvPr/>
            </p:nvSpPr>
            <p:spPr bwMode="auto">
              <a:xfrm>
                <a:off x="3276" y="2063"/>
                <a:ext cx="0" cy="152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50238" name="Line 80"/>
              <p:cNvSpPr>
                <a:spLocks noChangeShapeType="1"/>
              </p:cNvSpPr>
              <p:nvPr/>
            </p:nvSpPr>
            <p:spPr bwMode="auto">
              <a:xfrm>
                <a:off x="2910" y="2040"/>
                <a:ext cx="0" cy="189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50239" name="Line 81"/>
              <p:cNvSpPr>
                <a:spLocks noChangeShapeType="1"/>
              </p:cNvSpPr>
              <p:nvPr/>
            </p:nvSpPr>
            <p:spPr bwMode="auto">
              <a:xfrm>
                <a:off x="3006" y="2040"/>
                <a:ext cx="0" cy="189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  <p:sp>
          <p:nvSpPr>
            <p:cNvPr id="50230" name="Line 82"/>
            <p:cNvSpPr>
              <a:spLocks noChangeShapeType="1"/>
            </p:cNvSpPr>
            <p:nvPr/>
          </p:nvSpPr>
          <p:spPr bwMode="auto">
            <a:xfrm flipV="1">
              <a:off x="1018" y="1576"/>
              <a:ext cx="2" cy="7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50231" name="Line 83"/>
            <p:cNvSpPr>
              <a:spLocks noChangeShapeType="1"/>
            </p:cNvSpPr>
            <p:nvPr/>
          </p:nvSpPr>
          <p:spPr bwMode="auto">
            <a:xfrm flipV="1">
              <a:off x="1106" y="1680"/>
              <a:ext cx="0" cy="59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50232" name="Line 84"/>
            <p:cNvSpPr>
              <a:spLocks noChangeShapeType="1"/>
            </p:cNvSpPr>
            <p:nvPr/>
          </p:nvSpPr>
          <p:spPr bwMode="auto">
            <a:xfrm flipH="1" flipV="1">
              <a:off x="1276" y="1812"/>
              <a:ext cx="2" cy="4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50233" name="Line 85"/>
            <p:cNvSpPr>
              <a:spLocks noChangeShapeType="1"/>
            </p:cNvSpPr>
            <p:nvPr/>
          </p:nvSpPr>
          <p:spPr bwMode="auto">
            <a:xfrm>
              <a:off x="1368" y="1924"/>
              <a:ext cx="2" cy="3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grpSp>
        <p:nvGrpSpPr>
          <p:cNvPr id="142378" name="Group 92"/>
          <p:cNvGrpSpPr/>
          <p:nvPr/>
        </p:nvGrpSpPr>
        <p:grpSpPr bwMode="auto">
          <a:xfrm>
            <a:off x="8043182" y="2314801"/>
            <a:ext cx="928688" cy="1954212"/>
            <a:chOff x="250" y="1380"/>
            <a:chExt cx="585" cy="1231"/>
          </a:xfrm>
        </p:grpSpPr>
        <p:sp>
          <p:nvSpPr>
            <p:cNvPr id="142380" name="Freeform 93"/>
            <p:cNvSpPr/>
            <p:nvPr/>
          </p:nvSpPr>
          <p:spPr bwMode="auto">
            <a:xfrm>
              <a:off x="250" y="1414"/>
              <a:ext cx="582" cy="1197"/>
            </a:xfrm>
            <a:custGeom>
              <a:avLst/>
              <a:gdLst>
                <a:gd name="T0" fmla="*/ 582 w 582"/>
                <a:gd name="T1" fmla="*/ 781 h 1197"/>
                <a:gd name="T2" fmla="*/ 0 w 582"/>
                <a:gd name="T3" fmla="*/ 1197 h 1197"/>
                <a:gd name="T4" fmla="*/ 83 w 582"/>
                <a:gd name="T5" fmla="*/ 0 h 1197"/>
                <a:gd name="T6" fmla="*/ 582 w 582"/>
                <a:gd name="T7" fmla="*/ 781 h 119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82" h="1197">
                  <a:moveTo>
                    <a:pt x="582" y="781"/>
                  </a:moveTo>
                  <a:lnTo>
                    <a:pt x="0" y="1197"/>
                  </a:lnTo>
                  <a:lnTo>
                    <a:pt x="83" y="0"/>
                  </a:lnTo>
                  <a:lnTo>
                    <a:pt x="582" y="781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2700000" scaled="1"/>
            </a:gradFill>
            <a:ln>
              <a:noFill/>
            </a:ln>
            <a:effectLst/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50222" name="Rectangle 94"/>
            <p:cNvSpPr>
              <a:spLocks noChangeArrowheads="1"/>
            </p:cNvSpPr>
            <p:nvPr/>
          </p:nvSpPr>
          <p:spPr bwMode="auto">
            <a:xfrm>
              <a:off x="338" y="1399"/>
              <a:ext cx="493" cy="79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50223" name="Text Box 95"/>
            <p:cNvSpPr txBox="1">
              <a:spLocks noChangeArrowheads="1"/>
            </p:cNvSpPr>
            <p:nvPr/>
          </p:nvSpPr>
          <p:spPr bwMode="auto">
            <a:xfrm>
              <a:off x="413" y="1380"/>
              <a:ext cx="336" cy="82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 algn="ctr">
                <a:defRPr/>
              </a:pPr>
              <a:endParaRPr lang="en-US" sz="1600" i="0" dirty="0" smtClean="0">
                <a:latin typeface="Arial" panose="020B0604020202090204" pitchFamily="34" charset="0"/>
                <a:cs typeface="+mn-cs"/>
              </a:endParaRPr>
            </a:p>
            <a:p>
              <a:pPr algn="ctr">
                <a:defRPr/>
              </a:pPr>
              <a:endParaRPr lang="en-US" sz="1600" i="0" dirty="0" smtClean="0">
                <a:latin typeface="Arial" panose="020B0604020202090204" pitchFamily="34" charset="0"/>
                <a:cs typeface="+mn-cs"/>
              </a:endParaRPr>
            </a:p>
            <a:p>
              <a:pPr algn="ctr">
                <a:defRPr/>
              </a:pPr>
              <a:r>
                <a:rPr lang="en-US" sz="1600" i="0" dirty="0" smtClean="0">
                  <a:latin typeface="Arial" panose="020B0604020202090204" pitchFamily="34" charset="0"/>
                  <a:cs typeface="+mn-cs"/>
                </a:rPr>
                <a:t>IP</a:t>
              </a:r>
              <a:endParaRPr lang="en-US" sz="1600" i="0" dirty="0" smtClean="0">
                <a:latin typeface="Arial" panose="020B0604020202090204" pitchFamily="34" charset="0"/>
                <a:cs typeface="+mn-cs"/>
              </a:endParaRPr>
            </a:p>
            <a:p>
              <a:pPr algn="ctr">
                <a:defRPr/>
              </a:pPr>
              <a:r>
                <a:rPr lang="en-US" sz="1600" i="0" dirty="0" smtClean="0">
                  <a:latin typeface="Arial" panose="020B0604020202090204" pitchFamily="34" charset="0"/>
                  <a:cs typeface="+mn-cs"/>
                </a:rPr>
                <a:t>Eth</a:t>
              </a:r>
              <a:endParaRPr lang="en-US" sz="1600" i="0" dirty="0" smtClean="0">
                <a:latin typeface="Arial" panose="020B0604020202090204" pitchFamily="34" charset="0"/>
                <a:cs typeface="+mn-cs"/>
              </a:endParaRPr>
            </a:p>
            <a:p>
              <a:pPr algn="ctr">
                <a:defRPr/>
              </a:pPr>
              <a:r>
                <a:rPr lang="en-US" sz="1600" i="0" dirty="0" smtClean="0">
                  <a:latin typeface="Arial" panose="020B0604020202090204" pitchFamily="34" charset="0"/>
                  <a:cs typeface="+mn-cs"/>
                </a:rPr>
                <a:t>Phy</a:t>
              </a:r>
              <a:endParaRPr lang="en-US" sz="1600" i="0" dirty="0" smtClean="0">
                <a:latin typeface="Arial" panose="020B0604020202090204" pitchFamily="34" charset="0"/>
                <a:cs typeface="+mn-cs"/>
              </a:endParaRPr>
            </a:p>
          </p:txBody>
        </p:sp>
        <p:sp>
          <p:nvSpPr>
            <p:cNvPr id="50224" name="Line 96"/>
            <p:cNvSpPr>
              <a:spLocks noChangeShapeType="1"/>
            </p:cNvSpPr>
            <p:nvPr/>
          </p:nvSpPr>
          <p:spPr bwMode="auto">
            <a:xfrm>
              <a:off x="346" y="1868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50225" name="Line 97"/>
            <p:cNvSpPr>
              <a:spLocks noChangeShapeType="1"/>
            </p:cNvSpPr>
            <p:nvPr/>
          </p:nvSpPr>
          <p:spPr bwMode="auto">
            <a:xfrm>
              <a:off x="343" y="2027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50226" name="Line 98"/>
            <p:cNvSpPr>
              <a:spLocks noChangeShapeType="1"/>
            </p:cNvSpPr>
            <p:nvPr/>
          </p:nvSpPr>
          <p:spPr bwMode="auto">
            <a:xfrm>
              <a:off x="340" y="2186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50227" name="Line 99"/>
            <p:cNvSpPr>
              <a:spLocks noChangeShapeType="1"/>
            </p:cNvSpPr>
            <p:nvPr/>
          </p:nvSpPr>
          <p:spPr bwMode="auto">
            <a:xfrm>
              <a:off x="330" y="1698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pic>
        <p:nvPicPr>
          <p:cNvPr id="142379" name="Picture 15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338" y="783430"/>
            <a:ext cx="7769225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r>
              <a:rPr lang="en-US" sz="1200" dirty="0">
                <a:latin typeface="Tahoma" panose="020B0604030504040204" charset="0"/>
              </a:rPr>
              <a:t>6</a:t>
            </a:r>
            <a:r>
              <a:rPr lang="en-US" sz="1200" dirty="0" smtClean="0">
                <a:latin typeface="Tahoma" panose="020B0604030504040204" charset="0"/>
              </a:rPr>
              <a:t>-</a:t>
            </a:r>
            <a:fld id="{8E8C6E93-DF5B-BC4B-80F9-500DED1EEDCC}" type="slidenum">
              <a:rPr lang="en-US" sz="1200">
                <a:latin typeface="Tahoma" panose="020B0604030504040204" charset="0"/>
              </a:rPr>
            </a:fld>
            <a:endParaRPr lang="en-US" sz="1200" dirty="0">
              <a:latin typeface="Tahoma" panose="020B0604030504040204" charset="0"/>
            </a:endParaRPr>
          </a:p>
        </p:txBody>
      </p:sp>
      <p:sp>
        <p:nvSpPr>
          <p:cNvPr id="10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pPr algn="r"/>
            <a:r>
              <a:rPr lang="en-US" sz="1200" dirty="0" smtClean="0">
                <a:solidFill>
                  <a:srgbClr val="000000"/>
                </a:solidFill>
                <a:latin typeface="Tahoma" panose="020B0604030504040204" charset="0"/>
                <a:cs typeface="Arial" panose="020B0604020202090204" pitchFamily="34" charset="0"/>
              </a:rPr>
              <a:t>Link Layer and LANs</a:t>
            </a:r>
            <a:endParaRPr lang="en-US" sz="1200" dirty="0">
              <a:solidFill>
                <a:srgbClr val="000000"/>
              </a:solidFill>
              <a:latin typeface="Tahoma" panose="020B0604030504040204" charset="0"/>
              <a:cs typeface="Arial" panose="020B0604020202090204" pitchFamily="34" charset="0"/>
            </a:endParaRPr>
          </a:p>
        </p:txBody>
      </p:sp>
      <p:sp>
        <p:nvSpPr>
          <p:cNvPr id="104" name="TextBox 1"/>
          <p:cNvSpPr txBox="1">
            <a:spLocks noChangeArrowheads="1"/>
          </p:cNvSpPr>
          <p:nvPr/>
        </p:nvSpPr>
        <p:spPr bwMode="auto">
          <a:xfrm>
            <a:off x="339826" y="6271334"/>
            <a:ext cx="4507165" cy="44422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pPr>
              <a:lnSpc>
                <a:spcPct val="80000"/>
              </a:lnSpc>
            </a:pPr>
            <a:r>
              <a:rPr lang="en-US" sz="1400" dirty="0" smtClean="0"/>
              <a:t>* Check </a:t>
            </a:r>
            <a:r>
              <a:rPr lang="en-US" sz="1400" dirty="0"/>
              <a:t>out the online interactive exercises for more </a:t>
            </a:r>
            <a:r>
              <a:rPr lang="en-US" sz="1400" dirty="0" smtClean="0"/>
              <a:t>examples: h</a:t>
            </a:r>
            <a:r>
              <a:rPr lang="en-US" sz="1200" dirty="0" smtClean="0"/>
              <a:t>ttp</a:t>
            </a:r>
            <a:r>
              <a:rPr lang="en-US" sz="1200" dirty="0"/>
              <a:t>://gaia.cs.umass.edu/kurose_ross/interactive/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7230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3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" dur="500"/>
                                        <p:tgtEl>
                                          <p:spTgt spid="7230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3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3007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387" name="Picture 5" descr="underline_base"/>
          <p:cNvPicPr>
            <a:picLocks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025" y="1028700"/>
            <a:ext cx="5942013" cy="173038"/>
          </a:xfrm>
          <a:prstGeom prst="rect">
            <a:avLst/>
          </a:prstGeom>
          <a:noFill/>
          <a:ln>
            <a:noFill/>
          </a:ln>
        </p:spPr>
      </p:pic>
      <p:sp>
        <p:nvSpPr>
          <p:cNvPr id="30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Gill Sans MT" pitchFamily="34" charset="0"/>
                <a:cs typeface="+mj-cs"/>
              </a:rPr>
              <a:t>Link layer, </a:t>
            </a:r>
            <a:r>
              <a:rPr lang="en-US" sz="4000" dirty="0">
                <a:latin typeface="Gill Sans MT" pitchFamily="34" charset="0"/>
                <a:cs typeface="+mj-cs"/>
              </a:rPr>
              <a:t>LAN</a:t>
            </a:r>
            <a:r>
              <a:rPr lang="en-US" dirty="0">
                <a:latin typeface="Gill Sans MT" pitchFamily="34" charset="0"/>
                <a:cs typeface="+mj-cs"/>
              </a:rPr>
              <a:t>s: outline</a:t>
            </a:r>
            <a:endParaRPr lang="en-US" dirty="0">
              <a:latin typeface="Gill Sans MT" pitchFamily="34" charset="0"/>
              <a:cs typeface="+mj-cs"/>
            </a:endParaRPr>
          </a:p>
        </p:txBody>
      </p:sp>
      <p:sp>
        <p:nvSpPr>
          <p:cNvPr id="307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600200"/>
            <a:ext cx="3922713" cy="4648200"/>
          </a:xfrm>
        </p:spPr>
        <p:txBody>
          <a:bodyPr/>
          <a:lstStyle/>
          <a:p>
            <a:pPr marL="457200" indent="-457200">
              <a:buFont typeface="Wingdings" panose="05000000000000000000" charset="0"/>
              <a:buNone/>
              <a:defRPr/>
            </a:pPr>
            <a:r>
              <a:rPr lang="en-US" dirty="0" smtClean="0">
                <a:solidFill>
                  <a:srgbClr val="000099"/>
                </a:solidFill>
                <a:latin typeface="Gill Sans MT" pitchFamily="34" charset="0"/>
                <a:cs typeface="+mn-cs"/>
              </a:rPr>
              <a:t>6.1</a:t>
            </a:r>
            <a:r>
              <a:rPr lang="en-US" dirty="0" smtClean="0">
                <a:solidFill>
                  <a:srgbClr val="CC0000"/>
                </a:solidFill>
                <a:latin typeface="Gill Sans MT" pitchFamily="34" charset="0"/>
                <a:cs typeface="+mn-cs"/>
              </a:rPr>
              <a:t> </a:t>
            </a:r>
            <a:r>
              <a:rPr lang="en-US" dirty="0">
                <a:latin typeface="Gill Sans MT" pitchFamily="34" charset="0"/>
                <a:cs typeface="+mn-cs"/>
              </a:rPr>
              <a:t>introduction, services</a:t>
            </a:r>
            <a:endParaRPr lang="en-US" dirty="0">
              <a:latin typeface="Gill Sans MT" pitchFamily="34" charset="0"/>
              <a:cs typeface="+mn-cs"/>
            </a:endParaRPr>
          </a:p>
          <a:p>
            <a:pPr marL="457200" indent="-457200">
              <a:buFont typeface="Wingdings" panose="05000000000000000000" charset="0"/>
              <a:buNone/>
              <a:defRPr/>
            </a:pPr>
            <a:r>
              <a:rPr lang="en-US" dirty="0" smtClean="0">
                <a:solidFill>
                  <a:srgbClr val="000099"/>
                </a:solidFill>
                <a:latin typeface="Gill Sans MT" pitchFamily="34" charset="0"/>
                <a:cs typeface="+mn-cs"/>
              </a:rPr>
              <a:t>6.2</a:t>
            </a:r>
            <a:r>
              <a:rPr lang="en-US" dirty="0" smtClean="0">
                <a:solidFill>
                  <a:srgbClr val="CC0000"/>
                </a:solidFill>
                <a:latin typeface="Gill Sans MT" pitchFamily="34" charset="0"/>
                <a:cs typeface="+mn-cs"/>
              </a:rPr>
              <a:t> </a:t>
            </a:r>
            <a:r>
              <a:rPr lang="en-US" dirty="0">
                <a:latin typeface="Gill Sans MT" pitchFamily="34" charset="0"/>
                <a:cs typeface="+mn-cs"/>
              </a:rPr>
              <a:t>error detection, correction </a:t>
            </a:r>
            <a:endParaRPr lang="en-US" dirty="0">
              <a:latin typeface="Gill Sans MT" pitchFamily="34" charset="0"/>
              <a:cs typeface="+mn-cs"/>
            </a:endParaRPr>
          </a:p>
          <a:p>
            <a:pPr marL="457200" indent="-457200">
              <a:buFont typeface="Wingdings" panose="05000000000000000000" charset="0"/>
              <a:buNone/>
              <a:defRPr/>
            </a:pPr>
            <a:r>
              <a:rPr lang="en-US" dirty="0" smtClean="0">
                <a:solidFill>
                  <a:srgbClr val="000099"/>
                </a:solidFill>
                <a:latin typeface="Gill Sans MT" pitchFamily="34" charset="0"/>
                <a:cs typeface="+mn-cs"/>
              </a:rPr>
              <a:t>6.3</a:t>
            </a:r>
            <a:r>
              <a:rPr lang="en-US" dirty="0" smtClean="0">
                <a:solidFill>
                  <a:srgbClr val="CC0000"/>
                </a:solidFill>
                <a:latin typeface="Gill Sans MT" pitchFamily="34" charset="0"/>
                <a:cs typeface="+mn-cs"/>
              </a:rPr>
              <a:t> </a:t>
            </a:r>
            <a:r>
              <a:rPr lang="en-US" dirty="0">
                <a:latin typeface="Gill Sans MT" pitchFamily="34" charset="0"/>
                <a:cs typeface="+mn-cs"/>
              </a:rPr>
              <a:t>multiple access protocols</a:t>
            </a:r>
            <a:endParaRPr lang="en-US" dirty="0">
              <a:latin typeface="Gill Sans MT" pitchFamily="34" charset="0"/>
              <a:cs typeface="+mn-cs"/>
            </a:endParaRPr>
          </a:p>
          <a:p>
            <a:pPr marL="457200" indent="-457200">
              <a:buFont typeface="Wingdings" panose="05000000000000000000" charset="0"/>
              <a:buNone/>
              <a:defRPr/>
            </a:pPr>
            <a:r>
              <a:rPr lang="en-US" dirty="0" smtClean="0">
                <a:solidFill>
                  <a:srgbClr val="CC0000"/>
                </a:solidFill>
                <a:latin typeface="Gill Sans MT" pitchFamily="34" charset="0"/>
                <a:cs typeface="+mn-cs"/>
              </a:rPr>
              <a:t>6.4 LANs</a:t>
            </a:r>
            <a:endParaRPr lang="en-US" dirty="0">
              <a:solidFill>
                <a:srgbClr val="CC0000"/>
              </a:solidFill>
              <a:latin typeface="Gill Sans MT" pitchFamily="34" charset="0"/>
              <a:cs typeface="+mn-cs"/>
            </a:endParaRPr>
          </a:p>
          <a:p>
            <a:pPr lvl="1">
              <a:defRPr/>
            </a:pPr>
            <a:r>
              <a:rPr lang="en-US" dirty="0" smtClean="0">
                <a:latin typeface="Gill Sans MT" pitchFamily="34" charset="0"/>
              </a:rPr>
              <a:t>addressing, ARP</a:t>
            </a:r>
            <a:endParaRPr lang="en-US" dirty="0" smtClean="0">
              <a:latin typeface="Gill Sans MT" pitchFamily="34" charset="0"/>
            </a:endParaRPr>
          </a:p>
          <a:p>
            <a:pPr lvl="1">
              <a:defRPr/>
            </a:pPr>
            <a:r>
              <a:rPr lang="en-US" dirty="0" smtClean="0">
                <a:solidFill>
                  <a:srgbClr val="CC0000"/>
                </a:solidFill>
                <a:latin typeface="Gill Sans MT" pitchFamily="34" charset="0"/>
              </a:rPr>
              <a:t>Ethernet</a:t>
            </a:r>
            <a:endParaRPr lang="en-US" dirty="0" smtClean="0">
              <a:solidFill>
                <a:srgbClr val="CC0000"/>
              </a:solidFill>
              <a:latin typeface="Gill Sans MT" pitchFamily="34" charset="0"/>
            </a:endParaRPr>
          </a:p>
          <a:p>
            <a:pPr lvl="1">
              <a:defRPr/>
            </a:pPr>
            <a:r>
              <a:rPr lang="en-US" dirty="0">
                <a:latin typeface="Gill Sans MT" pitchFamily="34" charset="0"/>
              </a:rPr>
              <a:t>s</a:t>
            </a:r>
            <a:r>
              <a:rPr lang="en-US" dirty="0" smtClean="0">
                <a:latin typeface="Gill Sans MT" pitchFamily="34" charset="0"/>
              </a:rPr>
              <a:t>witches</a:t>
            </a:r>
            <a:endParaRPr lang="en-US" dirty="0" smtClean="0">
              <a:latin typeface="Gill Sans MT" pitchFamily="34" charset="0"/>
            </a:endParaRPr>
          </a:p>
          <a:p>
            <a:pPr marL="457200" lvl="1" indent="0">
              <a:buNone/>
              <a:defRPr/>
            </a:pPr>
            <a:endParaRPr lang="en-US" dirty="0">
              <a:latin typeface="Gill Sans MT" pitchFamily="34" charset="0"/>
            </a:endParaRPr>
          </a:p>
        </p:txBody>
      </p:sp>
      <p:sp>
        <p:nvSpPr>
          <p:cNvPr id="3079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495800" y="1600200"/>
            <a:ext cx="4054475" cy="4648200"/>
          </a:xfrm>
        </p:spPr>
        <p:txBody>
          <a:bodyPr/>
          <a:lstStyle/>
          <a:p>
            <a:pPr marL="457200" indent="-457200">
              <a:buFont typeface="Wingdings" panose="05000000000000000000" charset="0"/>
              <a:buNone/>
              <a:defRPr/>
            </a:pPr>
            <a:r>
              <a:rPr lang="en-US" dirty="0" smtClean="0">
                <a:solidFill>
                  <a:srgbClr val="000099"/>
                </a:solidFill>
                <a:latin typeface="Gill Sans MT" pitchFamily="34" charset="0"/>
                <a:cs typeface="+mn-cs"/>
              </a:rPr>
              <a:t>6.7</a:t>
            </a:r>
            <a:r>
              <a:rPr lang="en-US" dirty="0" smtClean="0">
                <a:latin typeface="Gill Sans MT" pitchFamily="34" charset="0"/>
                <a:cs typeface="+mn-cs"/>
              </a:rPr>
              <a:t> </a:t>
            </a:r>
            <a:r>
              <a:rPr lang="en-US" dirty="0">
                <a:latin typeface="Gill Sans MT" pitchFamily="34" charset="0"/>
                <a:cs typeface="+mn-cs"/>
              </a:rPr>
              <a:t>a day in the life of a web request</a:t>
            </a:r>
            <a:endParaRPr lang="en-US" dirty="0">
              <a:latin typeface="Gill Sans MT" pitchFamily="34" charset="0"/>
              <a:cs typeface="+mn-cs"/>
            </a:endParaRPr>
          </a:p>
          <a:p>
            <a:pPr marL="457200" indent="-457200">
              <a:buFont typeface="Wingdings" panose="05000000000000000000" charset="0"/>
              <a:buNone/>
              <a:defRPr/>
            </a:pPr>
            <a:endParaRPr lang="en-US" sz="2600" dirty="0">
              <a:latin typeface="Gill Sans MT" pitchFamily="34" charset="0"/>
              <a:cs typeface="+mn-cs"/>
            </a:endParaRP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r>
              <a:rPr lang="en-US" sz="1200" dirty="0">
                <a:latin typeface="Tahoma" panose="020B0604030504040204" charset="0"/>
              </a:rPr>
              <a:t>6</a:t>
            </a:r>
            <a:r>
              <a:rPr lang="en-US" sz="1200" dirty="0" smtClean="0">
                <a:latin typeface="Tahoma" panose="020B0604030504040204" charset="0"/>
              </a:rPr>
              <a:t>-</a:t>
            </a:r>
            <a:fld id="{8E8C6E93-DF5B-BC4B-80F9-500DED1EEDCC}" type="slidenum">
              <a:rPr lang="en-US" sz="1200">
                <a:latin typeface="Tahoma" panose="020B0604030504040204" charset="0"/>
              </a:rPr>
            </a:fld>
            <a:endParaRPr lang="en-US" sz="1200" dirty="0">
              <a:latin typeface="Tahoma" panose="020B0604030504040204" charset="0"/>
            </a:endParaRPr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pPr algn="r"/>
            <a:r>
              <a:rPr lang="en-US" sz="1200" dirty="0" smtClean="0">
                <a:solidFill>
                  <a:srgbClr val="000000"/>
                </a:solidFill>
                <a:latin typeface="Tahoma" panose="020B0604030504040204" charset="0"/>
                <a:cs typeface="Arial" panose="020B0604020202090204" pitchFamily="34" charset="0"/>
              </a:rPr>
              <a:t>Link Layer and LANs</a:t>
            </a:r>
            <a:endParaRPr lang="en-US" sz="1200" dirty="0">
              <a:solidFill>
                <a:srgbClr val="000000"/>
              </a:solidFill>
              <a:latin typeface="Tahoma" panose="020B060403050404020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8382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pitchFamily="34" charset="0"/>
                <a:cs typeface="+mj-cs"/>
              </a:rPr>
              <a:t>Ethernet</a:t>
            </a:r>
            <a:endParaRPr lang="en-US" dirty="0">
              <a:latin typeface="Gill Sans MT" pitchFamily="34" charset="0"/>
              <a:cs typeface="+mj-cs"/>
            </a:endParaRPr>
          </a:p>
        </p:txBody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8188" y="1276350"/>
            <a:ext cx="7519987" cy="2133600"/>
          </a:xfrm>
        </p:spPr>
        <p:txBody>
          <a:bodyPr/>
          <a:lstStyle/>
          <a:p>
            <a:pPr>
              <a:buFont typeface="Wingdings" panose="05000000000000000000" charset="0"/>
              <a:buNone/>
              <a:defRPr/>
            </a:pPr>
            <a:r>
              <a:rPr lang="ja-JP" altLang="en-US" sz="2400" dirty="0">
                <a:latin typeface="Gill Sans MT" pitchFamily="34" charset="0"/>
                <a:cs typeface="+mn-cs"/>
              </a:rPr>
              <a:t>“</a:t>
            </a:r>
            <a:r>
              <a:rPr lang="en-US" sz="2400" dirty="0">
                <a:latin typeface="Gill Sans MT" pitchFamily="34" charset="0"/>
                <a:cs typeface="+mn-cs"/>
              </a:rPr>
              <a:t>dominant</a:t>
            </a:r>
            <a:r>
              <a:rPr lang="ja-JP" altLang="en-US" sz="2400" dirty="0">
                <a:latin typeface="Gill Sans MT" pitchFamily="34" charset="0"/>
                <a:cs typeface="+mn-cs"/>
              </a:rPr>
              <a:t>”</a:t>
            </a:r>
            <a:r>
              <a:rPr lang="en-US" sz="2400" dirty="0">
                <a:latin typeface="Gill Sans MT" pitchFamily="34" charset="0"/>
                <a:cs typeface="+mn-cs"/>
              </a:rPr>
              <a:t> wired LAN technology: </a:t>
            </a:r>
            <a:endParaRPr lang="en-US" sz="2400" dirty="0">
              <a:latin typeface="Gill Sans MT" pitchFamily="34" charset="0"/>
              <a:cs typeface="+mn-cs"/>
            </a:endParaRPr>
          </a:p>
          <a:p>
            <a:pPr>
              <a:defRPr/>
            </a:pPr>
            <a:r>
              <a:rPr lang="en-US" sz="2400" dirty="0" smtClean="0">
                <a:latin typeface="Gill Sans MT" pitchFamily="34" charset="0"/>
                <a:cs typeface="+mn-cs"/>
              </a:rPr>
              <a:t>single chip, multiple speeds (e.g., Broadcom  BCM5761)</a:t>
            </a:r>
            <a:endParaRPr lang="en-US" sz="2400" dirty="0">
              <a:latin typeface="Gill Sans MT" pitchFamily="34" charset="0"/>
              <a:cs typeface="+mn-cs"/>
            </a:endParaRPr>
          </a:p>
          <a:p>
            <a:pPr>
              <a:defRPr/>
            </a:pPr>
            <a:r>
              <a:rPr lang="en-US" sz="2400" dirty="0">
                <a:latin typeface="Gill Sans MT" pitchFamily="34" charset="0"/>
                <a:cs typeface="+mn-cs"/>
              </a:rPr>
              <a:t>first widely used LAN technology</a:t>
            </a:r>
            <a:endParaRPr lang="en-US" sz="2400" dirty="0">
              <a:latin typeface="Gill Sans MT" pitchFamily="34" charset="0"/>
              <a:cs typeface="+mn-cs"/>
            </a:endParaRPr>
          </a:p>
          <a:p>
            <a:pPr>
              <a:defRPr/>
            </a:pPr>
            <a:r>
              <a:rPr lang="en-US" sz="2400" dirty="0">
                <a:latin typeface="Gill Sans MT" pitchFamily="34" charset="0"/>
                <a:cs typeface="+mn-cs"/>
              </a:rPr>
              <a:t>simpler, </a:t>
            </a:r>
            <a:r>
              <a:rPr lang="en-US" sz="2400" dirty="0" smtClean="0">
                <a:latin typeface="Gill Sans MT" pitchFamily="34" charset="0"/>
                <a:cs typeface="+mn-cs"/>
              </a:rPr>
              <a:t>cheap</a:t>
            </a:r>
            <a:endParaRPr lang="en-US" sz="2400" dirty="0">
              <a:latin typeface="Gill Sans MT" pitchFamily="34" charset="0"/>
              <a:cs typeface="+mn-cs"/>
            </a:endParaRPr>
          </a:p>
          <a:p>
            <a:pPr>
              <a:defRPr/>
            </a:pPr>
            <a:r>
              <a:rPr lang="en-US" sz="2400" dirty="0">
                <a:latin typeface="Gill Sans MT" pitchFamily="34" charset="0"/>
                <a:cs typeface="+mn-cs"/>
              </a:rPr>
              <a:t>kept up with speed race: 10 Mbps – 10 Gbps </a:t>
            </a:r>
            <a:endParaRPr lang="en-US" dirty="0">
              <a:latin typeface="Gill Sans MT" pitchFamily="34" charset="0"/>
              <a:cs typeface="+mn-cs"/>
            </a:endParaRPr>
          </a:p>
          <a:p>
            <a:pPr>
              <a:defRPr/>
            </a:pPr>
            <a:endParaRPr lang="en-US" dirty="0">
              <a:latin typeface="Gill Sans MT" pitchFamily="34" charset="0"/>
              <a:cs typeface="+mn-cs"/>
            </a:endParaRPr>
          </a:p>
        </p:txBody>
      </p:sp>
      <p:pic>
        <p:nvPicPr>
          <p:cNvPr id="146437" name="Picture 4" descr="551 metcalfe-enet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7500" y="3635375"/>
            <a:ext cx="4752975" cy="2544763"/>
          </a:xfrm>
          <a:prstGeom prst="rect">
            <a:avLst/>
          </a:prstGeom>
          <a:noFill/>
          <a:ln>
            <a:noFill/>
          </a:ln>
        </p:spPr>
      </p:pic>
      <p:sp>
        <p:nvSpPr>
          <p:cNvPr id="52231" name="Text Box 5"/>
          <p:cNvSpPr txBox="1">
            <a:spLocks noChangeArrowheads="1"/>
          </p:cNvSpPr>
          <p:nvPr/>
        </p:nvSpPr>
        <p:spPr bwMode="auto">
          <a:xfrm>
            <a:off x="4289425" y="6086475"/>
            <a:ext cx="3130550" cy="36988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dirty="0" smtClean="0">
                <a:latin typeface="Arial" panose="020B0604020202090204"/>
                <a:cs typeface="Arial" panose="020B0604020202090204"/>
              </a:rPr>
              <a:t>Metcalfe</a:t>
            </a:r>
            <a:r>
              <a:rPr lang="ja-JP" altLang="en-US" dirty="0" smtClean="0">
                <a:latin typeface="Arial" panose="020B0604020202090204"/>
                <a:cs typeface="Arial" panose="020B0604020202090204"/>
              </a:rPr>
              <a:t>’</a:t>
            </a:r>
            <a:r>
              <a:rPr lang="en-US" dirty="0" smtClean="0">
                <a:latin typeface="Arial" panose="020B0604020202090204"/>
                <a:cs typeface="Arial" panose="020B0604020202090204"/>
              </a:rPr>
              <a:t>s Ethernet sketch</a:t>
            </a:r>
            <a:endParaRPr lang="en-US" dirty="0" smtClean="0">
              <a:latin typeface="Arial" panose="020B0604020202090204"/>
              <a:cs typeface="Arial" panose="020B0604020202090204"/>
            </a:endParaRPr>
          </a:p>
        </p:txBody>
      </p:sp>
      <p:pic>
        <p:nvPicPr>
          <p:cNvPr id="146439" name="Picture 24" descr="underline_base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113" y="877888"/>
            <a:ext cx="1970087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r>
              <a:rPr lang="en-US" sz="1200" dirty="0">
                <a:latin typeface="Tahoma" panose="020B0604030504040204" charset="0"/>
              </a:rPr>
              <a:t>6</a:t>
            </a:r>
            <a:r>
              <a:rPr lang="en-US" sz="1200" dirty="0" smtClean="0">
                <a:latin typeface="Tahoma" panose="020B0604030504040204" charset="0"/>
              </a:rPr>
              <a:t>-</a:t>
            </a:r>
            <a:fld id="{8E8C6E93-DF5B-BC4B-80F9-500DED1EEDCC}" type="slidenum">
              <a:rPr lang="en-US" sz="1200">
                <a:latin typeface="Tahoma" panose="020B0604030504040204" charset="0"/>
              </a:rPr>
            </a:fld>
            <a:endParaRPr lang="en-US" sz="1200" dirty="0">
              <a:latin typeface="Tahoma" panose="020B0604030504040204" charset="0"/>
            </a:endParaRPr>
          </a:p>
        </p:txBody>
      </p:sp>
      <p:sp>
        <p:nvSpPr>
          <p:cNvPr id="10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pPr algn="r"/>
            <a:r>
              <a:rPr lang="en-US" sz="1200" dirty="0" smtClean="0">
                <a:solidFill>
                  <a:srgbClr val="000000"/>
                </a:solidFill>
                <a:latin typeface="Tahoma" panose="020B0604030504040204" charset="0"/>
                <a:cs typeface="Arial" panose="020B0604020202090204" pitchFamily="34" charset="0"/>
              </a:rPr>
              <a:t>Link Layer and LANs</a:t>
            </a:r>
            <a:endParaRPr lang="en-US" sz="1200" dirty="0">
              <a:solidFill>
                <a:srgbClr val="000000"/>
              </a:solidFill>
              <a:latin typeface="Tahoma" panose="020B060403050404020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481" name="Picture 19" descr="underline_base"/>
          <p:cNvPicPr>
            <a:picLocks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450" y="796925"/>
            <a:ext cx="5942013" cy="173038"/>
          </a:xfrm>
          <a:prstGeom prst="rect">
            <a:avLst/>
          </a:prstGeom>
          <a:noFill/>
          <a:ln>
            <a:noFill/>
          </a:ln>
        </p:spPr>
      </p:pic>
      <p:sp>
        <p:nvSpPr>
          <p:cNvPr id="53252" name="Rectangle 4"/>
          <p:cNvSpPr>
            <a:spLocks noGrp="1" noChangeArrowheads="1"/>
          </p:cNvSpPr>
          <p:nvPr>
            <p:ph type="title"/>
          </p:nvPr>
        </p:nvSpPr>
        <p:spPr>
          <a:xfrm>
            <a:off x="546100" y="0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sz="4000" dirty="0" smtClean="0">
                <a:latin typeface="Gill Sans MT" pitchFamily="34" charset="0"/>
                <a:cs typeface="+mj-cs"/>
              </a:rPr>
              <a:t>Ethernet: physical topology</a:t>
            </a:r>
            <a:endParaRPr lang="en-US" sz="4000" dirty="0">
              <a:latin typeface="Gill Sans MT" pitchFamily="34" charset="0"/>
              <a:cs typeface="+mj-cs"/>
            </a:endParaRPr>
          </a:p>
        </p:txBody>
      </p:sp>
      <p:sp>
        <p:nvSpPr>
          <p:cNvPr id="53253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508000" y="1103313"/>
            <a:ext cx="8297863" cy="2449512"/>
          </a:xfrm>
        </p:spPr>
        <p:txBody>
          <a:bodyPr/>
          <a:lstStyle/>
          <a:p>
            <a:pPr>
              <a:lnSpc>
                <a:spcPct val="75000"/>
              </a:lnSpc>
              <a:defRPr/>
            </a:pPr>
            <a:r>
              <a:rPr lang="en-US" i="1" dirty="0">
                <a:solidFill>
                  <a:srgbClr val="CC0000"/>
                </a:solidFill>
                <a:latin typeface="Gill Sans MT" pitchFamily="34" charset="0"/>
                <a:cs typeface="+mn-cs"/>
              </a:rPr>
              <a:t>b</a:t>
            </a:r>
            <a:r>
              <a:rPr lang="en-US" i="1" dirty="0" smtClean="0">
                <a:solidFill>
                  <a:srgbClr val="CC0000"/>
                </a:solidFill>
                <a:latin typeface="Gill Sans MT" pitchFamily="34" charset="0"/>
                <a:cs typeface="+mn-cs"/>
              </a:rPr>
              <a:t>us: </a:t>
            </a:r>
            <a:r>
              <a:rPr lang="en-US" dirty="0" smtClean="0">
                <a:latin typeface="Gill Sans MT" pitchFamily="34" charset="0"/>
                <a:cs typeface="+mn-cs"/>
              </a:rPr>
              <a:t>popular </a:t>
            </a:r>
            <a:r>
              <a:rPr lang="en-US" dirty="0">
                <a:latin typeface="Gill Sans MT" pitchFamily="34" charset="0"/>
                <a:cs typeface="+mn-cs"/>
              </a:rPr>
              <a:t>through mid 90s</a:t>
            </a:r>
            <a:endParaRPr lang="en-US" dirty="0">
              <a:latin typeface="Gill Sans MT" pitchFamily="34" charset="0"/>
              <a:cs typeface="+mn-cs"/>
            </a:endParaRPr>
          </a:p>
          <a:p>
            <a:pPr lvl="1">
              <a:lnSpc>
                <a:spcPct val="75000"/>
              </a:lnSpc>
              <a:defRPr/>
            </a:pPr>
            <a:r>
              <a:rPr lang="en-US" dirty="0">
                <a:latin typeface="Gill Sans MT" pitchFamily="34" charset="0"/>
              </a:rPr>
              <a:t>all nodes in same collision domain (can collide with each other)</a:t>
            </a:r>
            <a:endParaRPr lang="en-US" dirty="0">
              <a:latin typeface="Gill Sans MT" pitchFamily="34" charset="0"/>
            </a:endParaRPr>
          </a:p>
          <a:p>
            <a:pPr>
              <a:lnSpc>
                <a:spcPct val="75000"/>
              </a:lnSpc>
              <a:defRPr/>
            </a:pPr>
            <a:r>
              <a:rPr lang="en-US" i="1" dirty="0">
                <a:solidFill>
                  <a:srgbClr val="CC0000"/>
                </a:solidFill>
                <a:latin typeface="Gill Sans MT" pitchFamily="34" charset="0"/>
                <a:cs typeface="+mn-cs"/>
              </a:rPr>
              <a:t>s</a:t>
            </a:r>
            <a:r>
              <a:rPr lang="en-US" i="1" dirty="0" smtClean="0">
                <a:solidFill>
                  <a:srgbClr val="CC0000"/>
                </a:solidFill>
                <a:latin typeface="Gill Sans MT" pitchFamily="34" charset="0"/>
                <a:cs typeface="+mn-cs"/>
              </a:rPr>
              <a:t>tar: </a:t>
            </a:r>
            <a:r>
              <a:rPr lang="en-US" dirty="0" smtClean="0">
                <a:latin typeface="Gill Sans MT" pitchFamily="34" charset="0"/>
                <a:cs typeface="+mn-cs"/>
              </a:rPr>
              <a:t>prevails today</a:t>
            </a:r>
            <a:endParaRPr lang="en-US" dirty="0">
              <a:latin typeface="Gill Sans MT" pitchFamily="34" charset="0"/>
              <a:cs typeface="+mn-cs"/>
            </a:endParaRPr>
          </a:p>
          <a:p>
            <a:pPr lvl="1">
              <a:lnSpc>
                <a:spcPct val="75000"/>
              </a:lnSpc>
              <a:defRPr/>
            </a:pPr>
            <a:r>
              <a:rPr lang="en-US" dirty="0">
                <a:latin typeface="Gill Sans MT" pitchFamily="34" charset="0"/>
              </a:rPr>
              <a:t>active </a:t>
            </a:r>
            <a:r>
              <a:rPr lang="en-US" i="1" dirty="0">
                <a:solidFill>
                  <a:srgbClr val="CC0000"/>
                </a:solidFill>
                <a:latin typeface="Gill Sans MT" pitchFamily="34" charset="0"/>
              </a:rPr>
              <a:t>switch</a:t>
            </a:r>
            <a:r>
              <a:rPr lang="en-US" dirty="0">
                <a:solidFill>
                  <a:srgbClr val="CC0000"/>
                </a:solidFill>
                <a:latin typeface="Gill Sans MT" pitchFamily="34" charset="0"/>
              </a:rPr>
              <a:t> </a:t>
            </a:r>
            <a:r>
              <a:rPr lang="en-US" dirty="0">
                <a:latin typeface="Gill Sans MT" pitchFamily="34" charset="0"/>
              </a:rPr>
              <a:t>in center</a:t>
            </a:r>
            <a:endParaRPr lang="en-US" dirty="0">
              <a:latin typeface="Gill Sans MT" pitchFamily="34" charset="0"/>
            </a:endParaRPr>
          </a:p>
          <a:p>
            <a:pPr lvl="1">
              <a:lnSpc>
                <a:spcPct val="100000"/>
              </a:lnSpc>
              <a:defRPr/>
            </a:pPr>
            <a:r>
              <a:rPr lang="en-US" dirty="0">
                <a:latin typeface="Gill Sans MT" pitchFamily="34" charset="0"/>
              </a:rPr>
              <a:t>each </a:t>
            </a:r>
            <a:r>
              <a:rPr lang="ja-JP" altLang="en-US" dirty="0">
                <a:latin typeface="Gill Sans MT" pitchFamily="34" charset="0"/>
              </a:rPr>
              <a:t>“</a:t>
            </a:r>
            <a:r>
              <a:rPr lang="en-US" dirty="0">
                <a:latin typeface="Gill Sans MT" pitchFamily="34" charset="0"/>
              </a:rPr>
              <a:t>spoke</a:t>
            </a:r>
            <a:r>
              <a:rPr lang="ja-JP" altLang="en-US" dirty="0">
                <a:latin typeface="Gill Sans MT" pitchFamily="34" charset="0"/>
              </a:rPr>
              <a:t>”</a:t>
            </a:r>
            <a:r>
              <a:rPr lang="en-US" dirty="0">
                <a:latin typeface="Gill Sans MT" pitchFamily="34" charset="0"/>
              </a:rPr>
              <a:t> runs a (separate) Ethernet protocol (nodes do not collide with each other)</a:t>
            </a:r>
            <a:endParaRPr lang="en-US" dirty="0">
              <a:latin typeface="Gill Sans MT" pitchFamily="34" charset="0"/>
            </a:endParaRPr>
          </a:p>
        </p:txBody>
      </p:sp>
      <p:sp>
        <p:nvSpPr>
          <p:cNvPr id="53254" name="Line 17"/>
          <p:cNvSpPr>
            <a:spLocks noChangeShapeType="1"/>
          </p:cNvSpPr>
          <p:nvPr/>
        </p:nvSpPr>
        <p:spPr bwMode="auto">
          <a:xfrm>
            <a:off x="5316538" y="5110163"/>
            <a:ext cx="9747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53255" name="Line 18"/>
          <p:cNvSpPr>
            <a:spLocks noChangeShapeType="1"/>
          </p:cNvSpPr>
          <p:nvPr/>
        </p:nvSpPr>
        <p:spPr bwMode="auto">
          <a:xfrm>
            <a:off x="6556375" y="4518025"/>
            <a:ext cx="0" cy="504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53256" name="Line 19"/>
          <p:cNvSpPr>
            <a:spLocks noChangeShapeType="1"/>
          </p:cNvSpPr>
          <p:nvPr/>
        </p:nvSpPr>
        <p:spPr bwMode="auto">
          <a:xfrm flipH="1">
            <a:off x="6746875" y="5126038"/>
            <a:ext cx="10033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53257" name="Line 20"/>
          <p:cNvSpPr>
            <a:spLocks noChangeShapeType="1"/>
          </p:cNvSpPr>
          <p:nvPr/>
        </p:nvSpPr>
        <p:spPr bwMode="auto">
          <a:xfrm flipV="1">
            <a:off x="6556375" y="5251450"/>
            <a:ext cx="12700" cy="7096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53258" name="Text Box 23"/>
          <p:cNvSpPr txBox="1">
            <a:spLocks noChangeArrowheads="1"/>
          </p:cNvSpPr>
          <p:nvPr/>
        </p:nvSpPr>
        <p:spPr bwMode="auto">
          <a:xfrm>
            <a:off x="5464175" y="5486400"/>
            <a:ext cx="754063" cy="338138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1600" i="0" dirty="0" smtClean="0">
                <a:latin typeface="Arial" panose="020B0604020202090204" pitchFamily="34" charset="0"/>
                <a:cs typeface="Arial" panose="020B0604020202090204" pitchFamily="34" charset="0"/>
              </a:rPr>
              <a:t>switch</a:t>
            </a:r>
            <a:endParaRPr lang="en-US" sz="1600" i="0" dirty="0" smtClean="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53259" name="Line 24"/>
          <p:cNvSpPr>
            <a:spLocks noChangeShapeType="1"/>
          </p:cNvSpPr>
          <p:nvPr/>
        </p:nvSpPr>
        <p:spPr bwMode="auto">
          <a:xfrm flipV="1">
            <a:off x="5834063" y="5275263"/>
            <a:ext cx="417512" cy="2397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53260" name="Line 32"/>
          <p:cNvSpPr>
            <a:spLocks noChangeShapeType="1"/>
          </p:cNvSpPr>
          <p:nvPr/>
        </p:nvSpPr>
        <p:spPr bwMode="auto">
          <a:xfrm flipH="1">
            <a:off x="2160588" y="4102100"/>
            <a:ext cx="752475" cy="14684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53261" name="Line 33"/>
          <p:cNvSpPr>
            <a:spLocks noChangeShapeType="1"/>
          </p:cNvSpPr>
          <p:nvPr/>
        </p:nvSpPr>
        <p:spPr bwMode="auto">
          <a:xfrm>
            <a:off x="2132013" y="4879975"/>
            <a:ext cx="392112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53262" name="Line 34"/>
          <p:cNvSpPr>
            <a:spLocks noChangeShapeType="1"/>
          </p:cNvSpPr>
          <p:nvPr/>
        </p:nvSpPr>
        <p:spPr bwMode="auto">
          <a:xfrm>
            <a:off x="1914525" y="5434013"/>
            <a:ext cx="307975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53263" name="Line 35"/>
          <p:cNvSpPr>
            <a:spLocks noChangeShapeType="1"/>
          </p:cNvSpPr>
          <p:nvPr/>
        </p:nvSpPr>
        <p:spPr bwMode="auto">
          <a:xfrm flipV="1">
            <a:off x="2632075" y="4648200"/>
            <a:ext cx="287338" cy="142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53264" name="Line 37"/>
          <p:cNvSpPr>
            <a:spLocks noChangeShapeType="1"/>
          </p:cNvSpPr>
          <p:nvPr/>
        </p:nvSpPr>
        <p:spPr bwMode="auto">
          <a:xfrm>
            <a:off x="2424113" y="4275138"/>
            <a:ext cx="392112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53265" name="Line 38"/>
          <p:cNvSpPr>
            <a:spLocks noChangeShapeType="1"/>
          </p:cNvSpPr>
          <p:nvPr/>
        </p:nvSpPr>
        <p:spPr bwMode="auto">
          <a:xfrm>
            <a:off x="2424113" y="4275138"/>
            <a:ext cx="392112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53266" name="Line 39"/>
          <p:cNvSpPr>
            <a:spLocks noChangeShapeType="1"/>
          </p:cNvSpPr>
          <p:nvPr/>
        </p:nvSpPr>
        <p:spPr bwMode="auto">
          <a:xfrm>
            <a:off x="2314575" y="5324475"/>
            <a:ext cx="307975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53267" name="Text Box 41"/>
          <p:cNvSpPr txBox="1">
            <a:spLocks noChangeArrowheads="1"/>
          </p:cNvSpPr>
          <p:nvPr/>
        </p:nvSpPr>
        <p:spPr bwMode="auto">
          <a:xfrm>
            <a:off x="1430338" y="5908675"/>
            <a:ext cx="2185987" cy="46196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2400" dirty="0" smtClean="0">
                <a:solidFill>
                  <a:srgbClr val="CC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bus: </a:t>
            </a:r>
            <a:r>
              <a:rPr lang="en-US" i="0" dirty="0" smtClean="0">
                <a:latin typeface="Arial" panose="020B0604020202090204" pitchFamily="34" charset="0"/>
                <a:cs typeface="Arial" panose="020B0604020202090204" pitchFamily="34" charset="0"/>
              </a:rPr>
              <a:t>coaxial cable</a:t>
            </a:r>
            <a:endParaRPr lang="en-US" i="0" dirty="0" smtClean="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53268" name="Text Box 42"/>
          <p:cNvSpPr txBox="1">
            <a:spLocks noChangeArrowheads="1"/>
          </p:cNvSpPr>
          <p:nvPr/>
        </p:nvSpPr>
        <p:spPr bwMode="auto">
          <a:xfrm>
            <a:off x="4989513" y="5691188"/>
            <a:ext cx="774700" cy="46196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2400" dirty="0" smtClean="0">
                <a:solidFill>
                  <a:srgbClr val="CC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star</a:t>
            </a:r>
            <a:endParaRPr lang="en-US" sz="2400" dirty="0" smtClean="0">
              <a:solidFill>
                <a:srgbClr val="CC0000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grpSp>
        <p:nvGrpSpPr>
          <p:cNvPr id="148501" name="Group 37"/>
          <p:cNvGrpSpPr/>
          <p:nvPr/>
        </p:nvGrpSpPr>
        <p:grpSpPr bwMode="auto">
          <a:xfrm>
            <a:off x="2733675" y="4398963"/>
            <a:ext cx="711200" cy="601662"/>
            <a:chOff x="7179310" y="4033520"/>
            <a:chExt cx="1009650" cy="855028"/>
          </a:xfrm>
        </p:grpSpPr>
        <p:grpSp>
          <p:nvGrpSpPr>
            <p:cNvPr id="148542" name="Group 44"/>
            <p:cNvGrpSpPr/>
            <p:nvPr/>
          </p:nvGrpSpPr>
          <p:grpSpPr bwMode="auto">
            <a:xfrm>
              <a:off x="7179310" y="4033520"/>
              <a:ext cx="1009650" cy="855028"/>
              <a:chOff x="-44" y="1473"/>
              <a:chExt cx="981" cy="1105"/>
            </a:xfrm>
          </p:grpSpPr>
          <p:pic>
            <p:nvPicPr>
              <p:cNvPr id="148544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8545" name="Freeform 46"/>
              <p:cNvSpPr/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sp>
          <p:nvSpPr>
            <p:cNvPr id="40" name="Rectangle 43"/>
            <p:cNvSpPr>
              <a:spLocks noChangeArrowheads="1"/>
            </p:cNvSpPr>
            <p:nvPr/>
          </p:nvSpPr>
          <p:spPr bwMode="auto">
            <a:xfrm rot="16200000">
              <a:off x="7438418" y="4308853"/>
              <a:ext cx="128593" cy="196071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Comic Sans MS" panose="030F0902030302020204" pitchFamily="66" charset="0"/>
                <a:ea typeface="+mn-ea"/>
                <a:cs typeface="+mn-cs"/>
              </a:endParaRPr>
            </a:p>
          </p:txBody>
        </p:sp>
      </p:grpSp>
      <p:grpSp>
        <p:nvGrpSpPr>
          <p:cNvPr id="148502" name="Group 42"/>
          <p:cNvGrpSpPr/>
          <p:nvPr/>
        </p:nvGrpSpPr>
        <p:grpSpPr bwMode="auto">
          <a:xfrm>
            <a:off x="1757363" y="3962400"/>
            <a:ext cx="701675" cy="517525"/>
            <a:chOff x="1046480" y="3962400"/>
            <a:chExt cx="1026163" cy="761428"/>
          </a:xfrm>
        </p:grpSpPr>
        <p:sp>
          <p:nvSpPr>
            <p:cNvPr id="44" name="Rectangle 48"/>
            <p:cNvSpPr>
              <a:spLocks noChangeArrowheads="1"/>
            </p:cNvSpPr>
            <p:nvPr/>
          </p:nvSpPr>
          <p:spPr bwMode="auto">
            <a:xfrm rot="16200000">
              <a:off x="1893547" y="4299487"/>
              <a:ext cx="109777" cy="248416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Comic Sans MS" panose="030F0902030302020204" pitchFamily="66" charset="0"/>
                <a:ea typeface="+mn-ea"/>
                <a:cs typeface="+mn-cs"/>
              </a:endParaRPr>
            </a:p>
          </p:txBody>
        </p:sp>
        <p:grpSp>
          <p:nvGrpSpPr>
            <p:cNvPr id="148539" name="Group 49"/>
            <p:cNvGrpSpPr/>
            <p:nvPr/>
          </p:nvGrpSpPr>
          <p:grpSpPr bwMode="auto">
            <a:xfrm>
              <a:off x="1046480" y="3962400"/>
              <a:ext cx="936071" cy="761428"/>
              <a:chOff x="-44" y="1473"/>
              <a:chExt cx="981" cy="1105"/>
            </a:xfrm>
          </p:grpSpPr>
          <p:pic>
            <p:nvPicPr>
              <p:cNvPr id="148540" name="Picture 50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8541" name="Freeform 51"/>
              <p:cNvSpPr/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</p:spPr>
            <p:txBody>
              <a:bodyPr wrap="none"/>
              <a:lstStyle/>
              <a:p>
                <a:endParaRPr lang="en-US" dirty="0"/>
              </a:p>
            </p:txBody>
          </p:sp>
        </p:grpSp>
      </p:grpSp>
      <p:grpSp>
        <p:nvGrpSpPr>
          <p:cNvPr id="148503" name="Group 47"/>
          <p:cNvGrpSpPr/>
          <p:nvPr/>
        </p:nvGrpSpPr>
        <p:grpSpPr bwMode="auto">
          <a:xfrm>
            <a:off x="1473200" y="4551363"/>
            <a:ext cx="701675" cy="517525"/>
            <a:chOff x="1046480" y="3962400"/>
            <a:chExt cx="1026163" cy="761428"/>
          </a:xfrm>
        </p:grpSpPr>
        <p:sp>
          <p:nvSpPr>
            <p:cNvPr id="49" name="Rectangle 48"/>
            <p:cNvSpPr>
              <a:spLocks noChangeArrowheads="1"/>
            </p:cNvSpPr>
            <p:nvPr/>
          </p:nvSpPr>
          <p:spPr bwMode="auto">
            <a:xfrm rot="16200000">
              <a:off x="1893548" y="4299487"/>
              <a:ext cx="109776" cy="248414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Comic Sans MS" panose="030F0902030302020204" pitchFamily="66" charset="0"/>
                <a:ea typeface="+mn-ea"/>
                <a:cs typeface="+mn-cs"/>
              </a:endParaRPr>
            </a:p>
          </p:txBody>
        </p:sp>
        <p:grpSp>
          <p:nvGrpSpPr>
            <p:cNvPr id="148535" name="Group 49"/>
            <p:cNvGrpSpPr/>
            <p:nvPr/>
          </p:nvGrpSpPr>
          <p:grpSpPr bwMode="auto">
            <a:xfrm>
              <a:off x="1046480" y="3962400"/>
              <a:ext cx="936071" cy="761428"/>
              <a:chOff x="-44" y="1473"/>
              <a:chExt cx="981" cy="1105"/>
            </a:xfrm>
          </p:grpSpPr>
          <p:pic>
            <p:nvPicPr>
              <p:cNvPr id="148536" name="Picture 50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8537" name="Freeform 51"/>
              <p:cNvSpPr/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</p:spPr>
            <p:txBody>
              <a:bodyPr wrap="none"/>
              <a:lstStyle/>
              <a:p>
                <a:endParaRPr lang="en-US" dirty="0"/>
              </a:p>
            </p:txBody>
          </p:sp>
        </p:grpSp>
      </p:grpSp>
      <p:grpSp>
        <p:nvGrpSpPr>
          <p:cNvPr id="148504" name="Group 52"/>
          <p:cNvGrpSpPr/>
          <p:nvPr/>
        </p:nvGrpSpPr>
        <p:grpSpPr bwMode="auto">
          <a:xfrm>
            <a:off x="1279525" y="5110163"/>
            <a:ext cx="701675" cy="517525"/>
            <a:chOff x="1046480" y="3962400"/>
            <a:chExt cx="1026163" cy="761428"/>
          </a:xfrm>
        </p:grpSpPr>
        <p:sp>
          <p:nvSpPr>
            <p:cNvPr id="54" name="Rectangle 53"/>
            <p:cNvSpPr>
              <a:spLocks noChangeArrowheads="1"/>
            </p:cNvSpPr>
            <p:nvPr/>
          </p:nvSpPr>
          <p:spPr bwMode="auto">
            <a:xfrm rot="16200000">
              <a:off x="1893548" y="4299487"/>
              <a:ext cx="109776" cy="248414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Comic Sans MS" panose="030F0902030302020204" pitchFamily="66" charset="0"/>
                <a:ea typeface="+mn-ea"/>
                <a:cs typeface="+mn-cs"/>
              </a:endParaRPr>
            </a:p>
          </p:txBody>
        </p:sp>
        <p:grpSp>
          <p:nvGrpSpPr>
            <p:cNvPr id="148531" name="Group 54"/>
            <p:cNvGrpSpPr/>
            <p:nvPr/>
          </p:nvGrpSpPr>
          <p:grpSpPr bwMode="auto">
            <a:xfrm>
              <a:off x="1046480" y="3962400"/>
              <a:ext cx="936071" cy="761428"/>
              <a:chOff x="-44" y="1473"/>
              <a:chExt cx="981" cy="1105"/>
            </a:xfrm>
          </p:grpSpPr>
          <p:pic>
            <p:nvPicPr>
              <p:cNvPr id="148532" name="Picture 5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8533" name="Freeform 56"/>
              <p:cNvSpPr/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</p:spPr>
            <p:txBody>
              <a:bodyPr wrap="none"/>
              <a:lstStyle/>
              <a:p>
                <a:endParaRPr lang="en-US" dirty="0"/>
              </a:p>
            </p:txBody>
          </p:sp>
        </p:grpSp>
      </p:grpSp>
      <p:grpSp>
        <p:nvGrpSpPr>
          <p:cNvPr id="148505" name="Group 57"/>
          <p:cNvGrpSpPr/>
          <p:nvPr/>
        </p:nvGrpSpPr>
        <p:grpSpPr bwMode="auto">
          <a:xfrm>
            <a:off x="2447925" y="5070475"/>
            <a:ext cx="711200" cy="600075"/>
            <a:chOff x="7179310" y="4033520"/>
            <a:chExt cx="1009650" cy="855028"/>
          </a:xfrm>
        </p:grpSpPr>
        <p:grpSp>
          <p:nvGrpSpPr>
            <p:cNvPr id="148526" name="Group 44"/>
            <p:cNvGrpSpPr/>
            <p:nvPr/>
          </p:nvGrpSpPr>
          <p:grpSpPr bwMode="auto">
            <a:xfrm>
              <a:off x="7179310" y="4033520"/>
              <a:ext cx="1009650" cy="855028"/>
              <a:chOff x="-44" y="1473"/>
              <a:chExt cx="981" cy="1105"/>
            </a:xfrm>
          </p:grpSpPr>
          <p:pic>
            <p:nvPicPr>
              <p:cNvPr id="148528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8529" name="Freeform 46"/>
              <p:cNvSpPr/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sp>
          <p:nvSpPr>
            <p:cNvPr id="60" name="Rectangle 43"/>
            <p:cNvSpPr>
              <a:spLocks noChangeArrowheads="1"/>
            </p:cNvSpPr>
            <p:nvPr/>
          </p:nvSpPr>
          <p:spPr bwMode="auto">
            <a:xfrm rot="16200000">
              <a:off x="7439379" y="4308711"/>
              <a:ext cx="126671" cy="196071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Comic Sans MS" panose="030F0902030302020204" pitchFamily="66" charset="0"/>
                <a:ea typeface="+mn-ea"/>
                <a:cs typeface="+mn-cs"/>
              </a:endParaRPr>
            </a:p>
          </p:txBody>
        </p:sp>
      </p:grpSp>
      <p:grpSp>
        <p:nvGrpSpPr>
          <p:cNvPr id="148506" name="Group 62"/>
          <p:cNvGrpSpPr/>
          <p:nvPr/>
        </p:nvGrpSpPr>
        <p:grpSpPr bwMode="auto">
          <a:xfrm>
            <a:off x="4419600" y="4687888"/>
            <a:ext cx="914400" cy="690562"/>
            <a:chOff x="1046480" y="3962400"/>
            <a:chExt cx="1026163" cy="761428"/>
          </a:xfrm>
        </p:grpSpPr>
        <p:sp>
          <p:nvSpPr>
            <p:cNvPr id="64" name="Rectangle 48"/>
            <p:cNvSpPr>
              <a:spLocks noChangeArrowheads="1"/>
            </p:cNvSpPr>
            <p:nvPr/>
          </p:nvSpPr>
          <p:spPr bwMode="auto">
            <a:xfrm rot="16200000">
              <a:off x="1893689" y="4299817"/>
              <a:ext cx="110275" cy="247633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Comic Sans MS" panose="030F0902030302020204" pitchFamily="66" charset="0"/>
                <a:ea typeface="+mn-ea"/>
                <a:cs typeface="+mn-cs"/>
              </a:endParaRPr>
            </a:p>
          </p:txBody>
        </p:sp>
        <p:grpSp>
          <p:nvGrpSpPr>
            <p:cNvPr id="148523" name="Group 49"/>
            <p:cNvGrpSpPr/>
            <p:nvPr/>
          </p:nvGrpSpPr>
          <p:grpSpPr bwMode="auto">
            <a:xfrm>
              <a:off x="1046480" y="3962400"/>
              <a:ext cx="936071" cy="761428"/>
              <a:chOff x="-44" y="1473"/>
              <a:chExt cx="981" cy="1105"/>
            </a:xfrm>
          </p:grpSpPr>
          <p:pic>
            <p:nvPicPr>
              <p:cNvPr id="148524" name="Picture 50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8525" name="Freeform 51"/>
              <p:cNvSpPr/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</p:spPr>
            <p:txBody>
              <a:bodyPr wrap="none"/>
              <a:lstStyle/>
              <a:p>
                <a:endParaRPr lang="en-US" dirty="0"/>
              </a:p>
            </p:txBody>
          </p:sp>
        </p:grpSp>
      </p:grpSp>
      <p:grpSp>
        <p:nvGrpSpPr>
          <p:cNvPr id="148507" name="Group 67"/>
          <p:cNvGrpSpPr/>
          <p:nvPr/>
        </p:nvGrpSpPr>
        <p:grpSpPr bwMode="auto">
          <a:xfrm>
            <a:off x="7548563" y="4779963"/>
            <a:ext cx="854075" cy="741362"/>
            <a:chOff x="7179310" y="4033520"/>
            <a:chExt cx="1009650" cy="855028"/>
          </a:xfrm>
        </p:grpSpPr>
        <p:grpSp>
          <p:nvGrpSpPr>
            <p:cNvPr id="148518" name="Group 44"/>
            <p:cNvGrpSpPr/>
            <p:nvPr/>
          </p:nvGrpSpPr>
          <p:grpSpPr bwMode="auto">
            <a:xfrm>
              <a:off x="7179310" y="4033520"/>
              <a:ext cx="1009650" cy="855028"/>
              <a:chOff x="-44" y="1473"/>
              <a:chExt cx="981" cy="1105"/>
            </a:xfrm>
          </p:grpSpPr>
          <p:pic>
            <p:nvPicPr>
              <p:cNvPr id="148520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8521" name="Freeform 46"/>
              <p:cNvSpPr/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sp>
          <p:nvSpPr>
            <p:cNvPr id="70" name="Rectangle 43"/>
            <p:cNvSpPr>
              <a:spLocks noChangeArrowheads="1"/>
            </p:cNvSpPr>
            <p:nvPr/>
          </p:nvSpPr>
          <p:spPr bwMode="auto">
            <a:xfrm rot="16200000">
              <a:off x="7438954" y="4308497"/>
              <a:ext cx="128163" cy="197050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Comic Sans MS" panose="030F0902030302020204" pitchFamily="66" charset="0"/>
                <a:ea typeface="+mn-ea"/>
                <a:cs typeface="+mn-cs"/>
              </a:endParaRPr>
            </a:p>
          </p:txBody>
        </p:sp>
      </p:grpSp>
      <p:sp>
        <p:nvSpPr>
          <p:cNvPr id="75" name="Rectangle 43"/>
          <p:cNvSpPr>
            <a:spLocks noChangeArrowheads="1"/>
          </p:cNvSpPr>
          <p:nvPr/>
        </p:nvSpPr>
        <p:spPr bwMode="auto">
          <a:xfrm>
            <a:off x="6497638" y="4351338"/>
            <a:ext cx="109537" cy="165100"/>
          </a:xfrm>
          <a:prstGeom prst="rect">
            <a:avLst/>
          </a:prstGeom>
          <a:gradFill rotWithShape="1">
            <a:gsLst>
              <a:gs pos="0">
                <a:srgbClr val="008000"/>
              </a:gs>
              <a:gs pos="50000">
                <a:schemeClr val="bg1"/>
              </a:gs>
              <a:gs pos="100000">
                <a:srgbClr val="008000"/>
              </a:gs>
            </a:gsLst>
            <a:lin ang="0" scaled="1"/>
          </a:gradFill>
          <a:ln w="9525">
            <a:solidFill>
              <a:srgbClr val="008000"/>
            </a:solidFill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latin typeface="Comic Sans MS" panose="030F0902030302020204" pitchFamily="66" charset="0"/>
              <a:ea typeface="+mn-ea"/>
              <a:cs typeface="+mn-cs"/>
            </a:endParaRPr>
          </a:p>
        </p:txBody>
      </p:sp>
      <p:grpSp>
        <p:nvGrpSpPr>
          <p:cNvPr id="148509" name="Group 44"/>
          <p:cNvGrpSpPr/>
          <p:nvPr/>
        </p:nvGrpSpPr>
        <p:grpSpPr bwMode="auto">
          <a:xfrm>
            <a:off x="6116638" y="3784600"/>
            <a:ext cx="852487" cy="741363"/>
            <a:chOff x="-44" y="1473"/>
            <a:chExt cx="981" cy="1105"/>
          </a:xfrm>
        </p:grpSpPr>
        <p:pic>
          <p:nvPicPr>
            <p:cNvPr id="148516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8517" name="Freeform 46"/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48510" name="Group 1"/>
          <p:cNvGrpSpPr/>
          <p:nvPr/>
        </p:nvGrpSpPr>
        <p:grpSpPr bwMode="auto">
          <a:xfrm>
            <a:off x="5943600" y="5926138"/>
            <a:ext cx="854075" cy="835025"/>
            <a:chOff x="8077200" y="3320111"/>
            <a:chExt cx="853440" cy="835329"/>
          </a:xfrm>
        </p:grpSpPr>
        <p:sp>
          <p:nvSpPr>
            <p:cNvPr id="78" name="Rectangle 43"/>
            <p:cNvSpPr>
              <a:spLocks noChangeArrowheads="1"/>
            </p:cNvSpPr>
            <p:nvPr/>
          </p:nvSpPr>
          <p:spPr bwMode="auto">
            <a:xfrm>
              <a:off x="8630826" y="3320111"/>
              <a:ext cx="111042" cy="165160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latin typeface="Comic Sans MS" panose="030F0902030302020204" pitchFamily="66" charset="0"/>
                <a:ea typeface="+mn-ea"/>
                <a:cs typeface="+mn-cs"/>
              </a:endParaRPr>
            </a:p>
          </p:txBody>
        </p:sp>
        <p:grpSp>
          <p:nvGrpSpPr>
            <p:cNvPr id="148513" name="Group 44"/>
            <p:cNvGrpSpPr/>
            <p:nvPr/>
          </p:nvGrpSpPr>
          <p:grpSpPr bwMode="auto">
            <a:xfrm>
              <a:off x="8077200" y="3413760"/>
              <a:ext cx="853440" cy="741680"/>
              <a:chOff x="-44" y="1473"/>
              <a:chExt cx="981" cy="1105"/>
            </a:xfrm>
          </p:grpSpPr>
          <p:pic>
            <p:nvPicPr>
              <p:cNvPr id="148514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8515" name="Freeform 46"/>
              <p:cNvSpPr/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</p:spPr>
            <p:txBody>
              <a:bodyPr wrap="none"/>
              <a:lstStyle/>
              <a:p>
                <a:endParaRPr lang="en-US" dirty="0"/>
              </a:p>
            </p:txBody>
          </p:sp>
        </p:grpSp>
      </p:grpSp>
      <p:pic>
        <p:nvPicPr>
          <p:cNvPr id="5327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6338" y="4962525"/>
            <a:ext cx="603250" cy="341313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6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r>
              <a:rPr lang="en-US" sz="1200" dirty="0">
                <a:latin typeface="Tahoma" panose="020B0604030504040204" charset="0"/>
              </a:rPr>
              <a:t>6</a:t>
            </a:r>
            <a:r>
              <a:rPr lang="en-US" sz="1200" dirty="0" smtClean="0">
                <a:latin typeface="Tahoma" panose="020B0604030504040204" charset="0"/>
              </a:rPr>
              <a:t>-</a:t>
            </a:r>
            <a:fld id="{8E8C6E93-DF5B-BC4B-80F9-500DED1EEDCC}" type="slidenum">
              <a:rPr lang="en-US" sz="1200">
                <a:latin typeface="Tahoma" panose="020B0604030504040204" charset="0"/>
              </a:rPr>
            </a:fld>
            <a:endParaRPr lang="en-US" sz="1200" dirty="0">
              <a:latin typeface="Tahoma" panose="020B0604030504040204" charset="0"/>
            </a:endParaRPr>
          </a:p>
        </p:txBody>
      </p:sp>
      <p:sp>
        <p:nvSpPr>
          <p:cNvPr id="6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pPr algn="r"/>
            <a:r>
              <a:rPr lang="en-US" sz="1200" dirty="0" smtClean="0">
                <a:solidFill>
                  <a:srgbClr val="000000"/>
                </a:solidFill>
                <a:latin typeface="Tahoma" panose="020B0604030504040204" charset="0"/>
                <a:cs typeface="Arial" panose="020B0604020202090204" pitchFamily="34" charset="0"/>
              </a:rPr>
              <a:t>Link Layer and LANs</a:t>
            </a:r>
            <a:endParaRPr lang="en-US" sz="1200" dirty="0">
              <a:solidFill>
                <a:srgbClr val="000000"/>
              </a:solidFill>
              <a:latin typeface="Tahoma" panose="020B060403050404020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46075"/>
            <a:ext cx="7772400" cy="6096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pitchFamily="34" charset="0"/>
                <a:cs typeface="+mj-cs"/>
              </a:rPr>
              <a:t>Ethernet frame structure</a:t>
            </a:r>
            <a:endParaRPr lang="en-US" dirty="0">
              <a:latin typeface="Gill Sans MT" pitchFamily="34" charset="0"/>
              <a:cs typeface="+mj-cs"/>
            </a:endParaRPr>
          </a:p>
        </p:txBody>
      </p:sp>
      <p:sp>
        <p:nvSpPr>
          <p:cNvPr id="5427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52463" y="1609725"/>
            <a:ext cx="7772400" cy="4343400"/>
          </a:xfrm>
        </p:spPr>
        <p:txBody>
          <a:bodyPr/>
          <a:lstStyle/>
          <a:p>
            <a:pPr>
              <a:buFont typeface="Wingdings" panose="05000000000000000000" charset="0"/>
              <a:buNone/>
              <a:defRPr/>
            </a:pPr>
            <a:r>
              <a:rPr lang="en-US" dirty="0" smtClean="0">
                <a:latin typeface="Gill Sans MT" pitchFamily="34" charset="0"/>
                <a:cs typeface="+mn-cs"/>
              </a:rPr>
              <a:t>sending </a:t>
            </a:r>
            <a:r>
              <a:rPr lang="en-US" dirty="0">
                <a:latin typeface="Gill Sans MT" pitchFamily="34" charset="0"/>
                <a:cs typeface="+mn-cs"/>
              </a:rPr>
              <a:t>adapter encapsulates IP datagram (or other network layer protocol packet) in </a:t>
            </a:r>
            <a:r>
              <a:rPr lang="en-US" dirty="0">
                <a:solidFill>
                  <a:srgbClr val="CC0000"/>
                </a:solidFill>
                <a:latin typeface="Gill Sans MT" pitchFamily="34" charset="0"/>
                <a:cs typeface="+mn-cs"/>
              </a:rPr>
              <a:t>Ethernet frame</a:t>
            </a:r>
            <a:endParaRPr lang="en-US" dirty="0">
              <a:solidFill>
                <a:srgbClr val="CC0000"/>
              </a:solidFill>
              <a:latin typeface="Gill Sans MT" pitchFamily="34" charset="0"/>
              <a:cs typeface="+mn-cs"/>
            </a:endParaRPr>
          </a:p>
          <a:p>
            <a:pPr>
              <a:defRPr/>
            </a:pPr>
            <a:endParaRPr lang="en-US" sz="2400" b="1" dirty="0">
              <a:latin typeface="Gill Sans MT" pitchFamily="34" charset="0"/>
              <a:cs typeface="+mn-cs"/>
            </a:endParaRPr>
          </a:p>
          <a:p>
            <a:pPr>
              <a:defRPr/>
            </a:pPr>
            <a:endParaRPr lang="en-US" sz="2400" b="1" dirty="0">
              <a:latin typeface="Gill Sans MT" pitchFamily="34" charset="0"/>
              <a:cs typeface="+mn-cs"/>
            </a:endParaRPr>
          </a:p>
          <a:p>
            <a:pPr>
              <a:buFont typeface="Wingdings" panose="05000000000000000000" charset="0"/>
              <a:buNone/>
              <a:defRPr/>
            </a:pPr>
            <a:endParaRPr lang="en-US" sz="2400" dirty="0">
              <a:solidFill>
                <a:srgbClr val="FF0000"/>
              </a:solidFill>
              <a:latin typeface="Gill Sans MT" pitchFamily="34" charset="0"/>
              <a:cs typeface="+mn-cs"/>
            </a:endParaRPr>
          </a:p>
          <a:p>
            <a:pPr>
              <a:buFont typeface="Wingdings" panose="05000000000000000000" charset="0"/>
              <a:buNone/>
              <a:defRPr/>
            </a:pPr>
            <a:r>
              <a:rPr lang="en-US" i="1" dirty="0" smtClean="0">
                <a:solidFill>
                  <a:srgbClr val="CC0000"/>
                </a:solidFill>
                <a:latin typeface="Gill Sans MT" pitchFamily="34" charset="0"/>
                <a:cs typeface="+mn-cs"/>
              </a:rPr>
              <a:t>preamble</a:t>
            </a:r>
            <a:r>
              <a:rPr lang="en-US" i="1" dirty="0">
                <a:solidFill>
                  <a:srgbClr val="CC0000"/>
                </a:solidFill>
                <a:latin typeface="Gill Sans MT" pitchFamily="34" charset="0"/>
                <a:cs typeface="+mn-cs"/>
              </a:rPr>
              <a:t>: </a:t>
            </a:r>
            <a:endParaRPr lang="en-US" i="1" dirty="0">
              <a:solidFill>
                <a:srgbClr val="CC0000"/>
              </a:solidFill>
              <a:latin typeface="Gill Sans MT" pitchFamily="34" charset="0"/>
              <a:cs typeface="+mn-cs"/>
            </a:endParaRPr>
          </a:p>
          <a:p>
            <a:pPr>
              <a:defRPr/>
            </a:pPr>
            <a:r>
              <a:rPr lang="en-US" dirty="0">
                <a:latin typeface="Gill Sans MT" pitchFamily="34" charset="0"/>
                <a:cs typeface="+mn-cs"/>
              </a:rPr>
              <a:t>7 bytes with pattern 10101010 followed by one byte with pattern 10101011</a:t>
            </a:r>
            <a:endParaRPr lang="en-US" dirty="0">
              <a:latin typeface="Gill Sans MT" pitchFamily="34" charset="0"/>
              <a:cs typeface="+mn-cs"/>
            </a:endParaRPr>
          </a:p>
          <a:p>
            <a:pPr>
              <a:defRPr/>
            </a:pPr>
            <a:r>
              <a:rPr lang="en-US" dirty="0">
                <a:latin typeface="Gill Sans MT" pitchFamily="34" charset="0"/>
                <a:cs typeface="+mn-cs"/>
              </a:rPr>
              <a:t> used to synchronize receiver, sender clock rates</a:t>
            </a:r>
            <a:endParaRPr lang="en-US" dirty="0">
              <a:latin typeface="Gill Sans MT" pitchFamily="34" charset="0"/>
              <a:cs typeface="+mn-cs"/>
            </a:endParaRPr>
          </a:p>
        </p:txBody>
      </p:sp>
      <p:pic>
        <p:nvPicPr>
          <p:cNvPr id="150533" name="Picture 19" descr="underline_base"/>
          <p:cNvPicPr>
            <a:picLocks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250" y="881063"/>
            <a:ext cx="5942013" cy="1730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0534" name="Group 51"/>
          <p:cNvGrpSpPr/>
          <p:nvPr/>
        </p:nvGrpSpPr>
        <p:grpSpPr bwMode="auto">
          <a:xfrm>
            <a:off x="1516063" y="2373313"/>
            <a:ext cx="6291262" cy="993775"/>
            <a:chOff x="940711" y="4902593"/>
            <a:chExt cx="6291001" cy="992895"/>
          </a:xfrm>
        </p:grpSpPr>
        <p:sp>
          <p:nvSpPr>
            <p:cNvPr id="150535" name="Line 10"/>
            <p:cNvSpPr>
              <a:spLocks noChangeShapeType="1"/>
            </p:cNvSpPr>
            <p:nvPr/>
          </p:nvSpPr>
          <p:spPr bwMode="auto">
            <a:xfrm>
              <a:off x="3570934" y="5199463"/>
              <a:ext cx="0" cy="2046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0536" name="Rectangle 1"/>
            <p:cNvSpPr>
              <a:spLocks noChangeArrowheads="1"/>
            </p:cNvSpPr>
            <p:nvPr/>
          </p:nvSpPr>
          <p:spPr bwMode="auto">
            <a:xfrm>
              <a:off x="976959" y="5272489"/>
              <a:ext cx="6254753" cy="547846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bg1"/>
              </a:solidFill>
              <a:round/>
            </a:ln>
          </p:spPr>
          <p:txBody>
            <a:bodyPr wrap="none"/>
            <a:lstStyle/>
            <a:p>
              <a:endParaRPr lang="en-US" dirty="0"/>
            </a:p>
          </p:txBody>
        </p:sp>
        <p:cxnSp>
          <p:nvCxnSpPr>
            <p:cNvPr id="16" name="Straight Connector 3"/>
            <p:cNvCxnSpPr>
              <a:cxnSpLocks noChangeShapeType="1"/>
            </p:cNvCxnSpPr>
            <p:nvPr/>
          </p:nvCxnSpPr>
          <p:spPr bwMode="auto">
            <a:xfrm>
              <a:off x="1970955" y="5262636"/>
              <a:ext cx="0" cy="550375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</a:ln>
            <a:effectLst/>
          </p:spPr>
        </p:cxnSp>
        <p:cxnSp>
          <p:nvCxnSpPr>
            <p:cNvPr id="17" name="Straight Connector 32"/>
            <p:cNvCxnSpPr>
              <a:cxnSpLocks noChangeShapeType="1"/>
            </p:cNvCxnSpPr>
            <p:nvPr/>
          </p:nvCxnSpPr>
          <p:spPr bwMode="auto">
            <a:xfrm>
              <a:off x="2701175" y="5265808"/>
              <a:ext cx="0" cy="583683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</a:ln>
            <a:effectLst/>
          </p:spPr>
        </p:cxnSp>
        <p:cxnSp>
          <p:nvCxnSpPr>
            <p:cNvPr id="18" name="Straight Connector 33"/>
            <p:cNvCxnSpPr>
              <a:cxnSpLocks noChangeShapeType="1"/>
            </p:cNvCxnSpPr>
            <p:nvPr/>
          </p:nvCxnSpPr>
          <p:spPr bwMode="auto">
            <a:xfrm>
              <a:off x="3429808" y="5270567"/>
              <a:ext cx="0" cy="548789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</a:ln>
            <a:effectLst/>
          </p:spPr>
        </p:cxnSp>
        <p:cxnSp>
          <p:nvCxnSpPr>
            <p:cNvPr id="19" name="Straight Connector 34"/>
            <p:cNvCxnSpPr>
              <a:cxnSpLocks noChangeShapeType="1"/>
            </p:cNvCxnSpPr>
            <p:nvPr/>
          </p:nvCxnSpPr>
          <p:spPr bwMode="auto">
            <a:xfrm>
              <a:off x="3683797" y="5265808"/>
              <a:ext cx="0" cy="58051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</a:ln>
            <a:effectLst/>
          </p:spPr>
        </p:cxnSp>
        <p:cxnSp>
          <p:nvCxnSpPr>
            <p:cNvPr id="20" name="Straight Connector 35"/>
            <p:cNvCxnSpPr>
              <a:cxnSpLocks noChangeShapeType="1"/>
            </p:cNvCxnSpPr>
            <p:nvPr/>
          </p:nvCxnSpPr>
          <p:spPr bwMode="auto">
            <a:xfrm>
              <a:off x="5650628" y="5272152"/>
              <a:ext cx="0" cy="623336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</a:ln>
            <a:effectLst/>
          </p:spPr>
        </p:cxnSp>
        <p:sp>
          <p:nvSpPr>
            <p:cNvPr id="150542" name="TextBox 5"/>
            <p:cNvSpPr txBox="1">
              <a:spLocks noChangeArrowheads="1"/>
            </p:cNvSpPr>
            <p:nvPr/>
          </p:nvSpPr>
          <p:spPr bwMode="auto">
            <a:xfrm>
              <a:off x="1910352" y="5332220"/>
              <a:ext cx="844810" cy="410369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  <a:cs typeface="MS PGothic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 algn="ctr">
                <a:lnSpc>
                  <a:spcPts val="1200"/>
                </a:lnSpc>
              </a:pPr>
              <a:r>
                <a:rPr lang="en-US" sz="1400" dirty="0">
                  <a:solidFill>
                    <a:schemeClr val="bg1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dest.</a:t>
              </a:r>
              <a:endParaRPr lang="en-US" sz="1400" dirty="0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  <a:p>
              <a:pPr algn="ctr">
                <a:lnSpc>
                  <a:spcPts val="1200"/>
                </a:lnSpc>
              </a:pPr>
              <a:r>
                <a:rPr lang="en-US" sz="1400" dirty="0">
                  <a:solidFill>
                    <a:schemeClr val="bg1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address</a:t>
              </a:r>
              <a:endParaRPr lang="en-US" sz="1400" dirty="0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150543" name="TextBox 37"/>
            <p:cNvSpPr txBox="1">
              <a:spLocks noChangeArrowheads="1"/>
            </p:cNvSpPr>
            <p:nvPr/>
          </p:nvSpPr>
          <p:spPr bwMode="auto">
            <a:xfrm>
              <a:off x="2673645" y="5340803"/>
              <a:ext cx="844810" cy="410369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  <a:cs typeface="MS PGothic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 algn="ctr">
                <a:lnSpc>
                  <a:spcPts val="1200"/>
                </a:lnSpc>
              </a:pPr>
              <a:r>
                <a:rPr lang="en-US" sz="1400" dirty="0">
                  <a:solidFill>
                    <a:schemeClr val="bg1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source</a:t>
              </a:r>
              <a:endParaRPr lang="en-US" sz="1400" dirty="0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  <a:p>
              <a:pPr algn="ctr">
                <a:lnSpc>
                  <a:spcPts val="1200"/>
                </a:lnSpc>
              </a:pPr>
              <a:r>
                <a:rPr lang="en-US" sz="1400" dirty="0">
                  <a:solidFill>
                    <a:schemeClr val="bg1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address</a:t>
              </a:r>
              <a:endParaRPr lang="en-US" sz="1400" dirty="0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150544" name="TextBox 38"/>
            <p:cNvSpPr txBox="1">
              <a:spLocks noChangeArrowheads="1"/>
            </p:cNvSpPr>
            <p:nvPr/>
          </p:nvSpPr>
          <p:spPr bwMode="auto">
            <a:xfrm>
              <a:off x="4053534" y="5353451"/>
              <a:ext cx="1377407" cy="415498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  <a:cs typeface="MS PGothic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 algn="ctr">
                <a:lnSpc>
                  <a:spcPts val="1200"/>
                </a:lnSpc>
              </a:pPr>
              <a:r>
                <a:rPr lang="en-US" sz="1600" dirty="0">
                  <a:solidFill>
                    <a:schemeClr val="bg1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data (payload)</a:t>
              </a:r>
              <a:endParaRPr lang="en-US" sz="1600" dirty="0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150545" name="TextBox 39"/>
            <p:cNvSpPr txBox="1">
              <a:spLocks noChangeArrowheads="1"/>
            </p:cNvSpPr>
            <p:nvPr/>
          </p:nvSpPr>
          <p:spPr bwMode="auto">
            <a:xfrm>
              <a:off x="5941065" y="5431291"/>
              <a:ext cx="855572" cy="261610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  <a:cs typeface="MS PGothic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 algn="ctr">
                <a:lnSpc>
                  <a:spcPts val="1200"/>
                </a:lnSpc>
              </a:pPr>
              <a:r>
                <a:rPr lang="en-US" sz="1600" dirty="0">
                  <a:solidFill>
                    <a:schemeClr val="bg1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CRC</a:t>
              </a:r>
              <a:endParaRPr lang="en-US" sz="1600" dirty="0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150546" name="TextBox 40"/>
            <p:cNvSpPr txBox="1">
              <a:spLocks noChangeArrowheads="1"/>
            </p:cNvSpPr>
            <p:nvPr/>
          </p:nvSpPr>
          <p:spPr bwMode="auto">
            <a:xfrm>
              <a:off x="940711" y="5444340"/>
              <a:ext cx="1070128" cy="261610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  <a:cs typeface="MS PGothic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 algn="ctr">
                <a:lnSpc>
                  <a:spcPts val="1200"/>
                </a:lnSpc>
              </a:pPr>
              <a:r>
                <a:rPr lang="en-US" sz="1600" dirty="0">
                  <a:solidFill>
                    <a:schemeClr val="bg1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preamble</a:t>
              </a:r>
              <a:endParaRPr lang="en-US" sz="1600" dirty="0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150547" name="Text Box 9"/>
            <p:cNvSpPr txBox="1">
              <a:spLocks noChangeArrowheads="1"/>
            </p:cNvSpPr>
            <p:nvPr/>
          </p:nvSpPr>
          <p:spPr bwMode="auto">
            <a:xfrm>
              <a:off x="3321504" y="4902593"/>
              <a:ext cx="770260" cy="338554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  <a:cs typeface="MS PGothic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 eaLnBrk="1" hangingPunct="1"/>
              <a:r>
                <a:rPr lang="en-US" sz="1600" dirty="0">
                  <a:solidFill>
                    <a:srgbClr val="000000"/>
                  </a:solidFill>
                  <a:latin typeface="Arial" panose="020B0604020202090204" pitchFamily="34" charset="0"/>
                </a:rPr>
                <a:t>type</a:t>
              </a:r>
              <a:endParaRPr lang="en-US" sz="1600" dirty="0">
                <a:solidFill>
                  <a:srgbClr val="000000"/>
                </a:solidFill>
                <a:latin typeface="Arial" panose="020B0604020202090204" pitchFamily="34" charset="0"/>
              </a:endParaRPr>
            </a:p>
          </p:txBody>
        </p:sp>
      </p:grpSp>
      <p:sp>
        <p:nvSpPr>
          <p:cNvPr id="2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r>
              <a:rPr lang="en-US" sz="1200" dirty="0">
                <a:latin typeface="Tahoma" panose="020B0604030504040204" charset="0"/>
              </a:rPr>
              <a:t>6</a:t>
            </a:r>
            <a:r>
              <a:rPr lang="en-US" sz="1200" dirty="0" smtClean="0">
                <a:latin typeface="Tahoma" panose="020B0604030504040204" charset="0"/>
              </a:rPr>
              <a:t>-</a:t>
            </a:r>
            <a:fld id="{8E8C6E93-DF5B-BC4B-80F9-500DED1EEDCC}" type="slidenum">
              <a:rPr lang="en-US" sz="1200">
                <a:latin typeface="Tahoma" panose="020B0604030504040204" charset="0"/>
              </a:rPr>
            </a:fld>
            <a:endParaRPr lang="en-US" sz="1200" dirty="0">
              <a:latin typeface="Tahoma" panose="020B0604030504040204" charset="0"/>
            </a:endParaRPr>
          </a:p>
        </p:txBody>
      </p:sp>
      <p:sp>
        <p:nvSpPr>
          <p:cNvPr id="22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pPr algn="r"/>
            <a:r>
              <a:rPr lang="en-US" sz="1200" dirty="0" smtClean="0">
                <a:solidFill>
                  <a:srgbClr val="000000"/>
                </a:solidFill>
                <a:latin typeface="Tahoma" panose="020B0604030504040204" charset="0"/>
                <a:cs typeface="Arial" panose="020B0604020202090204" pitchFamily="34" charset="0"/>
              </a:rPr>
              <a:t>Link Layer and LANs</a:t>
            </a:r>
            <a:endParaRPr lang="en-US" sz="1200" dirty="0">
              <a:solidFill>
                <a:srgbClr val="000000"/>
              </a:solidFill>
              <a:latin typeface="Tahoma" panose="020B060403050404020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0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8077200" cy="1143000"/>
          </a:xfrm>
        </p:spPr>
        <p:txBody>
          <a:bodyPr/>
          <a:lstStyle/>
          <a:p>
            <a:pPr>
              <a:defRPr/>
            </a:pPr>
            <a:r>
              <a:rPr lang="en-US" sz="4000" dirty="0">
                <a:latin typeface="Gill Sans MT" pitchFamily="34" charset="0"/>
                <a:cs typeface="+mj-cs"/>
              </a:rPr>
              <a:t>Ethernet frame structure (more)</a:t>
            </a:r>
            <a:endParaRPr lang="en-US" sz="4000" dirty="0">
              <a:latin typeface="Gill Sans MT" pitchFamily="34" charset="0"/>
              <a:cs typeface="+mj-cs"/>
            </a:endParaRPr>
          </a:p>
        </p:txBody>
      </p:sp>
      <p:sp>
        <p:nvSpPr>
          <p:cNvPr id="5530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23875" y="1314450"/>
            <a:ext cx="8272463" cy="3789363"/>
          </a:xfrm>
        </p:spPr>
        <p:txBody>
          <a:bodyPr/>
          <a:lstStyle/>
          <a:p>
            <a:pPr>
              <a:defRPr/>
            </a:pPr>
            <a:r>
              <a:rPr lang="en-US" i="1" dirty="0">
                <a:solidFill>
                  <a:srgbClr val="CC0000"/>
                </a:solidFill>
                <a:latin typeface="Gill Sans MT" pitchFamily="34" charset="0"/>
                <a:cs typeface="+mn-cs"/>
              </a:rPr>
              <a:t>addresses: </a:t>
            </a:r>
            <a:r>
              <a:rPr lang="en-US" dirty="0">
                <a:latin typeface="Gill Sans MT" pitchFamily="34" charset="0"/>
                <a:cs typeface="+mn-cs"/>
              </a:rPr>
              <a:t>6 </a:t>
            </a:r>
            <a:r>
              <a:rPr lang="en-US" dirty="0" smtClean="0">
                <a:latin typeface="Gill Sans MT" pitchFamily="34" charset="0"/>
                <a:cs typeface="+mn-cs"/>
              </a:rPr>
              <a:t>byte source, destination MAC addresses</a:t>
            </a:r>
            <a:endParaRPr lang="en-US" dirty="0">
              <a:latin typeface="Gill Sans MT" pitchFamily="34" charset="0"/>
              <a:cs typeface="+mn-cs"/>
            </a:endParaRPr>
          </a:p>
          <a:p>
            <a:pPr lvl="1">
              <a:defRPr/>
            </a:pPr>
            <a:r>
              <a:rPr lang="en-US" dirty="0">
                <a:latin typeface="Gill Sans MT" pitchFamily="34" charset="0"/>
              </a:rPr>
              <a:t>if adapter receives frame with matching destination address, or with broadcast address (e.g. ARP packet), it passes data in frame to network layer protocol</a:t>
            </a:r>
            <a:endParaRPr lang="en-US" dirty="0">
              <a:latin typeface="Gill Sans MT" pitchFamily="34" charset="0"/>
            </a:endParaRPr>
          </a:p>
          <a:p>
            <a:pPr lvl="1">
              <a:defRPr/>
            </a:pPr>
            <a:r>
              <a:rPr lang="en-US" dirty="0">
                <a:latin typeface="Gill Sans MT" pitchFamily="34" charset="0"/>
              </a:rPr>
              <a:t>otherwise, adapter discards frame</a:t>
            </a:r>
            <a:endParaRPr lang="en-US" dirty="0">
              <a:latin typeface="Gill Sans MT" pitchFamily="34" charset="0"/>
            </a:endParaRPr>
          </a:p>
          <a:p>
            <a:pPr>
              <a:defRPr/>
            </a:pPr>
            <a:r>
              <a:rPr lang="en-US" i="1" dirty="0">
                <a:solidFill>
                  <a:srgbClr val="CC0000"/>
                </a:solidFill>
                <a:latin typeface="Gill Sans MT" pitchFamily="34" charset="0"/>
                <a:cs typeface="+mn-cs"/>
              </a:rPr>
              <a:t>type: </a:t>
            </a:r>
            <a:r>
              <a:rPr lang="en-US" dirty="0">
                <a:latin typeface="Gill Sans MT" pitchFamily="34" charset="0"/>
                <a:cs typeface="+mn-cs"/>
              </a:rPr>
              <a:t>indicates higher layer protocol (mostly IP but others possible, e.g., Novell IPX, AppleTalk)</a:t>
            </a:r>
            <a:endParaRPr lang="en-US" dirty="0">
              <a:latin typeface="Gill Sans MT" pitchFamily="34" charset="0"/>
              <a:cs typeface="+mn-cs"/>
            </a:endParaRPr>
          </a:p>
          <a:p>
            <a:pPr>
              <a:defRPr/>
            </a:pPr>
            <a:r>
              <a:rPr lang="en-US" i="1" dirty="0">
                <a:solidFill>
                  <a:srgbClr val="CC0000"/>
                </a:solidFill>
                <a:latin typeface="Gill Sans MT" pitchFamily="34" charset="0"/>
                <a:cs typeface="+mn-cs"/>
              </a:rPr>
              <a:t>CRC: </a:t>
            </a:r>
            <a:r>
              <a:rPr lang="en-US" dirty="0" smtClean="0">
                <a:latin typeface="Gill Sans MT" pitchFamily="34" charset="0"/>
                <a:cs typeface="+mn-cs"/>
              </a:rPr>
              <a:t>cyclic redundancy check </a:t>
            </a:r>
            <a:r>
              <a:rPr lang="en-US" dirty="0">
                <a:latin typeface="Gill Sans MT" pitchFamily="34" charset="0"/>
                <a:cs typeface="+mn-cs"/>
              </a:rPr>
              <a:t>at </a:t>
            </a:r>
            <a:r>
              <a:rPr lang="en-US" dirty="0" smtClean="0">
                <a:latin typeface="Gill Sans MT" pitchFamily="34" charset="0"/>
                <a:cs typeface="+mn-cs"/>
              </a:rPr>
              <a:t>receiver</a:t>
            </a:r>
            <a:endParaRPr lang="en-US" dirty="0">
              <a:latin typeface="Gill Sans MT" pitchFamily="34" charset="0"/>
              <a:cs typeface="+mn-cs"/>
            </a:endParaRPr>
          </a:p>
          <a:p>
            <a:pPr lvl="1">
              <a:defRPr/>
            </a:pPr>
            <a:r>
              <a:rPr lang="en-US" dirty="0" smtClean="0">
                <a:latin typeface="Gill Sans MT" pitchFamily="34" charset="0"/>
              </a:rPr>
              <a:t>error detected: frame </a:t>
            </a:r>
            <a:r>
              <a:rPr lang="en-US" dirty="0">
                <a:latin typeface="Gill Sans MT" pitchFamily="34" charset="0"/>
              </a:rPr>
              <a:t>is </a:t>
            </a:r>
            <a:r>
              <a:rPr lang="en-US" dirty="0" smtClean="0">
                <a:latin typeface="Gill Sans MT" pitchFamily="34" charset="0"/>
              </a:rPr>
              <a:t>dropped</a:t>
            </a:r>
            <a:endParaRPr lang="en-US" dirty="0">
              <a:latin typeface="Gill Sans MT" pitchFamily="34" charset="0"/>
            </a:endParaRPr>
          </a:p>
        </p:txBody>
      </p:sp>
      <p:pic>
        <p:nvPicPr>
          <p:cNvPr id="152581" name="Picture 16" descr="underline_base"/>
          <p:cNvPicPr>
            <a:picLocks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200" y="1019175"/>
            <a:ext cx="7313613" cy="17303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2582" name="Group 8"/>
          <p:cNvGrpSpPr/>
          <p:nvPr/>
        </p:nvGrpSpPr>
        <p:grpSpPr bwMode="auto">
          <a:xfrm>
            <a:off x="1412875" y="5040313"/>
            <a:ext cx="6291263" cy="993775"/>
            <a:chOff x="940711" y="4902593"/>
            <a:chExt cx="6291001" cy="992895"/>
          </a:xfrm>
        </p:grpSpPr>
        <p:sp>
          <p:nvSpPr>
            <p:cNvPr id="152583" name="Line 10"/>
            <p:cNvSpPr>
              <a:spLocks noChangeShapeType="1"/>
            </p:cNvSpPr>
            <p:nvPr/>
          </p:nvSpPr>
          <p:spPr bwMode="auto">
            <a:xfrm>
              <a:off x="3570934" y="5199463"/>
              <a:ext cx="0" cy="2046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2584" name="Rectangle 1"/>
            <p:cNvSpPr>
              <a:spLocks noChangeArrowheads="1"/>
            </p:cNvSpPr>
            <p:nvPr/>
          </p:nvSpPr>
          <p:spPr bwMode="auto">
            <a:xfrm>
              <a:off x="976959" y="5272489"/>
              <a:ext cx="6254753" cy="547846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bg1"/>
              </a:solidFill>
              <a:round/>
            </a:ln>
          </p:spPr>
          <p:txBody>
            <a:bodyPr wrap="none"/>
            <a:lstStyle/>
            <a:p>
              <a:endParaRPr lang="en-US" dirty="0"/>
            </a:p>
          </p:txBody>
        </p:sp>
        <p:cxnSp>
          <p:nvCxnSpPr>
            <p:cNvPr id="12" name="Straight Connector 3"/>
            <p:cNvCxnSpPr>
              <a:cxnSpLocks noChangeShapeType="1"/>
            </p:cNvCxnSpPr>
            <p:nvPr/>
          </p:nvCxnSpPr>
          <p:spPr bwMode="auto">
            <a:xfrm>
              <a:off x="1970956" y="5262636"/>
              <a:ext cx="0" cy="550375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</a:ln>
            <a:effectLst/>
          </p:spPr>
        </p:cxnSp>
        <p:cxnSp>
          <p:nvCxnSpPr>
            <p:cNvPr id="13" name="Straight Connector 32"/>
            <p:cNvCxnSpPr>
              <a:cxnSpLocks noChangeShapeType="1"/>
            </p:cNvCxnSpPr>
            <p:nvPr/>
          </p:nvCxnSpPr>
          <p:spPr bwMode="auto">
            <a:xfrm>
              <a:off x="2701176" y="5265808"/>
              <a:ext cx="0" cy="583683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</a:ln>
            <a:effectLst/>
          </p:spPr>
        </p:cxnSp>
        <p:cxnSp>
          <p:nvCxnSpPr>
            <p:cNvPr id="14" name="Straight Connector 33"/>
            <p:cNvCxnSpPr>
              <a:cxnSpLocks noChangeShapeType="1"/>
            </p:cNvCxnSpPr>
            <p:nvPr/>
          </p:nvCxnSpPr>
          <p:spPr bwMode="auto">
            <a:xfrm>
              <a:off x="3429807" y="5270567"/>
              <a:ext cx="0" cy="548789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</a:ln>
            <a:effectLst/>
          </p:spPr>
        </p:cxnSp>
        <p:cxnSp>
          <p:nvCxnSpPr>
            <p:cNvPr id="15" name="Straight Connector 34"/>
            <p:cNvCxnSpPr>
              <a:cxnSpLocks noChangeShapeType="1"/>
            </p:cNvCxnSpPr>
            <p:nvPr/>
          </p:nvCxnSpPr>
          <p:spPr bwMode="auto">
            <a:xfrm>
              <a:off x="3683797" y="5265808"/>
              <a:ext cx="0" cy="58051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</a:ln>
            <a:effectLst/>
          </p:spPr>
        </p:cxnSp>
        <p:cxnSp>
          <p:nvCxnSpPr>
            <p:cNvPr id="16" name="Straight Connector 35"/>
            <p:cNvCxnSpPr>
              <a:cxnSpLocks noChangeShapeType="1"/>
            </p:cNvCxnSpPr>
            <p:nvPr/>
          </p:nvCxnSpPr>
          <p:spPr bwMode="auto">
            <a:xfrm>
              <a:off x="5650628" y="5272152"/>
              <a:ext cx="0" cy="623336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</a:ln>
            <a:effectLst/>
          </p:spPr>
        </p:cxnSp>
        <p:sp>
          <p:nvSpPr>
            <p:cNvPr id="152590" name="TextBox 5"/>
            <p:cNvSpPr txBox="1">
              <a:spLocks noChangeArrowheads="1"/>
            </p:cNvSpPr>
            <p:nvPr/>
          </p:nvSpPr>
          <p:spPr bwMode="auto">
            <a:xfrm>
              <a:off x="1910352" y="5332220"/>
              <a:ext cx="844810" cy="410369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  <a:cs typeface="MS PGothic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 algn="ctr">
                <a:lnSpc>
                  <a:spcPts val="1200"/>
                </a:lnSpc>
              </a:pPr>
              <a:r>
                <a:rPr lang="en-US" sz="1400" dirty="0">
                  <a:solidFill>
                    <a:schemeClr val="bg1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dest.</a:t>
              </a:r>
              <a:endParaRPr lang="en-US" sz="1400" dirty="0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  <a:p>
              <a:pPr algn="ctr">
                <a:lnSpc>
                  <a:spcPts val="1200"/>
                </a:lnSpc>
              </a:pPr>
              <a:r>
                <a:rPr lang="en-US" sz="1400" dirty="0">
                  <a:solidFill>
                    <a:schemeClr val="bg1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address</a:t>
              </a:r>
              <a:endParaRPr lang="en-US" sz="1400" dirty="0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152591" name="TextBox 37"/>
            <p:cNvSpPr txBox="1">
              <a:spLocks noChangeArrowheads="1"/>
            </p:cNvSpPr>
            <p:nvPr/>
          </p:nvSpPr>
          <p:spPr bwMode="auto">
            <a:xfrm>
              <a:off x="2673645" y="5340803"/>
              <a:ext cx="844810" cy="410369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  <a:cs typeface="MS PGothic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 algn="ctr">
                <a:lnSpc>
                  <a:spcPts val="1200"/>
                </a:lnSpc>
              </a:pPr>
              <a:r>
                <a:rPr lang="en-US" sz="1400" dirty="0">
                  <a:solidFill>
                    <a:schemeClr val="bg1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source</a:t>
              </a:r>
              <a:endParaRPr lang="en-US" sz="1400" dirty="0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  <a:p>
              <a:pPr algn="ctr">
                <a:lnSpc>
                  <a:spcPts val="1200"/>
                </a:lnSpc>
              </a:pPr>
              <a:r>
                <a:rPr lang="en-US" sz="1400" dirty="0">
                  <a:solidFill>
                    <a:schemeClr val="bg1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address</a:t>
              </a:r>
              <a:endParaRPr lang="en-US" sz="1400" dirty="0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152592" name="TextBox 38"/>
            <p:cNvSpPr txBox="1">
              <a:spLocks noChangeArrowheads="1"/>
            </p:cNvSpPr>
            <p:nvPr/>
          </p:nvSpPr>
          <p:spPr bwMode="auto">
            <a:xfrm>
              <a:off x="4053534" y="5353451"/>
              <a:ext cx="1377407" cy="415498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  <a:cs typeface="MS PGothic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 algn="ctr">
                <a:lnSpc>
                  <a:spcPts val="1200"/>
                </a:lnSpc>
              </a:pPr>
              <a:r>
                <a:rPr lang="en-US" sz="1600" dirty="0">
                  <a:solidFill>
                    <a:schemeClr val="bg1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data (payload)</a:t>
              </a:r>
              <a:endParaRPr lang="en-US" sz="1600" dirty="0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152593" name="TextBox 39"/>
            <p:cNvSpPr txBox="1">
              <a:spLocks noChangeArrowheads="1"/>
            </p:cNvSpPr>
            <p:nvPr/>
          </p:nvSpPr>
          <p:spPr bwMode="auto">
            <a:xfrm>
              <a:off x="5941065" y="5431291"/>
              <a:ext cx="855572" cy="261610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  <a:cs typeface="MS PGothic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 algn="ctr">
                <a:lnSpc>
                  <a:spcPts val="1200"/>
                </a:lnSpc>
              </a:pPr>
              <a:r>
                <a:rPr lang="en-US" sz="1600" dirty="0">
                  <a:solidFill>
                    <a:schemeClr val="bg1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CRC</a:t>
              </a:r>
              <a:endParaRPr lang="en-US" sz="1600" dirty="0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152594" name="TextBox 40"/>
            <p:cNvSpPr txBox="1">
              <a:spLocks noChangeArrowheads="1"/>
            </p:cNvSpPr>
            <p:nvPr/>
          </p:nvSpPr>
          <p:spPr bwMode="auto">
            <a:xfrm>
              <a:off x="940711" y="5444340"/>
              <a:ext cx="1070128" cy="261610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  <a:cs typeface="MS PGothic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 algn="ctr">
                <a:lnSpc>
                  <a:spcPts val="1200"/>
                </a:lnSpc>
              </a:pPr>
              <a:r>
                <a:rPr lang="en-US" sz="1600" dirty="0">
                  <a:solidFill>
                    <a:schemeClr val="bg1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preamble</a:t>
              </a:r>
              <a:endParaRPr lang="en-US" sz="1600" dirty="0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152595" name="Text Box 9"/>
            <p:cNvSpPr txBox="1">
              <a:spLocks noChangeArrowheads="1"/>
            </p:cNvSpPr>
            <p:nvPr/>
          </p:nvSpPr>
          <p:spPr bwMode="auto">
            <a:xfrm>
              <a:off x="3321504" y="4902593"/>
              <a:ext cx="770260" cy="338554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  <a:cs typeface="MS PGothic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 eaLnBrk="1" hangingPunct="1"/>
              <a:r>
                <a:rPr lang="en-US" sz="1600" dirty="0">
                  <a:solidFill>
                    <a:srgbClr val="000000"/>
                  </a:solidFill>
                  <a:latin typeface="Arial" panose="020B0604020202090204" pitchFamily="34" charset="0"/>
                </a:rPr>
                <a:t>type</a:t>
              </a:r>
              <a:endParaRPr lang="en-US" sz="1600" dirty="0">
                <a:solidFill>
                  <a:srgbClr val="000000"/>
                </a:solidFill>
                <a:latin typeface="Arial" panose="020B0604020202090204" pitchFamily="34" charset="0"/>
              </a:endParaRPr>
            </a:p>
          </p:txBody>
        </p:sp>
      </p:grpSp>
      <p:sp>
        <p:nvSpPr>
          <p:cNvPr id="2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r>
              <a:rPr lang="en-US" sz="1200" dirty="0">
                <a:latin typeface="Tahoma" panose="020B0604030504040204" charset="0"/>
              </a:rPr>
              <a:t>6</a:t>
            </a:r>
            <a:r>
              <a:rPr lang="en-US" sz="1200" dirty="0" smtClean="0">
                <a:latin typeface="Tahoma" panose="020B0604030504040204" charset="0"/>
              </a:rPr>
              <a:t>-</a:t>
            </a:r>
            <a:fld id="{8E8C6E93-DF5B-BC4B-80F9-500DED1EEDCC}" type="slidenum">
              <a:rPr lang="en-US" sz="1200">
                <a:latin typeface="Tahoma" panose="020B0604030504040204" charset="0"/>
              </a:rPr>
            </a:fld>
            <a:endParaRPr lang="en-US" sz="1200" dirty="0">
              <a:latin typeface="Tahoma" panose="020B0604030504040204" charset="0"/>
            </a:endParaRPr>
          </a:p>
        </p:txBody>
      </p:sp>
      <p:sp>
        <p:nvSpPr>
          <p:cNvPr id="22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pPr algn="r"/>
            <a:r>
              <a:rPr lang="en-US" sz="1200" dirty="0" smtClean="0">
                <a:solidFill>
                  <a:srgbClr val="000000"/>
                </a:solidFill>
                <a:latin typeface="Tahoma" panose="020B0604030504040204" charset="0"/>
                <a:cs typeface="Arial" panose="020B0604020202090204" pitchFamily="34" charset="0"/>
              </a:rPr>
              <a:t>Link Layer and LANs</a:t>
            </a:r>
            <a:endParaRPr lang="en-US" sz="1200" dirty="0">
              <a:solidFill>
                <a:srgbClr val="000000"/>
              </a:solidFill>
              <a:latin typeface="Tahoma" panose="020B060403050404020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4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8247063" cy="1143000"/>
          </a:xfrm>
        </p:spPr>
        <p:txBody>
          <a:bodyPr/>
          <a:lstStyle/>
          <a:p>
            <a:pPr>
              <a:defRPr/>
            </a:pPr>
            <a:r>
              <a:rPr lang="en-US" sz="4000" dirty="0">
                <a:latin typeface="Gill Sans MT" pitchFamily="34" charset="0"/>
                <a:cs typeface="+mj-cs"/>
              </a:rPr>
              <a:t>Ethernet: unreliable, connectionless</a:t>
            </a:r>
            <a:endParaRPr lang="en-US" sz="4000" dirty="0">
              <a:latin typeface="Gill Sans MT" pitchFamily="34" charset="0"/>
              <a:cs typeface="+mj-cs"/>
            </a:endParaRPr>
          </a:p>
        </p:txBody>
      </p:sp>
      <p:sp>
        <p:nvSpPr>
          <p:cNvPr id="5632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8261350" cy="4648200"/>
          </a:xfrm>
        </p:spPr>
        <p:txBody>
          <a:bodyPr/>
          <a:lstStyle/>
          <a:p>
            <a:pPr>
              <a:defRPr/>
            </a:pPr>
            <a:r>
              <a:rPr lang="en-US" i="1" dirty="0">
                <a:solidFill>
                  <a:srgbClr val="CC0000"/>
                </a:solidFill>
                <a:latin typeface="Gill Sans MT" pitchFamily="34" charset="0"/>
                <a:cs typeface="+mn-cs"/>
              </a:rPr>
              <a:t>connectionless: </a:t>
            </a:r>
            <a:r>
              <a:rPr lang="en-US" dirty="0" smtClean="0">
                <a:latin typeface="Gill Sans MT" pitchFamily="34" charset="0"/>
                <a:cs typeface="+mn-cs"/>
              </a:rPr>
              <a:t>no </a:t>
            </a:r>
            <a:r>
              <a:rPr lang="en-US" dirty="0">
                <a:latin typeface="Gill Sans MT" pitchFamily="34" charset="0"/>
                <a:cs typeface="+mn-cs"/>
              </a:rPr>
              <a:t>handshaking between sending and receiving NICs </a:t>
            </a:r>
            <a:endParaRPr lang="en-US" dirty="0">
              <a:latin typeface="Gill Sans MT" pitchFamily="34" charset="0"/>
              <a:cs typeface="+mn-cs"/>
            </a:endParaRPr>
          </a:p>
          <a:p>
            <a:pPr>
              <a:defRPr/>
            </a:pPr>
            <a:r>
              <a:rPr lang="en-US" i="1" dirty="0">
                <a:solidFill>
                  <a:srgbClr val="CC0000"/>
                </a:solidFill>
                <a:latin typeface="Gill Sans MT" pitchFamily="34" charset="0"/>
                <a:cs typeface="+mn-cs"/>
              </a:rPr>
              <a:t>unreliable: </a:t>
            </a:r>
            <a:r>
              <a:rPr lang="en-US" dirty="0">
                <a:latin typeface="Gill Sans MT" pitchFamily="34" charset="0"/>
                <a:cs typeface="+mn-cs"/>
              </a:rPr>
              <a:t>receiving NIC </a:t>
            </a:r>
            <a:r>
              <a:rPr lang="en-US" dirty="0" smtClean="0">
                <a:latin typeface="Gill Sans MT" pitchFamily="34" charset="0"/>
                <a:cs typeface="+mn-cs"/>
              </a:rPr>
              <a:t>doesn't </a:t>
            </a:r>
            <a:r>
              <a:rPr lang="en-US" dirty="0">
                <a:latin typeface="Gill Sans MT" pitchFamily="34" charset="0"/>
                <a:cs typeface="+mn-cs"/>
              </a:rPr>
              <a:t>send acks or nacks to sending NIC</a:t>
            </a:r>
            <a:endParaRPr lang="en-US" dirty="0">
              <a:latin typeface="Gill Sans MT" pitchFamily="34" charset="0"/>
              <a:cs typeface="+mn-cs"/>
            </a:endParaRPr>
          </a:p>
          <a:p>
            <a:pPr lvl="1">
              <a:defRPr/>
            </a:pPr>
            <a:r>
              <a:rPr lang="en-US" sz="2800" dirty="0">
                <a:latin typeface="Gill Sans MT" pitchFamily="34" charset="0"/>
              </a:rPr>
              <a:t>d</a:t>
            </a:r>
            <a:r>
              <a:rPr lang="en-US" sz="2800" dirty="0" smtClean="0">
                <a:latin typeface="Gill Sans MT" pitchFamily="34" charset="0"/>
              </a:rPr>
              <a:t>ata in dropped frames recovered only if initial sender uses higher layer rdt (e.g., TCP), otherwise dropped data lost</a:t>
            </a:r>
            <a:endParaRPr lang="en-US" sz="2800" dirty="0" smtClean="0">
              <a:latin typeface="Gill Sans MT" pitchFamily="34" charset="0"/>
            </a:endParaRPr>
          </a:p>
          <a:p>
            <a:pPr>
              <a:defRPr/>
            </a:pPr>
            <a:r>
              <a:rPr lang="en-US" dirty="0" smtClean="0">
                <a:latin typeface="Gill Sans MT" pitchFamily="34" charset="0"/>
                <a:cs typeface="+mn-cs"/>
              </a:rPr>
              <a:t>Ethernet</a:t>
            </a:r>
            <a:r>
              <a:rPr lang="ja-JP" altLang="en-US" dirty="0" smtClean="0">
                <a:latin typeface="Gill Sans MT" pitchFamily="34" charset="0"/>
                <a:cs typeface="+mn-cs"/>
              </a:rPr>
              <a:t>’</a:t>
            </a:r>
            <a:r>
              <a:rPr lang="en-US" dirty="0" smtClean="0">
                <a:latin typeface="Gill Sans MT" pitchFamily="34" charset="0"/>
                <a:cs typeface="+mn-cs"/>
              </a:rPr>
              <a:t>s MAC protocol: unslotted </a:t>
            </a:r>
            <a:r>
              <a:rPr lang="en-US" i="1" dirty="0" smtClean="0">
                <a:solidFill>
                  <a:srgbClr val="CC0000"/>
                </a:solidFill>
                <a:latin typeface="Gill Sans MT" pitchFamily="34" charset="0"/>
                <a:cs typeface="+mn-cs"/>
              </a:rPr>
              <a:t>CSMA/CD with binary backoff</a:t>
            </a:r>
            <a:endParaRPr lang="en-US" i="1" dirty="0">
              <a:solidFill>
                <a:srgbClr val="CC0000"/>
              </a:solidFill>
              <a:latin typeface="Gill Sans MT" pitchFamily="34" charset="0"/>
              <a:cs typeface="+mn-cs"/>
            </a:endParaRPr>
          </a:p>
        </p:txBody>
      </p:sp>
      <p:pic>
        <p:nvPicPr>
          <p:cNvPr id="154629" name="Picture 16" descr="underline_base"/>
          <p:cNvPicPr>
            <a:picLocks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488" y="1019175"/>
            <a:ext cx="7313612" cy="173038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r>
              <a:rPr lang="en-US" sz="1200" dirty="0">
                <a:latin typeface="Tahoma" panose="020B0604030504040204" charset="0"/>
              </a:rPr>
              <a:t>6</a:t>
            </a:r>
            <a:r>
              <a:rPr lang="en-US" sz="1200" dirty="0" smtClean="0">
                <a:latin typeface="Tahoma" panose="020B0604030504040204" charset="0"/>
              </a:rPr>
              <a:t>-</a:t>
            </a:r>
            <a:fld id="{8E8C6E93-DF5B-BC4B-80F9-500DED1EEDCC}" type="slidenum">
              <a:rPr lang="en-US" sz="1200">
                <a:latin typeface="Tahoma" panose="020B0604030504040204" charset="0"/>
              </a:rPr>
            </a:fld>
            <a:endParaRPr lang="en-US" sz="1200" dirty="0">
              <a:latin typeface="Tahoma" panose="020B0604030504040204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pPr algn="r"/>
            <a:r>
              <a:rPr lang="en-US" sz="1200" dirty="0" smtClean="0">
                <a:solidFill>
                  <a:srgbClr val="000000"/>
                </a:solidFill>
                <a:latin typeface="Tahoma" panose="020B0604030504040204" charset="0"/>
                <a:cs typeface="Arial" panose="020B0604020202090204" pitchFamily="34" charset="0"/>
              </a:rPr>
              <a:t>Link Layer and LANs</a:t>
            </a:r>
            <a:endParaRPr lang="en-US" sz="1200" dirty="0">
              <a:solidFill>
                <a:srgbClr val="000000"/>
              </a:solidFill>
              <a:latin typeface="Tahoma" panose="020B060403050404020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95250"/>
            <a:ext cx="8715375" cy="1143000"/>
          </a:xfrm>
        </p:spPr>
        <p:txBody>
          <a:bodyPr/>
          <a:lstStyle/>
          <a:p>
            <a:pPr>
              <a:defRPr/>
            </a:pPr>
            <a:r>
              <a:rPr lang="en-US" sz="3200" dirty="0">
                <a:latin typeface="Gill Sans MT" pitchFamily="34" charset="0"/>
                <a:cs typeface="+mj-cs"/>
              </a:rPr>
              <a:t>802.3 Ethernet standards: link &amp; physical layers</a:t>
            </a:r>
            <a:endParaRPr lang="en-US" sz="3200" dirty="0">
              <a:latin typeface="Gill Sans MT" pitchFamily="34" charset="0"/>
              <a:cs typeface="+mj-cs"/>
            </a:endParaRPr>
          </a:p>
        </p:txBody>
      </p:sp>
      <p:sp>
        <p:nvSpPr>
          <p:cNvPr id="5939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3713" y="1292225"/>
            <a:ext cx="7772400" cy="2100263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i="1" dirty="0">
                <a:solidFill>
                  <a:srgbClr val="CC0000"/>
                </a:solidFill>
                <a:latin typeface="Gill Sans MT" pitchFamily="34" charset="0"/>
                <a:cs typeface="+mn-cs"/>
              </a:rPr>
              <a:t>many</a:t>
            </a:r>
            <a:r>
              <a:rPr lang="en-US" dirty="0">
                <a:solidFill>
                  <a:srgbClr val="CC0000"/>
                </a:solidFill>
                <a:latin typeface="Gill Sans MT" pitchFamily="34" charset="0"/>
                <a:cs typeface="+mn-cs"/>
              </a:rPr>
              <a:t> </a:t>
            </a:r>
            <a:r>
              <a:rPr lang="en-US" dirty="0">
                <a:latin typeface="Gill Sans MT" pitchFamily="34" charset="0"/>
                <a:cs typeface="+mn-cs"/>
              </a:rPr>
              <a:t>different Ethernet standards</a:t>
            </a:r>
            <a:endParaRPr lang="en-US" dirty="0">
              <a:latin typeface="Gill Sans MT" pitchFamily="34" charset="0"/>
              <a:cs typeface="+mn-cs"/>
            </a:endParaRPr>
          </a:p>
          <a:p>
            <a:pPr lvl="1">
              <a:lnSpc>
                <a:spcPct val="90000"/>
              </a:lnSpc>
              <a:defRPr/>
            </a:pPr>
            <a:r>
              <a:rPr lang="en-US" dirty="0">
                <a:latin typeface="Gill Sans MT" pitchFamily="34" charset="0"/>
              </a:rPr>
              <a:t>common MAC protocol and frame format</a:t>
            </a:r>
            <a:endParaRPr lang="en-US" dirty="0">
              <a:latin typeface="Gill Sans MT" pitchFamily="34" charset="0"/>
            </a:endParaRPr>
          </a:p>
          <a:p>
            <a:pPr lvl="1">
              <a:lnSpc>
                <a:spcPct val="90000"/>
              </a:lnSpc>
              <a:defRPr/>
            </a:pPr>
            <a:r>
              <a:rPr lang="en-US" dirty="0">
                <a:latin typeface="Gill Sans MT" pitchFamily="34" charset="0"/>
              </a:rPr>
              <a:t>different speeds: 2 Mbps, 10 Mbps, 100 Mbps, 1Gbps, </a:t>
            </a:r>
            <a:r>
              <a:rPr lang="en-US" dirty="0" smtClean="0">
                <a:latin typeface="Gill Sans MT" pitchFamily="34" charset="0"/>
              </a:rPr>
              <a:t>10 Gbps, 40 Gbps</a:t>
            </a:r>
            <a:endParaRPr lang="en-US" dirty="0">
              <a:latin typeface="Gill Sans MT" pitchFamily="34" charset="0"/>
            </a:endParaRPr>
          </a:p>
          <a:p>
            <a:pPr lvl="1">
              <a:lnSpc>
                <a:spcPct val="90000"/>
              </a:lnSpc>
              <a:defRPr/>
            </a:pPr>
            <a:r>
              <a:rPr lang="en-US" dirty="0">
                <a:latin typeface="Gill Sans MT" pitchFamily="34" charset="0"/>
              </a:rPr>
              <a:t>different physical layer media: fiber, cable</a:t>
            </a:r>
            <a:endParaRPr lang="en-US" dirty="0">
              <a:latin typeface="Gill Sans MT" pitchFamily="34" charset="0"/>
            </a:endParaRPr>
          </a:p>
          <a:p>
            <a:pPr>
              <a:lnSpc>
                <a:spcPct val="90000"/>
              </a:lnSpc>
              <a:defRPr/>
            </a:pPr>
            <a:endParaRPr lang="en-US" sz="3200" dirty="0">
              <a:latin typeface="Gill Sans MT" pitchFamily="34" charset="0"/>
              <a:cs typeface="+mn-cs"/>
            </a:endParaRPr>
          </a:p>
        </p:txBody>
      </p:sp>
      <p:sp>
        <p:nvSpPr>
          <p:cNvPr id="156677" name="Freeform 39"/>
          <p:cNvSpPr/>
          <p:nvPr/>
        </p:nvSpPr>
        <p:spPr bwMode="auto">
          <a:xfrm>
            <a:off x="2873375" y="4075113"/>
            <a:ext cx="1393825" cy="1527175"/>
          </a:xfrm>
          <a:custGeom>
            <a:avLst/>
            <a:gdLst>
              <a:gd name="T0" fmla="*/ 2147483647 w 878"/>
              <a:gd name="T1" fmla="*/ 0 h 962"/>
              <a:gd name="T2" fmla="*/ 0 w 878"/>
              <a:gd name="T3" fmla="*/ 2147483647 h 962"/>
              <a:gd name="T4" fmla="*/ 2147483647 w 878"/>
              <a:gd name="T5" fmla="*/ 2147483647 h 962"/>
              <a:gd name="T6" fmla="*/ 2147483647 w 878"/>
              <a:gd name="T7" fmla="*/ 2147483647 h 962"/>
              <a:gd name="T8" fmla="*/ 2147483647 w 878"/>
              <a:gd name="T9" fmla="*/ 0 h 96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78" h="962">
                <a:moveTo>
                  <a:pt x="851" y="0"/>
                </a:moveTo>
                <a:lnTo>
                  <a:pt x="0" y="622"/>
                </a:lnTo>
                <a:lnTo>
                  <a:pt x="7" y="962"/>
                </a:lnTo>
                <a:lnTo>
                  <a:pt x="878" y="960"/>
                </a:lnTo>
                <a:lnTo>
                  <a:pt x="851" y="0"/>
                </a:lnTo>
                <a:close/>
              </a:path>
            </a:pathLst>
          </a:custGeom>
          <a:gradFill rotWithShape="1">
            <a:gsLst>
              <a:gs pos="0">
                <a:srgbClr val="DDDDDD"/>
              </a:gs>
              <a:gs pos="100000">
                <a:schemeClr val="bg1"/>
              </a:gs>
            </a:gsLst>
            <a:lin ang="0" scaled="1"/>
          </a:gradFill>
          <a:ln w="9525" cap="flat">
            <a:solidFill>
              <a:schemeClr val="tx1"/>
            </a:solidFill>
            <a:prstDash val="dash"/>
            <a:round/>
          </a:ln>
          <a:effectLst/>
        </p:spPr>
        <p:txBody>
          <a:bodyPr/>
          <a:lstStyle/>
          <a:p>
            <a:endParaRPr lang="en-US" dirty="0"/>
          </a:p>
        </p:txBody>
      </p:sp>
      <p:grpSp>
        <p:nvGrpSpPr>
          <p:cNvPr id="156678" name="Group 40"/>
          <p:cNvGrpSpPr/>
          <p:nvPr/>
        </p:nvGrpSpPr>
        <p:grpSpPr bwMode="auto">
          <a:xfrm>
            <a:off x="1577975" y="4189413"/>
            <a:ext cx="1300163" cy="1465262"/>
            <a:chOff x="921" y="785"/>
            <a:chExt cx="819" cy="923"/>
          </a:xfrm>
        </p:grpSpPr>
        <p:sp>
          <p:nvSpPr>
            <p:cNvPr id="59419" name="Rectangle 41"/>
            <p:cNvSpPr>
              <a:spLocks noChangeArrowheads="1"/>
            </p:cNvSpPr>
            <p:nvPr/>
          </p:nvSpPr>
          <p:spPr bwMode="auto">
            <a:xfrm>
              <a:off x="924" y="810"/>
              <a:ext cx="816" cy="86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59420" name="Text Box 42"/>
            <p:cNvSpPr txBox="1">
              <a:spLocks noChangeArrowheads="1"/>
            </p:cNvSpPr>
            <p:nvPr/>
          </p:nvSpPr>
          <p:spPr bwMode="auto">
            <a:xfrm>
              <a:off x="922" y="785"/>
              <a:ext cx="804" cy="92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 algn="ctr" eaLnBrk="1" hangingPunct="1">
                <a:defRPr/>
              </a:pPr>
              <a:r>
                <a:rPr lang="en-US" i="0" dirty="0" smtClean="0">
                  <a:latin typeface="Arial" panose="020B0604020202090204" pitchFamily="34" charset="0"/>
                  <a:cs typeface="+mn-cs"/>
                </a:rPr>
                <a:t>application</a:t>
              </a:r>
              <a:endParaRPr lang="en-US" i="0" dirty="0" smtClean="0">
                <a:latin typeface="Arial" panose="020B0604020202090204" pitchFamily="34" charset="0"/>
                <a:cs typeface="+mn-cs"/>
              </a:endParaRPr>
            </a:p>
            <a:p>
              <a:pPr algn="ctr" eaLnBrk="1" hangingPunct="1">
                <a:defRPr/>
              </a:pPr>
              <a:r>
                <a:rPr lang="en-US" i="0" dirty="0" smtClean="0">
                  <a:latin typeface="Arial" panose="020B0604020202090204" pitchFamily="34" charset="0"/>
                  <a:cs typeface="+mn-cs"/>
                </a:rPr>
                <a:t>transport</a:t>
              </a:r>
              <a:endParaRPr lang="en-US" i="0" dirty="0" smtClean="0">
                <a:latin typeface="Arial" panose="020B0604020202090204" pitchFamily="34" charset="0"/>
                <a:cs typeface="+mn-cs"/>
              </a:endParaRPr>
            </a:p>
            <a:p>
              <a:pPr algn="ctr" eaLnBrk="1" hangingPunct="1">
                <a:defRPr/>
              </a:pPr>
              <a:r>
                <a:rPr lang="en-US" i="0" dirty="0" smtClean="0">
                  <a:latin typeface="Arial" panose="020B0604020202090204" pitchFamily="34" charset="0"/>
                  <a:cs typeface="+mn-cs"/>
                </a:rPr>
                <a:t>network</a:t>
              </a:r>
              <a:endParaRPr lang="en-US" i="0" dirty="0" smtClean="0">
                <a:latin typeface="Arial" panose="020B0604020202090204" pitchFamily="34" charset="0"/>
                <a:cs typeface="+mn-cs"/>
              </a:endParaRPr>
            </a:p>
            <a:p>
              <a:pPr algn="ctr" eaLnBrk="1" hangingPunct="1">
                <a:defRPr/>
              </a:pPr>
              <a:r>
                <a:rPr lang="en-US" i="0" dirty="0" smtClean="0">
                  <a:latin typeface="Arial" panose="020B0604020202090204" pitchFamily="34" charset="0"/>
                  <a:cs typeface="+mn-cs"/>
                </a:rPr>
                <a:t>link</a:t>
              </a:r>
              <a:endParaRPr lang="en-US" i="0" dirty="0" smtClean="0">
                <a:latin typeface="Arial" panose="020B0604020202090204" pitchFamily="34" charset="0"/>
                <a:cs typeface="+mn-cs"/>
              </a:endParaRPr>
            </a:p>
            <a:p>
              <a:pPr algn="ctr" eaLnBrk="1" hangingPunct="1">
                <a:defRPr/>
              </a:pPr>
              <a:r>
                <a:rPr lang="en-US" i="0" dirty="0" smtClean="0">
                  <a:latin typeface="Arial" panose="020B0604020202090204" pitchFamily="34" charset="0"/>
                  <a:cs typeface="+mn-cs"/>
                </a:rPr>
                <a:t>physical</a:t>
              </a:r>
              <a:endParaRPr lang="en-US" i="0" dirty="0" smtClean="0">
                <a:latin typeface="Arial" panose="020B0604020202090204" pitchFamily="34" charset="0"/>
                <a:cs typeface="+mn-cs"/>
              </a:endParaRPr>
            </a:p>
          </p:txBody>
        </p:sp>
        <p:sp>
          <p:nvSpPr>
            <p:cNvPr id="59421" name="Line 43"/>
            <p:cNvSpPr>
              <a:spLocks noChangeShapeType="1"/>
            </p:cNvSpPr>
            <p:nvPr/>
          </p:nvSpPr>
          <p:spPr bwMode="auto">
            <a:xfrm>
              <a:off x="924" y="993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59422" name="Line 44"/>
            <p:cNvSpPr>
              <a:spLocks noChangeShapeType="1"/>
            </p:cNvSpPr>
            <p:nvPr/>
          </p:nvSpPr>
          <p:spPr bwMode="auto">
            <a:xfrm>
              <a:off x="924" y="1167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59423" name="Line 45"/>
            <p:cNvSpPr>
              <a:spLocks noChangeShapeType="1"/>
            </p:cNvSpPr>
            <p:nvPr/>
          </p:nvSpPr>
          <p:spPr bwMode="auto">
            <a:xfrm>
              <a:off x="921" y="1344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59424" name="Line 46"/>
            <p:cNvSpPr>
              <a:spLocks noChangeShapeType="1"/>
            </p:cNvSpPr>
            <p:nvPr/>
          </p:nvSpPr>
          <p:spPr bwMode="auto">
            <a:xfrm>
              <a:off x="926" y="1501"/>
              <a:ext cx="808" cy="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59425" name="Line 47"/>
            <p:cNvSpPr>
              <a:spLocks noChangeShapeType="1"/>
            </p:cNvSpPr>
            <p:nvPr/>
          </p:nvSpPr>
          <p:spPr bwMode="auto">
            <a:xfrm>
              <a:off x="926" y="1552"/>
              <a:ext cx="0" cy="10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59426" name="Line 48"/>
            <p:cNvSpPr>
              <a:spLocks noChangeShapeType="1"/>
            </p:cNvSpPr>
            <p:nvPr/>
          </p:nvSpPr>
          <p:spPr bwMode="auto">
            <a:xfrm>
              <a:off x="1739" y="1541"/>
              <a:ext cx="0" cy="10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sp>
        <p:nvSpPr>
          <p:cNvPr id="59400" name="Rectangle 49"/>
          <p:cNvSpPr>
            <a:spLocks noChangeArrowheads="1"/>
          </p:cNvSpPr>
          <p:nvPr/>
        </p:nvSpPr>
        <p:spPr bwMode="auto">
          <a:xfrm>
            <a:off x="4230688" y="4038600"/>
            <a:ext cx="4195762" cy="15684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59401" name="Line 50"/>
          <p:cNvSpPr>
            <a:spLocks noChangeShapeType="1"/>
          </p:cNvSpPr>
          <p:nvPr/>
        </p:nvSpPr>
        <p:spPr bwMode="auto">
          <a:xfrm flipV="1">
            <a:off x="4244975" y="4703763"/>
            <a:ext cx="41783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59402" name="Text Box 51"/>
          <p:cNvSpPr txBox="1">
            <a:spLocks noChangeArrowheads="1"/>
          </p:cNvSpPr>
          <p:nvPr/>
        </p:nvSpPr>
        <p:spPr bwMode="auto">
          <a:xfrm>
            <a:off x="5413375" y="4079875"/>
            <a:ext cx="1735138" cy="58102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 algn="ctr" eaLnBrk="1" hangingPunct="1">
              <a:defRPr/>
            </a:pPr>
            <a:r>
              <a:rPr lang="en-US" sz="1600" i="0" dirty="0" smtClean="0">
                <a:latin typeface="Arial" panose="020B0604020202090204" pitchFamily="34" charset="0"/>
                <a:cs typeface="+mn-cs"/>
              </a:rPr>
              <a:t>MAC protocol</a:t>
            </a:r>
            <a:endParaRPr lang="en-US" sz="1600" i="0" dirty="0" smtClean="0">
              <a:latin typeface="Arial" panose="020B0604020202090204" pitchFamily="34" charset="0"/>
              <a:cs typeface="+mn-cs"/>
            </a:endParaRPr>
          </a:p>
          <a:p>
            <a:pPr algn="ctr" eaLnBrk="1" hangingPunct="1">
              <a:defRPr/>
            </a:pPr>
            <a:r>
              <a:rPr lang="en-US" sz="1600" i="0" dirty="0" smtClean="0">
                <a:latin typeface="Arial" panose="020B0604020202090204" pitchFamily="34" charset="0"/>
                <a:cs typeface="+mn-cs"/>
              </a:rPr>
              <a:t>and frame format</a:t>
            </a:r>
            <a:endParaRPr lang="en-US" sz="1600" i="0" dirty="0" smtClean="0">
              <a:latin typeface="Arial" panose="020B0604020202090204" pitchFamily="34" charset="0"/>
              <a:cs typeface="+mn-cs"/>
            </a:endParaRPr>
          </a:p>
        </p:txBody>
      </p:sp>
      <p:sp>
        <p:nvSpPr>
          <p:cNvPr id="59403" name="Text Box 52"/>
          <p:cNvSpPr txBox="1">
            <a:spLocks noChangeArrowheads="1"/>
          </p:cNvSpPr>
          <p:nvPr/>
        </p:nvSpPr>
        <p:spPr bwMode="auto">
          <a:xfrm>
            <a:off x="4398963" y="4794250"/>
            <a:ext cx="1250950" cy="3143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 eaLnBrk="1" hangingPunct="1">
              <a:defRPr/>
            </a:pPr>
            <a:r>
              <a:rPr lang="en-US" sz="1400" i="0" dirty="0" smtClean="0">
                <a:latin typeface="Arial" panose="020B0604020202090204" pitchFamily="34" charset="0"/>
                <a:cs typeface="+mn-cs"/>
              </a:rPr>
              <a:t>100BASE-TX</a:t>
            </a:r>
            <a:endParaRPr lang="en-US" sz="1400" i="0" dirty="0" smtClean="0">
              <a:latin typeface="Arial" panose="020B0604020202090204" pitchFamily="34" charset="0"/>
              <a:cs typeface="+mn-cs"/>
            </a:endParaRPr>
          </a:p>
        </p:txBody>
      </p:sp>
      <p:sp>
        <p:nvSpPr>
          <p:cNvPr id="59404" name="Text Box 53"/>
          <p:cNvSpPr txBox="1">
            <a:spLocks noChangeArrowheads="1"/>
          </p:cNvSpPr>
          <p:nvPr/>
        </p:nvSpPr>
        <p:spPr bwMode="auto">
          <a:xfrm>
            <a:off x="4410075" y="5154613"/>
            <a:ext cx="1230313" cy="3143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 eaLnBrk="1" hangingPunct="1">
              <a:defRPr/>
            </a:pPr>
            <a:r>
              <a:rPr lang="en-US" sz="1400" i="0" dirty="0" smtClean="0">
                <a:latin typeface="Arial" panose="020B0604020202090204" pitchFamily="34" charset="0"/>
                <a:cs typeface="+mn-cs"/>
              </a:rPr>
              <a:t>100BASE-T4</a:t>
            </a:r>
            <a:endParaRPr lang="en-US" sz="1400" i="0" dirty="0" smtClean="0">
              <a:latin typeface="Arial" panose="020B0604020202090204" pitchFamily="34" charset="0"/>
              <a:cs typeface="+mn-cs"/>
            </a:endParaRPr>
          </a:p>
        </p:txBody>
      </p:sp>
      <p:sp>
        <p:nvSpPr>
          <p:cNvPr id="59405" name="Text Box 54"/>
          <p:cNvSpPr txBox="1">
            <a:spLocks noChangeArrowheads="1"/>
          </p:cNvSpPr>
          <p:nvPr/>
        </p:nvSpPr>
        <p:spPr bwMode="auto">
          <a:xfrm>
            <a:off x="7081838" y="4789488"/>
            <a:ext cx="1250950" cy="3143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 eaLnBrk="1" hangingPunct="1">
              <a:defRPr/>
            </a:pPr>
            <a:r>
              <a:rPr lang="en-US" sz="1400" i="0" dirty="0" smtClean="0">
                <a:latin typeface="Arial" panose="020B0604020202090204" pitchFamily="34" charset="0"/>
                <a:cs typeface="+mn-cs"/>
              </a:rPr>
              <a:t>100BASE-FX</a:t>
            </a:r>
            <a:endParaRPr lang="en-US" sz="1400" i="0" dirty="0" smtClean="0">
              <a:latin typeface="Arial" panose="020B0604020202090204" pitchFamily="34" charset="0"/>
              <a:cs typeface="+mn-cs"/>
            </a:endParaRPr>
          </a:p>
        </p:txBody>
      </p:sp>
      <p:sp>
        <p:nvSpPr>
          <p:cNvPr id="156685" name="Freeform 55"/>
          <p:cNvSpPr/>
          <p:nvPr/>
        </p:nvSpPr>
        <p:spPr bwMode="auto">
          <a:xfrm>
            <a:off x="2887663" y="4684713"/>
            <a:ext cx="1393825" cy="611187"/>
          </a:xfrm>
          <a:custGeom>
            <a:avLst/>
            <a:gdLst>
              <a:gd name="T0" fmla="*/ 0 w 878"/>
              <a:gd name="T1" fmla="*/ 2147483647 h 385"/>
              <a:gd name="T2" fmla="*/ 2147483647 w 878"/>
              <a:gd name="T3" fmla="*/ 0 h 385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878" h="385">
                <a:moveTo>
                  <a:pt x="0" y="385"/>
                </a:moveTo>
                <a:lnTo>
                  <a:pt x="878" y="0"/>
                </a:lnTo>
              </a:path>
            </a:pathLst>
          </a:custGeom>
          <a:noFill/>
          <a:ln w="9525" cap="flat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 dirty="0"/>
          </a:p>
        </p:txBody>
      </p:sp>
      <p:sp>
        <p:nvSpPr>
          <p:cNvPr id="59407" name="Text Box 56"/>
          <p:cNvSpPr txBox="1">
            <a:spLocks noChangeArrowheads="1"/>
          </p:cNvSpPr>
          <p:nvPr/>
        </p:nvSpPr>
        <p:spPr bwMode="auto">
          <a:xfrm>
            <a:off x="5741988" y="4787900"/>
            <a:ext cx="1230312" cy="3143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 eaLnBrk="1" hangingPunct="1">
              <a:defRPr/>
            </a:pPr>
            <a:r>
              <a:rPr lang="en-US" sz="1400" i="0" dirty="0" smtClean="0">
                <a:latin typeface="Arial" panose="020B0604020202090204" pitchFamily="34" charset="0"/>
                <a:cs typeface="+mn-cs"/>
              </a:rPr>
              <a:t>100BASE-T2</a:t>
            </a:r>
            <a:endParaRPr lang="en-US" sz="1400" i="0" dirty="0" smtClean="0">
              <a:latin typeface="Arial" panose="020B0604020202090204" pitchFamily="34" charset="0"/>
              <a:cs typeface="+mn-cs"/>
            </a:endParaRPr>
          </a:p>
        </p:txBody>
      </p:sp>
      <p:sp>
        <p:nvSpPr>
          <p:cNvPr id="59408" name="Text Box 57"/>
          <p:cNvSpPr txBox="1">
            <a:spLocks noChangeArrowheads="1"/>
          </p:cNvSpPr>
          <p:nvPr/>
        </p:nvSpPr>
        <p:spPr bwMode="auto">
          <a:xfrm>
            <a:off x="5724525" y="5148263"/>
            <a:ext cx="1262063" cy="3143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 eaLnBrk="1" hangingPunct="1">
              <a:defRPr/>
            </a:pPr>
            <a:r>
              <a:rPr lang="en-US" sz="1400" i="0" dirty="0" smtClean="0">
                <a:latin typeface="Arial" panose="020B0604020202090204" pitchFamily="34" charset="0"/>
                <a:cs typeface="+mn-cs"/>
              </a:rPr>
              <a:t>100BASE-SX</a:t>
            </a:r>
            <a:endParaRPr lang="en-US" sz="1400" i="0" dirty="0" smtClean="0">
              <a:latin typeface="Arial" panose="020B0604020202090204" pitchFamily="34" charset="0"/>
              <a:cs typeface="+mn-cs"/>
            </a:endParaRPr>
          </a:p>
        </p:txBody>
      </p:sp>
      <p:sp>
        <p:nvSpPr>
          <p:cNvPr id="59409" name="Text Box 58"/>
          <p:cNvSpPr txBox="1">
            <a:spLocks noChangeArrowheads="1"/>
          </p:cNvSpPr>
          <p:nvPr/>
        </p:nvSpPr>
        <p:spPr bwMode="auto">
          <a:xfrm>
            <a:off x="7088188" y="5143500"/>
            <a:ext cx="1262062" cy="3143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 eaLnBrk="1" hangingPunct="1">
              <a:defRPr/>
            </a:pPr>
            <a:r>
              <a:rPr lang="en-US" sz="1400" i="0" dirty="0" smtClean="0">
                <a:latin typeface="Arial" panose="020B0604020202090204" pitchFamily="34" charset="0"/>
                <a:cs typeface="+mn-cs"/>
              </a:rPr>
              <a:t>100BASE-BX</a:t>
            </a:r>
            <a:endParaRPr lang="en-US" sz="1400" i="0" dirty="0" smtClean="0">
              <a:latin typeface="Arial" panose="020B0604020202090204" pitchFamily="34" charset="0"/>
              <a:cs typeface="+mn-cs"/>
            </a:endParaRPr>
          </a:p>
        </p:txBody>
      </p:sp>
      <p:grpSp>
        <p:nvGrpSpPr>
          <p:cNvPr id="412739" name="Group 67"/>
          <p:cNvGrpSpPr/>
          <p:nvPr/>
        </p:nvGrpSpPr>
        <p:grpSpPr bwMode="auto">
          <a:xfrm>
            <a:off x="5681663" y="4743450"/>
            <a:ext cx="2768600" cy="1565275"/>
            <a:chOff x="3579" y="2988"/>
            <a:chExt cx="1744" cy="986"/>
          </a:xfrm>
        </p:grpSpPr>
        <p:sp>
          <p:nvSpPr>
            <p:cNvPr id="156695" name="Freeform 59"/>
            <p:cNvSpPr/>
            <p:nvPr/>
          </p:nvSpPr>
          <p:spPr bwMode="auto">
            <a:xfrm>
              <a:off x="3579" y="2988"/>
              <a:ext cx="1709" cy="489"/>
            </a:xfrm>
            <a:custGeom>
              <a:avLst/>
              <a:gdLst>
                <a:gd name="T0" fmla="*/ 842 w 1709"/>
                <a:gd name="T1" fmla="*/ 0 h 489"/>
                <a:gd name="T2" fmla="*/ 843 w 1709"/>
                <a:gd name="T3" fmla="*/ 239 h 489"/>
                <a:gd name="T4" fmla="*/ 5 w 1709"/>
                <a:gd name="T5" fmla="*/ 239 h 489"/>
                <a:gd name="T6" fmla="*/ 0 w 1709"/>
                <a:gd name="T7" fmla="*/ 489 h 489"/>
                <a:gd name="T8" fmla="*/ 1709 w 1709"/>
                <a:gd name="T9" fmla="*/ 489 h 489"/>
                <a:gd name="T10" fmla="*/ 1704 w 1709"/>
                <a:gd name="T11" fmla="*/ 0 h 489"/>
                <a:gd name="T12" fmla="*/ 842 w 1709"/>
                <a:gd name="T13" fmla="*/ 0 h 48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09" h="489">
                  <a:moveTo>
                    <a:pt x="842" y="0"/>
                  </a:moveTo>
                  <a:lnTo>
                    <a:pt x="843" y="239"/>
                  </a:lnTo>
                  <a:lnTo>
                    <a:pt x="5" y="239"/>
                  </a:lnTo>
                  <a:lnTo>
                    <a:pt x="0" y="489"/>
                  </a:lnTo>
                  <a:lnTo>
                    <a:pt x="1709" y="489"/>
                  </a:lnTo>
                  <a:cubicBezTo>
                    <a:pt x="1707" y="330"/>
                    <a:pt x="1706" y="159"/>
                    <a:pt x="1704" y="0"/>
                  </a:cubicBezTo>
                  <a:lnTo>
                    <a:pt x="842" y="0"/>
                  </a:lnTo>
                  <a:close/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</a:ln>
            <a:effectLst/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59417" name="Line 60"/>
            <p:cNvSpPr>
              <a:spLocks noChangeShapeType="1"/>
            </p:cNvSpPr>
            <p:nvPr/>
          </p:nvSpPr>
          <p:spPr bwMode="auto">
            <a:xfrm>
              <a:off x="4410" y="3494"/>
              <a:ext cx="227" cy="291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59418" name="Text Box 61"/>
            <p:cNvSpPr txBox="1">
              <a:spLocks noChangeArrowheads="1"/>
            </p:cNvSpPr>
            <p:nvPr/>
          </p:nvSpPr>
          <p:spPr bwMode="auto">
            <a:xfrm>
              <a:off x="4003" y="3741"/>
              <a:ext cx="1320" cy="23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i="0" dirty="0" smtClean="0">
                  <a:solidFill>
                    <a:srgbClr val="CC0000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fiber physical layer</a:t>
              </a:r>
              <a:endParaRPr lang="en-US" i="0" dirty="0" smtClean="0">
                <a:solidFill>
                  <a:srgbClr val="CC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</p:grpSp>
      <p:grpSp>
        <p:nvGrpSpPr>
          <p:cNvPr id="412738" name="Group 66"/>
          <p:cNvGrpSpPr/>
          <p:nvPr/>
        </p:nvGrpSpPr>
        <p:grpSpPr bwMode="auto">
          <a:xfrm>
            <a:off x="3689350" y="4733925"/>
            <a:ext cx="3303588" cy="1874838"/>
            <a:chOff x="2324" y="2982"/>
            <a:chExt cx="2081" cy="1181"/>
          </a:xfrm>
        </p:grpSpPr>
        <p:sp>
          <p:nvSpPr>
            <p:cNvPr id="156692" name="Freeform 62"/>
            <p:cNvSpPr/>
            <p:nvPr/>
          </p:nvSpPr>
          <p:spPr bwMode="auto">
            <a:xfrm>
              <a:off x="2741" y="2982"/>
              <a:ext cx="1664" cy="495"/>
            </a:xfrm>
            <a:custGeom>
              <a:avLst/>
              <a:gdLst>
                <a:gd name="T0" fmla="*/ 1664 w 1664"/>
                <a:gd name="T1" fmla="*/ 0 h 495"/>
                <a:gd name="T2" fmla="*/ 1652 w 1664"/>
                <a:gd name="T3" fmla="*/ 233 h 495"/>
                <a:gd name="T4" fmla="*/ 820 w 1664"/>
                <a:gd name="T5" fmla="*/ 233 h 495"/>
                <a:gd name="T6" fmla="*/ 814 w 1664"/>
                <a:gd name="T7" fmla="*/ 495 h 495"/>
                <a:gd name="T8" fmla="*/ 0 w 1664"/>
                <a:gd name="T9" fmla="*/ 495 h 495"/>
                <a:gd name="T10" fmla="*/ 0 w 1664"/>
                <a:gd name="T11" fmla="*/ 0 h 495"/>
                <a:gd name="T12" fmla="*/ 1664 w 1664"/>
                <a:gd name="T13" fmla="*/ 0 h 49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64" h="495">
                  <a:moveTo>
                    <a:pt x="1664" y="0"/>
                  </a:moveTo>
                  <a:lnTo>
                    <a:pt x="1652" y="233"/>
                  </a:lnTo>
                  <a:lnTo>
                    <a:pt x="820" y="233"/>
                  </a:lnTo>
                  <a:lnTo>
                    <a:pt x="814" y="495"/>
                  </a:lnTo>
                  <a:lnTo>
                    <a:pt x="0" y="495"/>
                  </a:lnTo>
                  <a:lnTo>
                    <a:pt x="0" y="0"/>
                  </a:lnTo>
                  <a:lnTo>
                    <a:pt x="1664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59414" name="Line 63"/>
            <p:cNvSpPr>
              <a:spLocks noChangeShapeType="1"/>
            </p:cNvSpPr>
            <p:nvPr/>
          </p:nvSpPr>
          <p:spPr bwMode="auto">
            <a:xfrm flipH="1">
              <a:off x="2929" y="3503"/>
              <a:ext cx="227" cy="29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59415" name="Text Box 65"/>
            <p:cNvSpPr txBox="1">
              <a:spLocks noChangeArrowheads="1"/>
            </p:cNvSpPr>
            <p:nvPr/>
          </p:nvSpPr>
          <p:spPr bwMode="auto">
            <a:xfrm>
              <a:off x="2324" y="3756"/>
              <a:ext cx="1328" cy="40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i="0" dirty="0" smtClean="0">
                  <a:solidFill>
                    <a:srgbClr val="000099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copper (twister</a:t>
              </a:r>
              <a:endParaRPr lang="en-US" i="0" dirty="0" smtClean="0">
                <a:solidFill>
                  <a:srgbClr val="000099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  <a:p>
              <a:pPr>
                <a:defRPr/>
              </a:pPr>
              <a:r>
                <a:rPr lang="en-US" i="0" dirty="0" smtClean="0">
                  <a:solidFill>
                    <a:srgbClr val="000099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pair) physical layer</a:t>
              </a:r>
              <a:endParaRPr lang="en-US" i="0" dirty="0" smtClean="0">
                <a:solidFill>
                  <a:srgbClr val="000099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</p:grpSp>
      <p:pic>
        <p:nvPicPr>
          <p:cNvPr id="156691" name="Picture 15" descr="underline_base"/>
          <p:cNvPicPr>
            <a:picLocks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625" y="862013"/>
            <a:ext cx="7769225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r>
              <a:rPr lang="en-US" sz="1200" dirty="0">
                <a:latin typeface="Tahoma" panose="020B0604030504040204" charset="0"/>
              </a:rPr>
              <a:t>6</a:t>
            </a:r>
            <a:r>
              <a:rPr lang="en-US" sz="1200" dirty="0" smtClean="0">
                <a:latin typeface="Tahoma" panose="020B0604030504040204" charset="0"/>
              </a:rPr>
              <a:t>-</a:t>
            </a:r>
            <a:fld id="{8E8C6E93-DF5B-BC4B-80F9-500DED1EEDCC}" type="slidenum">
              <a:rPr lang="en-US" sz="1200">
                <a:latin typeface="Tahoma" panose="020B0604030504040204" charset="0"/>
              </a:rPr>
            </a:fld>
            <a:endParaRPr lang="en-US" sz="1200" dirty="0">
              <a:latin typeface="Tahoma" panose="020B0604030504040204" charset="0"/>
            </a:endParaRPr>
          </a:p>
        </p:txBody>
      </p:sp>
      <p:sp>
        <p:nvSpPr>
          <p:cNvPr id="36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pPr algn="r"/>
            <a:r>
              <a:rPr lang="en-US" sz="1200" dirty="0" smtClean="0">
                <a:solidFill>
                  <a:srgbClr val="000000"/>
                </a:solidFill>
                <a:latin typeface="Tahoma" panose="020B0604030504040204" charset="0"/>
                <a:cs typeface="Arial" panose="020B0604020202090204" pitchFamily="34" charset="0"/>
              </a:rPr>
              <a:t>Link Layer and LANs</a:t>
            </a:r>
            <a:endParaRPr lang="en-US" sz="1200" dirty="0">
              <a:solidFill>
                <a:srgbClr val="000000"/>
              </a:solidFill>
              <a:latin typeface="Tahoma" panose="020B060403050404020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723" name="Picture 5" descr="underline_base"/>
          <p:cNvPicPr>
            <a:picLocks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025" y="1028700"/>
            <a:ext cx="5942013" cy="173038"/>
          </a:xfrm>
          <a:prstGeom prst="rect">
            <a:avLst/>
          </a:prstGeom>
          <a:noFill/>
          <a:ln>
            <a:noFill/>
          </a:ln>
        </p:spPr>
      </p:pic>
      <p:sp>
        <p:nvSpPr>
          <p:cNvPr id="30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Gill Sans MT" pitchFamily="34" charset="0"/>
                <a:cs typeface="+mj-cs"/>
              </a:rPr>
              <a:t>Link layer, </a:t>
            </a:r>
            <a:r>
              <a:rPr lang="en-US" sz="4000" dirty="0">
                <a:latin typeface="Gill Sans MT" pitchFamily="34" charset="0"/>
                <a:cs typeface="+mj-cs"/>
              </a:rPr>
              <a:t>LAN</a:t>
            </a:r>
            <a:r>
              <a:rPr lang="en-US" dirty="0">
                <a:latin typeface="Gill Sans MT" pitchFamily="34" charset="0"/>
                <a:cs typeface="+mj-cs"/>
              </a:rPr>
              <a:t>s: outline</a:t>
            </a:r>
            <a:endParaRPr lang="en-US" dirty="0">
              <a:latin typeface="Gill Sans MT" pitchFamily="34" charset="0"/>
              <a:cs typeface="+mj-cs"/>
            </a:endParaRPr>
          </a:p>
        </p:txBody>
      </p:sp>
      <p:sp>
        <p:nvSpPr>
          <p:cNvPr id="307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600200"/>
            <a:ext cx="3922713" cy="4648200"/>
          </a:xfrm>
        </p:spPr>
        <p:txBody>
          <a:bodyPr/>
          <a:lstStyle/>
          <a:p>
            <a:pPr marL="457200" indent="-457200">
              <a:buFont typeface="Wingdings" panose="05000000000000000000" charset="0"/>
              <a:buNone/>
              <a:defRPr/>
            </a:pPr>
            <a:r>
              <a:rPr lang="en-US" dirty="0" smtClean="0">
                <a:solidFill>
                  <a:srgbClr val="000099"/>
                </a:solidFill>
                <a:latin typeface="Gill Sans MT" pitchFamily="34" charset="0"/>
                <a:cs typeface="+mn-cs"/>
              </a:rPr>
              <a:t>6.1</a:t>
            </a:r>
            <a:r>
              <a:rPr lang="en-US" dirty="0" smtClean="0">
                <a:solidFill>
                  <a:srgbClr val="CC0000"/>
                </a:solidFill>
                <a:latin typeface="Gill Sans MT" pitchFamily="34" charset="0"/>
                <a:cs typeface="+mn-cs"/>
              </a:rPr>
              <a:t> </a:t>
            </a:r>
            <a:r>
              <a:rPr lang="en-US" dirty="0">
                <a:latin typeface="Gill Sans MT" pitchFamily="34" charset="0"/>
                <a:cs typeface="+mn-cs"/>
              </a:rPr>
              <a:t>introduction, services</a:t>
            </a:r>
            <a:endParaRPr lang="en-US" dirty="0">
              <a:latin typeface="Gill Sans MT" pitchFamily="34" charset="0"/>
              <a:cs typeface="+mn-cs"/>
            </a:endParaRPr>
          </a:p>
          <a:p>
            <a:pPr marL="457200" indent="-457200">
              <a:buFont typeface="Wingdings" panose="05000000000000000000" charset="0"/>
              <a:buNone/>
              <a:defRPr/>
            </a:pPr>
            <a:r>
              <a:rPr lang="en-US" dirty="0" smtClean="0">
                <a:solidFill>
                  <a:srgbClr val="000099"/>
                </a:solidFill>
                <a:latin typeface="Gill Sans MT" pitchFamily="34" charset="0"/>
                <a:cs typeface="+mn-cs"/>
              </a:rPr>
              <a:t>6.2</a:t>
            </a:r>
            <a:r>
              <a:rPr lang="en-US" dirty="0" smtClean="0">
                <a:solidFill>
                  <a:srgbClr val="CC0000"/>
                </a:solidFill>
                <a:latin typeface="Gill Sans MT" pitchFamily="34" charset="0"/>
                <a:cs typeface="+mn-cs"/>
              </a:rPr>
              <a:t> </a:t>
            </a:r>
            <a:r>
              <a:rPr lang="en-US" dirty="0">
                <a:latin typeface="Gill Sans MT" pitchFamily="34" charset="0"/>
                <a:cs typeface="+mn-cs"/>
              </a:rPr>
              <a:t>error detection, correction </a:t>
            </a:r>
            <a:endParaRPr lang="en-US" dirty="0">
              <a:latin typeface="Gill Sans MT" pitchFamily="34" charset="0"/>
              <a:cs typeface="+mn-cs"/>
            </a:endParaRPr>
          </a:p>
          <a:p>
            <a:pPr marL="457200" indent="-457200">
              <a:buFont typeface="Wingdings" panose="05000000000000000000" charset="0"/>
              <a:buNone/>
              <a:defRPr/>
            </a:pPr>
            <a:r>
              <a:rPr lang="en-US" dirty="0" smtClean="0">
                <a:solidFill>
                  <a:srgbClr val="000099"/>
                </a:solidFill>
                <a:latin typeface="Gill Sans MT" pitchFamily="34" charset="0"/>
                <a:cs typeface="+mn-cs"/>
              </a:rPr>
              <a:t>6.3</a:t>
            </a:r>
            <a:r>
              <a:rPr lang="en-US" dirty="0" smtClean="0">
                <a:solidFill>
                  <a:srgbClr val="CC0000"/>
                </a:solidFill>
                <a:latin typeface="Gill Sans MT" pitchFamily="34" charset="0"/>
                <a:cs typeface="+mn-cs"/>
              </a:rPr>
              <a:t> </a:t>
            </a:r>
            <a:r>
              <a:rPr lang="en-US" dirty="0">
                <a:latin typeface="Gill Sans MT" pitchFamily="34" charset="0"/>
                <a:cs typeface="+mn-cs"/>
              </a:rPr>
              <a:t>multiple access protocols</a:t>
            </a:r>
            <a:endParaRPr lang="en-US" dirty="0">
              <a:latin typeface="Gill Sans MT" pitchFamily="34" charset="0"/>
              <a:cs typeface="+mn-cs"/>
            </a:endParaRPr>
          </a:p>
          <a:p>
            <a:pPr marL="457200" indent="-457200">
              <a:buFont typeface="Wingdings" panose="05000000000000000000" charset="0"/>
              <a:buNone/>
              <a:defRPr/>
            </a:pPr>
            <a:r>
              <a:rPr lang="en-US" dirty="0" smtClean="0">
                <a:solidFill>
                  <a:srgbClr val="CC0000"/>
                </a:solidFill>
                <a:latin typeface="Gill Sans MT" pitchFamily="34" charset="0"/>
                <a:cs typeface="+mn-cs"/>
              </a:rPr>
              <a:t>6.4 LANs</a:t>
            </a:r>
            <a:endParaRPr lang="en-US" dirty="0">
              <a:solidFill>
                <a:srgbClr val="CC0000"/>
              </a:solidFill>
              <a:latin typeface="Gill Sans MT" pitchFamily="34" charset="0"/>
              <a:cs typeface="+mn-cs"/>
            </a:endParaRPr>
          </a:p>
          <a:p>
            <a:pPr lvl="1">
              <a:defRPr/>
            </a:pPr>
            <a:r>
              <a:rPr lang="en-US" dirty="0" smtClean="0">
                <a:latin typeface="Gill Sans MT" pitchFamily="34" charset="0"/>
              </a:rPr>
              <a:t>addressing, ARP</a:t>
            </a:r>
            <a:endParaRPr lang="en-US" dirty="0" smtClean="0">
              <a:latin typeface="Gill Sans MT" pitchFamily="34" charset="0"/>
            </a:endParaRPr>
          </a:p>
          <a:p>
            <a:pPr lvl="1">
              <a:defRPr/>
            </a:pPr>
            <a:r>
              <a:rPr lang="en-US" dirty="0" smtClean="0">
                <a:latin typeface="Gill Sans MT" pitchFamily="34" charset="0"/>
              </a:rPr>
              <a:t>Ethernet</a:t>
            </a:r>
            <a:endParaRPr lang="en-US" dirty="0" smtClean="0">
              <a:latin typeface="Gill Sans MT" pitchFamily="34" charset="0"/>
            </a:endParaRPr>
          </a:p>
          <a:p>
            <a:pPr lvl="1">
              <a:defRPr/>
            </a:pPr>
            <a:r>
              <a:rPr lang="en-US" dirty="0">
                <a:solidFill>
                  <a:srgbClr val="CC0000"/>
                </a:solidFill>
                <a:latin typeface="Gill Sans MT" pitchFamily="34" charset="0"/>
              </a:rPr>
              <a:t>s</a:t>
            </a:r>
            <a:r>
              <a:rPr lang="en-US" dirty="0" smtClean="0">
                <a:solidFill>
                  <a:srgbClr val="CC0000"/>
                </a:solidFill>
                <a:latin typeface="Gill Sans MT" pitchFamily="34" charset="0"/>
              </a:rPr>
              <a:t>witches</a:t>
            </a:r>
            <a:endParaRPr lang="en-US" dirty="0" smtClean="0">
              <a:solidFill>
                <a:srgbClr val="CC0000"/>
              </a:solidFill>
              <a:latin typeface="Gill Sans MT" pitchFamily="34" charset="0"/>
            </a:endParaRPr>
          </a:p>
          <a:p>
            <a:pPr marL="457200" lvl="1" indent="0">
              <a:buNone/>
              <a:defRPr/>
            </a:pPr>
            <a:endParaRPr lang="en-US" dirty="0">
              <a:solidFill>
                <a:srgbClr val="CC0000"/>
              </a:solidFill>
              <a:latin typeface="Gill Sans MT" pitchFamily="34" charset="0"/>
            </a:endParaRPr>
          </a:p>
        </p:txBody>
      </p:sp>
      <p:sp>
        <p:nvSpPr>
          <p:cNvPr id="3079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495800" y="1600200"/>
            <a:ext cx="4054475" cy="4648200"/>
          </a:xfrm>
        </p:spPr>
        <p:txBody>
          <a:bodyPr/>
          <a:lstStyle/>
          <a:p>
            <a:pPr marL="457200" indent="-457200">
              <a:buFont typeface="Wingdings" panose="05000000000000000000" charset="0"/>
              <a:buNone/>
              <a:defRPr/>
            </a:pPr>
            <a:r>
              <a:rPr lang="en-US" dirty="0" smtClean="0">
                <a:solidFill>
                  <a:srgbClr val="000099"/>
                </a:solidFill>
                <a:latin typeface="Gill Sans MT" pitchFamily="34" charset="0"/>
                <a:cs typeface="+mn-cs"/>
              </a:rPr>
              <a:t>6.7</a:t>
            </a:r>
            <a:r>
              <a:rPr lang="en-US" dirty="0" smtClean="0">
                <a:latin typeface="Gill Sans MT" pitchFamily="34" charset="0"/>
                <a:cs typeface="+mn-cs"/>
              </a:rPr>
              <a:t> </a:t>
            </a:r>
            <a:r>
              <a:rPr lang="en-US" dirty="0">
                <a:latin typeface="Gill Sans MT" pitchFamily="34" charset="0"/>
                <a:cs typeface="+mn-cs"/>
              </a:rPr>
              <a:t>a day in the life of a web request</a:t>
            </a:r>
            <a:endParaRPr lang="en-US" dirty="0">
              <a:latin typeface="Gill Sans MT" pitchFamily="34" charset="0"/>
              <a:cs typeface="+mn-cs"/>
            </a:endParaRPr>
          </a:p>
          <a:p>
            <a:pPr marL="457200" indent="-457200">
              <a:buFont typeface="Wingdings" panose="05000000000000000000" charset="0"/>
              <a:buNone/>
              <a:defRPr/>
            </a:pPr>
            <a:endParaRPr lang="en-US" sz="2600" dirty="0">
              <a:latin typeface="Gill Sans MT" pitchFamily="34" charset="0"/>
              <a:cs typeface="+mn-cs"/>
            </a:endParaRP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r>
              <a:rPr lang="en-US" sz="1200" dirty="0">
                <a:latin typeface="Tahoma" panose="020B0604030504040204" charset="0"/>
              </a:rPr>
              <a:t>6</a:t>
            </a:r>
            <a:r>
              <a:rPr lang="en-US" sz="1200" dirty="0" smtClean="0">
                <a:latin typeface="Tahoma" panose="020B0604030504040204" charset="0"/>
              </a:rPr>
              <a:t>-</a:t>
            </a:r>
            <a:fld id="{8E8C6E93-DF5B-BC4B-80F9-500DED1EEDCC}" type="slidenum">
              <a:rPr lang="en-US" sz="1200">
                <a:latin typeface="Tahoma" panose="020B0604030504040204" charset="0"/>
              </a:rPr>
            </a:fld>
            <a:endParaRPr lang="en-US" sz="1200" dirty="0">
              <a:latin typeface="Tahoma" panose="020B0604030504040204" charset="0"/>
            </a:endParaRPr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pPr algn="r"/>
            <a:r>
              <a:rPr lang="en-US" sz="1200" dirty="0" smtClean="0">
                <a:solidFill>
                  <a:srgbClr val="000000"/>
                </a:solidFill>
                <a:latin typeface="Tahoma" panose="020B0604030504040204" charset="0"/>
                <a:cs typeface="Arial" panose="020B0604020202090204" pitchFamily="34" charset="0"/>
              </a:rPr>
              <a:t>Link Layer and LANs</a:t>
            </a:r>
            <a:endParaRPr lang="en-US" sz="1200" dirty="0">
              <a:solidFill>
                <a:srgbClr val="000000"/>
              </a:solidFill>
              <a:latin typeface="Tahoma" panose="020B060403050404020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4" name="Rectangle 2"/>
          <p:cNvSpPr>
            <a:spLocks noGrp="1" noChangeArrowheads="1"/>
          </p:cNvSpPr>
          <p:nvPr>
            <p:ph type="title"/>
          </p:nvPr>
        </p:nvSpPr>
        <p:spPr>
          <a:xfrm>
            <a:off x="546100" y="0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pitchFamily="34" charset="0"/>
                <a:cs typeface="+mj-cs"/>
              </a:rPr>
              <a:t>Ethernet switch</a:t>
            </a:r>
            <a:endParaRPr lang="en-US" dirty="0">
              <a:latin typeface="Gill Sans MT" pitchFamily="34" charset="0"/>
              <a:cs typeface="+mj-cs"/>
            </a:endParaRPr>
          </a:p>
        </p:txBody>
      </p:sp>
      <p:sp>
        <p:nvSpPr>
          <p:cNvPr id="6144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6425" y="1071563"/>
            <a:ext cx="8001000" cy="4640262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rgbClr val="CC0000"/>
                </a:solidFill>
                <a:latin typeface="Gill Sans MT" pitchFamily="34" charset="0"/>
                <a:cs typeface="+mn-cs"/>
              </a:rPr>
              <a:t>link-layer device: takes an </a:t>
            </a:r>
            <a:r>
              <a:rPr lang="en-US" i="1" dirty="0">
                <a:solidFill>
                  <a:srgbClr val="CC0000"/>
                </a:solidFill>
                <a:latin typeface="Gill Sans MT" pitchFamily="34" charset="0"/>
                <a:cs typeface="+mn-cs"/>
              </a:rPr>
              <a:t>active</a:t>
            </a:r>
            <a:r>
              <a:rPr lang="en-US" dirty="0">
                <a:solidFill>
                  <a:srgbClr val="CC0000"/>
                </a:solidFill>
                <a:latin typeface="Gill Sans MT" pitchFamily="34" charset="0"/>
                <a:cs typeface="+mn-cs"/>
              </a:rPr>
              <a:t> role</a:t>
            </a:r>
            <a:endParaRPr lang="en-US" dirty="0">
              <a:solidFill>
                <a:srgbClr val="CC0000"/>
              </a:solidFill>
              <a:latin typeface="Gill Sans MT" pitchFamily="34" charset="0"/>
              <a:cs typeface="+mn-cs"/>
            </a:endParaRPr>
          </a:p>
          <a:p>
            <a:pPr lvl="1">
              <a:defRPr/>
            </a:pPr>
            <a:r>
              <a:rPr lang="en-US" sz="2800" dirty="0">
                <a:latin typeface="Gill Sans MT" pitchFamily="34" charset="0"/>
              </a:rPr>
              <a:t>store, forward Ethernet frames</a:t>
            </a:r>
            <a:endParaRPr lang="en-US" sz="2800" dirty="0">
              <a:latin typeface="Gill Sans MT" pitchFamily="34" charset="0"/>
            </a:endParaRPr>
          </a:p>
          <a:p>
            <a:pPr lvl="1">
              <a:defRPr/>
            </a:pPr>
            <a:r>
              <a:rPr lang="en-US" sz="2800" dirty="0">
                <a:latin typeface="Gill Sans MT" pitchFamily="34" charset="0"/>
              </a:rPr>
              <a:t>examine incoming frame</a:t>
            </a:r>
            <a:r>
              <a:rPr lang="ja-JP" altLang="en-US" sz="2800">
                <a:latin typeface="Gill Sans MT" pitchFamily="34" charset="0"/>
              </a:rPr>
              <a:t>’</a:t>
            </a:r>
            <a:r>
              <a:rPr lang="en-US" sz="2800" dirty="0">
                <a:latin typeface="Gill Sans MT" pitchFamily="34" charset="0"/>
              </a:rPr>
              <a:t>s MAC address, </a:t>
            </a:r>
            <a:r>
              <a:rPr lang="en-US" sz="2800" dirty="0">
                <a:solidFill>
                  <a:srgbClr val="CC0000"/>
                </a:solidFill>
                <a:latin typeface="Gill Sans MT" pitchFamily="34" charset="0"/>
              </a:rPr>
              <a:t>selectively</a:t>
            </a:r>
            <a:r>
              <a:rPr lang="en-US" sz="2800" dirty="0">
                <a:latin typeface="Gill Sans MT" pitchFamily="34" charset="0"/>
              </a:rPr>
              <a:t> forward  frame to one-or-more outgoing links when frame is to be forwarded on segment, uses CSMA/CD to access segment</a:t>
            </a:r>
            <a:endParaRPr lang="en-US" sz="2800" dirty="0">
              <a:latin typeface="Gill Sans MT" pitchFamily="34" charset="0"/>
            </a:endParaRPr>
          </a:p>
          <a:p>
            <a:pPr>
              <a:defRPr/>
            </a:pPr>
            <a:r>
              <a:rPr lang="en-US" i="1" dirty="0">
                <a:solidFill>
                  <a:srgbClr val="CC0000"/>
                </a:solidFill>
                <a:latin typeface="Gill Sans MT" pitchFamily="34" charset="0"/>
                <a:cs typeface="+mn-cs"/>
              </a:rPr>
              <a:t>transparent</a:t>
            </a:r>
            <a:endParaRPr lang="en-US" i="1" dirty="0">
              <a:solidFill>
                <a:srgbClr val="CC0000"/>
              </a:solidFill>
              <a:latin typeface="Gill Sans MT" pitchFamily="34" charset="0"/>
              <a:cs typeface="+mn-cs"/>
            </a:endParaRPr>
          </a:p>
          <a:p>
            <a:pPr lvl="1">
              <a:defRPr/>
            </a:pPr>
            <a:r>
              <a:rPr lang="en-US" sz="2800" dirty="0">
                <a:latin typeface="Gill Sans MT" pitchFamily="34" charset="0"/>
              </a:rPr>
              <a:t>hosts are unaware of presence of switches</a:t>
            </a:r>
            <a:endParaRPr lang="en-US" sz="2800" dirty="0">
              <a:latin typeface="Gill Sans MT" pitchFamily="34" charset="0"/>
            </a:endParaRPr>
          </a:p>
          <a:p>
            <a:pPr>
              <a:defRPr/>
            </a:pPr>
            <a:r>
              <a:rPr lang="en-US" i="1" dirty="0">
                <a:solidFill>
                  <a:srgbClr val="CC0000"/>
                </a:solidFill>
                <a:latin typeface="Gill Sans MT" pitchFamily="34" charset="0"/>
                <a:cs typeface="+mn-cs"/>
              </a:rPr>
              <a:t>plug-and-play, self-learning</a:t>
            </a:r>
            <a:endParaRPr lang="en-US" i="1" dirty="0">
              <a:solidFill>
                <a:srgbClr val="CC0000"/>
              </a:solidFill>
              <a:latin typeface="Gill Sans MT" pitchFamily="34" charset="0"/>
              <a:cs typeface="+mn-cs"/>
            </a:endParaRPr>
          </a:p>
          <a:p>
            <a:pPr lvl="1">
              <a:defRPr/>
            </a:pPr>
            <a:r>
              <a:rPr lang="en-US" sz="2800" dirty="0">
                <a:latin typeface="Gill Sans MT" pitchFamily="34" charset="0"/>
              </a:rPr>
              <a:t>switches do not need to be configured</a:t>
            </a:r>
            <a:endParaRPr lang="en-US" sz="2800" dirty="0">
              <a:latin typeface="Gill Sans MT" pitchFamily="34" charset="0"/>
            </a:endParaRPr>
          </a:p>
          <a:p>
            <a:pPr>
              <a:defRPr/>
            </a:pPr>
            <a:endParaRPr lang="en-US" sz="2400" dirty="0">
              <a:latin typeface="Gill Sans MT" pitchFamily="34" charset="0"/>
              <a:cs typeface="+mn-cs"/>
            </a:endParaRPr>
          </a:p>
        </p:txBody>
      </p:sp>
      <p:pic>
        <p:nvPicPr>
          <p:cNvPr id="160773" name="Picture 24" descr="underline_base"/>
          <p:cNvPicPr>
            <a:picLocks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825" y="793750"/>
            <a:ext cx="3656013" cy="173038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r>
              <a:rPr lang="en-US" sz="1200" dirty="0">
                <a:latin typeface="Tahoma" panose="020B0604030504040204" charset="0"/>
              </a:rPr>
              <a:t>6</a:t>
            </a:r>
            <a:r>
              <a:rPr lang="en-US" sz="1200" dirty="0" smtClean="0">
                <a:latin typeface="Tahoma" panose="020B0604030504040204" charset="0"/>
              </a:rPr>
              <a:t>-</a:t>
            </a:r>
            <a:fld id="{8E8C6E93-DF5B-BC4B-80F9-500DED1EEDCC}" type="slidenum">
              <a:rPr lang="en-US" sz="1200">
                <a:latin typeface="Tahoma" panose="020B0604030504040204" charset="0"/>
              </a:rPr>
            </a:fld>
            <a:endParaRPr lang="en-US" sz="1200" dirty="0">
              <a:latin typeface="Tahoma" panose="020B0604030504040204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pPr algn="r"/>
            <a:r>
              <a:rPr lang="en-US" sz="1200" dirty="0" smtClean="0">
                <a:solidFill>
                  <a:srgbClr val="000000"/>
                </a:solidFill>
                <a:latin typeface="Tahoma" panose="020B0604030504040204" charset="0"/>
                <a:cs typeface="Arial" panose="020B0604020202090204" pitchFamily="34" charset="0"/>
              </a:rPr>
              <a:t>Link Layer and LANs</a:t>
            </a:r>
            <a:endParaRPr lang="en-US" sz="1200" dirty="0">
              <a:solidFill>
                <a:srgbClr val="000000"/>
              </a:solidFill>
              <a:latin typeface="Tahoma" panose="020B060403050404020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8" name="Rectangle 2"/>
          <p:cNvSpPr>
            <a:spLocks noGrp="1" noChangeArrowheads="1"/>
          </p:cNvSpPr>
          <p:nvPr>
            <p:ph type="title"/>
          </p:nvPr>
        </p:nvSpPr>
        <p:spPr>
          <a:xfrm>
            <a:off x="288925" y="136525"/>
            <a:ext cx="8469313" cy="1143000"/>
          </a:xfrm>
        </p:spPr>
        <p:txBody>
          <a:bodyPr/>
          <a:lstStyle/>
          <a:p>
            <a:pPr>
              <a:defRPr/>
            </a:pPr>
            <a:r>
              <a:rPr lang="en-US" sz="3600" dirty="0">
                <a:latin typeface="Gill Sans MT" pitchFamily="34" charset="0"/>
                <a:cs typeface="+mj-cs"/>
              </a:rPr>
              <a:t>Switch: </a:t>
            </a:r>
            <a:r>
              <a:rPr lang="en-US" sz="3600" i="1" dirty="0">
                <a:latin typeface="Gill Sans MT" pitchFamily="34" charset="0"/>
                <a:cs typeface="+mj-cs"/>
              </a:rPr>
              <a:t>multiple</a:t>
            </a:r>
            <a:r>
              <a:rPr lang="en-US" sz="3600" dirty="0">
                <a:latin typeface="Gill Sans MT" pitchFamily="34" charset="0"/>
                <a:cs typeface="+mj-cs"/>
              </a:rPr>
              <a:t> simultaneous transmissions</a:t>
            </a:r>
            <a:endParaRPr lang="en-US" sz="3600" dirty="0">
              <a:latin typeface="Gill Sans MT" pitchFamily="34" charset="0"/>
              <a:cs typeface="+mj-cs"/>
            </a:endParaRPr>
          </a:p>
        </p:txBody>
      </p:sp>
      <p:sp>
        <p:nvSpPr>
          <p:cNvPr id="6246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2113" y="1393825"/>
            <a:ext cx="4503737" cy="4576763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sz="2400" dirty="0">
                <a:latin typeface="Gill Sans MT" pitchFamily="34" charset="0"/>
                <a:cs typeface="+mn-cs"/>
              </a:rPr>
              <a:t>hosts have dedicated, direct connection to switch</a:t>
            </a:r>
            <a:endParaRPr lang="en-US" sz="2400" dirty="0">
              <a:latin typeface="Gill Sans MT" pitchFamily="34" charset="0"/>
              <a:cs typeface="+mn-cs"/>
            </a:endParaRPr>
          </a:p>
          <a:p>
            <a:pPr>
              <a:lnSpc>
                <a:spcPct val="90000"/>
              </a:lnSpc>
              <a:defRPr/>
            </a:pPr>
            <a:r>
              <a:rPr lang="en-US" sz="2400" dirty="0">
                <a:latin typeface="Gill Sans MT" pitchFamily="34" charset="0"/>
                <a:cs typeface="+mn-cs"/>
              </a:rPr>
              <a:t>switches buffer packets</a:t>
            </a:r>
            <a:endParaRPr lang="en-US" sz="2400" dirty="0">
              <a:latin typeface="Gill Sans MT" pitchFamily="34" charset="0"/>
              <a:cs typeface="+mn-cs"/>
            </a:endParaRPr>
          </a:p>
          <a:p>
            <a:pPr>
              <a:lnSpc>
                <a:spcPct val="90000"/>
              </a:lnSpc>
              <a:defRPr/>
            </a:pPr>
            <a:r>
              <a:rPr lang="en-US" sz="2400" dirty="0">
                <a:latin typeface="Gill Sans MT" pitchFamily="34" charset="0"/>
                <a:cs typeface="+mn-cs"/>
              </a:rPr>
              <a:t>Ethernet protocol used on </a:t>
            </a:r>
            <a:r>
              <a:rPr lang="en-US" sz="2400" i="1" dirty="0">
                <a:latin typeface="Gill Sans MT" pitchFamily="34" charset="0"/>
                <a:cs typeface="+mn-cs"/>
              </a:rPr>
              <a:t>each</a:t>
            </a:r>
            <a:r>
              <a:rPr lang="en-US" sz="2400" dirty="0">
                <a:latin typeface="Gill Sans MT" pitchFamily="34" charset="0"/>
                <a:cs typeface="+mn-cs"/>
              </a:rPr>
              <a:t> incoming link, but no collisions; full duplex</a:t>
            </a:r>
            <a:endParaRPr lang="en-US" sz="2400" dirty="0">
              <a:latin typeface="Gill Sans MT" pitchFamily="34" charset="0"/>
              <a:cs typeface="+mn-cs"/>
            </a:endParaRPr>
          </a:p>
          <a:p>
            <a:pPr lvl="1">
              <a:defRPr/>
            </a:pPr>
            <a:r>
              <a:rPr lang="en-US" dirty="0">
                <a:latin typeface="Gill Sans MT" pitchFamily="34" charset="0"/>
              </a:rPr>
              <a:t>each link is its own collision domain</a:t>
            </a:r>
            <a:endParaRPr lang="en-US" dirty="0">
              <a:latin typeface="Gill Sans MT" pitchFamily="34" charset="0"/>
            </a:endParaRPr>
          </a:p>
          <a:p>
            <a:pPr>
              <a:lnSpc>
                <a:spcPct val="90000"/>
              </a:lnSpc>
              <a:defRPr/>
            </a:pPr>
            <a:r>
              <a:rPr lang="en-US" sz="2400" i="1" dirty="0">
                <a:solidFill>
                  <a:srgbClr val="CC0000"/>
                </a:solidFill>
                <a:latin typeface="Gill Sans MT" pitchFamily="34" charset="0"/>
                <a:cs typeface="+mn-cs"/>
              </a:rPr>
              <a:t>switching:</a:t>
            </a:r>
            <a:r>
              <a:rPr lang="en-US" sz="2400" dirty="0">
                <a:solidFill>
                  <a:srgbClr val="CC0000"/>
                </a:solidFill>
                <a:latin typeface="Gill Sans MT" pitchFamily="34" charset="0"/>
                <a:cs typeface="+mn-cs"/>
              </a:rPr>
              <a:t> </a:t>
            </a:r>
            <a:r>
              <a:rPr lang="en-US" sz="2400" dirty="0">
                <a:latin typeface="Gill Sans MT" pitchFamily="34" charset="0"/>
                <a:cs typeface="+mn-cs"/>
              </a:rPr>
              <a:t>A-to-A</a:t>
            </a:r>
            <a:r>
              <a:rPr lang="ja-JP" altLang="en-US" sz="2400" dirty="0">
                <a:latin typeface="Gill Sans MT" pitchFamily="34" charset="0"/>
                <a:cs typeface="+mn-cs"/>
              </a:rPr>
              <a:t>’</a:t>
            </a:r>
            <a:r>
              <a:rPr lang="en-US" sz="2400" dirty="0">
                <a:latin typeface="Gill Sans MT" pitchFamily="34" charset="0"/>
                <a:cs typeface="+mn-cs"/>
              </a:rPr>
              <a:t> and B-to-B</a:t>
            </a:r>
            <a:r>
              <a:rPr lang="ja-JP" altLang="en-US" sz="2400" dirty="0">
                <a:latin typeface="Gill Sans MT" pitchFamily="34" charset="0"/>
                <a:cs typeface="+mn-cs"/>
              </a:rPr>
              <a:t>’</a:t>
            </a:r>
            <a:r>
              <a:rPr lang="en-US" sz="2400" dirty="0">
                <a:latin typeface="Gill Sans MT" pitchFamily="34" charset="0"/>
                <a:cs typeface="+mn-cs"/>
              </a:rPr>
              <a:t> </a:t>
            </a:r>
            <a:r>
              <a:rPr lang="en-US" sz="2400" dirty="0" smtClean="0">
                <a:latin typeface="Gill Sans MT" pitchFamily="34" charset="0"/>
                <a:cs typeface="+mn-cs"/>
              </a:rPr>
              <a:t>can transmit simultaneously</a:t>
            </a:r>
            <a:r>
              <a:rPr lang="en-US" sz="2400" dirty="0">
                <a:latin typeface="Gill Sans MT" pitchFamily="34" charset="0"/>
                <a:cs typeface="+mn-cs"/>
              </a:rPr>
              <a:t>, without collisions </a:t>
            </a:r>
            <a:endParaRPr lang="en-US" sz="2400" dirty="0">
              <a:latin typeface="Gill Sans MT" pitchFamily="34" charset="0"/>
              <a:cs typeface="+mn-cs"/>
            </a:endParaRPr>
          </a:p>
        </p:txBody>
      </p:sp>
      <p:grpSp>
        <p:nvGrpSpPr>
          <p:cNvPr id="162821" name="Group 1"/>
          <p:cNvGrpSpPr/>
          <p:nvPr/>
        </p:nvGrpSpPr>
        <p:grpSpPr bwMode="auto">
          <a:xfrm>
            <a:off x="5106988" y="1425575"/>
            <a:ext cx="3660775" cy="4283075"/>
            <a:chOff x="5106576" y="1425893"/>
            <a:chExt cx="3661504" cy="4282976"/>
          </a:xfrm>
        </p:grpSpPr>
        <p:sp>
          <p:nvSpPr>
            <p:cNvPr id="62472" name="Text Box 34"/>
            <p:cNvSpPr txBox="1">
              <a:spLocks noChangeArrowheads="1"/>
            </p:cNvSpPr>
            <p:nvPr/>
          </p:nvSpPr>
          <p:spPr bwMode="auto">
            <a:xfrm>
              <a:off x="5827445" y="5062772"/>
              <a:ext cx="2710402" cy="64609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 algn="ctr">
                <a:defRPr/>
              </a:pPr>
              <a:r>
                <a:rPr lang="en-US" dirty="0" smtClean="0">
                  <a:latin typeface="Arial" panose="020B0604020202090204" pitchFamily="34" charset="0"/>
                  <a:cs typeface="Arial" panose="020B0604020202090204" pitchFamily="34" charset="0"/>
                </a:rPr>
                <a:t>switch with six interfaces</a:t>
              </a:r>
              <a:endParaRPr lang="en-US" dirty="0" smtClean="0">
                <a:latin typeface="Arial" panose="020B0604020202090204" pitchFamily="34" charset="0"/>
                <a:cs typeface="Arial" panose="020B0604020202090204" pitchFamily="34" charset="0"/>
              </a:endParaRPr>
            </a:p>
            <a:p>
              <a:pPr algn="ctr">
                <a:defRPr/>
              </a:pPr>
              <a:r>
                <a:rPr lang="en-US" dirty="0" smtClean="0">
                  <a:latin typeface="Arial" panose="020B0604020202090204" pitchFamily="34" charset="0"/>
                  <a:cs typeface="Arial" panose="020B0604020202090204" pitchFamily="34" charset="0"/>
                </a:rPr>
                <a:t>(</a:t>
              </a:r>
              <a:r>
                <a:rPr lang="en-US" dirty="0" smtClean="0">
                  <a:solidFill>
                    <a:srgbClr val="FF0000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1,2,3,4,5,6</a:t>
              </a:r>
              <a:r>
                <a:rPr lang="en-US" dirty="0" smtClean="0">
                  <a:latin typeface="Arial" panose="020B0604020202090204" pitchFamily="34" charset="0"/>
                  <a:cs typeface="Arial" panose="020B0604020202090204" pitchFamily="34" charset="0"/>
                </a:rPr>
                <a:t>)</a:t>
              </a:r>
              <a:r>
                <a:rPr lang="en-US" i="0" dirty="0" smtClean="0">
                  <a:latin typeface="Arial" panose="020B0604020202090204" pitchFamily="34" charset="0"/>
                  <a:cs typeface="Arial" panose="020B0604020202090204" pitchFamily="34" charset="0"/>
                </a:rPr>
                <a:t>  </a:t>
              </a:r>
              <a:endParaRPr lang="en-US" i="0" dirty="0" smtClean="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grpSp>
          <p:nvGrpSpPr>
            <p:cNvPr id="162824" name="Group 34"/>
            <p:cNvGrpSpPr/>
            <p:nvPr/>
          </p:nvGrpSpPr>
          <p:grpSpPr bwMode="auto">
            <a:xfrm>
              <a:off x="5106576" y="1425893"/>
              <a:ext cx="3661504" cy="3600334"/>
              <a:chOff x="731524" y="1819788"/>
              <a:chExt cx="3661504" cy="3600334"/>
            </a:xfrm>
          </p:grpSpPr>
          <p:sp>
            <p:nvSpPr>
              <p:cNvPr id="62474" name="Text Box 23"/>
              <p:cNvSpPr txBox="1">
                <a:spLocks noChangeArrowheads="1"/>
              </p:cNvSpPr>
              <p:nvPr/>
            </p:nvSpPr>
            <p:spPr bwMode="auto">
              <a:xfrm>
                <a:off x="2655957" y="1819788"/>
                <a:ext cx="350907" cy="36670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i="0" dirty="0" smtClean="0">
                    <a:latin typeface="Arial" panose="020B0604020202090204" pitchFamily="34" charset="0"/>
                    <a:cs typeface="Arial" panose="020B0604020202090204" pitchFamily="34" charset="0"/>
                  </a:rPr>
                  <a:t>A</a:t>
                </a:r>
                <a:endParaRPr lang="en-US" i="0" dirty="0" smtClean="0">
                  <a:latin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62475" name="Text Box 24"/>
              <p:cNvSpPr txBox="1">
                <a:spLocks noChangeArrowheads="1"/>
              </p:cNvSpPr>
              <p:nvPr/>
            </p:nvSpPr>
            <p:spPr bwMode="auto">
              <a:xfrm>
                <a:off x="2371738" y="5050277"/>
                <a:ext cx="371549" cy="36987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i="0" dirty="0" smtClean="0">
                    <a:latin typeface="Arial" panose="020B0604020202090204" pitchFamily="34" charset="0"/>
                    <a:cs typeface="Arial" panose="020B0604020202090204" pitchFamily="34" charset="0"/>
                  </a:rPr>
                  <a:t>A</a:t>
                </a:r>
                <a:r>
                  <a:rPr lang="ja-JP" altLang="en-US" i="0" smtClean="0">
                    <a:latin typeface="Arial" panose="020B0604020202090204" pitchFamily="34" charset="0"/>
                    <a:cs typeface="Arial" panose="020B0604020202090204" pitchFamily="34" charset="0"/>
                  </a:rPr>
                  <a:t>’</a:t>
                </a:r>
                <a:endParaRPr lang="en-US" i="0" dirty="0" smtClean="0">
                  <a:latin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62476" name="Text Box 25"/>
              <p:cNvSpPr txBox="1">
                <a:spLocks noChangeArrowheads="1"/>
              </p:cNvSpPr>
              <p:nvPr/>
            </p:nvSpPr>
            <p:spPr bwMode="auto">
              <a:xfrm>
                <a:off x="3988134" y="2419849"/>
                <a:ext cx="338205" cy="36829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i="0" dirty="0" smtClean="0">
                    <a:latin typeface="Arial" panose="020B0604020202090204" pitchFamily="34" charset="0"/>
                    <a:cs typeface="Arial" panose="020B0604020202090204" pitchFamily="34" charset="0"/>
                  </a:rPr>
                  <a:t>B</a:t>
                </a:r>
                <a:endParaRPr lang="en-US" i="0" dirty="0" smtClean="0">
                  <a:latin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62477" name="Text Box 26"/>
              <p:cNvSpPr txBox="1">
                <a:spLocks noChangeArrowheads="1"/>
              </p:cNvSpPr>
              <p:nvPr/>
            </p:nvSpPr>
            <p:spPr bwMode="auto">
              <a:xfrm>
                <a:off x="995101" y="4188283"/>
                <a:ext cx="390603" cy="36829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i="0" dirty="0" smtClean="0">
                    <a:latin typeface="Arial" panose="020B0604020202090204" pitchFamily="34" charset="0"/>
                    <a:cs typeface="Arial" panose="020B0604020202090204" pitchFamily="34" charset="0"/>
                  </a:rPr>
                  <a:t>B</a:t>
                </a:r>
                <a:r>
                  <a:rPr lang="ja-JP" altLang="en-US" i="0" smtClean="0">
                    <a:latin typeface="Arial" panose="020B0604020202090204" pitchFamily="34" charset="0"/>
                    <a:cs typeface="Arial" panose="020B0604020202090204" pitchFamily="34" charset="0"/>
                  </a:rPr>
                  <a:t>’</a:t>
                </a:r>
                <a:endParaRPr lang="en-US" i="0" dirty="0" smtClean="0">
                  <a:latin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62478" name="Text Box 27"/>
              <p:cNvSpPr txBox="1">
                <a:spLocks noChangeArrowheads="1"/>
              </p:cNvSpPr>
              <p:nvPr/>
            </p:nvSpPr>
            <p:spPr bwMode="auto">
              <a:xfrm>
                <a:off x="3740435" y="4188283"/>
                <a:ext cx="350908" cy="36829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i="0" dirty="0" smtClean="0">
                    <a:latin typeface="Arial" panose="020B0604020202090204" pitchFamily="34" charset="0"/>
                    <a:cs typeface="Arial" panose="020B0604020202090204" pitchFamily="34" charset="0"/>
                  </a:rPr>
                  <a:t>C</a:t>
                </a:r>
                <a:endParaRPr lang="en-US" i="0" dirty="0" smtClean="0">
                  <a:latin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62479" name="Text Box 28"/>
              <p:cNvSpPr txBox="1">
                <a:spLocks noChangeArrowheads="1"/>
              </p:cNvSpPr>
              <p:nvPr/>
            </p:nvSpPr>
            <p:spPr bwMode="auto">
              <a:xfrm>
                <a:off x="1123714" y="2465886"/>
                <a:ext cx="403305" cy="36829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i="0" dirty="0" smtClean="0">
                    <a:latin typeface="Arial" panose="020B0604020202090204" pitchFamily="34" charset="0"/>
                    <a:cs typeface="Arial" panose="020B0604020202090204" pitchFamily="34" charset="0"/>
                  </a:rPr>
                  <a:t>C</a:t>
                </a:r>
                <a:r>
                  <a:rPr lang="ja-JP" altLang="en-US" i="0" smtClean="0">
                    <a:latin typeface="Arial" panose="020B0604020202090204" pitchFamily="34" charset="0"/>
                    <a:cs typeface="Arial" panose="020B0604020202090204" pitchFamily="34" charset="0"/>
                  </a:rPr>
                  <a:t>’</a:t>
                </a:r>
                <a:endParaRPr lang="en-US" i="0" dirty="0" smtClean="0">
                  <a:latin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62480" name="Line 17"/>
              <p:cNvSpPr>
                <a:spLocks noChangeShapeType="1"/>
              </p:cNvSpPr>
              <p:nvPr/>
            </p:nvSpPr>
            <p:spPr bwMode="auto">
              <a:xfrm>
                <a:off x="1687389" y="3165957"/>
                <a:ext cx="720869" cy="29844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481" name="Line 18"/>
              <p:cNvSpPr>
                <a:spLocks noChangeShapeType="1"/>
              </p:cNvSpPr>
              <p:nvPr/>
            </p:nvSpPr>
            <p:spPr bwMode="auto">
              <a:xfrm>
                <a:off x="2673423" y="2872277"/>
                <a:ext cx="0" cy="5048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482" name="Line 19"/>
              <p:cNvSpPr>
                <a:spLocks noChangeShapeType="1"/>
              </p:cNvSpPr>
              <p:nvPr/>
            </p:nvSpPr>
            <p:spPr bwMode="auto">
              <a:xfrm flipH="1">
                <a:off x="2863961" y="2996099"/>
                <a:ext cx="892353" cy="4841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483" name="Line 20"/>
              <p:cNvSpPr>
                <a:spLocks noChangeShapeType="1"/>
              </p:cNvSpPr>
              <p:nvPr/>
            </p:nvSpPr>
            <p:spPr bwMode="auto">
              <a:xfrm flipV="1">
                <a:off x="2673423" y="3605685"/>
                <a:ext cx="12703" cy="7095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grpSp>
            <p:nvGrpSpPr>
              <p:cNvPr id="162835" name="Group 45"/>
              <p:cNvGrpSpPr/>
              <p:nvPr/>
            </p:nvGrpSpPr>
            <p:grpSpPr bwMode="auto">
              <a:xfrm>
                <a:off x="747936" y="2733042"/>
                <a:ext cx="914403" cy="690308"/>
                <a:chOff x="1046480" y="3962400"/>
                <a:chExt cx="1026163" cy="761428"/>
              </a:xfrm>
            </p:grpSpPr>
            <p:sp>
              <p:nvSpPr>
                <p:cNvPr id="80" name="Rectangle 48"/>
                <p:cNvSpPr>
                  <a:spLocks noChangeArrowheads="1"/>
                </p:cNvSpPr>
                <p:nvPr/>
              </p:nvSpPr>
              <p:spPr bwMode="auto">
                <a:xfrm rot="16200000">
                  <a:off x="1893247" y="4299441"/>
                  <a:ext cx="110313" cy="247682"/>
                </a:xfrm>
                <a:prstGeom prst="rect">
                  <a:avLst/>
                </a:prstGeom>
                <a:gradFill rotWithShape="1">
                  <a:gsLst>
                    <a:gs pos="0">
                      <a:srgbClr val="008000"/>
                    </a:gs>
                    <a:gs pos="50000">
                      <a:schemeClr val="bg1"/>
                    </a:gs>
                    <a:gs pos="100000">
                      <a:srgbClr val="008000"/>
                    </a:gs>
                  </a:gsLst>
                  <a:lin ang="0" scaled="1"/>
                </a:gradFill>
                <a:ln w="9525">
                  <a:solidFill>
                    <a:srgbClr val="008000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latin typeface="Arial" panose="020B0604020202090204" pitchFamily="34" charset="0"/>
                    <a:ea typeface="+mn-ea"/>
                    <a:cs typeface="Arial" panose="020B0604020202090204" pitchFamily="34" charset="0"/>
                  </a:endParaRPr>
                </a:p>
              </p:txBody>
            </p:sp>
            <p:grpSp>
              <p:nvGrpSpPr>
                <p:cNvPr id="162870" name="Group 49"/>
                <p:cNvGrpSpPr/>
                <p:nvPr/>
              </p:nvGrpSpPr>
              <p:grpSpPr bwMode="auto">
                <a:xfrm>
                  <a:off x="1046480" y="3962400"/>
                  <a:ext cx="936071" cy="761428"/>
                  <a:chOff x="-44" y="1473"/>
                  <a:chExt cx="981" cy="1105"/>
                </a:xfrm>
              </p:grpSpPr>
              <p:pic>
                <p:nvPicPr>
                  <p:cNvPr id="162871" name="Picture 50" descr="desktop_computer_stylized_medium"/>
                  <p:cNvPicPr>
                    <a:picLocks noChangeAspect="1" noChangeArrowheads="1"/>
                  </p:cNvPicPr>
                  <p:nvPr/>
                </p:nvPicPr>
                <p:blipFill>
                  <a:blip r:embed="rId1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162872" name="Freeform 51"/>
                  <p:cNvSpPr/>
                  <p:nvPr/>
                </p:nvSpPr>
                <p:spPr bwMode="auto">
                  <a:xfrm flipH="1">
                    <a:off x="374" y="1579"/>
                    <a:ext cx="477" cy="506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1736 w 356"/>
                      <a:gd name="T3" fmla="*/ 95 h 368"/>
                      <a:gd name="T4" fmla="*/ 2059 w 356"/>
                      <a:gd name="T5" fmla="*/ 1990 h 368"/>
                      <a:gd name="T6" fmla="*/ 454 w 356"/>
                      <a:gd name="T7" fmla="*/ 2489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</p:spPr>
                <p:txBody>
                  <a:bodyPr wrap="none"/>
                  <a:lstStyle/>
                  <a:p>
                    <a:endParaRPr lang="en-US" dirty="0"/>
                  </a:p>
                </p:txBody>
              </p:sp>
            </p:grpSp>
          </p:grpSp>
          <p:grpSp>
            <p:nvGrpSpPr>
              <p:cNvPr id="162836" name="Group 46"/>
              <p:cNvGrpSpPr/>
              <p:nvPr/>
            </p:nvGrpSpPr>
            <p:grpSpPr bwMode="auto">
              <a:xfrm>
                <a:off x="3539588" y="2669737"/>
                <a:ext cx="853440" cy="741680"/>
                <a:chOff x="7179310" y="4033520"/>
                <a:chExt cx="1009650" cy="855028"/>
              </a:xfrm>
            </p:grpSpPr>
            <p:grpSp>
              <p:nvGrpSpPr>
                <p:cNvPr id="162865" name="Group 44"/>
                <p:cNvGrpSpPr/>
                <p:nvPr/>
              </p:nvGrpSpPr>
              <p:grpSpPr bwMode="auto">
                <a:xfrm>
                  <a:off x="7179310" y="4033520"/>
                  <a:ext cx="1009650" cy="855028"/>
                  <a:chOff x="-44" y="1473"/>
                  <a:chExt cx="981" cy="1105"/>
                </a:xfrm>
              </p:grpSpPr>
              <p:pic>
                <p:nvPicPr>
                  <p:cNvPr id="162867" name="Picture 45" descr="desktop_computer_stylized_medium"/>
                  <p:cNvPicPr>
                    <a:picLocks noChangeAspect="1" noChangeArrowheads="1"/>
                  </p:cNvPicPr>
                  <p:nvPr/>
                </p:nvPicPr>
                <p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162868" name="Freeform 46"/>
                  <p:cNvSpPr/>
                  <p:nvPr/>
                </p:nvSpPr>
                <p:spPr bwMode="auto">
                  <a:xfrm flipH="1">
                    <a:off x="374" y="1579"/>
                    <a:ext cx="477" cy="506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1736 w 356"/>
                      <a:gd name="T3" fmla="*/ 95 h 368"/>
                      <a:gd name="T4" fmla="*/ 2059 w 356"/>
                      <a:gd name="T5" fmla="*/ 1990 h 368"/>
                      <a:gd name="T6" fmla="*/ 454 w 356"/>
                      <a:gd name="T7" fmla="*/ 2489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</p:spPr>
                <p:txBody>
                  <a:bodyPr wrap="none"/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77" name="Rectangle 43"/>
                <p:cNvSpPr>
                  <a:spLocks noChangeArrowheads="1"/>
                </p:cNvSpPr>
                <p:nvPr/>
              </p:nvSpPr>
              <p:spPr bwMode="auto">
                <a:xfrm rot="16200000">
                  <a:off x="7440190" y="4309334"/>
                  <a:ext cx="126274" cy="195358"/>
                </a:xfrm>
                <a:prstGeom prst="rect">
                  <a:avLst/>
                </a:prstGeom>
                <a:gradFill rotWithShape="1">
                  <a:gsLst>
                    <a:gs pos="0">
                      <a:srgbClr val="008000"/>
                    </a:gs>
                    <a:gs pos="50000">
                      <a:schemeClr val="bg1"/>
                    </a:gs>
                    <a:gs pos="100000">
                      <a:srgbClr val="008000"/>
                    </a:gs>
                  </a:gsLst>
                  <a:lin ang="0" scaled="1"/>
                </a:gradFill>
                <a:ln w="9525">
                  <a:solidFill>
                    <a:srgbClr val="008000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latin typeface="Arial" panose="020B0604020202090204" pitchFamily="34" charset="0"/>
                    <a:ea typeface="+mn-ea"/>
                    <a:cs typeface="Arial" panose="020B0604020202090204" pitchFamily="34" charset="0"/>
                  </a:endParaRPr>
                </a:p>
              </p:txBody>
            </p:sp>
          </p:grpSp>
          <p:sp>
            <p:nvSpPr>
              <p:cNvPr id="48" name="Rectangle 43"/>
              <p:cNvSpPr>
                <a:spLocks noChangeArrowheads="1"/>
              </p:cNvSpPr>
              <p:nvPr/>
            </p:nvSpPr>
            <p:spPr bwMode="auto">
              <a:xfrm>
                <a:off x="2614674" y="2705593"/>
                <a:ext cx="109559" cy="165096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Arial" panose="020B0604020202090204" pitchFamily="34" charset="0"/>
                  <a:ea typeface="+mn-ea"/>
                  <a:cs typeface="Arial" panose="020B0604020202090204" pitchFamily="34" charset="0"/>
                </a:endParaRPr>
              </a:p>
            </p:txBody>
          </p:sp>
          <p:grpSp>
            <p:nvGrpSpPr>
              <p:cNvPr id="162838" name="Group 44"/>
              <p:cNvGrpSpPr/>
              <p:nvPr/>
            </p:nvGrpSpPr>
            <p:grpSpPr bwMode="auto">
              <a:xfrm>
                <a:off x="2233637" y="2138292"/>
                <a:ext cx="853440" cy="741680"/>
                <a:chOff x="-44" y="1473"/>
                <a:chExt cx="981" cy="1105"/>
              </a:xfrm>
            </p:grpSpPr>
            <p:pic>
              <p:nvPicPr>
                <p:cNvPr id="162863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62864" name="Freeform 46"/>
                <p:cNvSpPr/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  <p:grpSp>
            <p:nvGrpSpPr>
              <p:cNvPr id="162839" name="Group 49"/>
              <p:cNvGrpSpPr/>
              <p:nvPr/>
            </p:nvGrpSpPr>
            <p:grpSpPr bwMode="auto">
              <a:xfrm>
                <a:off x="2060917" y="4279843"/>
                <a:ext cx="853440" cy="835329"/>
                <a:chOff x="8077200" y="3320111"/>
                <a:chExt cx="853440" cy="835329"/>
              </a:xfrm>
            </p:grpSpPr>
            <p:sp>
              <p:nvSpPr>
                <p:cNvPr id="70" name="Rectangle 43"/>
                <p:cNvSpPr>
                  <a:spLocks noChangeArrowheads="1"/>
                </p:cNvSpPr>
                <p:nvPr/>
              </p:nvSpPr>
              <p:spPr bwMode="auto">
                <a:xfrm>
                  <a:off x="8630957" y="3320624"/>
                  <a:ext cx="111147" cy="165096"/>
                </a:xfrm>
                <a:prstGeom prst="rect">
                  <a:avLst/>
                </a:prstGeom>
                <a:gradFill rotWithShape="1">
                  <a:gsLst>
                    <a:gs pos="0">
                      <a:srgbClr val="008000"/>
                    </a:gs>
                    <a:gs pos="50000">
                      <a:schemeClr val="bg1"/>
                    </a:gs>
                    <a:gs pos="100000">
                      <a:srgbClr val="008000"/>
                    </a:gs>
                  </a:gsLst>
                  <a:lin ang="0" scaled="1"/>
                </a:gradFill>
                <a:ln w="9525">
                  <a:solidFill>
                    <a:srgbClr val="008000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latin typeface="Arial" panose="020B0604020202090204" pitchFamily="34" charset="0"/>
                    <a:ea typeface="+mn-ea"/>
                    <a:cs typeface="Arial" panose="020B0604020202090204" pitchFamily="34" charset="0"/>
                  </a:endParaRPr>
                </a:p>
              </p:txBody>
            </p:sp>
            <p:grpSp>
              <p:nvGrpSpPr>
                <p:cNvPr id="162860" name="Group 44"/>
                <p:cNvGrpSpPr/>
                <p:nvPr/>
              </p:nvGrpSpPr>
              <p:grpSpPr bwMode="auto">
                <a:xfrm>
                  <a:off x="8077200" y="3413760"/>
                  <a:ext cx="853440" cy="741680"/>
                  <a:chOff x="-44" y="1473"/>
                  <a:chExt cx="981" cy="1105"/>
                </a:xfrm>
              </p:grpSpPr>
              <p:pic>
                <p:nvPicPr>
                  <p:cNvPr id="162861" name="Picture 45" descr="desktop_computer_stylized_medium"/>
                  <p:cNvPicPr>
                    <a:picLocks noChangeAspect="1" noChangeArrowheads="1"/>
                  </p:cNvPicPr>
                  <p:nvPr/>
                </p:nvPicPr>
                <p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162862" name="Freeform 46"/>
                  <p:cNvSpPr/>
                  <p:nvPr/>
                </p:nvSpPr>
                <p:spPr bwMode="auto">
                  <a:xfrm flipH="1">
                    <a:off x="374" y="1579"/>
                    <a:ext cx="477" cy="506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1736 w 356"/>
                      <a:gd name="T3" fmla="*/ 95 h 368"/>
                      <a:gd name="T4" fmla="*/ 2059 w 356"/>
                      <a:gd name="T5" fmla="*/ 1990 h 368"/>
                      <a:gd name="T6" fmla="*/ 454 w 356"/>
                      <a:gd name="T7" fmla="*/ 2489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</p:spPr>
                <p:txBody>
                  <a:bodyPr wrap="none"/>
                  <a:lstStyle/>
                  <a:p>
                    <a:endParaRPr lang="en-US" dirty="0"/>
                  </a:p>
                </p:txBody>
              </p:sp>
            </p:grpSp>
          </p:grpSp>
          <p:pic>
            <p:nvPicPr>
              <p:cNvPr id="62489" name="Picture 3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374913" y="3316766"/>
                <a:ext cx="603370" cy="34130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</p:pic>
          <p:grpSp>
            <p:nvGrpSpPr>
              <p:cNvPr id="162841" name="Group 51"/>
              <p:cNvGrpSpPr/>
              <p:nvPr/>
            </p:nvGrpSpPr>
            <p:grpSpPr bwMode="auto">
              <a:xfrm>
                <a:off x="731524" y="3616962"/>
                <a:ext cx="914403" cy="690308"/>
                <a:chOff x="1046480" y="3962400"/>
                <a:chExt cx="1026163" cy="761428"/>
              </a:xfrm>
            </p:grpSpPr>
            <p:sp>
              <p:nvSpPr>
                <p:cNvPr id="66" name="Rectangle 48"/>
                <p:cNvSpPr>
                  <a:spLocks noChangeArrowheads="1"/>
                </p:cNvSpPr>
                <p:nvPr/>
              </p:nvSpPr>
              <p:spPr bwMode="auto">
                <a:xfrm rot="16200000">
                  <a:off x="1893846" y="4299769"/>
                  <a:ext cx="110314" cy="247682"/>
                </a:xfrm>
                <a:prstGeom prst="rect">
                  <a:avLst/>
                </a:prstGeom>
                <a:gradFill rotWithShape="1">
                  <a:gsLst>
                    <a:gs pos="0">
                      <a:srgbClr val="008000"/>
                    </a:gs>
                    <a:gs pos="50000">
                      <a:schemeClr val="bg1"/>
                    </a:gs>
                    <a:gs pos="100000">
                      <a:srgbClr val="008000"/>
                    </a:gs>
                  </a:gsLst>
                  <a:lin ang="0" scaled="1"/>
                </a:gradFill>
                <a:ln w="9525">
                  <a:solidFill>
                    <a:srgbClr val="008000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latin typeface="Arial" panose="020B0604020202090204" pitchFamily="34" charset="0"/>
                    <a:ea typeface="+mn-ea"/>
                    <a:cs typeface="Arial" panose="020B0604020202090204" pitchFamily="34" charset="0"/>
                  </a:endParaRPr>
                </a:p>
              </p:txBody>
            </p:sp>
            <p:grpSp>
              <p:nvGrpSpPr>
                <p:cNvPr id="162856" name="Group 49"/>
                <p:cNvGrpSpPr/>
                <p:nvPr/>
              </p:nvGrpSpPr>
              <p:grpSpPr bwMode="auto">
                <a:xfrm>
                  <a:off x="1046480" y="3962400"/>
                  <a:ext cx="936071" cy="761428"/>
                  <a:chOff x="-44" y="1473"/>
                  <a:chExt cx="981" cy="1105"/>
                </a:xfrm>
              </p:grpSpPr>
              <p:pic>
                <p:nvPicPr>
                  <p:cNvPr id="162857" name="Picture 50" descr="desktop_computer_stylized_medium"/>
                  <p:cNvPicPr>
                    <a:picLocks noChangeAspect="1" noChangeArrowheads="1"/>
                  </p:cNvPicPr>
                  <p:nvPr/>
                </p:nvPicPr>
                <p:blipFill>
                  <a:blip r:embed="rId1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162858" name="Freeform 51"/>
                  <p:cNvSpPr/>
                  <p:nvPr/>
                </p:nvSpPr>
                <p:spPr bwMode="auto">
                  <a:xfrm flipH="1">
                    <a:off x="374" y="1579"/>
                    <a:ext cx="477" cy="506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1736 w 356"/>
                      <a:gd name="T3" fmla="*/ 95 h 368"/>
                      <a:gd name="T4" fmla="*/ 2059 w 356"/>
                      <a:gd name="T5" fmla="*/ 1990 h 368"/>
                      <a:gd name="T6" fmla="*/ 454 w 356"/>
                      <a:gd name="T7" fmla="*/ 2489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</p:spPr>
                <p:txBody>
                  <a:bodyPr wrap="none"/>
                  <a:lstStyle/>
                  <a:p>
                    <a:endParaRPr lang="en-US" dirty="0"/>
                  </a:p>
                </p:txBody>
              </p:sp>
            </p:grpSp>
          </p:grpSp>
          <p:grpSp>
            <p:nvGrpSpPr>
              <p:cNvPr id="162842" name="Group 52"/>
              <p:cNvGrpSpPr/>
              <p:nvPr/>
            </p:nvGrpSpPr>
            <p:grpSpPr bwMode="auto">
              <a:xfrm>
                <a:off x="3410634" y="3567725"/>
                <a:ext cx="853440" cy="741680"/>
                <a:chOff x="7179310" y="4033520"/>
                <a:chExt cx="1009650" cy="855028"/>
              </a:xfrm>
            </p:grpSpPr>
            <p:grpSp>
              <p:nvGrpSpPr>
                <p:cNvPr id="162851" name="Group 44"/>
                <p:cNvGrpSpPr/>
                <p:nvPr/>
              </p:nvGrpSpPr>
              <p:grpSpPr bwMode="auto">
                <a:xfrm>
                  <a:off x="7179310" y="4033520"/>
                  <a:ext cx="1009650" cy="855028"/>
                  <a:chOff x="-44" y="1473"/>
                  <a:chExt cx="981" cy="1105"/>
                </a:xfrm>
              </p:grpSpPr>
              <p:pic>
                <p:nvPicPr>
                  <p:cNvPr id="162853" name="Picture 45" descr="desktop_computer_stylized_medium"/>
                  <p:cNvPicPr>
                    <a:picLocks noChangeAspect="1" noChangeArrowheads="1"/>
                  </p:cNvPicPr>
                  <p:nvPr/>
                </p:nvPicPr>
                <p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162854" name="Freeform 46"/>
                  <p:cNvSpPr/>
                  <p:nvPr/>
                </p:nvSpPr>
                <p:spPr bwMode="auto">
                  <a:xfrm flipH="1">
                    <a:off x="374" y="1579"/>
                    <a:ext cx="477" cy="506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1736 w 356"/>
                      <a:gd name="T3" fmla="*/ 95 h 368"/>
                      <a:gd name="T4" fmla="*/ 2059 w 356"/>
                      <a:gd name="T5" fmla="*/ 1990 h 368"/>
                      <a:gd name="T6" fmla="*/ 454 w 356"/>
                      <a:gd name="T7" fmla="*/ 2489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</p:spPr>
                <p:txBody>
                  <a:bodyPr wrap="none"/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63" name="Rectangle 43"/>
                <p:cNvSpPr>
                  <a:spLocks noChangeArrowheads="1"/>
                </p:cNvSpPr>
                <p:nvPr/>
              </p:nvSpPr>
              <p:spPr bwMode="auto">
                <a:xfrm rot="16200000">
                  <a:off x="7438739" y="4308075"/>
                  <a:ext cx="128105" cy="197237"/>
                </a:xfrm>
                <a:prstGeom prst="rect">
                  <a:avLst/>
                </a:prstGeom>
                <a:gradFill rotWithShape="1">
                  <a:gsLst>
                    <a:gs pos="0">
                      <a:srgbClr val="008000"/>
                    </a:gs>
                    <a:gs pos="50000">
                      <a:schemeClr val="bg1"/>
                    </a:gs>
                    <a:gs pos="100000">
                      <a:srgbClr val="008000"/>
                    </a:gs>
                  </a:gsLst>
                  <a:lin ang="0" scaled="1"/>
                </a:gradFill>
                <a:ln w="9525">
                  <a:solidFill>
                    <a:srgbClr val="008000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latin typeface="Arial" panose="020B0604020202090204" pitchFamily="34" charset="0"/>
                    <a:ea typeface="+mn-ea"/>
                    <a:cs typeface="Arial" panose="020B0604020202090204" pitchFamily="34" charset="0"/>
                  </a:endParaRPr>
                </a:p>
              </p:txBody>
            </p:sp>
          </p:grpSp>
          <p:sp>
            <p:nvSpPr>
              <p:cNvPr id="62492" name="Line 17"/>
              <p:cNvSpPr>
                <a:spLocks noChangeShapeType="1"/>
              </p:cNvSpPr>
              <p:nvPr/>
            </p:nvSpPr>
            <p:spPr bwMode="auto">
              <a:xfrm flipV="1">
                <a:off x="1660396" y="3600922"/>
                <a:ext cx="744686" cy="4508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493" name="Line 19"/>
              <p:cNvSpPr>
                <a:spLocks noChangeShapeType="1"/>
              </p:cNvSpPr>
              <p:nvPr/>
            </p:nvSpPr>
            <p:spPr bwMode="auto">
              <a:xfrm flipH="1" flipV="1">
                <a:off x="2968756" y="3545361"/>
                <a:ext cx="646242" cy="33812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2494" name="Text Box 35"/>
              <p:cNvSpPr txBox="1">
                <a:spLocks noChangeArrowheads="1"/>
              </p:cNvSpPr>
              <p:nvPr/>
            </p:nvSpPr>
            <p:spPr bwMode="auto">
              <a:xfrm>
                <a:off x="2401907" y="3026260"/>
                <a:ext cx="312799" cy="36987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i="0" dirty="0" smtClean="0">
                    <a:solidFill>
                      <a:srgbClr val="FF0000"/>
                    </a:solidFill>
                    <a:latin typeface="Arial" panose="020B0604020202090204" pitchFamily="34" charset="0"/>
                    <a:cs typeface="Arial" panose="020B0604020202090204" pitchFamily="34" charset="0"/>
                  </a:rPr>
                  <a:t>1</a:t>
                </a:r>
                <a:endParaRPr lang="en-US" i="0" dirty="0" smtClean="0">
                  <a:solidFill>
                    <a:srgbClr val="FF0000"/>
                  </a:solidFill>
                  <a:latin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62495" name="Text Box 36"/>
              <p:cNvSpPr txBox="1">
                <a:spLocks noChangeArrowheads="1"/>
              </p:cNvSpPr>
              <p:nvPr/>
            </p:nvSpPr>
            <p:spPr bwMode="auto">
              <a:xfrm>
                <a:off x="2903656" y="3051660"/>
                <a:ext cx="323914" cy="36670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i="0" dirty="0" smtClean="0">
                    <a:solidFill>
                      <a:srgbClr val="FF0000"/>
                    </a:solidFill>
                    <a:latin typeface="Arial" panose="020B0604020202090204" pitchFamily="34" charset="0"/>
                    <a:cs typeface="Arial" panose="020B0604020202090204" pitchFamily="34" charset="0"/>
                  </a:rPr>
                  <a:t>2</a:t>
                </a:r>
                <a:endParaRPr lang="en-US" i="0" dirty="0" smtClean="0">
                  <a:solidFill>
                    <a:srgbClr val="FF0000"/>
                  </a:solidFill>
                  <a:latin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62496" name="Text Box 37"/>
              <p:cNvSpPr txBox="1">
                <a:spLocks noChangeArrowheads="1"/>
              </p:cNvSpPr>
              <p:nvPr/>
            </p:nvSpPr>
            <p:spPr bwMode="auto">
              <a:xfrm>
                <a:off x="3125951" y="3710457"/>
                <a:ext cx="322326" cy="36670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i="0" dirty="0" smtClean="0">
                    <a:solidFill>
                      <a:srgbClr val="FF0000"/>
                    </a:solidFill>
                    <a:latin typeface="Arial" panose="020B0604020202090204" pitchFamily="34" charset="0"/>
                    <a:cs typeface="Arial" panose="020B0604020202090204" pitchFamily="34" charset="0"/>
                  </a:rPr>
                  <a:t>3</a:t>
                </a:r>
                <a:endParaRPr lang="en-US" i="0" dirty="0" smtClean="0">
                  <a:solidFill>
                    <a:srgbClr val="FF0000"/>
                  </a:solidFill>
                  <a:latin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62497" name="Text Box 38"/>
              <p:cNvSpPr txBox="1">
                <a:spLocks noChangeArrowheads="1"/>
              </p:cNvSpPr>
              <p:nvPr/>
            </p:nvSpPr>
            <p:spPr bwMode="auto">
              <a:xfrm>
                <a:off x="2640079" y="3654896"/>
                <a:ext cx="323914" cy="36670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i="0" dirty="0" smtClean="0">
                    <a:solidFill>
                      <a:srgbClr val="FF0000"/>
                    </a:solidFill>
                    <a:latin typeface="Arial" panose="020B0604020202090204" pitchFamily="34" charset="0"/>
                    <a:cs typeface="Arial" panose="020B0604020202090204" pitchFamily="34" charset="0"/>
                  </a:rPr>
                  <a:t>4</a:t>
                </a:r>
                <a:endParaRPr lang="en-US" i="0" dirty="0" smtClean="0">
                  <a:solidFill>
                    <a:srgbClr val="FF0000"/>
                  </a:solidFill>
                  <a:latin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62498" name="Text Box 39"/>
              <p:cNvSpPr txBox="1">
                <a:spLocks noChangeArrowheads="1"/>
              </p:cNvSpPr>
              <p:nvPr/>
            </p:nvSpPr>
            <p:spPr bwMode="auto">
              <a:xfrm>
                <a:off x="2070052" y="3704108"/>
                <a:ext cx="323914" cy="36670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i="0" dirty="0" smtClean="0">
                    <a:solidFill>
                      <a:srgbClr val="FF0000"/>
                    </a:solidFill>
                    <a:latin typeface="Arial" panose="020B0604020202090204" pitchFamily="34" charset="0"/>
                    <a:cs typeface="Arial" panose="020B0604020202090204" pitchFamily="34" charset="0"/>
                  </a:rPr>
                  <a:t>5</a:t>
                </a:r>
                <a:endParaRPr lang="en-US" i="0" dirty="0" smtClean="0">
                  <a:solidFill>
                    <a:srgbClr val="FF0000"/>
                  </a:solidFill>
                  <a:latin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62499" name="Text Box 40"/>
              <p:cNvSpPr txBox="1">
                <a:spLocks noChangeArrowheads="1"/>
              </p:cNvSpPr>
              <p:nvPr/>
            </p:nvSpPr>
            <p:spPr bwMode="auto">
              <a:xfrm>
                <a:off x="2039884" y="3080234"/>
                <a:ext cx="319151" cy="36987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i="0" dirty="0" smtClean="0">
                    <a:solidFill>
                      <a:srgbClr val="FF0000"/>
                    </a:solidFill>
                    <a:latin typeface="Arial" panose="020B0604020202090204" pitchFamily="34" charset="0"/>
                    <a:cs typeface="Arial" panose="020B0604020202090204" pitchFamily="34" charset="0"/>
                  </a:rPr>
                  <a:t>6</a:t>
                </a:r>
                <a:endParaRPr lang="en-US" i="0" dirty="0" smtClean="0">
                  <a:solidFill>
                    <a:srgbClr val="FF0000"/>
                  </a:solidFill>
                  <a:latin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</p:grpSp>
      </p:grpSp>
      <p:pic>
        <p:nvPicPr>
          <p:cNvPr id="162822" name="Picture 6" descr="underline_bas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962025"/>
            <a:ext cx="8228012" cy="17303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r>
              <a:rPr lang="en-US" sz="1200" dirty="0">
                <a:latin typeface="Tahoma" panose="020B0604030504040204" charset="0"/>
              </a:rPr>
              <a:t>6</a:t>
            </a:r>
            <a:r>
              <a:rPr lang="en-US" sz="1200" dirty="0" smtClean="0">
                <a:latin typeface="Tahoma" panose="020B0604030504040204" charset="0"/>
              </a:rPr>
              <a:t>-</a:t>
            </a:r>
            <a:fld id="{8E8C6E93-DF5B-BC4B-80F9-500DED1EEDCC}" type="slidenum">
              <a:rPr lang="en-US" sz="1200">
                <a:latin typeface="Tahoma" panose="020B0604030504040204" charset="0"/>
              </a:rPr>
            </a:fld>
            <a:endParaRPr lang="en-US" sz="1200" dirty="0">
              <a:latin typeface="Tahoma" panose="020B0604030504040204" charset="0"/>
            </a:endParaRPr>
          </a:p>
        </p:txBody>
      </p:sp>
      <p:sp>
        <p:nvSpPr>
          <p:cNvPr id="5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pPr algn="r"/>
            <a:r>
              <a:rPr lang="en-US" sz="1200" dirty="0" smtClean="0">
                <a:solidFill>
                  <a:srgbClr val="000000"/>
                </a:solidFill>
                <a:latin typeface="Tahoma" panose="020B0604030504040204" charset="0"/>
                <a:cs typeface="Arial" panose="020B0604020202090204" pitchFamily="34" charset="0"/>
              </a:rPr>
              <a:t>Link Layer and LANs</a:t>
            </a:r>
            <a:endParaRPr lang="en-US" sz="1200" dirty="0">
              <a:solidFill>
                <a:srgbClr val="000000"/>
              </a:solidFill>
              <a:latin typeface="Tahoma" panose="020B060403050404020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2" name="Rectangle 2"/>
          <p:cNvSpPr>
            <a:spLocks noGrp="1" noChangeArrowheads="1"/>
          </p:cNvSpPr>
          <p:nvPr>
            <p:ph type="title"/>
          </p:nvPr>
        </p:nvSpPr>
        <p:spPr>
          <a:xfrm>
            <a:off x="441325" y="90488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sz="3600" dirty="0">
                <a:latin typeface="Gill Sans MT" pitchFamily="34" charset="0"/>
                <a:cs typeface="+mj-cs"/>
              </a:rPr>
              <a:t>Switch </a:t>
            </a:r>
            <a:r>
              <a:rPr lang="en-US" sz="3600" dirty="0" smtClean="0">
                <a:latin typeface="Gill Sans MT" pitchFamily="34" charset="0"/>
                <a:cs typeface="+mj-cs"/>
              </a:rPr>
              <a:t>forwarding table</a:t>
            </a:r>
            <a:endParaRPr lang="en-US" sz="3600" dirty="0">
              <a:latin typeface="Gill Sans MT" pitchFamily="34" charset="0"/>
              <a:cs typeface="+mj-cs"/>
            </a:endParaRPr>
          </a:p>
        </p:txBody>
      </p:sp>
      <p:sp>
        <p:nvSpPr>
          <p:cNvPr id="6349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74663" y="1398588"/>
            <a:ext cx="4878387" cy="4805362"/>
          </a:xfrm>
        </p:spPr>
        <p:txBody>
          <a:bodyPr/>
          <a:lstStyle/>
          <a:p>
            <a:pPr marL="0" indent="0">
              <a:lnSpc>
                <a:spcPts val="3000"/>
              </a:lnSpc>
              <a:buFont typeface="Wingdings" panose="05000000000000000000" charset="0"/>
              <a:buNone/>
              <a:defRPr/>
            </a:pPr>
            <a:r>
              <a:rPr lang="en-US" i="1" u="sng" dirty="0" smtClean="0">
                <a:solidFill>
                  <a:srgbClr val="CC0000"/>
                </a:solidFill>
                <a:latin typeface="Gill Sans MT" pitchFamily="34" charset="0"/>
                <a:cs typeface="+mn-cs"/>
              </a:rPr>
              <a:t>Q:</a:t>
            </a:r>
            <a:r>
              <a:rPr lang="en-US" dirty="0" smtClean="0">
                <a:solidFill>
                  <a:srgbClr val="CC0000"/>
                </a:solidFill>
                <a:latin typeface="Gill Sans MT" pitchFamily="34" charset="0"/>
                <a:cs typeface="+mn-cs"/>
              </a:rPr>
              <a:t> </a:t>
            </a:r>
            <a:r>
              <a:rPr lang="en-US" dirty="0" smtClean="0">
                <a:latin typeface="Gill Sans MT" pitchFamily="34" charset="0"/>
                <a:cs typeface="+mn-cs"/>
              </a:rPr>
              <a:t>how does switch know A</a:t>
            </a:r>
            <a:r>
              <a:rPr lang="ja-JP" altLang="en-US" dirty="0" smtClean="0">
                <a:latin typeface="Gill Sans MT" pitchFamily="34" charset="0"/>
                <a:cs typeface="+mn-cs"/>
              </a:rPr>
              <a:t>’</a:t>
            </a:r>
            <a:r>
              <a:rPr lang="en-US" dirty="0" smtClean="0">
                <a:latin typeface="Gill Sans MT" pitchFamily="34" charset="0"/>
                <a:cs typeface="+mn-cs"/>
              </a:rPr>
              <a:t> reachable via interface 4, B</a:t>
            </a:r>
            <a:r>
              <a:rPr lang="ja-JP" altLang="en-US" dirty="0" smtClean="0">
                <a:latin typeface="Gill Sans MT" pitchFamily="34" charset="0"/>
                <a:cs typeface="+mn-cs"/>
              </a:rPr>
              <a:t>’</a:t>
            </a:r>
            <a:r>
              <a:rPr lang="en-US" dirty="0" smtClean="0">
                <a:latin typeface="Gill Sans MT" pitchFamily="34" charset="0"/>
                <a:cs typeface="+mn-cs"/>
              </a:rPr>
              <a:t> reachable via interface 5?</a:t>
            </a:r>
            <a:endParaRPr lang="en-US" dirty="0">
              <a:latin typeface="Gill Sans MT" pitchFamily="34" charset="0"/>
              <a:cs typeface="+mn-cs"/>
            </a:endParaRPr>
          </a:p>
        </p:txBody>
      </p:sp>
      <p:grpSp>
        <p:nvGrpSpPr>
          <p:cNvPr id="164869" name="Group 34"/>
          <p:cNvGrpSpPr/>
          <p:nvPr/>
        </p:nvGrpSpPr>
        <p:grpSpPr bwMode="auto">
          <a:xfrm>
            <a:off x="5106988" y="1425575"/>
            <a:ext cx="3660775" cy="4283075"/>
            <a:chOff x="5106576" y="1425893"/>
            <a:chExt cx="3661504" cy="4282976"/>
          </a:xfrm>
        </p:grpSpPr>
        <p:sp>
          <p:nvSpPr>
            <p:cNvPr id="63496" name="Text Box 34"/>
            <p:cNvSpPr txBox="1">
              <a:spLocks noChangeArrowheads="1"/>
            </p:cNvSpPr>
            <p:nvPr/>
          </p:nvSpPr>
          <p:spPr bwMode="auto">
            <a:xfrm>
              <a:off x="5827445" y="5062772"/>
              <a:ext cx="2710402" cy="64609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 algn="ctr">
                <a:defRPr/>
              </a:pPr>
              <a:r>
                <a:rPr lang="en-US" dirty="0" smtClean="0">
                  <a:latin typeface="Arial" panose="020B0604020202090204" pitchFamily="34" charset="0"/>
                  <a:cs typeface="Arial" panose="020B0604020202090204" pitchFamily="34" charset="0"/>
                </a:rPr>
                <a:t>switch with six interfaces</a:t>
              </a:r>
              <a:endParaRPr lang="en-US" dirty="0" smtClean="0">
                <a:latin typeface="Arial" panose="020B0604020202090204" pitchFamily="34" charset="0"/>
                <a:cs typeface="Arial" panose="020B0604020202090204" pitchFamily="34" charset="0"/>
              </a:endParaRPr>
            </a:p>
            <a:p>
              <a:pPr algn="ctr">
                <a:defRPr/>
              </a:pPr>
              <a:r>
                <a:rPr lang="en-US" dirty="0" smtClean="0">
                  <a:latin typeface="Arial" panose="020B0604020202090204" pitchFamily="34" charset="0"/>
                  <a:cs typeface="Arial" panose="020B0604020202090204" pitchFamily="34" charset="0"/>
                </a:rPr>
                <a:t>(</a:t>
              </a:r>
              <a:r>
                <a:rPr lang="en-US" dirty="0" smtClean="0">
                  <a:solidFill>
                    <a:srgbClr val="FF0000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1,2,3,4,5,6</a:t>
              </a:r>
              <a:r>
                <a:rPr lang="en-US" dirty="0" smtClean="0">
                  <a:latin typeface="Arial" panose="020B0604020202090204" pitchFamily="34" charset="0"/>
                  <a:cs typeface="Arial" panose="020B0604020202090204" pitchFamily="34" charset="0"/>
                </a:rPr>
                <a:t>)</a:t>
              </a:r>
              <a:r>
                <a:rPr lang="en-US" i="0" dirty="0" smtClean="0">
                  <a:latin typeface="Arial" panose="020B0604020202090204" pitchFamily="34" charset="0"/>
                  <a:cs typeface="Arial" panose="020B0604020202090204" pitchFamily="34" charset="0"/>
                </a:rPr>
                <a:t>  </a:t>
              </a:r>
              <a:endParaRPr lang="en-US" i="0" dirty="0" smtClean="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grpSp>
          <p:nvGrpSpPr>
            <p:cNvPr id="164874" name="Group 36"/>
            <p:cNvGrpSpPr/>
            <p:nvPr/>
          </p:nvGrpSpPr>
          <p:grpSpPr bwMode="auto">
            <a:xfrm>
              <a:off x="5106576" y="1425893"/>
              <a:ext cx="3661504" cy="3600334"/>
              <a:chOff x="731524" y="1819788"/>
              <a:chExt cx="3661504" cy="3600334"/>
            </a:xfrm>
          </p:grpSpPr>
          <p:sp>
            <p:nvSpPr>
              <p:cNvPr id="63498" name="Text Box 23"/>
              <p:cNvSpPr txBox="1">
                <a:spLocks noChangeArrowheads="1"/>
              </p:cNvSpPr>
              <p:nvPr/>
            </p:nvSpPr>
            <p:spPr bwMode="auto">
              <a:xfrm>
                <a:off x="2655957" y="1819788"/>
                <a:ext cx="350907" cy="36670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i="0" dirty="0" smtClean="0">
                    <a:latin typeface="Arial" panose="020B0604020202090204" pitchFamily="34" charset="0"/>
                    <a:cs typeface="Arial" panose="020B0604020202090204" pitchFamily="34" charset="0"/>
                  </a:rPr>
                  <a:t>A</a:t>
                </a:r>
                <a:endParaRPr lang="en-US" i="0" dirty="0" smtClean="0">
                  <a:latin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63499" name="Text Box 24"/>
              <p:cNvSpPr txBox="1">
                <a:spLocks noChangeArrowheads="1"/>
              </p:cNvSpPr>
              <p:nvPr/>
            </p:nvSpPr>
            <p:spPr bwMode="auto">
              <a:xfrm>
                <a:off x="2371738" y="5050277"/>
                <a:ext cx="371549" cy="36987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i="0" dirty="0" smtClean="0">
                    <a:latin typeface="Arial" panose="020B0604020202090204" pitchFamily="34" charset="0"/>
                    <a:cs typeface="Arial" panose="020B0604020202090204" pitchFamily="34" charset="0"/>
                  </a:rPr>
                  <a:t>A</a:t>
                </a:r>
                <a:r>
                  <a:rPr lang="ja-JP" altLang="en-US" i="0" smtClean="0">
                    <a:latin typeface="Arial" panose="020B0604020202090204" pitchFamily="34" charset="0"/>
                    <a:cs typeface="Arial" panose="020B0604020202090204" pitchFamily="34" charset="0"/>
                  </a:rPr>
                  <a:t>’</a:t>
                </a:r>
                <a:endParaRPr lang="en-US" i="0" dirty="0" smtClean="0">
                  <a:latin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63500" name="Text Box 25"/>
              <p:cNvSpPr txBox="1">
                <a:spLocks noChangeArrowheads="1"/>
              </p:cNvSpPr>
              <p:nvPr/>
            </p:nvSpPr>
            <p:spPr bwMode="auto">
              <a:xfrm>
                <a:off x="3988134" y="2419849"/>
                <a:ext cx="338205" cy="36829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i="0" dirty="0" smtClean="0">
                    <a:latin typeface="Arial" panose="020B0604020202090204" pitchFamily="34" charset="0"/>
                    <a:cs typeface="Arial" panose="020B0604020202090204" pitchFamily="34" charset="0"/>
                  </a:rPr>
                  <a:t>B</a:t>
                </a:r>
                <a:endParaRPr lang="en-US" i="0" dirty="0" smtClean="0">
                  <a:latin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63501" name="Text Box 26"/>
              <p:cNvSpPr txBox="1">
                <a:spLocks noChangeArrowheads="1"/>
              </p:cNvSpPr>
              <p:nvPr/>
            </p:nvSpPr>
            <p:spPr bwMode="auto">
              <a:xfrm>
                <a:off x="995101" y="4188283"/>
                <a:ext cx="390603" cy="36829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i="0" dirty="0" smtClean="0">
                    <a:latin typeface="Arial" panose="020B0604020202090204" pitchFamily="34" charset="0"/>
                    <a:cs typeface="Arial" panose="020B0604020202090204" pitchFamily="34" charset="0"/>
                  </a:rPr>
                  <a:t>B</a:t>
                </a:r>
                <a:r>
                  <a:rPr lang="ja-JP" altLang="en-US" i="0" smtClean="0">
                    <a:latin typeface="Arial" panose="020B0604020202090204" pitchFamily="34" charset="0"/>
                    <a:cs typeface="Arial" panose="020B0604020202090204" pitchFamily="34" charset="0"/>
                  </a:rPr>
                  <a:t>’</a:t>
                </a:r>
                <a:endParaRPr lang="en-US" i="0" dirty="0" smtClean="0">
                  <a:latin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63502" name="Text Box 27"/>
              <p:cNvSpPr txBox="1">
                <a:spLocks noChangeArrowheads="1"/>
              </p:cNvSpPr>
              <p:nvPr/>
            </p:nvSpPr>
            <p:spPr bwMode="auto">
              <a:xfrm>
                <a:off x="3740435" y="4188283"/>
                <a:ext cx="350908" cy="36829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i="0" dirty="0" smtClean="0">
                    <a:latin typeface="Arial" panose="020B0604020202090204" pitchFamily="34" charset="0"/>
                    <a:cs typeface="Arial" panose="020B0604020202090204" pitchFamily="34" charset="0"/>
                  </a:rPr>
                  <a:t>C</a:t>
                </a:r>
                <a:endParaRPr lang="en-US" i="0" dirty="0" smtClean="0">
                  <a:latin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63503" name="Text Box 28"/>
              <p:cNvSpPr txBox="1">
                <a:spLocks noChangeArrowheads="1"/>
              </p:cNvSpPr>
              <p:nvPr/>
            </p:nvSpPr>
            <p:spPr bwMode="auto">
              <a:xfrm>
                <a:off x="1123714" y="2465886"/>
                <a:ext cx="403305" cy="36829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i="0" dirty="0" smtClean="0">
                    <a:latin typeface="Arial" panose="020B0604020202090204" pitchFamily="34" charset="0"/>
                    <a:cs typeface="Arial" panose="020B0604020202090204" pitchFamily="34" charset="0"/>
                  </a:rPr>
                  <a:t>C</a:t>
                </a:r>
                <a:r>
                  <a:rPr lang="ja-JP" altLang="en-US" i="0" smtClean="0">
                    <a:latin typeface="Arial" panose="020B0604020202090204" pitchFamily="34" charset="0"/>
                    <a:cs typeface="Arial" panose="020B0604020202090204" pitchFamily="34" charset="0"/>
                  </a:rPr>
                  <a:t>’</a:t>
                </a:r>
                <a:endParaRPr lang="en-US" i="0" dirty="0" smtClean="0">
                  <a:latin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63504" name="Line 17"/>
              <p:cNvSpPr>
                <a:spLocks noChangeShapeType="1"/>
              </p:cNvSpPr>
              <p:nvPr/>
            </p:nvSpPr>
            <p:spPr bwMode="auto">
              <a:xfrm>
                <a:off x="1687389" y="3165957"/>
                <a:ext cx="720869" cy="29844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3505" name="Line 18"/>
              <p:cNvSpPr>
                <a:spLocks noChangeShapeType="1"/>
              </p:cNvSpPr>
              <p:nvPr/>
            </p:nvSpPr>
            <p:spPr bwMode="auto">
              <a:xfrm>
                <a:off x="2673423" y="2872277"/>
                <a:ext cx="0" cy="5048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3506" name="Line 19"/>
              <p:cNvSpPr>
                <a:spLocks noChangeShapeType="1"/>
              </p:cNvSpPr>
              <p:nvPr/>
            </p:nvSpPr>
            <p:spPr bwMode="auto">
              <a:xfrm flipH="1">
                <a:off x="2863961" y="2996099"/>
                <a:ext cx="892353" cy="4841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3507" name="Line 20"/>
              <p:cNvSpPr>
                <a:spLocks noChangeShapeType="1"/>
              </p:cNvSpPr>
              <p:nvPr/>
            </p:nvSpPr>
            <p:spPr bwMode="auto">
              <a:xfrm flipV="1">
                <a:off x="2673423" y="3605685"/>
                <a:ext cx="12703" cy="7095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grpSp>
            <p:nvGrpSpPr>
              <p:cNvPr id="164885" name="Group 47"/>
              <p:cNvGrpSpPr/>
              <p:nvPr/>
            </p:nvGrpSpPr>
            <p:grpSpPr bwMode="auto">
              <a:xfrm>
                <a:off x="747936" y="2733042"/>
                <a:ext cx="914403" cy="690308"/>
                <a:chOff x="1046480" y="3962400"/>
                <a:chExt cx="1026163" cy="761428"/>
              </a:xfrm>
            </p:grpSpPr>
            <p:sp>
              <p:nvSpPr>
                <p:cNvPr id="82" name="Rectangle 48"/>
                <p:cNvSpPr>
                  <a:spLocks noChangeArrowheads="1"/>
                </p:cNvSpPr>
                <p:nvPr/>
              </p:nvSpPr>
              <p:spPr bwMode="auto">
                <a:xfrm rot="16200000">
                  <a:off x="1893247" y="4299441"/>
                  <a:ext cx="110313" cy="247682"/>
                </a:xfrm>
                <a:prstGeom prst="rect">
                  <a:avLst/>
                </a:prstGeom>
                <a:gradFill rotWithShape="1">
                  <a:gsLst>
                    <a:gs pos="0">
                      <a:srgbClr val="008000"/>
                    </a:gs>
                    <a:gs pos="50000">
                      <a:schemeClr val="bg1"/>
                    </a:gs>
                    <a:gs pos="100000">
                      <a:srgbClr val="008000"/>
                    </a:gs>
                  </a:gsLst>
                  <a:lin ang="0" scaled="1"/>
                </a:gradFill>
                <a:ln w="9525">
                  <a:solidFill>
                    <a:srgbClr val="008000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latin typeface="Arial" panose="020B0604020202090204" pitchFamily="34" charset="0"/>
                    <a:ea typeface="+mn-ea"/>
                    <a:cs typeface="Arial" panose="020B0604020202090204" pitchFamily="34" charset="0"/>
                  </a:endParaRPr>
                </a:p>
              </p:txBody>
            </p:sp>
            <p:grpSp>
              <p:nvGrpSpPr>
                <p:cNvPr id="164920" name="Group 49"/>
                <p:cNvGrpSpPr/>
                <p:nvPr/>
              </p:nvGrpSpPr>
              <p:grpSpPr bwMode="auto">
                <a:xfrm>
                  <a:off x="1046480" y="3962400"/>
                  <a:ext cx="936071" cy="761428"/>
                  <a:chOff x="-44" y="1473"/>
                  <a:chExt cx="981" cy="1105"/>
                </a:xfrm>
              </p:grpSpPr>
              <p:pic>
                <p:nvPicPr>
                  <p:cNvPr id="164921" name="Picture 50" descr="desktop_computer_stylized_medium"/>
                  <p:cNvPicPr>
                    <a:picLocks noChangeAspect="1" noChangeArrowheads="1"/>
                  </p:cNvPicPr>
                  <p:nvPr/>
                </p:nvPicPr>
                <p:blipFill>
                  <a:blip r:embed="rId1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164922" name="Freeform 51"/>
                  <p:cNvSpPr/>
                  <p:nvPr/>
                </p:nvSpPr>
                <p:spPr bwMode="auto">
                  <a:xfrm flipH="1">
                    <a:off x="374" y="1579"/>
                    <a:ext cx="477" cy="506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1736 w 356"/>
                      <a:gd name="T3" fmla="*/ 95 h 368"/>
                      <a:gd name="T4" fmla="*/ 2059 w 356"/>
                      <a:gd name="T5" fmla="*/ 1990 h 368"/>
                      <a:gd name="T6" fmla="*/ 454 w 356"/>
                      <a:gd name="T7" fmla="*/ 2489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</p:spPr>
                <p:txBody>
                  <a:bodyPr wrap="none"/>
                  <a:lstStyle/>
                  <a:p>
                    <a:endParaRPr lang="en-US" dirty="0"/>
                  </a:p>
                </p:txBody>
              </p:sp>
            </p:grpSp>
          </p:grpSp>
          <p:grpSp>
            <p:nvGrpSpPr>
              <p:cNvPr id="164886" name="Group 48"/>
              <p:cNvGrpSpPr/>
              <p:nvPr/>
            </p:nvGrpSpPr>
            <p:grpSpPr bwMode="auto">
              <a:xfrm>
                <a:off x="3539588" y="2669737"/>
                <a:ext cx="853440" cy="741680"/>
                <a:chOff x="7179310" y="4033520"/>
                <a:chExt cx="1009650" cy="855028"/>
              </a:xfrm>
            </p:grpSpPr>
            <p:grpSp>
              <p:nvGrpSpPr>
                <p:cNvPr id="164915" name="Group 44"/>
                <p:cNvGrpSpPr/>
                <p:nvPr/>
              </p:nvGrpSpPr>
              <p:grpSpPr bwMode="auto">
                <a:xfrm>
                  <a:off x="7179310" y="4033520"/>
                  <a:ext cx="1009650" cy="855028"/>
                  <a:chOff x="-44" y="1473"/>
                  <a:chExt cx="981" cy="1105"/>
                </a:xfrm>
              </p:grpSpPr>
              <p:pic>
                <p:nvPicPr>
                  <p:cNvPr id="164917" name="Picture 45" descr="desktop_computer_stylized_medium"/>
                  <p:cNvPicPr>
                    <a:picLocks noChangeAspect="1" noChangeArrowheads="1"/>
                  </p:cNvPicPr>
                  <p:nvPr/>
                </p:nvPicPr>
                <p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164918" name="Freeform 46"/>
                  <p:cNvSpPr/>
                  <p:nvPr/>
                </p:nvSpPr>
                <p:spPr bwMode="auto">
                  <a:xfrm flipH="1">
                    <a:off x="374" y="1579"/>
                    <a:ext cx="477" cy="506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1736 w 356"/>
                      <a:gd name="T3" fmla="*/ 95 h 368"/>
                      <a:gd name="T4" fmla="*/ 2059 w 356"/>
                      <a:gd name="T5" fmla="*/ 1990 h 368"/>
                      <a:gd name="T6" fmla="*/ 454 w 356"/>
                      <a:gd name="T7" fmla="*/ 2489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</p:spPr>
                <p:txBody>
                  <a:bodyPr wrap="none"/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79" name="Rectangle 43"/>
                <p:cNvSpPr>
                  <a:spLocks noChangeArrowheads="1"/>
                </p:cNvSpPr>
                <p:nvPr/>
              </p:nvSpPr>
              <p:spPr bwMode="auto">
                <a:xfrm rot="16200000">
                  <a:off x="7440190" y="4309334"/>
                  <a:ext cx="126274" cy="195358"/>
                </a:xfrm>
                <a:prstGeom prst="rect">
                  <a:avLst/>
                </a:prstGeom>
                <a:gradFill rotWithShape="1">
                  <a:gsLst>
                    <a:gs pos="0">
                      <a:srgbClr val="008000"/>
                    </a:gs>
                    <a:gs pos="50000">
                      <a:schemeClr val="bg1"/>
                    </a:gs>
                    <a:gs pos="100000">
                      <a:srgbClr val="008000"/>
                    </a:gs>
                  </a:gsLst>
                  <a:lin ang="0" scaled="1"/>
                </a:gradFill>
                <a:ln w="9525">
                  <a:solidFill>
                    <a:srgbClr val="008000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latin typeface="Arial" panose="020B0604020202090204" pitchFamily="34" charset="0"/>
                    <a:ea typeface="+mn-ea"/>
                    <a:cs typeface="Arial" panose="020B0604020202090204" pitchFamily="34" charset="0"/>
                  </a:endParaRPr>
                </a:p>
              </p:txBody>
            </p:sp>
          </p:grpSp>
          <p:sp>
            <p:nvSpPr>
              <p:cNvPr id="50" name="Rectangle 43"/>
              <p:cNvSpPr>
                <a:spLocks noChangeArrowheads="1"/>
              </p:cNvSpPr>
              <p:nvPr/>
            </p:nvSpPr>
            <p:spPr bwMode="auto">
              <a:xfrm>
                <a:off x="2614674" y="2705593"/>
                <a:ext cx="109559" cy="165096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latin typeface="Arial" panose="020B0604020202090204" pitchFamily="34" charset="0"/>
                  <a:ea typeface="+mn-ea"/>
                  <a:cs typeface="Arial" panose="020B0604020202090204" pitchFamily="34" charset="0"/>
                </a:endParaRPr>
              </a:p>
            </p:txBody>
          </p:sp>
          <p:grpSp>
            <p:nvGrpSpPr>
              <p:cNvPr id="164888" name="Group 44"/>
              <p:cNvGrpSpPr/>
              <p:nvPr/>
            </p:nvGrpSpPr>
            <p:grpSpPr bwMode="auto">
              <a:xfrm>
                <a:off x="2233637" y="2138292"/>
                <a:ext cx="853440" cy="741680"/>
                <a:chOff x="-44" y="1473"/>
                <a:chExt cx="981" cy="1105"/>
              </a:xfrm>
            </p:grpSpPr>
            <p:pic>
              <p:nvPicPr>
                <p:cNvPr id="164913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64914" name="Freeform 46"/>
                <p:cNvSpPr/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  <p:grpSp>
            <p:nvGrpSpPr>
              <p:cNvPr id="164889" name="Group 51"/>
              <p:cNvGrpSpPr/>
              <p:nvPr/>
            </p:nvGrpSpPr>
            <p:grpSpPr bwMode="auto">
              <a:xfrm>
                <a:off x="2060917" y="4279843"/>
                <a:ext cx="853440" cy="835329"/>
                <a:chOff x="8077200" y="3320111"/>
                <a:chExt cx="853440" cy="835329"/>
              </a:xfrm>
            </p:grpSpPr>
            <p:sp>
              <p:nvSpPr>
                <p:cNvPr id="72" name="Rectangle 43"/>
                <p:cNvSpPr>
                  <a:spLocks noChangeArrowheads="1"/>
                </p:cNvSpPr>
                <p:nvPr/>
              </p:nvSpPr>
              <p:spPr bwMode="auto">
                <a:xfrm>
                  <a:off x="8630957" y="3320624"/>
                  <a:ext cx="111147" cy="165096"/>
                </a:xfrm>
                <a:prstGeom prst="rect">
                  <a:avLst/>
                </a:prstGeom>
                <a:gradFill rotWithShape="1">
                  <a:gsLst>
                    <a:gs pos="0">
                      <a:srgbClr val="008000"/>
                    </a:gs>
                    <a:gs pos="50000">
                      <a:schemeClr val="bg1"/>
                    </a:gs>
                    <a:gs pos="100000">
                      <a:srgbClr val="008000"/>
                    </a:gs>
                  </a:gsLst>
                  <a:lin ang="0" scaled="1"/>
                </a:gradFill>
                <a:ln w="9525">
                  <a:solidFill>
                    <a:srgbClr val="008000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latin typeface="Arial" panose="020B0604020202090204" pitchFamily="34" charset="0"/>
                    <a:ea typeface="+mn-ea"/>
                    <a:cs typeface="Arial" panose="020B0604020202090204" pitchFamily="34" charset="0"/>
                  </a:endParaRPr>
                </a:p>
              </p:txBody>
            </p:sp>
            <p:grpSp>
              <p:nvGrpSpPr>
                <p:cNvPr id="164910" name="Group 44"/>
                <p:cNvGrpSpPr/>
                <p:nvPr/>
              </p:nvGrpSpPr>
              <p:grpSpPr bwMode="auto">
                <a:xfrm>
                  <a:off x="8077200" y="3413760"/>
                  <a:ext cx="853440" cy="741680"/>
                  <a:chOff x="-44" y="1473"/>
                  <a:chExt cx="981" cy="1105"/>
                </a:xfrm>
              </p:grpSpPr>
              <p:pic>
                <p:nvPicPr>
                  <p:cNvPr id="164911" name="Picture 45" descr="desktop_computer_stylized_medium"/>
                  <p:cNvPicPr>
                    <a:picLocks noChangeAspect="1" noChangeArrowheads="1"/>
                  </p:cNvPicPr>
                  <p:nvPr/>
                </p:nvPicPr>
                <p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164912" name="Freeform 46"/>
                  <p:cNvSpPr/>
                  <p:nvPr/>
                </p:nvSpPr>
                <p:spPr bwMode="auto">
                  <a:xfrm flipH="1">
                    <a:off x="374" y="1579"/>
                    <a:ext cx="477" cy="506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1736 w 356"/>
                      <a:gd name="T3" fmla="*/ 95 h 368"/>
                      <a:gd name="T4" fmla="*/ 2059 w 356"/>
                      <a:gd name="T5" fmla="*/ 1990 h 368"/>
                      <a:gd name="T6" fmla="*/ 454 w 356"/>
                      <a:gd name="T7" fmla="*/ 2489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</p:spPr>
                <p:txBody>
                  <a:bodyPr wrap="none"/>
                  <a:lstStyle/>
                  <a:p>
                    <a:endParaRPr lang="en-US" dirty="0"/>
                  </a:p>
                </p:txBody>
              </p:sp>
            </p:grpSp>
          </p:grpSp>
          <p:pic>
            <p:nvPicPr>
              <p:cNvPr id="63513" name="Picture 3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374913" y="3316766"/>
                <a:ext cx="603370" cy="34130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</p:pic>
          <p:grpSp>
            <p:nvGrpSpPr>
              <p:cNvPr id="164891" name="Group 53"/>
              <p:cNvGrpSpPr/>
              <p:nvPr/>
            </p:nvGrpSpPr>
            <p:grpSpPr bwMode="auto">
              <a:xfrm>
                <a:off x="731524" y="3616962"/>
                <a:ext cx="914403" cy="690308"/>
                <a:chOff x="1046480" y="3962400"/>
                <a:chExt cx="1026163" cy="761428"/>
              </a:xfrm>
            </p:grpSpPr>
            <p:sp>
              <p:nvSpPr>
                <p:cNvPr id="68" name="Rectangle 48"/>
                <p:cNvSpPr>
                  <a:spLocks noChangeArrowheads="1"/>
                </p:cNvSpPr>
                <p:nvPr/>
              </p:nvSpPr>
              <p:spPr bwMode="auto">
                <a:xfrm rot="16200000">
                  <a:off x="1893846" y="4299769"/>
                  <a:ext cx="110314" cy="247682"/>
                </a:xfrm>
                <a:prstGeom prst="rect">
                  <a:avLst/>
                </a:prstGeom>
                <a:gradFill rotWithShape="1">
                  <a:gsLst>
                    <a:gs pos="0">
                      <a:srgbClr val="008000"/>
                    </a:gs>
                    <a:gs pos="50000">
                      <a:schemeClr val="bg1"/>
                    </a:gs>
                    <a:gs pos="100000">
                      <a:srgbClr val="008000"/>
                    </a:gs>
                  </a:gsLst>
                  <a:lin ang="0" scaled="1"/>
                </a:gradFill>
                <a:ln w="9525">
                  <a:solidFill>
                    <a:srgbClr val="008000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latin typeface="Arial" panose="020B0604020202090204" pitchFamily="34" charset="0"/>
                    <a:ea typeface="+mn-ea"/>
                    <a:cs typeface="Arial" panose="020B0604020202090204" pitchFamily="34" charset="0"/>
                  </a:endParaRPr>
                </a:p>
              </p:txBody>
            </p:sp>
            <p:grpSp>
              <p:nvGrpSpPr>
                <p:cNvPr id="164906" name="Group 49"/>
                <p:cNvGrpSpPr/>
                <p:nvPr/>
              </p:nvGrpSpPr>
              <p:grpSpPr bwMode="auto">
                <a:xfrm>
                  <a:off x="1046480" y="3962400"/>
                  <a:ext cx="936071" cy="761428"/>
                  <a:chOff x="-44" y="1473"/>
                  <a:chExt cx="981" cy="1105"/>
                </a:xfrm>
              </p:grpSpPr>
              <p:pic>
                <p:nvPicPr>
                  <p:cNvPr id="164907" name="Picture 50" descr="desktop_computer_stylized_medium"/>
                  <p:cNvPicPr>
                    <a:picLocks noChangeAspect="1" noChangeArrowheads="1"/>
                  </p:cNvPicPr>
                  <p:nvPr/>
                </p:nvPicPr>
                <p:blipFill>
                  <a:blip r:embed="rId1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164908" name="Freeform 51"/>
                  <p:cNvSpPr/>
                  <p:nvPr/>
                </p:nvSpPr>
                <p:spPr bwMode="auto">
                  <a:xfrm flipH="1">
                    <a:off x="374" y="1579"/>
                    <a:ext cx="477" cy="506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1736 w 356"/>
                      <a:gd name="T3" fmla="*/ 95 h 368"/>
                      <a:gd name="T4" fmla="*/ 2059 w 356"/>
                      <a:gd name="T5" fmla="*/ 1990 h 368"/>
                      <a:gd name="T6" fmla="*/ 454 w 356"/>
                      <a:gd name="T7" fmla="*/ 2489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</p:spPr>
                <p:txBody>
                  <a:bodyPr wrap="none"/>
                  <a:lstStyle/>
                  <a:p>
                    <a:endParaRPr lang="en-US" dirty="0"/>
                  </a:p>
                </p:txBody>
              </p:sp>
            </p:grpSp>
          </p:grpSp>
          <p:grpSp>
            <p:nvGrpSpPr>
              <p:cNvPr id="164892" name="Group 54"/>
              <p:cNvGrpSpPr/>
              <p:nvPr/>
            </p:nvGrpSpPr>
            <p:grpSpPr bwMode="auto">
              <a:xfrm>
                <a:off x="3410634" y="3567725"/>
                <a:ext cx="853440" cy="741680"/>
                <a:chOff x="7179310" y="4033520"/>
                <a:chExt cx="1009650" cy="855028"/>
              </a:xfrm>
            </p:grpSpPr>
            <p:grpSp>
              <p:nvGrpSpPr>
                <p:cNvPr id="164901" name="Group 44"/>
                <p:cNvGrpSpPr/>
                <p:nvPr/>
              </p:nvGrpSpPr>
              <p:grpSpPr bwMode="auto">
                <a:xfrm>
                  <a:off x="7179310" y="4033520"/>
                  <a:ext cx="1009650" cy="855028"/>
                  <a:chOff x="-44" y="1473"/>
                  <a:chExt cx="981" cy="1105"/>
                </a:xfrm>
              </p:grpSpPr>
              <p:pic>
                <p:nvPicPr>
                  <p:cNvPr id="164903" name="Picture 45" descr="desktop_computer_stylized_medium"/>
                  <p:cNvPicPr>
                    <a:picLocks noChangeAspect="1" noChangeArrowheads="1"/>
                  </p:cNvPicPr>
                  <p:nvPr/>
                </p:nvPicPr>
                <p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164904" name="Freeform 46"/>
                  <p:cNvSpPr/>
                  <p:nvPr/>
                </p:nvSpPr>
                <p:spPr bwMode="auto">
                  <a:xfrm flipH="1">
                    <a:off x="374" y="1579"/>
                    <a:ext cx="477" cy="506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1736 w 356"/>
                      <a:gd name="T3" fmla="*/ 95 h 368"/>
                      <a:gd name="T4" fmla="*/ 2059 w 356"/>
                      <a:gd name="T5" fmla="*/ 1990 h 368"/>
                      <a:gd name="T6" fmla="*/ 454 w 356"/>
                      <a:gd name="T7" fmla="*/ 2489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ffectLst/>
                </p:spPr>
                <p:txBody>
                  <a:bodyPr wrap="none"/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65" name="Rectangle 43"/>
                <p:cNvSpPr>
                  <a:spLocks noChangeArrowheads="1"/>
                </p:cNvSpPr>
                <p:nvPr/>
              </p:nvSpPr>
              <p:spPr bwMode="auto">
                <a:xfrm rot="16200000">
                  <a:off x="7438739" y="4308075"/>
                  <a:ext cx="128105" cy="197237"/>
                </a:xfrm>
                <a:prstGeom prst="rect">
                  <a:avLst/>
                </a:prstGeom>
                <a:gradFill rotWithShape="1">
                  <a:gsLst>
                    <a:gs pos="0">
                      <a:srgbClr val="008000"/>
                    </a:gs>
                    <a:gs pos="50000">
                      <a:schemeClr val="bg1"/>
                    </a:gs>
                    <a:gs pos="100000">
                      <a:srgbClr val="008000"/>
                    </a:gs>
                  </a:gsLst>
                  <a:lin ang="0" scaled="1"/>
                </a:gradFill>
                <a:ln w="9525">
                  <a:solidFill>
                    <a:srgbClr val="008000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latin typeface="Arial" panose="020B0604020202090204" pitchFamily="34" charset="0"/>
                    <a:ea typeface="+mn-ea"/>
                    <a:cs typeface="Arial" panose="020B0604020202090204" pitchFamily="34" charset="0"/>
                  </a:endParaRPr>
                </a:p>
              </p:txBody>
            </p:sp>
          </p:grpSp>
          <p:sp>
            <p:nvSpPr>
              <p:cNvPr id="63516" name="Line 17"/>
              <p:cNvSpPr>
                <a:spLocks noChangeShapeType="1"/>
              </p:cNvSpPr>
              <p:nvPr/>
            </p:nvSpPr>
            <p:spPr bwMode="auto">
              <a:xfrm flipV="1">
                <a:off x="1660396" y="3600922"/>
                <a:ext cx="744686" cy="4508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3517" name="Line 19"/>
              <p:cNvSpPr>
                <a:spLocks noChangeShapeType="1"/>
              </p:cNvSpPr>
              <p:nvPr/>
            </p:nvSpPr>
            <p:spPr bwMode="auto">
              <a:xfrm flipH="1" flipV="1">
                <a:off x="2968756" y="3545361"/>
                <a:ext cx="646242" cy="33812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63518" name="Text Box 35"/>
              <p:cNvSpPr txBox="1">
                <a:spLocks noChangeArrowheads="1"/>
              </p:cNvSpPr>
              <p:nvPr/>
            </p:nvSpPr>
            <p:spPr bwMode="auto">
              <a:xfrm>
                <a:off x="2401907" y="3026260"/>
                <a:ext cx="312799" cy="36987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i="0" dirty="0" smtClean="0">
                    <a:solidFill>
                      <a:srgbClr val="FF0000"/>
                    </a:solidFill>
                    <a:latin typeface="Arial" panose="020B0604020202090204" pitchFamily="34" charset="0"/>
                    <a:cs typeface="Arial" panose="020B0604020202090204" pitchFamily="34" charset="0"/>
                  </a:rPr>
                  <a:t>1</a:t>
                </a:r>
                <a:endParaRPr lang="en-US" i="0" dirty="0" smtClean="0">
                  <a:solidFill>
                    <a:srgbClr val="FF0000"/>
                  </a:solidFill>
                  <a:latin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63519" name="Text Box 36"/>
              <p:cNvSpPr txBox="1">
                <a:spLocks noChangeArrowheads="1"/>
              </p:cNvSpPr>
              <p:nvPr/>
            </p:nvSpPr>
            <p:spPr bwMode="auto">
              <a:xfrm>
                <a:off x="2903656" y="3051660"/>
                <a:ext cx="323914" cy="36670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i="0" dirty="0" smtClean="0">
                    <a:solidFill>
                      <a:srgbClr val="FF0000"/>
                    </a:solidFill>
                    <a:latin typeface="Arial" panose="020B0604020202090204" pitchFamily="34" charset="0"/>
                    <a:cs typeface="Arial" panose="020B0604020202090204" pitchFamily="34" charset="0"/>
                  </a:rPr>
                  <a:t>2</a:t>
                </a:r>
                <a:endParaRPr lang="en-US" i="0" dirty="0" smtClean="0">
                  <a:solidFill>
                    <a:srgbClr val="FF0000"/>
                  </a:solidFill>
                  <a:latin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63520" name="Text Box 37"/>
              <p:cNvSpPr txBox="1">
                <a:spLocks noChangeArrowheads="1"/>
              </p:cNvSpPr>
              <p:nvPr/>
            </p:nvSpPr>
            <p:spPr bwMode="auto">
              <a:xfrm>
                <a:off x="3125951" y="3710457"/>
                <a:ext cx="322326" cy="36670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i="0" dirty="0" smtClean="0">
                    <a:solidFill>
                      <a:srgbClr val="FF0000"/>
                    </a:solidFill>
                    <a:latin typeface="Arial" panose="020B0604020202090204" pitchFamily="34" charset="0"/>
                    <a:cs typeface="Arial" panose="020B0604020202090204" pitchFamily="34" charset="0"/>
                  </a:rPr>
                  <a:t>3</a:t>
                </a:r>
                <a:endParaRPr lang="en-US" i="0" dirty="0" smtClean="0">
                  <a:solidFill>
                    <a:srgbClr val="FF0000"/>
                  </a:solidFill>
                  <a:latin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63521" name="Text Box 38"/>
              <p:cNvSpPr txBox="1">
                <a:spLocks noChangeArrowheads="1"/>
              </p:cNvSpPr>
              <p:nvPr/>
            </p:nvSpPr>
            <p:spPr bwMode="auto">
              <a:xfrm>
                <a:off x="2640079" y="3654896"/>
                <a:ext cx="323914" cy="36670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i="0" dirty="0" smtClean="0">
                    <a:solidFill>
                      <a:srgbClr val="FF0000"/>
                    </a:solidFill>
                    <a:latin typeface="Arial" panose="020B0604020202090204" pitchFamily="34" charset="0"/>
                    <a:cs typeface="Arial" panose="020B0604020202090204" pitchFamily="34" charset="0"/>
                  </a:rPr>
                  <a:t>4</a:t>
                </a:r>
                <a:endParaRPr lang="en-US" i="0" dirty="0" smtClean="0">
                  <a:solidFill>
                    <a:srgbClr val="FF0000"/>
                  </a:solidFill>
                  <a:latin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63522" name="Text Box 39"/>
              <p:cNvSpPr txBox="1">
                <a:spLocks noChangeArrowheads="1"/>
              </p:cNvSpPr>
              <p:nvPr/>
            </p:nvSpPr>
            <p:spPr bwMode="auto">
              <a:xfrm>
                <a:off x="2070052" y="3704108"/>
                <a:ext cx="323914" cy="36670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i="0" dirty="0" smtClean="0">
                    <a:solidFill>
                      <a:srgbClr val="FF0000"/>
                    </a:solidFill>
                    <a:latin typeface="Arial" panose="020B0604020202090204" pitchFamily="34" charset="0"/>
                    <a:cs typeface="Arial" panose="020B0604020202090204" pitchFamily="34" charset="0"/>
                  </a:rPr>
                  <a:t>5</a:t>
                </a:r>
                <a:endParaRPr lang="en-US" i="0" dirty="0" smtClean="0">
                  <a:solidFill>
                    <a:srgbClr val="FF0000"/>
                  </a:solidFill>
                  <a:latin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63523" name="Text Box 40"/>
              <p:cNvSpPr txBox="1">
                <a:spLocks noChangeArrowheads="1"/>
              </p:cNvSpPr>
              <p:nvPr/>
            </p:nvSpPr>
            <p:spPr bwMode="auto">
              <a:xfrm>
                <a:off x="2039884" y="3080234"/>
                <a:ext cx="319151" cy="36987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i="0" dirty="0" smtClean="0">
                    <a:solidFill>
                      <a:srgbClr val="FF0000"/>
                    </a:solidFill>
                    <a:latin typeface="Arial" panose="020B0604020202090204" pitchFamily="34" charset="0"/>
                    <a:cs typeface="Arial" panose="020B0604020202090204" pitchFamily="34" charset="0"/>
                  </a:rPr>
                  <a:t>6</a:t>
                </a:r>
                <a:endParaRPr lang="en-US" i="0" dirty="0" smtClean="0">
                  <a:solidFill>
                    <a:srgbClr val="FF0000"/>
                  </a:solidFill>
                  <a:latin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</p:grpSp>
      </p:grpSp>
      <p:sp>
        <p:nvSpPr>
          <p:cNvPr id="58" name="Rectangle 3"/>
          <p:cNvSpPr txBox="1">
            <a:spLocks noChangeArrowheads="1"/>
          </p:cNvSpPr>
          <p:nvPr/>
        </p:nvSpPr>
        <p:spPr bwMode="auto">
          <a:xfrm>
            <a:off x="477838" y="2566988"/>
            <a:ext cx="4878387" cy="2132012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charset="0"/>
              <a:buChar char="v"/>
              <a:defRPr sz="28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panose="05000000000000000000" charset="0"/>
              <a:buChar char="§"/>
              <a:defRPr sz="2400">
                <a:solidFill>
                  <a:schemeClr val="tx1"/>
                </a:solidFill>
                <a:latin typeface="+mn-lt"/>
                <a:ea typeface="MS PGothic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MS PGothic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503050405090304" charset="0"/>
                <a:ea typeface="MS PGothic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503050405090304" charset="0"/>
                <a:ea typeface="MS PGothic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50305040509030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50305040509030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50305040509030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503050405090304" charset="0"/>
              </a:defRPr>
            </a:lvl9pPr>
          </a:lstStyle>
          <a:p>
            <a:pPr>
              <a:lnSpc>
                <a:spcPts val="3000"/>
              </a:lnSpc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i="1" u="sng" dirty="0" smtClean="0">
                <a:solidFill>
                  <a:srgbClr val="CC0000"/>
                </a:solidFill>
                <a:latin typeface="Gill Sans MT" pitchFamily="34" charset="0"/>
              </a:rPr>
              <a:t>A:</a:t>
            </a:r>
            <a:r>
              <a:rPr lang="en-US" i="1" dirty="0" smtClean="0">
                <a:solidFill>
                  <a:srgbClr val="CC0000"/>
                </a:solidFill>
                <a:latin typeface="Gill Sans MT" pitchFamily="34" charset="0"/>
              </a:rPr>
              <a:t>  </a:t>
            </a:r>
            <a:r>
              <a:rPr lang="en-US" dirty="0" smtClean="0">
                <a:latin typeface="Gill Sans MT" pitchFamily="34" charset="0"/>
              </a:rPr>
              <a:t>each switch has a </a:t>
            </a:r>
            <a:r>
              <a:rPr lang="en-US" dirty="0" smtClean="0">
                <a:solidFill>
                  <a:srgbClr val="CC0000"/>
                </a:solidFill>
                <a:latin typeface="Gill Sans MT" pitchFamily="34" charset="0"/>
              </a:rPr>
              <a:t>switch table,</a:t>
            </a:r>
            <a:r>
              <a:rPr lang="en-US" dirty="0" smtClean="0">
                <a:solidFill>
                  <a:srgbClr val="FF0000"/>
                </a:solidFill>
                <a:latin typeface="Gill Sans MT" pitchFamily="34" charset="0"/>
              </a:rPr>
              <a:t> </a:t>
            </a:r>
            <a:r>
              <a:rPr lang="en-US" dirty="0" smtClean="0">
                <a:latin typeface="Gill Sans MT" pitchFamily="34" charset="0"/>
              </a:rPr>
              <a:t>each entry:</a:t>
            </a:r>
            <a:endParaRPr lang="en-US" dirty="0" smtClean="0">
              <a:latin typeface="Gill Sans MT" pitchFamily="34" charset="0"/>
            </a:endParaRPr>
          </a:p>
          <a:p>
            <a:pPr lvl="1">
              <a:lnSpc>
                <a:spcPct val="100000"/>
              </a:lnSpc>
              <a:defRPr/>
            </a:pPr>
            <a:r>
              <a:rPr lang="en-US" dirty="0" smtClean="0">
                <a:latin typeface="Gill Sans MT" pitchFamily="34" charset="0"/>
                <a:cs typeface="+mn-cs"/>
              </a:rPr>
              <a:t>(MAC address of host, interface to reach host, time stamp)</a:t>
            </a:r>
            <a:endParaRPr lang="en-US" dirty="0" smtClean="0">
              <a:latin typeface="Gill Sans MT" pitchFamily="34" charset="0"/>
              <a:cs typeface="+mn-cs"/>
            </a:endParaRPr>
          </a:p>
          <a:p>
            <a:pPr lvl="1">
              <a:lnSpc>
                <a:spcPct val="100000"/>
              </a:lnSpc>
              <a:defRPr/>
            </a:pPr>
            <a:r>
              <a:rPr lang="en-US" dirty="0" smtClean="0">
                <a:latin typeface="Gill Sans MT" pitchFamily="34" charset="0"/>
                <a:cs typeface="+mn-cs"/>
              </a:rPr>
              <a:t>looks like a routing table!</a:t>
            </a:r>
            <a:endParaRPr lang="en-US" dirty="0" smtClean="0">
              <a:latin typeface="Gill Sans MT" pitchFamily="34" charset="0"/>
              <a:cs typeface="+mn-cs"/>
            </a:endParaRPr>
          </a:p>
        </p:txBody>
      </p:sp>
      <p:pic>
        <p:nvPicPr>
          <p:cNvPr id="164871" name="Picture 22" descr="underline_base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625" y="898525"/>
            <a:ext cx="4570413" cy="17303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Rectangle 3"/>
          <p:cNvSpPr txBox="1">
            <a:spLocks noChangeArrowheads="1"/>
          </p:cNvSpPr>
          <p:nvPr/>
        </p:nvSpPr>
        <p:spPr bwMode="auto">
          <a:xfrm>
            <a:off x="536575" y="5043488"/>
            <a:ext cx="5040313" cy="147955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charset="0"/>
              <a:buChar char="v"/>
              <a:defRPr sz="28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panose="05000000000000000000" charset="0"/>
              <a:buChar char="§"/>
              <a:defRPr sz="2400">
                <a:solidFill>
                  <a:schemeClr val="tx1"/>
                </a:solidFill>
                <a:latin typeface="+mn-lt"/>
                <a:ea typeface="MS PGothic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MS PGothic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503050405090304" charset="0"/>
                <a:ea typeface="MS PGothic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503050405090304" charset="0"/>
                <a:ea typeface="MS PGothic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50305040509030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50305040509030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50305040509030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503050405090304" charset="0"/>
              </a:defRPr>
            </a:lvl9pPr>
          </a:lstStyle>
          <a:p>
            <a:pPr marL="0" indent="0">
              <a:lnSpc>
                <a:spcPct val="75000"/>
              </a:lnSpc>
              <a:buFont typeface="Wingdings" panose="05000000000000000000" charset="0"/>
              <a:buNone/>
              <a:defRPr/>
            </a:pPr>
            <a:r>
              <a:rPr lang="en-US" u="sng" dirty="0" smtClean="0">
                <a:solidFill>
                  <a:srgbClr val="CC0000"/>
                </a:solidFill>
                <a:latin typeface="Gill Sans MT" pitchFamily="34" charset="0"/>
              </a:rPr>
              <a:t>Q:</a:t>
            </a:r>
            <a:r>
              <a:rPr lang="en-US" dirty="0" smtClean="0">
                <a:solidFill>
                  <a:srgbClr val="CC0000"/>
                </a:solidFill>
                <a:latin typeface="Gill Sans MT" pitchFamily="34" charset="0"/>
              </a:rPr>
              <a:t> </a:t>
            </a:r>
            <a:r>
              <a:rPr lang="en-US" dirty="0" smtClean="0">
                <a:latin typeface="Gill Sans MT" pitchFamily="34" charset="0"/>
              </a:rPr>
              <a:t>how are entries created, maintained in switch table? </a:t>
            </a:r>
            <a:endParaRPr lang="en-US" dirty="0" smtClean="0">
              <a:latin typeface="Gill Sans MT" pitchFamily="34" charset="0"/>
            </a:endParaRPr>
          </a:p>
          <a:p>
            <a:pPr lvl="1">
              <a:lnSpc>
                <a:spcPct val="75000"/>
              </a:lnSpc>
              <a:defRPr/>
            </a:pPr>
            <a:r>
              <a:rPr lang="en-US" dirty="0" smtClean="0">
                <a:latin typeface="Gill Sans MT" pitchFamily="34" charset="0"/>
                <a:cs typeface="+mn-cs"/>
              </a:rPr>
              <a:t>something like a routing protocol?</a:t>
            </a:r>
            <a:endParaRPr lang="en-US" dirty="0">
              <a:latin typeface="Gill Sans MT" pitchFamily="34" charset="0"/>
              <a:cs typeface="+mn-cs"/>
            </a:endParaRPr>
          </a:p>
        </p:txBody>
      </p:sp>
      <p:sp>
        <p:nvSpPr>
          <p:cNvPr id="6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r>
              <a:rPr lang="en-US" sz="1200" dirty="0">
                <a:latin typeface="Tahoma" panose="020B0604030504040204" charset="0"/>
              </a:rPr>
              <a:t>6</a:t>
            </a:r>
            <a:r>
              <a:rPr lang="en-US" sz="1200" dirty="0" smtClean="0">
                <a:latin typeface="Tahoma" panose="020B0604030504040204" charset="0"/>
              </a:rPr>
              <a:t>-</a:t>
            </a:r>
            <a:fld id="{8E8C6E93-DF5B-BC4B-80F9-500DED1EEDCC}" type="slidenum">
              <a:rPr lang="en-US" sz="1200">
                <a:latin typeface="Tahoma" panose="020B0604030504040204" charset="0"/>
              </a:rPr>
            </a:fld>
            <a:endParaRPr lang="en-US" sz="1200" dirty="0">
              <a:latin typeface="Tahoma" panose="020B0604030504040204" charset="0"/>
            </a:endParaRPr>
          </a:p>
        </p:txBody>
      </p:sp>
      <p:sp>
        <p:nvSpPr>
          <p:cNvPr id="62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pPr algn="r"/>
            <a:r>
              <a:rPr lang="en-US" sz="1200" dirty="0" smtClean="0">
                <a:solidFill>
                  <a:srgbClr val="000000"/>
                </a:solidFill>
                <a:latin typeface="Tahoma" panose="020B0604030504040204" charset="0"/>
                <a:cs typeface="Arial" panose="020B0604020202090204" pitchFamily="34" charset="0"/>
              </a:rPr>
              <a:t>Link Layer and LANs</a:t>
            </a:r>
            <a:endParaRPr lang="en-US" sz="1200" dirty="0">
              <a:solidFill>
                <a:srgbClr val="000000"/>
              </a:solidFill>
              <a:latin typeface="Tahoma" panose="020B060403050404020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  <p:bldP spid="61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913" name="Group 36"/>
          <p:cNvGrpSpPr/>
          <p:nvPr/>
        </p:nvGrpSpPr>
        <p:grpSpPr bwMode="auto">
          <a:xfrm>
            <a:off x="4456113" y="1216025"/>
            <a:ext cx="3660775" cy="3600450"/>
            <a:chOff x="731524" y="1819788"/>
            <a:chExt cx="3661504" cy="3600334"/>
          </a:xfrm>
        </p:grpSpPr>
        <p:sp>
          <p:nvSpPr>
            <p:cNvPr id="65565" name="Text Box 23"/>
            <p:cNvSpPr txBox="1">
              <a:spLocks noChangeArrowheads="1"/>
            </p:cNvSpPr>
            <p:nvPr/>
          </p:nvSpPr>
          <p:spPr bwMode="auto">
            <a:xfrm>
              <a:off x="2655957" y="1819788"/>
              <a:ext cx="350907" cy="36670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i="0" dirty="0" smtClean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A</a:t>
              </a:r>
              <a:endParaRPr lang="en-US" i="0" dirty="0" smtClean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65566" name="Text Box 24"/>
            <p:cNvSpPr txBox="1">
              <a:spLocks noChangeArrowheads="1"/>
            </p:cNvSpPr>
            <p:nvPr/>
          </p:nvSpPr>
          <p:spPr bwMode="auto">
            <a:xfrm>
              <a:off x="2371738" y="5050247"/>
              <a:ext cx="371549" cy="36987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i="0" dirty="0" smtClean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A</a:t>
              </a:r>
              <a:r>
                <a:rPr lang="ja-JP" altLang="en-US" i="0" smtClean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’</a:t>
              </a:r>
              <a:endParaRPr lang="en-US" i="0" dirty="0" smtClean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65567" name="Text Box 25"/>
            <p:cNvSpPr txBox="1">
              <a:spLocks noChangeArrowheads="1"/>
            </p:cNvSpPr>
            <p:nvPr/>
          </p:nvSpPr>
          <p:spPr bwMode="auto">
            <a:xfrm>
              <a:off x="3988134" y="2419844"/>
              <a:ext cx="338205" cy="368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i="0" dirty="0" smtClean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B</a:t>
              </a:r>
              <a:endParaRPr lang="en-US" i="0" dirty="0" smtClean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65568" name="Text Box 26"/>
            <p:cNvSpPr txBox="1">
              <a:spLocks noChangeArrowheads="1"/>
            </p:cNvSpPr>
            <p:nvPr/>
          </p:nvSpPr>
          <p:spPr bwMode="auto">
            <a:xfrm>
              <a:off x="995101" y="4188262"/>
              <a:ext cx="390603" cy="368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i="0" dirty="0" smtClean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B</a:t>
              </a:r>
              <a:r>
                <a:rPr lang="ja-JP" altLang="en-US" i="0" smtClean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’</a:t>
              </a:r>
              <a:endParaRPr lang="en-US" i="0" dirty="0" smtClean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65569" name="Text Box 27"/>
            <p:cNvSpPr txBox="1">
              <a:spLocks noChangeArrowheads="1"/>
            </p:cNvSpPr>
            <p:nvPr/>
          </p:nvSpPr>
          <p:spPr bwMode="auto">
            <a:xfrm>
              <a:off x="3740435" y="4188262"/>
              <a:ext cx="350908" cy="368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i="0" dirty="0" smtClean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C</a:t>
              </a:r>
              <a:endParaRPr lang="en-US" i="0" dirty="0" smtClean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65570" name="Text Box 28"/>
            <p:cNvSpPr txBox="1">
              <a:spLocks noChangeArrowheads="1"/>
            </p:cNvSpPr>
            <p:nvPr/>
          </p:nvSpPr>
          <p:spPr bwMode="auto">
            <a:xfrm>
              <a:off x="1123714" y="2465880"/>
              <a:ext cx="403305" cy="368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i="0" dirty="0" smtClean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C</a:t>
              </a:r>
              <a:r>
                <a:rPr lang="ja-JP" altLang="en-US" i="0" smtClean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’</a:t>
              </a:r>
              <a:endParaRPr lang="en-US" i="0" dirty="0" smtClean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65571" name="Line 17"/>
            <p:cNvSpPr>
              <a:spLocks noChangeShapeType="1"/>
            </p:cNvSpPr>
            <p:nvPr/>
          </p:nvSpPr>
          <p:spPr bwMode="auto">
            <a:xfrm>
              <a:off x="1687389" y="3165945"/>
              <a:ext cx="720869" cy="298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5572" name="Line 18"/>
            <p:cNvSpPr>
              <a:spLocks noChangeShapeType="1"/>
            </p:cNvSpPr>
            <p:nvPr/>
          </p:nvSpPr>
          <p:spPr bwMode="auto">
            <a:xfrm>
              <a:off x="2673423" y="2872267"/>
              <a:ext cx="0" cy="5048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5573" name="Line 19"/>
            <p:cNvSpPr>
              <a:spLocks noChangeShapeType="1"/>
            </p:cNvSpPr>
            <p:nvPr/>
          </p:nvSpPr>
          <p:spPr bwMode="auto">
            <a:xfrm flipH="1">
              <a:off x="2863961" y="2996088"/>
              <a:ext cx="892353" cy="48417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5574" name="Line 20"/>
            <p:cNvSpPr>
              <a:spLocks noChangeShapeType="1"/>
            </p:cNvSpPr>
            <p:nvPr/>
          </p:nvSpPr>
          <p:spPr bwMode="auto">
            <a:xfrm flipV="1">
              <a:off x="2673423" y="3605668"/>
              <a:ext cx="12703" cy="7095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166950" name="Group 47"/>
            <p:cNvGrpSpPr/>
            <p:nvPr/>
          </p:nvGrpSpPr>
          <p:grpSpPr bwMode="auto">
            <a:xfrm>
              <a:off x="747936" y="2733042"/>
              <a:ext cx="914403" cy="690308"/>
              <a:chOff x="1046480" y="3962400"/>
              <a:chExt cx="1026163" cy="761428"/>
            </a:xfrm>
          </p:grpSpPr>
          <p:sp>
            <p:nvSpPr>
              <p:cNvPr id="100" name="Rectangle 48"/>
              <p:cNvSpPr>
                <a:spLocks noChangeArrowheads="1"/>
              </p:cNvSpPr>
              <p:nvPr/>
            </p:nvSpPr>
            <p:spPr bwMode="auto">
              <a:xfrm rot="16200000">
                <a:off x="1893248" y="4299428"/>
                <a:ext cx="110312" cy="247682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panose="020B0604020202090204" pitchFamily="34" charset="0"/>
                  <a:ea typeface="+mn-ea"/>
                  <a:cs typeface="Arial" panose="020B0604020202090204" pitchFamily="34" charset="0"/>
                </a:endParaRPr>
              </a:p>
            </p:txBody>
          </p:sp>
          <p:grpSp>
            <p:nvGrpSpPr>
              <p:cNvPr id="166985" name="Group 49"/>
              <p:cNvGrpSpPr/>
              <p:nvPr/>
            </p:nvGrpSpPr>
            <p:grpSpPr bwMode="auto"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id="166986" name="Picture 50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66987" name="Freeform 51"/>
                <p:cNvSpPr/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</p:grpSp>
        <p:grpSp>
          <p:nvGrpSpPr>
            <p:cNvPr id="166951" name="Group 48"/>
            <p:cNvGrpSpPr/>
            <p:nvPr/>
          </p:nvGrpSpPr>
          <p:grpSpPr bwMode="auto">
            <a:xfrm>
              <a:off x="3539588" y="2669737"/>
              <a:ext cx="853440" cy="741680"/>
              <a:chOff x="7179310" y="4033520"/>
              <a:chExt cx="1009650" cy="855028"/>
            </a:xfrm>
          </p:grpSpPr>
          <p:grpSp>
            <p:nvGrpSpPr>
              <p:cNvPr id="166980" name="Group 44"/>
              <p:cNvGrpSpPr/>
              <p:nvPr/>
            </p:nvGrpSpPr>
            <p:grpSpPr bwMode="auto"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id="166982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66983" name="Freeform 46"/>
                <p:cNvSpPr/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  <p:sp>
            <p:nvSpPr>
              <p:cNvPr id="97" name="Rectangle 43"/>
              <p:cNvSpPr>
                <a:spLocks noChangeArrowheads="1"/>
              </p:cNvSpPr>
              <p:nvPr/>
            </p:nvSpPr>
            <p:spPr bwMode="auto">
              <a:xfrm rot="16200000">
                <a:off x="7440190" y="4309323"/>
                <a:ext cx="126273" cy="195358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panose="020B0604020202090204" pitchFamily="34" charset="0"/>
                  <a:ea typeface="+mn-ea"/>
                  <a:cs typeface="Arial" panose="020B0604020202090204" pitchFamily="34" charset="0"/>
                </a:endParaRPr>
              </a:p>
            </p:txBody>
          </p:sp>
        </p:grpSp>
        <p:sp>
          <p:nvSpPr>
            <p:cNvPr id="68" name="Rectangle 43"/>
            <p:cNvSpPr>
              <a:spLocks noChangeArrowheads="1"/>
            </p:cNvSpPr>
            <p:nvPr/>
          </p:nvSpPr>
          <p:spPr bwMode="auto">
            <a:xfrm>
              <a:off x="2614674" y="2705584"/>
              <a:ext cx="109559" cy="165095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panose="020B0604020202090204" pitchFamily="34" charset="0"/>
                <a:ea typeface="+mn-ea"/>
                <a:cs typeface="Arial" panose="020B0604020202090204" pitchFamily="34" charset="0"/>
              </a:endParaRPr>
            </a:p>
          </p:txBody>
        </p:sp>
        <p:grpSp>
          <p:nvGrpSpPr>
            <p:cNvPr id="166953" name="Group 44"/>
            <p:cNvGrpSpPr/>
            <p:nvPr/>
          </p:nvGrpSpPr>
          <p:grpSpPr bwMode="auto">
            <a:xfrm>
              <a:off x="2233637" y="2138292"/>
              <a:ext cx="853440" cy="741680"/>
              <a:chOff x="-44" y="1473"/>
              <a:chExt cx="981" cy="1105"/>
            </a:xfrm>
          </p:grpSpPr>
          <p:pic>
            <p:nvPicPr>
              <p:cNvPr id="166978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66979" name="Freeform 46"/>
              <p:cNvSpPr/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66954" name="Group 51"/>
            <p:cNvGrpSpPr/>
            <p:nvPr/>
          </p:nvGrpSpPr>
          <p:grpSpPr bwMode="auto">
            <a:xfrm>
              <a:off x="2060917" y="4279843"/>
              <a:ext cx="853440" cy="835329"/>
              <a:chOff x="8077200" y="3320111"/>
              <a:chExt cx="853440" cy="835329"/>
            </a:xfrm>
          </p:grpSpPr>
          <p:sp>
            <p:nvSpPr>
              <p:cNvPr id="90" name="Rectangle 43"/>
              <p:cNvSpPr>
                <a:spLocks noChangeArrowheads="1"/>
              </p:cNvSpPr>
              <p:nvPr/>
            </p:nvSpPr>
            <p:spPr bwMode="auto">
              <a:xfrm>
                <a:off x="8630957" y="3320602"/>
                <a:ext cx="111147" cy="165095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panose="020B0604020202090204" pitchFamily="34" charset="0"/>
                  <a:ea typeface="+mn-ea"/>
                  <a:cs typeface="Arial" panose="020B0604020202090204" pitchFamily="34" charset="0"/>
                </a:endParaRPr>
              </a:p>
            </p:txBody>
          </p:sp>
          <p:grpSp>
            <p:nvGrpSpPr>
              <p:cNvPr id="166975" name="Group 44"/>
              <p:cNvGrpSpPr/>
              <p:nvPr/>
            </p:nvGrpSpPr>
            <p:grpSpPr bwMode="auto">
              <a:xfrm>
                <a:off x="8077200" y="3413760"/>
                <a:ext cx="853440" cy="741680"/>
                <a:chOff x="-44" y="1473"/>
                <a:chExt cx="981" cy="1105"/>
              </a:xfrm>
            </p:grpSpPr>
            <p:pic>
              <p:nvPicPr>
                <p:cNvPr id="166976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66977" name="Freeform 46"/>
                <p:cNvSpPr/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</p:grpSp>
        <p:pic>
          <p:nvPicPr>
            <p:cNvPr id="65580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74913" y="3316753"/>
              <a:ext cx="603370" cy="341301"/>
            </a:xfrm>
            <a:prstGeom prst="rect">
              <a:avLst/>
            </a:prstGeom>
            <a:noFill/>
            <a:ln>
              <a:noFill/>
            </a:ln>
            <a:effectLst/>
          </p:spPr>
        </p:pic>
        <p:grpSp>
          <p:nvGrpSpPr>
            <p:cNvPr id="166956" name="Group 53"/>
            <p:cNvGrpSpPr/>
            <p:nvPr/>
          </p:nvGrpSpPr>
          <p:grpSpPr bwMode="auto">
            <a:xfrm>
              <a:off x="731524" y="3616962"/>
              <a:ext cx="914403" cy="690308"/>
              <a:chOff x="1046480" y="3962400"/>
              <a:chExt cx="1026163" cy="761428"/>
            </a:xfrm>
          </p:grpSpPr>
          <p:sp>
            <p:nvSpPr>
              <p:cNvPr id="86" name="Rectangle 48"/>
              <p:cNvSpPr>
                <a:spLocks noChangeArrowheads="1"/>
              </p:cNvSpPr>
              <p:nvPr/>
            </p:nvSpPr>
            <p:spPr bwMode="auto">
              <a:xfrm rot="16200000">
                <a:off x="1893846" y="4299747"/>
                <a:ext cx="110313" cy="247682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panose="020B0604020202090204" pitchFamily="34" charset="0"/>
                  <a:ea typeface="+mn-ea"/>
                  <a:cs typeface="Arial" panose="020B0604020202090204" pitchFamily="34" charset="0"/>
                </a:endParaRPr>
              </a:p>
            </p:txBody>
          </p:sp>
          <p:grpSp>
            <p:nvGrpSpPr>
              <p:cNvPr id="166971" name="Group 49"/>
              <p:cNvGrpSpPr/>
              <p:nvPr/>
            </p:nvGrpSpPr>
            <p:grpSpPr bwMode="auto"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id="166972" name="Picture 50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66973" name="Freeform 51"/>
                <p:cNvSpPr/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</p:grpSp>
        <p:grpSp>
          <p:nvGrpSpPr>
            <p:cNvPr id="166957" name="Group 54"/>
            <p:cNvGrpSpPr/>
            <p:nvPr/>
          </p:nvGrpSpPr>
          <p:grpSpPr bwMode="auto">
            <a:xfrm>
              <a:off x="3410634" y="3567725"/>
              <a:ext cx="853440" cy="741680"/>
              <a:chOff x="7179310" y="4033520"/>
              <a:chExt cx="1009650" cy="855028"/>
            </a:xfrm>
          </p:grpSpPr>
          <p:grpSp>
            <p:nvGrpSpPr>
              <p:cNvPr id="166966" name="Group 44"/>
              <p:cNvGrpSpPr/>
              <p:nvPr/>
            </p:nvGrpSpPr>
            <p:grpSpPr bwMode="auto"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id="166968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66969" name="Freeform 46"/>
                <p:cNvSpPr/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  <p:sp>
            <p:nvSpPr>
              <p:cNvPr id="83" name="Rectangle 43"/>
              <p:cNvSpPr>
                <a:spLocks noChangeArrowheads="1"/>
              </p:cNvSpPr>
              <p:nvPr/>
            </p:nvSpPr>
            <p:spPr bwMode="auto">
              <a:xfrm rot="16200000">
                <a:off x="7438739" y="4308053"/>
                <a:ext cx="128104" cy="197237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panose="020B0604020202090204" pitchFamily="34" charset="0"/>
                  <a:ea typeface="+mn-ea"/>
                  <a:cs typeface="Arial" panose="020B0604020202090204" pitchFamily="34" charset="0"/>
                </a:endParaRPr>
              </a:p>
            </p:txBody>
          </p:sp>
        </p:grpSp>
        <p:sp>
          <p:nvSpPr>
            <p:cNvPr id="65583" name="Line 17"/>
            <p:cNvSpPr>
              <a:spLocks noChangeShapeType="1"/>
            </p:cNvSpPr>
            <p:nvPr/>
          </p:nvSpPr>
          <p:spPr bwMode="auto">
            <a:xfrm flipV="1">
              <a:off x="1660396" y="3600906"/>
              <a:ext cx="744686" cy="4508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5584" name="Line 19"/>
            <p:cNvSpPr>
              <a:spLocks noChangeShapeType="1"/>
            </p:cNvSpPr>
            <p:nvPr/>
          </p:nvSpPr>
          <p:spPr bwMode="auto">
            <a:xfrm flipH="1" flipV="1">
              <a:off x="2968756" y="3545345"/>
              <a:ext cx="646242" cy="3381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5585" name="Text Box 35"/>
            <p:cNvSpPr txBox="1">
              <a:spLocks noChangeArrowheads="1"/>
            </p:cNvSpPr>
            <p:nvPr/>
          </p:nvSpPr>
          <p:spPr bwMode="auto">
            <a:xfrm>
              <a:off x="2401907" y="3026249"/>
              <a:ext cx="312799" cy="3698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i="0" dirty="0" smtClean="0">
                  <a:solidFill>
                    <a:srgbClr val="FF0000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1</a:t>
              </a:r>
              <a:endParaRPr lang="en-US" i="0" dirty="0" smtClean="0">
                <a:solidFill>
                  <a:srgbClr val="FF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65586" name="Text Box 36"/>
            <p:cNvSpPr txBox="1">
              <a:spLocks noChangeArrowheads="1"/>
            </p:cNvSpPr>
            <p:nvPr/>
          </p:nvSpPr>
          <p:spPr bwMode="auto">
            <a:xfrm>
              <a:off x="2903656" y="3051648"/>
              <a:ext cx="323914" cy="36670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i="0" dirty="0" smtClean="0">
                  <a:solidFill>
                    <a:srgbClr val="FF0000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2</a:t>
              </a:r>
              <a:endParaRPr lang="en-US" i="0" dirty="0" smtClean="0">
                <a:solidFill>
                  <a:srgbClr val="FF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65587" name="Text Box 37"/>
            <p:cNvSpPr txBox="1">
              <a:spLocks noChangeArrowheads="1"/>
            </p:cNvSpPr>
            <p:nvPr/>
          </p:nvSpPr>
          <p:spPr bwMode="auto">
            <a:xfrm>
              <a:off x="3125951" y="3710440"/>
              <a:ext cx="322326" cy="36670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i="0" dirty="0" smtClean="0">
                  <a:solidFill>
                    <a:srgbClr val="FF0000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3</a:t>
              </a:r>
              <a:endParaRPr lang="en-US" i="0" dirty="0" smtClean="0">
                <a:solidFill>
                  <a:srgbClr val="FF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65588" name="Text Box 38"/>
            <p:cNvSpPr txBox="1">
              <a:spLocks noChangeArrowheads="1"/>
            </p:cNvSpPr>
            <p:nvPr/>
          </p:nvSpPr>
          <p:spPr bwMode="auto">
            <a:xfrm>
              <a:off x="2640079" y="3654879"/>
              <a:ext cx="323914" cy="36670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i="0" dirty="0" smtClean="0">
                  <a:solidFill>
                    <a:srgbClr val="FF0000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4</a:t>
              </a:r>
              <a:endParaRPr lang="en-US" i="0" dirty="0" smtClean="0">
                <a:solidFill>
                  <a:srgbClr val="FF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65589" name="Text Box 39"/>
            <p:cNvSpPr txBox="1">
              <a:spLocks noChangeArrowheads="1"/>
            </p:cNvSpPr>
            <p:nvPr/>
          </p:nvSpPr>
          <p:spPr bwMode="auto">
            <a:xfrm>
              <a:off x="2070052" y="3704090"/>
              <a:ext cx="323914" cy="36670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i="0" dirty="0" smtClean="0">
                  <a:solidFill>
                    <a:srgbClr val="FF0000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5</a:t>
              </a:r>
              <a:endParaRPr lang="en-US" i="0" dirty="0" smtClean="0">
                <a:solidFill>
                  <a:srgbClr val="FF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65590" name="Text Box 40"/>
            <p:cNvSpPr txBox="1">
              <a:spLocks noChangeArrowheads="1"/>
            </p:cNvSpPr>
            <p:nvPr/>
          </p:nvSpPr>
          <p:spPr bwMode="auto">
            <a:xfrm>
              <a:off x="2039884" y="3080222"/>
              <a:ext cx="319151" cy="3698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i="0" dirty="0" smtClean="0">
                  <a:solidFill>
                    <a:srgbClr val="FF0000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6</a:t>
              </a:r>
              <a:endParaRPr lang="en-US" i="0" dirty="0" smtClean="0">
                <a:solidFill>
                  <a:srgbClr val="FF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</p:grpSp>
      <p:sp>
        <p:nvSpPr>
          <p:cNvPr id="6554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87313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pitchFamily="34" charset="0"/>
                <a:cs typeface="+mj-cs"/>
              </a:rPr>
              <a:t>Switch: self-learning</a:t>
            </a:r>
            <a:endParaRPr lang="en-US" dirty="0">
              <a:latin typeface="Gill Sans MT" pitchFamily="34" charset="0"/>
              <a:cs typeface="+mj-cs"/>
            </a:endParaRPr>
          </a:p>
        </p:txBody>
      </p:sp>
      <p:sp>
        <p:nvSpPr>
          <p:cNvPr id="655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9738" y="1339850"/>
            <a:ext cx="3935412" cy="4114800"/>
          </a:xfrm>
        </p:spPr>
        <p:txBody>
          <a:bodyPr/>
          <a:lstStyle/>
          <a:p>
            <a:pPr marL="231775" indent="-231775">
              <a:defRPr/>
            </a:pPr>
            <a:r>
              <a:rPr lang="en-US" sz="2400" dirty="0">
                <a:latin typeface="Gill Sans MT" pitchFamily="34" charset="0"/>
                <a:cs typeface="+mn-cs"/>
              </a:rPr>
              <a:t>switch</a:t>
            </a:r>
            <a:r>
              <a:rPr lang="en-US" sz="2400" dirty="0">
                <a:solidFill>
                  <a:srgbClr val="FF0000"/>
                </a:solidFill>
                <a:latin typeface="Gill Sans MT" pitchFamily="34" charset="0"/>
                <a:cs typeface="+mn-cs"/>
              </a:rPr>
              <a:t> </a:t>
            </a:r>
            <a:r>
              <a:rPr lang="en-US" sz="2400" i="1" dirty="0">
                <a:solidFill>
                  <a:srgbClr val="CC0000"/>
                </a:solidFill>
                <a:latin typeface="Gill Sans MT" pitchFamily="34" charset="0"/>
                <a:cs typeface="+mn-cs"/>
              </a:rPr>
              <a:t>learns</a:t>
            </a:r>
            <a:r>
              <a:rPr lang="en-US" sz="2400" dirty="0">
                <a:solidFill>
                  <a:srgbClr val="CC0000"/>
                </a:solidFill>
                <a:latin typeface="Gill Sans MT" pitchFamily="34" charset="0"/>
                <a:cs typeface="+mn-cs"/>
              </a:rPr>
              <a:t> </a:t>
            </a:r>
            <a:r>
              <a:rPr lang="en-US" sz="2400" dirty="0">
                <a:latin typeface="Gill Sans MT" pitchFamily="34" charset="0"/>
                <a:cs typeface="+mn-cs"/>
              </a:rPr>
              <a:t>which hosts can be reached through which interfaces</a:t>
            </a:r>
            <a:endParaRPr lang="en-US" sz="2400" dirty="0">
              <a:latin typeface="Gill Sans MT" pitchFamily="34" charset="0"/>
              <a:cs typeface="+mn-cs"/>
            </a:endParaRPr>
          </a:p>
          <a:p>
            <a:pPr marL="681355" lvl="1" indent="-224155">
              <a:defRPr/>
            </a:pPr>
            <a:r>
              <a:rPr lang="en-US" dirty="0">
                <a:latin typeface="Gill Sans MT" pitchFamily="34" charset="0"/>
              </a:rPr>
              <a:t>when frame received, switch </a:t>
            </a:r>
            <a:r>
              <a:rPr lang="ja-JP" altLang="en-US" dirty="0">
                <a:latin typeface="Gill Sans MT" pitchFamily="34" charset="0"/>
              </a:rPr>
              <a:t>“</a:t>
            </a:r>
            <a:r>
              <a:rPr lang="en-US" dirty="0">
                <a:latin typeface="Gill Sans MT" pitchFamily="34" charset="0"/>
              </a:rPr>
              <a:t>learns</a:t>
            </a:r>
            <a:r>
              <a:rPr lang="ja-JP" altLang="en-US" dirty="0">
                <a:latin typeface="Gill Sans MT" pitchFamily="34" charset="0"/>
              </a:rPr>
              <a:t>”</a:t>
            </a:r>
            <a:r>
              <a:rPr lang="en-US" dirty="0">
                <a:latin typeface="Gill Sans MT" pitchFamily="34" charset="0"/>
              </a:rPr>
              <a:t>  location of sender: incoming LAN segment</a:t>
            </a:r>
            <a:endParaRPr lang="en-US" dirty="0">
              <a:latin typeface="Gill Sans MT" pitchFamily="34" charset="0"/>
            </a:endParaRPr>
          </a:p>
          <a:p>
            <a:pPr marL="681355" lvl="1" indent="-224155">
              <a:defRPr/>
            </a:pPr>
            <a:r>
              <a:rPr lang="en-US" dirty="0">
                <a:latin typeface="Gill Sans MT" pitchFamily="34" charset="0"/>
              </a:rPr>
              <a:t>records sender/location pair in switch table</a:t>
            </a:r>
            <a:endParaRPr lang="en-US" dirty="0">
              <a:latin typeface="Gill Sans MT" pitchFamily="34" charset="0"/>
            </a:endParaRPr>
          </a:p>
        </p:txBody>
      </p:sp>
      <p:grpSp>
        <p:nvGrpSpPr>
          <p:cNvPr id="420900" name="Group 36"/>
          <p:cNvGrpSpPr/>
          <p:nvPr/>
        </p:nvGrpSpPr>
        <p:grpSpPr bwMode="auto">
          <a:xfrm>
            <a:off x="6778625" y="1223963"/>
            <a:ext cx="1428750" cy="369887"/>
            <a:chOff x="1750" y="3514"/>
            <a:chExt cx="900" cy="233"/>
          </a:xfrm>
        </p:grpSpPr>
        <p:sp>
          <p:nvSpPr>
            <p:cNvPr id="65561" name="Rectangle 32"/>
            <p:cNvSpPr>
              <a:spLocks noChangeArrowheads="1"/>
            </p:cNvSpPr>
            <p:nvPr/>
          </p:nvSpPr>
          <p:spPr bwMode="auto">
            <a:xfrm>
              <a:off x="1771" y="3542"/>
              <a:ext cx="879" cy="16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65562" name="Text Box 33"/>
            <p:cNvSpPr txBox="1">
              <a:spLocks noChangeArrowheads="1"/>
            </p:cNvSpPr>
            <p:nvPr/>
          </p:nvSpPr>
          <p:spPr bwMode="auto">
            <a:xfrm>
              <a:off x="1750" y="3514"/>
              <a:ext cx="356" cy="23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i="0" dirty="0" smtClean="0">
                  <a:solidFill>
                    <a:srgbClr val="FFFFFF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A A</a:t>
              </a:r>
              <a:r>
                <a:rPr lang="ja-JP" altLang="en-US" i="0" smtClean="0">
                  <a:solidFill>
                    <a:srgbClr val="FFFFFF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’</a:t>
              </a:r>
              <a:endParaRPr lang="en-US" i="0" dirty="0" smtClean="0">
                <a:solidFill>
                  <a:srgbClr val="FFFFFF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65563" name="Line 34"/>
            <p:cNvSpPr>
              <a:spLocks noChangeShapeType="1"/>
            </p:cNvSpPr>
            <p:nvPr/>
          </p:nvSpPr>
          <p:spPr bwMode="auto">
            <a:xfrm>
              <a:off x="1936" y="3535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5564" name="Line 35"/>
            <p:cNvSpPr>
              <a:spLocks noChangeShapeType="1"/>
            </p:cNvSpPr>
            <p:nvPr/>
          </p:nvSpPr>
          <p:spPr bwMode="auto">
            <a:xfrm>
              <a:off x="2116" y="3540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grpSp>
        <p:nvGrpSpPr>
          <p:cNvPr id="420905" name="Group 41"/>
          <p:cNvGrpSpPr/>
          <p:nvPr/>
        </p:nvGrpSpPr>
        <p:grpSpPr bwMode="auto">
          <a:xfrm>
            <a:off x="6994525" y="525463"/>
            <a:ext cx="1450975" cy="714375"/>
            <a:chOff x="4406" y="331"/>
            <a:chExt cx="914" cy="450"/>
          </a:xfrm>
        </p:grpSpPr>
        <p:sp>
          <p:nvSpPr>
            <p:cNvPr id="65557" name="Line 37"/>
            <p:cNvSpPr>
              <a:spLocks noChangeShapeType="1"/>
            </p:cNvSpPr>
            <p:nvPr/>
          </p:nvSpPr>
          <p:spPr bwMode="auto">
            <a:xfrm flipV="1">
              <a:off x="4406" y="439"/>
              <a:ext cx="252" cy="33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5558" name="Line 38"/>
            <p:cNvSpPr>
              <a:spLocks noChangeShapeType="1"/>
            </p:cNvSpPr>
            <p:nvPr/>
          </p:nvSpPr>
          <p:spPr bwMode="auto">
            <a:xfrm flipV="1">
              <a:off x="4524" y="594"/>
              <a:ext cx="137" cy="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5559" name="Text Box 39"/>
            <p:cNvSpPr txBox="1">
              <a:spLocks noChangeArrowheads="1"/>
            </p:cNvSpPr>
            <p:nvPr/>
          </p:nvSpPr>
          <p:spPr bwMode="auto">
            <a:xfrm>
              <a:off x="4643" y="331"/>
              <a:ext cx="677" cy="21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600" i="0" dirty="0" smtClean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Source: A</a:t>
              </a:r>
              <a:endParaRPr lang="en-US" sz="1600" i="0" dirty="0" smtClean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65560" name="Text Box 40"/>
            <p:cNvSpPr txBox="1">
              <a:spLocks noChangeArrowheads="1"/>
            </p:cNvSpPr>
            <p:nvPr/>
          </p:nvSpPr>
          <p:spPr bwMode="auto">
            <a:xfrm>
              <a:off x="4660" y="492"/>
              <a:ext cx="598" cy="21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600" i="0" dirty="0" smtClean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Dest: A</a:t>
              </a:r>
              <a:r>
                <a:rPr lang="ja-JP" altLang="en-US" sz="1600" i="0" dirty="0" smtClean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’</a:t>
              </a:r>
              <a:endParaRPr lang="en-US" sz="1600" i="0" dirty="0" smtClean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</p:grpSp>
      <p:grpSp>
        <p:nvGrpSpPr>
          <p:cNvPr id="420911" name="Group 47"/>
          <p:cNvGrpSpPr/>
          <p:nvPr/>
        </p:nvGrpSpPr>
        <p:grpSpPr bwMode="auto">
          <a:xfrm>
            <a:off x="3336925" y="4937125"/>
            <a:ext cx="3017838" cy="1444625"/>
            <a:chOff x="3441" y="3154"/>
            <a:chExt cx="1901" cy="910"/>
          </a:xfrm>
        </p:grpSpPr>
        <p:sp>
          <p:nvSpPr>
            <p:cNvPr id="65552" name="Rectangle 43"/>
            <p:cNvSpPr>
              <a:spLocks noChangeArrowheads="1"/>
            </p:cNvSpPr>
            <p:nvPr/>
          </p:nvSpPr>
          <p:spPr bwMode="auto">
            <a:xfrm>
              <a:off x="3449" y="3154"/>
              <a:ext cx="1893" cy="90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65553" name="Text Box 42"/>
            <p:cNvSpPr txBox="1">
              <a:spLocks noChangeArrowheads="1"/>
            </p:cNvSpPr>
            <p:nvPr/>
          </p:nvSpPr>
          <p:spPr bwMode="auto">
            <a:xfrm>
              <a:off x="3441" y="3175"/>
              <a:ext cx="1867" cy="23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i="0" dirty="0" smtClean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MAC addr   interface    TTL</a:t>
              </a:r>
              <a:endParaRPr lang="en-US" i="0" dirty="0" smtClean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65554" name="Line 44"/>
            <p:cNvSpPr>
              <a:spLocks noChangeShapeType="1"/>
            </p:cNvSpPr>
            <p:nvPr/>
          </p:nvSpPr>
          <p:spPr bwMode="auto">
            <a:xfrm>
              <a:off x="4226" y="3154"/>
              <a:ext cx="0" cy="9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5555" name="Line 45"/>
            <p:cNvSpPr>
              <a:spLocks noChangeShapeType="1"/>
            </p:cNvSpPr>
            <p:nvPr/>
          </p:nvSpPr>
          <p:spPr bwMode="auto">
            <a:xfrm>
              <a:off x="4963" y="3157"/>
              <a:ext cx="0" cy="9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5556" name="Line 46"/>
            <p:cNvSpPr>
              <a:spLocks noChangeShapeType="1"/>
            </p:cNvSpPr>
            <p:nvPr/>
          </p:nvSpPr>
          <p:spPr bwMode="auto">
            <a:xfrm>
              <a:off x="3452" y="3397"/>
              <a:ext cx="188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sp>
        <p:nvSpPr>
          <p:cNvPr id="420912" name="Text Box 48"/>
          <p:cNvSpPr txBox="1">
            <a:spLocks noChangeArrowheads="1"/>
          </p:cNvSpPr>
          <p:nvPr/>
        </p:nvSpPr>
        <p:spPr bwMode="auto">
          <a:xfrm>
            <a:off x="6464300" y="5326063"/>
            <a:ext cx="1724025" cy="64611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 algn="ctr">
              <a:defRPr/>
            </a:pPr>
            <a:r>
              <a:rPr lang="en-US" dirty="0" smtClean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Switch table </a:t>
            </a:r>
            <a:endParaRPr lang="en-US" dirty="0" smtClean="0">
              <a:solidFill>
                <a:srgbClr val="000000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algn="ctr">
              <a:defRPr/>
            </a:pPr>
            <a:r>
              <a:rPr lang="en-US" dirty="0" smtClean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(initially empty)</a:t>
            </a:r>
            <a:endParaRPr lang="en-US" dirty="0" smtClean="0">
              <a:solidFill>
                <a:srgbClr val="000000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grpSp>
        <p:nvGrpSpPr>
          <p:cNvPr id="420917" name="Group 53"/>
          <p:cNvGrpSpPr/>
          <p:nvPr/>
        </p:nvGrpSpPr>
        <p:grpSpPr bwMode="auto">
          <a:xfrm>
            <a:off x="3771900" y="5370513"/>
            <a:ext cx="2471738" cy="376237"/>
            <a:chOff x="2376" y="3383"/>
            <a:chExt cx="1557" cy="237"/>
          </a:xfrm>
        </p:grpSpPr>
        <p:sp>
          <p:nvSpPr>
            <p:cNvPr id="65549" name="Text Box 49"/>
            <p:cNvSpPr txBox="1">
              <a:spLocks noChangeArrowheads="1"/>
            </p:cNvSpPr>
            <p:nvPr/>
          </p:nvSpPr>
          <p:spPr bwMode="auto">
            <a:xfrm>
              <a:off x="2376" y="3388"/>
              <a:ext cx="221" cy="23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dirty="0" smtClean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A</a:t>
              </a:r>
              <a:endParaRPr lang="en-US" dirty="0" smtClean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65550" name="Text Box 50"/>
            <p:cNvSpPr txBox="1">
              <a:spLocks noChangeArrowheads="1"/>
            </p:cNvSpPr>
            <p:nvPr/>
          </p:nvSpPr>
          <p:spPr bwMode="auto">
            <a:xfrm>
              <a:off x="3133" y="3387"/>
              <a:ext cx="197" cy="23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dirty="0" smtClean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1</a:t>
              </a:r>
              <a:endParaRPr lang="en-US" dirty="0" smtClean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65551" name="Text Box 51"/>
            <p:cNvSpPr txBox="1">
              <a:spLocks noChangeArrowheads="1"/>
            </p:cNvSpPr>
            <p:nvPr/>
          </p:nvSpPr>
          <p:spPr bwMode="auto">
            <a:xfrm>
              <a:off x="3655" y="3383"/>
              <a:ext cx="278" cy="23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dirty="0" smtClean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60</a:t>
              </a:r>
              <a:endParaRPr lang="en-US" dirty="0" smtClean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</p:grpSp>
      <p:pic>
        <p:nvPicPr>
          <p:cNvPr id="166923" name="Picture 21" descr="underline_base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800" y="898525"/>
            <a:ext cx="5027613" cy="17303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r>
              <a:rPr lang="en-US" sz="1200" dirty="0">
                <a:latin typeface="Tahoma" panose="020B0604030504040204" charset="0"/>
              </a:rPr>
              <a:t>6</a:t>
            </a:r>
            <a:r>
              <a:rPr lang="en-US" sz="1200" dirty="0" smtClean="0">
                <a:latin typeface="Tahoma" panose="020B0604030504040204" charset="0"/>
              </a:rPr>
              <a:t>-</a:t>
            </a:r>
            <a:fld id="{8E8C6E93-DF5B-BC4B-80F9-500DED1EEDCC}" type="slidenum">
              <a:rPr lang="en-US" sz="1200">
                <a:latin typeface="Tahoma" panose="020B0604030504040204" charset="0"/>
              </a:rPr>
            </a:fld>
            <a:endParaRPr lang="en-US" sz="1200" dirty="0">
              <a:latin typeface="Tahoma" panose="020B0604030504040204" charset="0"/>
            </a:endParaRPr>
          </a:p>
        </p:txBody>
      </p:sp>
      <p:sp>
        <p:nvSpPr>
          <p:cNvPr id="7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pPr algn="r"/>
            <a:r>
              <a:rPr lang="en-US" sz="1200" dirty="0" smtClean="0">
                <a:solidFill>
                  <a:srgbClr val="000000"/>
                </a:solidFill>
                <a:latin typeface="Tahoma" panose="020B0604030504040204" charset="0"/>
                <a:cs typeface="Arial" panose="020B0604020202090204" pitchFamily="34" charset="0"/>
              </a:rPr>
              <a:t>Link Layer and LANs</a:t>
            </a:r>
            <a:endParaRPr lang="en-US" sz="1200" dirty="0">
              <a:solidFill>
                <a:srgbClr val="000000"/>
              </a:solidFill>
              <a:latin typeface="Tahoma" panose="020B060403050404020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20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20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20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-2.59259E-6 L -0.10694 0.11482 L -0.10694 0.24329 " pathEditMode="relative" rAng="0" ptsTypes="AAA">
                                      <p:cBhvr>
                                        <p:cTn id="24" dur="2000" fill="hold"/>
                                        <p:tgtEl>
                                          <p:spTgt spid="4209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347" y="1215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420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0912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4" name="Rectangle 2"/>
          <p:cNvSpPr>
            <a:spLocks noGrp="1" noChangeArrowheads="1"/>
          </p:cNvSpPr>
          <p:nvPr>
            <p:ph type="title"/>
          </p:nvPr>
        </p:nvSpPr>
        <p:spPr>
          <a:xfrm>
            <a:off x="509588" y="0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sz="4000" dirty="0">
                <a:latin typeface="Gill Sans MT" pitchFamily="34" charset="0"/>
                <a:cs typeface="+mj-cs"/>
              </a:rPr>
              <a:t>Switch: frame filtering/forwarding</a:t>
            </a:r>
            <a:endParaRPr lang="en-US" sz="4000" dirty="0">
              <a:latin typeface="Gill Sans MT" pitchFamily="34" charset="0"/>
              <a:cs typeface="+mj-cs"/>
            </a:endParaRPr>
          </a:p>
        </p:txBody>
      </p:sp>
      <p:sp>
        <p:nvSpPr>
          <p:cNvPr id="6656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0238" y="1370013"/>
            <a:ext cx="8201025" cy="5095875"/>
          </a:xfrm>
        </p:spPr>
        <p:txBody>
          <a:bodyPr>
            <a:noAutofit/>
          </a:bodyPr>
          <a:lstStyle/>
          <a:p>
            <a:pPr>
              <a:buFont typeface="Wingdings" panose="05000000000000000000" charset="0"/>
              <a:buNone/>
              <a:defRPr/>
            </a:pPr>
            <a:r>
              <a:rPr lang="en-US" dirty="0" smtClean="0">
                <a:latin typeface="Gill Sans MT" pitchFamily="34" charset="0"/>
                <a:cs typeface="+mn-cs"/>
              </a:rPr>
              <a:t>when  </a:t>
            </a:r>
            <a:r>
              <a:rPr lang="en-US" dirty="0">
                <a:latin typeface="Gill Sans MT" pitchFamily="34" charset="0"/>
                <a:cs typeface="+mn-cs"/>
              </a:rPr>
              <a:t>frame </a:t>
            </a:r>
            <a:r>
              <a:rPr lang="en-US" dirty="0" smtClean="0">
                <a:latin typeface="Gill Sans MT" pitchFamily="34" charset="0"/>
                <a:cs typeface="+mn-cs"/>
              </a:rPr>
              <a:t>received at switch:</a:t>
            </a:r>
            <a:br>
              <a:rPr lang="en-US" dirty="0">
                <a:latin typeface="Gill Sans MT" pitchFamily="34" charset="0"/>
                <a:cs typeface="+mn-cs"/>
              </a:rPr>
            </a:br>
            <a:endParaRPr lang="en-US" dirty="0">
              <a:latin typeface="Gill Sans MT" pitchFamily="34" charset="0"/>
              <a:cs typeface="+mn-cs"/>
            </a:endParaRPr>
          </a:p>
          <a:p>
            <a:pPr lvl="1">
              <a:buFont typeface="Wingdings" panose="05000000000000000000" charset="0"/>
              <a:buNone/>
              <a:defRPr/>
            </a:pPr>
            <a:r>
              <a:rPr lang="en-US" dirty="0">
                <a:latin typeface="Gill Sans MT" pitchFamily="34" charset="0"/>
              </a:rPr>
              <a:t>1. record </a:t>
            </a:r>
            <a:r>
              <a:rPr lang="en-US" dirty="0" smtClean="0">
                <a:latin typeface="Gill Sans MT" pitchFamily="34" charset="0"/>
              </a:rPr>
              <a:t>incoming link, MAC address of sending </a:t>
            </a:r>
            <a:r>
              <a:rPr lang="en-US" dirty="0">
                <a:latin typeface="Gill Sans MT" pitchFamily="34" charset="0"/>
              </a:rPr>
              <a:t>host</a:t>
            </a:r>
            <a:endParaRPr lang="en-US" dirty="0">
              <a:latin typeface="Gill Sans MT" pitchFamily="34" charset="0"/>
            </a:endParaRPr>
          </a:p>
          <a:p>
            <a:pPr lvl="1">
              <a:buFont typeface="Wingdings" panose="05000000000000000000" charset="0"/>
              <a:buNone/>
              <a:defRPr/>
            </a:pPr>
            <a:r>
              <a:rPr lang="en-US" dirty="0">
                <a:latin typeface="Gill Sans MT" pitchFamily="34" charset="0"/>
              </a:rPr>
              <a:t>2. index switch table using MAC </a:t>
            </a:r>
            <a:r>
              <a:rPr lang="en-US" dirty="0" smtClean="0">
                <a:latin typeface="Gill Sans MT" pitchFamily="34" charset="0"/>
              </a:rPr>
              <a:t>destination </a:t>
            </a:r>
            <a:r>
              <a:rPr lang="en-US" dirty="0">
                <a:latin typeface="Gill Sans MT" pitchFamily="34" charset="0"/>
              </a:rPr>
              <a:t>address</a:t>
            </a:r>
            <a:endParaRPr lang="en-US" b="1" dirty="0">
              <a:solidFill>
                <a:schemeClr val="accent2"/>
              </a:solidFill>
              <a:latin typeface="Gill Sans MT" pitchFamily="34" charset="0"/>
            </a:endParaRPr>
          </a:p>
          <a:p>
            <a:pPr lvl="1">
              <a:buFont typeface="Wingdings" panose="05000000000000000000" charset="0"/>
              <a:buNone/>
              <a:defRPr/>
            </a:pPr>
            <a:r>
              <a:rPr lang="en-US" dirty="0">
                <a:solidFill>
                  <a:srgbClr val="000099"/>
                </a:solidFill>
                <a:latin typeface="Gill Sans MT" pitchFamily="34" charset="0"/>
              </a:rPr>
              <a:t>3. if</a:t>
            </a:r>
            <a:r>
              <a:rPr lang="en-US" b="1" dirty="0">
                <a:solidFill>
                  <a:schemeClr val="accent2"/>
                </a:solidFill>
                <a:latin typeface="Gill Sans MT" pitchFamily="34" charset="0"/>
              </a:rPr>
              <a:t> </a:t>
            </a:r>
            <a:r>
              <a:rPr lang="en-US" dirty="0">
                <a:latin typeface="Gill Sans MT" pitchFamily="34" charset="0"/>
              </a:rPr>
              <a:t>entry found for destination</a:t>
            </a:r>
            <a:br>
              <a:rPr lang="en-US" dirty="0">
                <a:latin typeface="Gill Sans MT" pitchFamily="34" charset="0"/>
              </a:rPr>
            </a:br>
            <a:r>
              <a:rPr lang="en-US" dirty="0">
                <a:latin typeface="Gill Sans MT" pitchFamily="34" charset="0"/>
              </a:rPr>
              <a:t>  </a:t>
            </a:r>
            <a:r>
              <a:rPr lang="en-US" dirty="0">
                <a:solidFill>
                  <a:srgbClr val="000099"/>
                </a:solidFill>
                <a:latin typeface="Gill Sans MT" pitchFamily="34" charset="0"/>
              </a:rPr>
              <a:t>then {</a:t>
            </a:r>
            <a:endParaRPr lang="en-US" dirty="0">
              <a:solidFill>
                <a:srgbClr val="000099"/>
              </a:solidFill>
              <a:latin typeface="Gill Sans MT" pitchFamily="34" charset="0"/>
            </a:endParaRPr>
          </a:p>
          <a:p>
            <a:pPr lvl="1">
              <a:buFont typeface="Wingdings" panose="05000000000000000000" charset="0"/>
              <a:buNone/>
              <a:defRPr/>
            </a:pPr>
            <a:r>
              <a:rPr lang="en-US" b="1" dirty="0">
                <a:solidFill>
                  <a:srgbClr val="000099"/>
                </a:solidFill>
                <a:latin typeface="Gill Sans MT" pitchFamily="34" charset="0"/>
              </a:rPr>
              <a:t>     </a:t>
            </a:r>
            <a:r>
              <a:rPr lang="en-US" dirty="0">
                <a:solidFill>
                  <a:srgbClr val="000099"/>
                </a:solidFill>
                <a:latin typeface="Gill Sans MT" pitchFamily="34" charset="0"/>
              </a:rPr>
              <a:t>if</a:t>
            </a:r>
            <a:r>
              <a:rPr lang="en-US" b="1" dirty="0">
                <a:solidFill>
                  <a:schemeClr val="accent2"/>
                </a:solidFill>
                <a:latin typeface="Gill Sans MT" pitchFamily="34" charset="0"/>
              </a:rPr>
              <a:t> </a:t>
            </a:r>
            <a:r>
              <a:rPr lang="en-US" dirty="0" smtClean="0">
                <a:latin typeface="Gill Sans MT" pitchFamily="34" charset="0"/>
              </a:rPr>
              <a:t>destination </a:t>
            </a:r>
            <a:r>
              <a:rPr lang="en-US" dirty="0">
                <a:latin typeface="Gill Sans MT" pitchFamily="34" charset="0"/>
              </a:rPr>
              <a:t>on segment from which frame arrived</a:t>
            </a:r>
            <a:br>
              <a:rPr lang="en-US" dirty="0">
                <a:latin typeface="Gill Sans MT" pitchFamily="34" charset="0"/>
              </a:rPr>
            </a:br>
            <a:r>
              <a:rPr lang="en-US" dirty="0">
                <a:latin typeface="Gill Sans MT" pitchFamily="34" charset="0"/>
              </a:rPr>
              <a:t>       </a:t>
            </a:r>
            <a:r>
              <a:rPr lang="en-US" dirty="0">
                <a:solidFill>
                  <a:srgbClr val="000099"/>
                </a:solidFill>
                <a:latin typeface="Gill Sans MT" pitchFamily="34" charset="0"/>
              </a:rPr>
              <a:t>then</a:t>
            </a:r>
            <a:r>
              <a:rPr lang="en-US" dirty="0">
                <a:latin typeface="Gill Sans MT" pitchFamily="34" charset="0"/>
              </a:rPr>
              <a:t> drop </a:t>
            </a:r>
            <a:r>
              <a:rPr lang="en-US" dirty="0" smtClean="0">
                <a:latin typeface="Gill Sans MT" pitchFamily="34" charset="0"/>
              </a:rPr>
              <a:t>frame</a:t>
            </a:r>
            <a:endParaRPr lang="en-US" dirty="0">
              <a:latin typeface="Gill Sans MT" pitchFamily="34" charset="0"/>
            </a:endParaRPr>
          </a:p>
          <a:p>
            <a:pPr lvl="1">
              <a:buFont typeface="Wingdings" panose="05000000000000000000" charset="0"/>
              <a:buNone/>
              <a:defRPr/>
            </a:pPr>
            <a:r>
              <a:rPr lang="en-US" dirty="0">
                <a:latin typeface="Gill Sans MT" pitchFamily="34" charset="0"/>
              </a:rPr>
              <a:t>           </a:t>
            </a:r>
            <a:r>
              <a:rPr lang="en-US" dirty="0">
                <a:solidFill>
                  <a:srgbClr val="000099"/>
                </a:solidFill>
                <a:latin typeface="Gill Sans MT" pitchFamily="34" charset="0"/>
              </a:rPr>
              <a:t>else</a:t>
            </a:r>
            <a:r>
              <a:rPr lang="en-US" dirty="0">
                <a:latin typeface="Gill Sans MT" pitchFamily="34" charset="0"/>
              </a:rPr>
              <a:t> forward </a:t>
            </a:r>
            <a:r>
              <a:rPr lang="en-US" dirty="0" smtClean="0">
                <a:latin typeface="Gill Sans MT" pitchFamily="34" charset="0"/>
              </a:rPr>
              <a:t>frame </a:t>
            </a:r>
            <a:r>
              <a:rPr lang="en-US" dirty="0">
                <a:latin typeface="Gill Sans MT" pitchFamily="34" charset="0"/>
              </a:rPr>
              <a:t>on interface </a:t>
            </a:r>
            <a:r>
              <a:rPr lang="en-US" dirty="0" smtClean="0">
                <a:latin typeface="Gill Sans MT" pitchFamily="34" charset="0"/>
              </a:rPr>
              <a:t>indicated by entry</a:t>
            </a:r>
            <a:endParaRPr lang="en-US" dirty="0">
              <a:latin typeface="Gill Sans MT" pitchFamily="34" charset="0"/>
            </a:endParaRPr>
          </a:p>
          <a:p>
            <a:pPr lvl="1">
              <a:buFont typeface="Wingdings" panose="05000000000000000000" charset="0"/>
              <a:buNone/>
              <a:defRPr/>
            </a:pPr>
            <a:r>
              <a:rPr lang="en-US" dirty="0">
                <a:latin typeface="Gill Sans MT" pitchFamily="34" charset="0"/>
              </a:rPr>
              <a:t>     </a:t>
            </a:r>
            <a:r>
              <a:rPr lang="en-US" b="1" dirty="0">
                <a:solidFill>
                  <a:schemeClr val="accent2"/>
                </a:solidFill>
                <a:latin typeface="Gill Sans MT" pitchFamily="34" charset="0"/>
              </a:rPr>
              <a:t>  </a:t>
            </a:r>
            <a:r>
              <a:rPr lang="en-US" dirty="0">
                <a:solidFill>
                  <a:srgbClr val="000099"/>
                </a:solidFill>
                <a:latin typeface="Gill Sans MT" pitchFamily="34" charset="0"/>
              </a:rPr>
              <a:t>}</a:t>
            </a:r>
            <a:r>
              <a:rPr lang="en-US" b="1" dirty="0">
                <a:solidFill>
                  <a:schemeClr val="accent2"/>
                </a:solidFill>
                <a:latin typeface="Gill Sans MT" pitchFamily="34" charset="0"/>
              </a:rPr>
              <a:t>   </a:t>
            </a:r>
            <a:endParaRPr lang="en-US" dirty="0">
              <a:latin typeface="Gill Sans MT" pitchFamily="34" charset="0"/>
            </a:endParaRPr>
          </a:p>
          <a:p>
            <a:pPr lvl="1">
              <a:buFont typeface="Wingdings" panose="05000000000000000000" charset="0"/>
              <a:buNone/>
              <a:defRPr/>
            </a:pPr>
            <a:r>
              <a:rPr lang="en-US" dirty="0">
                <a:latin typeface="Gill Sans MT" pitchFamily="34" charset="0"/>
              </a:rPr>
              <a:t>      </a:t>
            </a:r>
            <a:r>
              <a:rPr lang="en-US" dirty="0">
                <a:solidFill>
                  <a:srgbClr val="000099"/>
                </a:solidFill>
                <a:latin typeface="Gill Sans MT" pitchFamily="34" charset="0"/>
              </a:rPr>
              <a:t>else</a:t>
            </a:r>
            <a:r>
              <a:rPr lang="en-US" dirty="0">
                <a:latin typeface="Gill Sans MT" pitchFamily="34" charset="0"/>
              </a:rPr>
              <a:t> </a:t>
            </a:r>
            <a:r>
              <a:rPr lang="en-US" dirty="0" smtClean="0">
                <a:latin typeface="Gill Sans MT" pitchFamily="34" charset="0"/>
              </a:rPr>
              <a:t>flood  /* forward on all interfaces except arriving</a:t>
            </a:r>
            <a:endParaRPr lang="en-US" dirty="0" smtClean="0">
              <a:latin typeface="Gill Sans MT" pitchFamily="34" charset="0"/>
            </a:endParaRPr>
          </a:p>
          <a:p>
            <a:pPr lvl="1">
              <a:buFont typeface="Wingdings" panose="05000000000000000000" charset="0"/>
              <a:buNone/>
              <a:defRPr/>
            </a:pPr>
            <a:r>
              <a:rPr lang="en-US" dirty="0">
                <a:latin typeface="Gill Sans MT" pitchFamily="34" charset="0"/>
              </a:rPr>
              <a:t> </a:t>
            </a:r>
            <a:r>
              <a:rPr lang="en-US" dirty="0" smtClean="0">
                <a:latin typeface="Gill Sans MT" pitchFamily="34" charset="0"/>
              </a:rPr>
              <a:t>                         interface */</a:t>
            </a:r>
            <a:endParaRPr lang="en-US" dirty="0">
              <a:latin typeface="Gill Sans MT" pitchFamily="34" charset="0"/>
            </a:endParaRPr>
          </a:p>
          <a:p>
            <a:pPr lvl="3">
              <a:buFontTx/>
              <a:buNone/>
              <a:defRPr/>
            </a:pPr>
            <a:r>
              <a:rPr lang="en-US" sz="2400" dirty="0">
                <a:latin typeface="Times New Roman" panose="02020503050405090304" charset="0"/>
              </a:rPr>
              <a:t>  </a:t>
            </a:r>
            <a:endParaRPr lang="en-US" sz="2400" dirty="0">
              <a:latin typeface="Times New Roman" panose="02020503050405090304" charset="0"/>
            </a:endParaRPr>
          </a:p>
        </p:txBody>
      </p:sp>
      <p:pic>
        <p:nvPicPr>
          <p:cNvPr id="168965" name="Picture 17" descr="underline_base"/>
          <p:cNvPicPr>
            <a:picLocks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513" y="841375"/>
            <a:ext cx="6856412" cy="173038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r>
              <a:rPr lang="en-US" sz="1200" dirty="0">
                <a:latin typeface="Tahoma" panose="020B0604030504040204" charset="0"/>
              </a:rPr>
              <a:t>6</a:t>
            </a:r>
            <a:r>
              <a:rPr lang="en-US" sz="1200" dirty="0" smtClean="0">
                <a:latin typeface="Tahoma" panose="020B0604030504040204" charset="0"/>
              </a:rPr>
              <a:t>-</a:t>
            </a:r>
            <a:fld id="{8E8C6E93-DF5B-BC4B-80F9-500DED1EEDCC}" type="slidenum">
              <a:rPr lang="en-US" sz="1200">
                <a:latin typeface="Tahoma" panose="020B0604030504040204" charset="0"/>
              </a:rPr>
            </a:fld>
            <a:endParaRPr lang="en-US" sz="1200" dirty="0">
              <a:latin typeface="Tahoma" panose="020B0604030504040204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pPr algn="r"/>
            <a:r>
              <a:rPr lang="en-US" sz="1200" dirty="0" smtClean="0">
                <a:solidFill>
                  <a:srgbClr val="000000"/>
                </a:solidFill>
                <a:latin typeface="Tahoma" panose="020B0604030504040204" charset="0"/>
                <a:cs typeface="Arial" panose="020B0604020202090204" pitchFamily="34" charset="0"/>
              </a:rPr>
              <a:t>Link Layer and LANs</a:t>
            </a:r>
            <a:endParaRPr lang="en-US" sz="1200" dirty="0">
              <a:solidFill>
                <a:srgbClr val="000000"/>
              </a:solidFill>
              <a:latin typeface="Tahoma" panose="020B060403050404020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1009" name="Group 36"/>
          <p:cNvGrpSpPr/>
          <p:nvPr/>
        </p:nvGrpSpPr>
        <p:grpSpPr bwMode="auto">
          <a:xfrm>
            <a:off x="4456113" y="1216025"/>
            <a:ext cx="3660775" cy="3600450"/>
            <a:chOff x="731524" y="1819788"/>
            <a:chExt cx="3661504" cy="3600334"/>
          </a:xfrm>
        </p:grpSpPr>
        <p:sp>
          <p:nvSpPr>
            <p:cNvPr id="67650" name="Text Box 23"/>
            <p:cNvSpPr txBox="1">
              <a:spLocks noChangeArrowheads="1"/>
            </p:cNvSpPr>
            <p:nvPr/>
          </p:nvSpPr>
          <p:spPr bwMode="auto">
            <a:xfrm>
              <a:off x="2655957" y="1819788"/>
              <a:ext cx="350907" cy="36670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i="0" dirty="0" smtClean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A</a:t>
              </a:r>
              <a:endParaRPr lang="en-US" i="0" dirty="0" smtClean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67651" name="Text Box 24"/>
            <p:cNvSpPr txBox="1">
              <a:spLocks noChangeArrowheads="1"/>
            </p:cNvSpPr>
            <p:nvPr/>
          </p:nvSpPr>
          <p:spPr bwMode="auto">
            <a:xfrm>
              <a:off x="2371738" y="5050247"/>
              <a:ext cx="371549" cy="36987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i="0" dirty="0" smtClean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A</a:t>
              </a:r>
              <a:r>
                <a:rPr lang="ja-JP" altLang="en-US" i="0" smtClean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’</a:t>
              </a:r>
              <a:endParaRPr lang="en-US" i="0" dirty="0" smtClean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67652" name="Text Box 25"/>
            <p:cNvSpPr txBox="1">
              <a:spLocks noChangeArrowheads="1"/>
            </p:cNvSpPr>
            <p:nvPr/>
          </p:nvSpPr>
          <p:spPr bwMode="auto">
            <a:xfrm>
              <a:off x="3988134" y="2419844"/>
              <a:ext cx="338205" cy="368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i="0" dirty="0" smtClean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B</a:t>
              </a:r>
              <a:endParaRPr lang="en-US" i="0" dirty="0" smtClean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67653" name="Text Box 26"/>
            <p:cNvSpPr txBox="1">
              <a:spLocks noChangeArrowheads="1"/>
            </p:cNvSpPr>
            <p:nvPr/>
          </p:nvSpPr>
          <p:spPr bwMode="auto">
            <a:xfrm>
              <a:off x="995101" y="4188262"/>
              <a:ext cx="390603" cy="368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i="0" dirty="0" smtClean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B</a:t>
              </a:r>
              <a:r>
                <a:rPr lang="ja-JP" altLang="en-US" i="0" smtClean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’</a:t>
              </a:r>
              <a:endParaRPr lang="en-US" i="0" dirty="0" smtClean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67654" name="Text Box 27"/>
            <p:cNvSpPr txBox="1">
              <a:spLocks noChangeArrowheads="1"/>
            </p:cNvSpPr>
            <p:nvPr/>
          </p:nvSpPr>
          <p:spPr bwMode="auto">
            <a:xfrm>
              <a:off x="3740435" y="4188262"/>
              <a:ext cx="350908" cy="368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i="0" dirty="0" smtClean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C</a:t>
              </a:r>
              <a:endParaRPr lang="en-US" i="0" dirty="0" smtClean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67655" name="Text Box 28"/>
            <p:cNvSpPr txBox="1">
              <a:spLocks noChangeArrowheads="1"/>
            </p:cNvSpPr>
            <p:nvPr/>
          </p:nvSpPr>
          <p:spPr bwMode="auto">
            <a:xfrm>
              <a:off x="1123714" y="2465880"/>
              <a:ext cx="403305" cy="368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i="0" dirty="0" smtClean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C</a:t>
              </a:r>
              <a:r>
                <a:rPr lang="ja-JP" altLang="en-US" i="0" smtClean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’</a:t>
              </a:r>
              <a:endParaRPr lang="en-US" i="0" dirty="0" smtClean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67656" name="Line 17"/>
            <p:cNvSpPr>
              <a:spLocks noChangeShapeType="1"/>
            </p:cNvSpPr>
            <p:nvPr/>
          </p:nvSpPr>
          <p:spPr bwMode="auto">
            <a:xfrm>
              <a:off x="1687389" y="3165945"/>
              <a:ext cx="720869" cy="298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7657" name="Line 18"/>
            <p:cNvSpPr>
              <a:spLocks noChangeShapeType="1"/>
            </p:cNvSpPr>
            <p:nvPr/>
          </p:nvSpPr>
          <p:spPr bwMode="auto">
            <a:xfrm>
              <a:off x="2673423" y="2872267"/>
              <a:ext cx="0" cy="5048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7658" name="Line 19"/>
            <p:cNvSpPr>
              <a:spLocks noChangeShapeType="1"/>
            </p:cNvSpPr>
            <p:nvPr/>
          </p:nvSpPr>
          <p:spPr bwMode="auto">
            <a:xfrm flipH="1">
              <a:off x="2863961" y="2996088"/>
              <a:ext cx="892353" cy="48417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7659" name="Line 20"/>
            <p:cNvSpPr>
              <a:spLocks noChangeShapeType="1"/>
            </p:cNvSpPr>
            <p:nvPr/>
          </p:nvSpPr>
          <p:spPr bwMode="auto">
            <a:xfrm flipV="1">
              <a:off x="2673423" y="3605668"/>
              <a:ext cx="12703" cy="7095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171083" name="Group 47"/>
            <p:cNvGrpSpPr/>
            <p:nvPr/>
          </p:nvGrpSpPr>
          <p:grpSpPr bwMode="auto">
            <a:xfrm>
              <a:off x="747936" y="2733042"/>
              <a:ext cx="914403" cy="690308"/>
              <a:chOff x="1046480" y="3962400"/>
              <a:chExt cx="1026163" cy="761428"/>
            </a:xfrm>
          </p:grpSpPr>
          <p:sp>
            <p:nvSpPr>
              <p:cNvPr id="186" name="Rectangle 48"/>
              <p:cNvSpPr>
                <a:spLocks noChangeArrowheads="1"/>
              </p:cNvSpPr>
              <p:nvPr/>
            </p:nvSpPr>
            <p:spPr bwMode="auto">
              <a:xfrm rot="16200000">
                <a:off x="1893248" y="4299428"/>
                <a:ext cx="110312" cy="247682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panose="020B0604020202090204" pitchFamily="34" charset="0"/>
                  <a:ea typeface="+mn-ea"/>
                  <a:cs typeface="Arial" panose="020B0604020202090204" pitchFamily="34" charset="0"/>
                </a:endParaRPr>
              </a:p>
            </p:txBody>
          </p:sp>
          <p:grpSp>
            <p:nvGrpSpPr>
              <p:cNvPr id="171118" name="Group 49"/>
              <p:cNvGrpSpPr/>
              <p:nvPr/>
            </p:nvGrpSpPr>
            <p:grpSpPr bwMode="auto"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id="171119" name="Picture 50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71120" name="Freeform 51"/>
                <p:cNvSpPr/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</p:grpSp>
        <p:grpSp>
          <p:nvGrpSpPr>
            <p:cNvPr id="171084" name="Group 48"/>
            <p:cNvGrpSpPr/>
            <p:nvPr/>
          </p:nvGrpSpPr>
          <p:grpSpPr bwMode="auto">
            <a:xfrm>
              <a:off x="3539588" y="2669737"/>
              <a:ext cx="853440" cy="741680"/>
              <a:chOff x="7179310" y="4033520"/>
              <a:chExt cx="1009650" cy="855028"/>
            </a:xfrm>
          </p:grpSpPr>
          <p:grpSp>
            <p:nvGrpSpPr>
              <p:cNvPr id="171113" name="Group 44"/>
              <p:cNvGrpSpPr/>
              <p:nvPr/>
            </p:nvGrpSpPr>
            <p:grpSpPr bwMode="auto"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id="171115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71116" name="Freeform 46"/>
                <p:cNvSpPr/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  <p:sp>
            <p:nvSpPr>
              <p:cNvPr id="183" name="Rectangle 43"/>
              <p:cNvSpPr>
                <a:spLocks noChangeArrowheads="1"/>
              </p:cNvSpPr>
              <p:nvPr/>
            </p:nvSpPr>
            <p:spPr bwMode="auto">
              <a:xfrm rot="16200000">
                <a:off x="7440190" y="4309323"/>
                <a:ext cx="126273" cy="195358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panose="020B0604020202090204" pitchFamily="34" charset="0"/>
                  <a:ea typeface="+mn-ea"/>
                  <a:cs typeface="Arial" panose="020B0604020202090204" pitchFamily="34" charset="0"/>
                </a:endParaRPr>
              </a:p>
            </p:txBody>
          </p:sp>
        </p:grpSp>
        <p:sp>
          <p:nvSpPr>
            <p:cNvPr id="154" name="Rectangle 43"/>
            <p:cNvSpPr>
              <a:spLocks noChangeArrowheads="1"/>
            </p:cNvSpPr>
            <p:nvPr/>
          </p:nvSpPr>
          <p:spPr bwMode="auto">
            <a:xfrm>
              <a:off x="2614674" y="2705584"/>
              <a:ext cx="109559" cy="165095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panose="020B0604020202090204" pitchFamily="34" charset="0"/>
                <a:ea typeface="+mn-ea"/>
                <a:cs typeface="Arial" panose="020B0604020202090204" pitchFamily="34" charset="0"/>
              </a:endParaRPr>
            </a:p>
          </p:txBody>
        </p:sp>
        <p:grpSp>
          <p:nvGrpSpPr>
            <p:cNvPr id="171086" name="Group 44"/>
            <p:cNvGrpSpPr/>
            <p:nvPr/>
          </p:nvGrpSpPr>
          <p:grpSpPr bwMode="auto">
            <a:xfrm>
              <a:off x="2233637" y="2138292"/>
              <a:ext cx="853440" cy="741680"/>
              <a:chOff x="-44" y="1473"/>
              <a:chExt cx="981" cy="1105"/>
            </a:xfrm>
          </p:grpSpPr>
          <p:pic>
            <p:nvPicPr>
              <p:cNvPr id="171111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1112" name="Freeform 46"/>
              <p:cNvSpPr/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71087" name="Group 51"/>
            <p:cNvGrpSpPr/>
            <p:nvPr/>
          </p:nvGrpSpPr>
          <p:grpSpPr bwMode="auto">
            <a:xfrm>
              <a:off x="2060917" y="4279843"/>
              <a:ext cx="853440" cy="835329"/>
              <a:chOff x="8077200" y="3320111"/>
              <a:chExt cx="853440" cy="835329"/>
            </a:xfrm>
          </p:grpSpPr>
          <p:sp>
            <p:nvSpPr>
              <p:cNvPr id="176" name="Rectangle 43"/>
              <p:cNvSpPr>
                <a:spLocks noChangeArrowheads="1"/>
              </p:cNvSpPr>
              <p:nvPr/>
            </p:nvSpPr>
            <p:spPr bwMode="auto">
              <a:xfrm>
                <a:off x="8630957" y="3320602"/>
                <a:ext cx="111147" cy="165095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panose="020B0604020202090204" pitchFamily="34" charset="0"/>
                  <a:ea typeface="+mn-ea"/>
                  <a:cs typeface="Arial" panose="020B0604020202090204" pitchFamily="34" charset="0"/>
                </a:endParaRPr>
              </a:p>
            </p:txBody>
          </p:sp>
          <p:grpSp>
            <p:nvGrpSpPr>
              <p:cNvPr id="171108" name="Group 44"/>
              <p:cNvGrpSpPr/>
              <p:nvPr/>
            </p:nvGrpSpPr>
            <p:grpSpPr bwMode="auto">
              <a:xfrm>
                <a:off x="8077200" y="3413760"/>
                <a:ext cx="853440" cy="741680"/>
                <a:chOff x="-44" y="1473"/>
                <a:chExt cx="981" cy="1105"/>
              </a:xfrm>
            </p:grpSpPr>
            <p:pic>
              <p:nvPicPr>
                <p:cNvPr id="171109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71110" name="Freeform 46"/>
                <p:cNvSpPr/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</p:grpSp>
        <p:pic>
          <p:nvPicPr>
            <p:cNvPr id="67665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74913" y="3316753"/>
              <a:ext cx="603370" cy="341301"/>
            </a:xfrm>
            <a:prstGeom prst="rect">
              <a:avLst/>
            </a:prstGeom>
            <a:noFill/>
            <a:ln>
              <a:noFill/>
            </a:ln>
            <a:effectLst/>
          </p:spPr>
        </p:pic>
        <p:grpSp>
          <p:nvGrpSpPr>
            <p:cNvPr id="171089" name="Group 53"/>
            <p:cNvGrpSpPr/>
            <p:nvPr/>
          </p:nvGrpSpPr>
          <p:grpSpPr bwMode="auto">
            <a:xfrm>
              <a:off x="731524" y="3616962"/>
              <a:ext cx="914403" cy="690308"/>
              <a:chOff x="1046480" y="3962400"/>
              <a:chExt cx="1026163" cy="761428"/>
            </a:xfrm>
          </p:grpSpPr>
          <p:sp>
            <p:nvSpPr>
              <p:cNvPr id="172" name="Rectangle 48"/>
              <p:cNvSpPr>
                <a:spLocks noChangeArrowheads="1"/>
              </p:cNvSpPr>
              <p:nvPr/>
            </p:nvSpPr>
            <p:spPr bwMode="auto">
              <a:xfrm rot="16200000">
                <a:off x="1893846" y="4299747"/>
                <a:ext cx="110313" cy="247682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panose="020B0604020202090204" pitchFamily="34" charset="0"/>
                  <a:ea typeface="+mn-ea"/>
                  <a:cs typeface="Arial" panose="020B0604020202090204" pitchFamily="34" charset="0"/>
                </a:endParaRPr>
              </a:p>
            </p:txBody>
          </p:sp>
          <p:grpSp>
            <p:nvGrpSpPr>
              <p:cNvPr id="171104" name="Group 49"/>
              <p:cNvGrpSpPr/>
              <p:nvPr/>
            </p:nvGrpSpPr>
            <p:grpSpPr bwMode="auto"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id="171105" name="Picture 50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71106" name="Freeform 51"/>
                <p:cNvSpPr/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</p:grpSp>
        <p:grpSp>
          <p:nvGrpSpPr>
            <p:cNvPr id="171090" name="Group 54"/>
            <p:cNvGrpSpPr/>
            <p:nvPr/>
          </p:nvGrpSpPr>
          <p:grpSpPr bwMode="auto">
            <a:xfrm>
              <a:off x="3410634" y="3567725"/>
              <a:ext cx="853440" cy="741680"/>
              <a:chOff x="7179310" y="4033520"/>
              <a:chExt cx="1009650" cy="855028"/>
            </a:xfrm>
          </p:grpSpPr>
          <p:grpSp>
            <p:nvGrpSpPr>
              <p:cNvPr id="171099" name="Group 44"/>
              <p:cNvGrpSpPr/>
              <p:nvPr/>
            </p:nvGrpSpPr>
            <p:grpSpPr bwMode="auto"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id="171101" name="Picture 45" descr="desktop_computer_stylized_medium"/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71102" name="Freeform 46"/>
                <p:cNvSpPr/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1736 w 356"/>
                    <a:gd name="T3" fmla="*/ 95 h 368"/>
                    <a:gd name="T4" fmla="*/ 2059 w 356"/>
                    <a:gd name="T5" fmla="*/ 1990 h 368"/>
                    <a:gd name="T6" fmla="*/ 454 w 356"/>
                    <a:gd name="T7" fmla="*/ 2489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  <p:sp>
            <p:nvSpPr>
              <p:cNvPr id="169" name="Rectangle 43"/>
              <p:cNvSpPr>
                <a:spLocks noChangeArrowheads="1"/>
              </p:cNvSpPr>
              <p:nvPr/>
            </p:nvSpPr>
            <p:spPr bwMode="auto">
              <a:xfrm rot="16200000">
                <a:off x="7438739" y="4308053"/>
                <a:ext cx="128104" cy="197237"/>
              </a:xfrm>
              <a:prstGeom prst="rect">
                <a:avLst/>
              </a:prstGeom>
              <a:gradFill rotWithShape="1">
                <a:gsLst>
                  <a:gs pos="0">
                    <a:srgbClr val="008000"/>
                  </a:gs>
                  <a:gs pos="50000">
                    <a:schemeClr val="bg1"/>
                  </a:gs>
                  <a:gs pos="100000">
                    <a:srgbClr val="008000"/>
                  </a:gs>
                </a:gsLst>
                <a:lin ang="0" scaled="1"/>
              </a:gradFill>
              <a:ln w="9525">
                <a:solidFill>
                  <a:srgbClr val="008000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panose="020B0604020202090204" pitchFamily="34" charset="0"/>
                  <a:ea typeface="+mn-ea"/>
                  <a:cs typeface="Arial" panose="020B0604020202090204" pitchFamily="34" charset="0"/>
                </a:endParaRPr>
              </a:p>
            </p:txBody>
          </p:sp>
        </p:grpSp>
        <p:sp>
          <p:nvSpPr>
            <p:cNvPr id="67668" name="Line 17"/>
            <p:cNvSpPr>
              <a:spLocks noChangeShapeType="1"/>
            </p:cNvSpPr>
            <p:nvPr/>
          </p:nvSpPr>
          <p:spPr bwMode="auto">
            <a:xfrm flipV="1">
              <a:off x="1660396" y="3600906"/>
              <a:ext cx="744686" cy="4508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7669" name="Line 19"/>
            <p:cNvSpPr>
              <a:spLocks noChangeShapeType="1"/>
            </p:cNvSpPr>
            <p:nvPr/>
          </p:nvSpPr>
          <p:spPr bwMode="auto">
            <a:xfrm flipH="1" flipV="1">
              <a:off x="2968756" y="3545345"/>
              <a:ext cx="646242" cy="3381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7670" name="Text Box 35"/>
            <p:cNvSpPr txBox="1">
              <a:spLocks noChangeArrowheads="1"/>
            </p:cNvSpPr>
            <p:nvPr/>
          </p:nvSpPr>
          <p:spPr bwMode="auto">
            <a:xfrm>
              <a:off x="2401907" y="3026249"/>
              <a:ext cx="312799" cy="3698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i="0" dirty="0" smtClean="0">
                  <a:solidFill>
                    <a:srgbClr val="FF0000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1</a:t>
              </a:r>
              <a:endParaRPr lang="en-US" i="0" dirty="0" smtClean="0">
                <a:solidFill>
                  <a:srgbClr val="FF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67671" name="Text Box 36"/>
            <p:cNvSpPr txBox="1">
              <a:spLocks noChangeArrowheads="1"/>
            </p:cNvSpPr>
            <p:nvPr/>
          </p:nvSpPr>
          <p:spPr bwMode="auto">
            <a:xfrm>
              <a:off x="2903656" y="3051648"/>
              <a:ext cx="323914" cy="36670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i="0" dirty="0" smtClean="0">
                  <a:solidFill>
                    <a:srgbClr val="FF0000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2</a:t>
              </a:r>
              <a:endParaRPr lang="en-US" i="0" dirty="0" smtClean="0">
                <a:solidFill>
                  <a:srgbClr val="FF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67672" name="Text Box 37"/>
            <p:cNvSpPr txBox="1">
              <a:spLocks noChangeArrowheads="1"/>
            </p:cNvSpPr>
            <p:nvPr/>
          </p:nvSpPr>
          <p:spPr bwMode="auto">
            <a:xfrm>
              <a:off x="3125951" y="3710440"/>
              <a:ext cx="322326" cy="36670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i="0" dirty="0" smtClean="0">
                  <a:solidFill>
                    <a:srgbClr val="FF0000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3</a:t>
              </a:r>
              <a:endParaRPr lang="en-US" i="0" dirty="0" smtClean="0">
                <a:solidFill>
                  <a:srgbClr val="FF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67673" name="Text Box 38"/>
            <p:cNvSpPr txBox="1">
              <a:spLocks noChangeArrowheads="1"/>
            </p:cNvSpPr>
            <p:nvPr/>
          </p:nvSpPr>
          <p:spPr bwMode="auto">
            <a:xfrm>
              <a:off x="2640079" y="3654879"/>
              <a:ext cx="323914" cy="36670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i="0" dirty="0" smtClean="0">
                  <a:solidFill>
                    <a:srgbClr val="FF0000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4</a:t>
              </a:r>
              <a:endParaRPr lang="en-US" i="0" dirty="0" smtClean="0">
                <a:solidFill>
                  <a:srgbClr val="FF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67674" name="Text Box 39"/>
            <p:cNvSpPr txBox="1">
              <a:spLocks noChangeArrowheads="1"/>
            </p:cNvSpPr>
            <p:nvPr/>
          </p:nvSpPr>
          <p:spPr bwMode="auto">
            <a:xfrm>
              <a:off x="2070052" y="3704090"/>
              <a:ext cx="323914" cy="36670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i="0" dirty="0" smtClean="0">
                  <a:solidFill>
                    <a:srgbClr val="FF0000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5</a:t>
              </a:r>
              <a:endParaRPr lang="en-US" i="0" dirty="0" smtClean="0">
                <a:solidFill>
                  <a:srgbClr val="FF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67675" name="Text Box 40"/>
            <p:cNvSpPr txBox="1">
              <a:spLocks noChangeArrowheads="1"/>
            </p:cNvSpPr>
            <p:nvPr/>
          </p:nvSpPr>
          <p:spPr bwMode="auto">
            <a:xfrm>
              <a:off x="2039884" y="3080222"/>
              <a:ext cx="319151" cy="3698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i="0" dirty="0" smtClean="0">
                  <a:solidFill>
                    <a:srgbClr val="FF0000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6</a:t>
              </a:r>
              <a:endParaRPr lang="en-US" i="0" dirty="0" smtClean="0">
                <a:solidFill>
                  <a:srgbClr val="FF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</p:grpSp>
      <p:sp>
        <p:nvSpPr>
          <p:cNvPr id="67589" name="Rectangle 2"/>
          <p:cNvSpPr>
            <a:spLocks noGrp="1" noChangeArrowheads="1"/>
          </p:cNvSpPr>
          <p:nvPr>
            <p:ph type="title"/>
          </p:nvPr>
        </p:nvSpPr>
        <p:spPr>
          <a:xfrm>
            <a:off x="187325" y="141288"/>
            <a:ext cx="7508875" cy="1143000"/>
          </a:xfrm>
        </p:spPr>
        <p:txBody>
          <a:bodyPr/>
          <a:lstStyle/>
          <a:p>
            <a:pPr>
              <a:defRPr/>
            </a:pPr>
            <a:r>
              <a:rPr lang="en-US" sz="3600" dirty="0">
                <a:latin typeface="Gill Sans MT" pitchFamily="34" charset="0"/>
                <a:cs typeface="+mj-cs"/>
              </a:rPr>
              <a:t>Self-learning, forwarding: example</a:t>
            </a:r>
            <a:endParaRPr lang="en-US" sz="3600" dirty="0">
              <a:latin typeface="Gill Sans MT" pitchFamily="34" charset="0"/>
              <a:cs typeface="+mj-cs"/>
            </a:endParaRPr>
          </a:p>
        </p:txBody>
      </p:sp>
      <p:grpSp>
        <p:nvGrpSpPr>
          <p:cNvPr id="685088" name="Group 32"/>
          <p:cNvGrpSpPr/>
          <p:nvPr/>
        </p:nvGrpSpPr>
        <p:grpSpPr bwMode="auto">
          <a:xfrm>
            <a:off x="6778625" y="1223963"/>
            <a:ext cx="1428750" cy="369887"/>
            <a:chOff x="1750" y="3514"/>
            <a:chExt cx="900" cy="233"/>
          </a:xfrm>
        </p:grpSpPr>
        <p:sp>
          <p:nvSpPr>
            <p:cNvPr id="67646" name="Rectangle 33"/>
            <p:cNvSpPr>
              <a:spLocks noChangeArrowheads="1"/>
            </p:cNvSpPr>
            <p:nvPr/>
          </p:nvSpPr>
          <p:spPr bwMode="auto">
            <a:xfrm>
              <a:off x="1771" y="3542"/>
              <a:ext cx="879" cy="16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67647" name="Text Box 34"/>
            <p:cNvSpPr txBox="1">
              <a:spLocks noChangeArrowheads="1"/>
            </p:cNvSpPr>
            <p:nvPr/>
          </p:nvSpPr>
          <p:spPr bwMode="auto">
            <a:xfrm>
              <a:off x="1750" y="3514"/>
              <a:ext cx="356" cy="23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i="0" dirty="0" smtClean="0">
                  <a:solidFill>
                    <a:srgbClr val="FFFFFF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A A</a:t>
              </a:r>
              <a:r>
                <a:rPr lang="ja-JP" altLang="en-US" i="0" smtClean="0">
                  <a:solidFill>
                    <a:srgbClr val="FFFFFF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’</a:t>
              </a:r>
              <a:endParaRPr lang="en-US" i="0" dirty="0" smtClean="0">
                <a:solidFill>
                  <a:srgbClr val="FFFFFF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67648" name="Line 35"/>
            <p:cNvSpPr>
              <a:spLocks noChangeShapeType="1"/>
            </p:cNvSpPr>
            <p:nvPr/>
          </p:nvSpPr>
          <p:spPr bwMode="auto">
            <a:xfrm>
              <a:off x="1936" y="3535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7649" name="Line 36"/>
            <p:cNvSpPr>
              <a:spLocks noChangeShapeType="1"/>
            </p:cNvSpPr>
            <p:nvPr/>
          </p:nvSpPr>
          <p:spPr bwMode="auto">
            <a:xfrm>
              <a:off x="2116" y="3540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grpSp>
        <p:nvGrpSpPr>
          <p:cNvPr id="685093" name="Group 37"/>
          <p:cNvGrpSpPr/>
          <p:nvPr/>
        </p:nvGrpSpPr>
        <p:grpSpPr bwMode="auto">
          <a:xfrm>
            <a:off x="6994525" y="525463"/>
            <a:ext cx="1450975" cy="714375"/>
            <a:chOff x="4406" y="331"/>
            <a:chExt cx="914" cy="450"/>
          </a:xfrm>
        </p:grpSpPr>
        <p:sp>
          <p:nvSpPr>
            <p:cNvPr id="67642" name="Line 38"/>
            <p:cNvSpPr>
              <a:spLocks noChangeShapeType="1"/>
            </p:cNvSpPr>
            <p:nvPr/>
          </p:nvSpPr>
          <p:spPr bwMode="auto">
            <a:xfrm flipV="1">
              <a:off x="4406" y="439"/>
              <a:ext cx="252" cy="33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7643" name="Line 39"/>
            <p:cNvSpPr>
              <a:spLocks noChangeShapeType="1"/>
            </p:cNvSpPr>
            <p:nvPr/>
          </p:nvSpPr>
          <p:spPr bwMode="auto">
            <a:xfrm flipV="1">
              <a:off x="4524" y="594"/>
              <a:ext cx="137" cy="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7644" name="Text Box 40"/>
            <p:cNvSpPr txBox="1">
              <a:spLocks noChangeArrowheads="1"/>
            </p:cNvSpPr>
            <p:nvPr/>
          </p:nvSpPr>
          <p:spPr bwMode="auto">
            <a:xfrm>
              <a:off x="4643" y="331"/>
              <a:ext cx="677" cy="21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600" i="0" dirty="0" smtClean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Source: A</a:t>
              </a:r>
              <a:endParaRPr lang="en-US" sz="1600" i="0" dirty="0" smtClean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67645" name="Text Box 41"/>
            <p:cNvSpPr txBox="1">
              <a:spLocks noChangeArrowheads="1"/>
            </p:cNvSpPr>
            <p:nvPr/>
          </p:nvSpPr>
          <p:spPr bwMode="auto">
            <a:xfrm>
              <a:off x="4660" y="492"/>
              <a:ext cx="598" cy="21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600" i="0" dirty="0" smtClean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Dest: A</a:t>
              </a:r>
              <a:r>
                <a:rPr lang="ja-JP" altLang="en-US" sz="1600" i="0" dirty="0" smtClean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’</a:t>
              </a:r>
              <a:endParaRPr lang="en-US" sz="1600" i="0" dirty="0" smtClean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</p:grpSp>
      <p:grpSp>
        <p:nvGrpSpPr>
          <p:cNvPr id="685098" name="Group 42"/>
          <p:cNvGrpSpPr/>
          <p:nvPr/>
        </p:nvGrpSpPr>
        <p:grpSpPr bwMode="auto">
          <a:xfrm>
            <a:off x="3336925" y="4937125"/>
            <a:ext cx="3017838" cy="1444625"/>
            <a:chOff x="3441" y="3154"/>
            <a:chExt cx="1901" cy="910"/>
          </a:xfrm>
        </p:grpSpPr>
        <p:sp>
          <p:nvSpPr>
            <p:cNvPr id="67637" name="Rectangle 43"/>
            <p:cNvSpPr>
              <a:spLocks noChangeArrowheads="1"/>
            </p:cNvSpPr>
            <p:nvPr/>
          </p:nvSpPr>
          <p:spPr bwMode="auto">
            <a:xfrm>
              <a:off x="3449" y="3154"/>
              <a:ext cx="1893" cy="90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67638" name="Text Box 44"/>
            <p:cNvSpPr txBox="1">
              <a:spLocks noChangeArrowheads="1"/>
            </p:cNvSpPr>
            <p:nvPr/>
          </p:nvSpPr>
          <p:spPr bwMode="auto">
            <a:xfrm>
              <a:off x="3441" y="3175"/>
              <a:ext cx="1867" cy="23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i="0" dirty="0" smtClean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MAC addr   interface    TTL</a:t>
              </a:r>
              <a:endParaRPr lang="en-US" i="0" dirty="0" smtClean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67639" name="Line 45"/>
            <p:cNvSpPr>
              <a:spLocks noChangeShapeType="1"/>
            </p:cNvSpPr>
            <p:nvPr/>
          </p:nvSpPr>
          <p:spPr bwMode="auto">
            <a:xfrm>
              <a:off x="4226" y="3154"/>
              <a:ext cx="0" cy="9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7640" name="Line 46"/>
            <p:cNvSpPr>
              <a:spLocks noChangeShapeType="1"/>
            </p:cNvSpPr>
            <p:nvPr/>
          </p:nvSpPr>
          <p:spPr bwMode="auto">
            <a:xfrm>
              <a:off x="4963" y="3157"/>
              <a:ext cx="0" cy="9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7641" name="Line 47"/>
            <p:cNvSpPr>
              <a:spLocks noChangeShapeType="1"/>
            </p:cNvSpPr>
            <p:nvPr/>
          </p:nvSpPr>
          <p:spPr bwMode="auto">
            <a:xfrm>
              <a:off x="3452" y="3397"/>
              <a:ext cx="188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sp>
        <p:nvSpPr>
          <p:cNvPr id="685104" name="Text Box 48"/>
          <p:cNvSpPr txBox="1">
            <a:spLocks noChangeArrowheads="1"/>
          </p:cNvSpPr>
          <p:nvPr/>
        </p:nvSpPr>
        <p:spPr bwMode="auto">
          <a:xfrm>
            <a:off x="6437313" y="5326063"/>
            <a:ext cx="1778000" cy="64611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 algn="ctr">
              <a:defRPr/>
            </a:pPr>
            <a:r>
              <a:rPr lang="en-US" dirty="0" smtClean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switch table </a:t>
            </a:r>
            <a:endParaRPr lang="en-US" dirty="0" smtClean="0">
              <a:solidFill>
                <a:srgbClr val="000000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algn="ctr">
              <a:defRPr/>
            </a:pPr>
            <a:r>
              <a:rPr lang="en-US" dirty="0" smtClean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(initially empty)</a:t>
            </a:r>
            <a:endParaRPr lang="en-US" dirty="0" smtClean="0">
              <a:solidFill>
                <a:srgbClr val="000000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grpSp>
        <p:nvGrpSpPr>
          <p:cNvPr id="685105" name="Group 49"/>
          <p:cNvGrpSpPr/>
          <p:nvPr/>
        </p:nvGrpSpPr>
        <p:grpSpPr bwMode="auto">
          <a:xfrm>
            <a:off x="3771900" y="5370513"/>
            <a:ext cx="2471738" cy="376237"/>
            <a:chOff x="2376" y="3383"/>
            <a:chExt cx="1557" cy="237"/>
          </a:xfrm>
        </p:grpSpPr>
        <p:sp>
          <p:nvSpPr>
            <p:cNvPr id="67634" name="Text Box 50"/>
            <p:cNvSpPr txBox="1">
              <a:spLocks noChangeArrowheads="1"/>
            </p:cNvSpPr>
            <p:nvPr/>
          </p:nvSpPr>
          <p:spPr bwMode="auto">
            <a:xfrm>
              <a:off x="2376" y="3388"/>
              <a:ext cx="221" cy="23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dirty="0" smtClean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A</a:t>
              </a:r>
              <a:endParaRPr lang="en-US" dirty="0" smtClean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67635" name="Text Box 51"/>
            <p:cNvSpPr txBox="1">
              <a:spLocks noChangeArrowheads="1"/>
            </p:cNvSpPr>
            <p:nvPr/>
          </p:nvSpPr>
          <p:spPr bwMode="auto">
            <a:xfrm>
              <a:off x="3133" y="3387"/>
              <a:ext cx="197" cy="23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dirty="0" smtClean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1</a:t>
              </a:r>
              <a:endParaRPr lang="en-US" dirty="0" smtClean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67636" name="Text Box 52"/>
            <p:cNvSpPr txBox="1">
              <a:spLocks noChangeArrowheads="1"/>
            </p:cNvSpPr>
            <p:nvPr/>
          </p:nvSpPr>
          <p:spPr bwMode="auto">
            <a:xfrm>
              <a:off x="3655" y="3383"/>
              <a:ext cx="278" cy="23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dirty="0" smtClean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60</a:t>
              </a:r>
              <a:endParaRPr lang="en-US" dirty="0" smtClean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</p:grpSp>
      <p:grpSp>
        <p:nvGrpSpPr>
          <p:cNvPr id="685115" name="Group 59"/>
          <p:cNvGrpSpPr/>
          <p:nvPr/>
        </p:nvGrpSpPr>
        <p:grpSpPr bwMode="auto">
          <a:xfrm>
            <a:off x="5799138" y="2881313"/>
            <a:ext cx="1428750" cy="369887"/>
            <a:chOff x="1750" y="3514"/>
            <a:chExt cx="900" cy="233"/>
          </a:xfrm>
        </p:grpSpPr>
        <p:sp>
          <p:nvSpPr>
            <p:cNvPr id="67630" name="Rectangle 60"/>
            <p:cNvSpPr>
              <a:spLocks noChangeArrowheads="1"/>
            </p:cNvSpPr>
            <p:nvPr/>
          </p:nvSpPr>
          <p:spPr bwMode="auto">
            <a:xfrm>
              <a:off x="1771" y="3542"/>
              <a:ext cx="879" cy="16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67631" name="Text Box 61"/>
            <p:cNvSpPr txBox="1">
              <a:spLocks noChangeArrowheads="1"/>
            </p:cNvSpPr>
            <p:nvPr/>
          </p:nvSpPr>
          <p:spPr bwMode="auto">
            <a:xfrm>
              <a:off x="1750" y="3514"/>
              <a:ext cx="356" cy="23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i="0" dirty="0" smtClean="0">
                  <a:solidFill>
                    <a:srgbClr val="FFFFFF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A A</a:t>
              </a:r>
              <a:r>
                <a:rPr lang="ja-JP" altLang="en-US" i="0" smtClean="0">
                  <a:solidFill>
                    <a:srgbClr val="FFFFFF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’</a:t>
              </a:r>
              <a:endParaRPr lang="en-US" i="0" dirty="0" smtClean="0">
                <a:solidFill>
                  <a:srgbClr val="FFFFFF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67632" name="Line 62"/>
            <p:cNvSpPr>
              <a:spLocks noChangeShapeType="1"/>
            </p:cNvSpPr>
            <p:nvPr/>
          </p:nvSpPr>
          <p:spPr bwMode="auto">
            <a:xfrm>
              <a:off x="1936" y="3535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7633" name="Line 63"/>
            <p:cNvSpPr>
              <a:spLocks noChangeShapeType="1"/>
            </p:cNvSpPr>
            <p:nvPr/>
          </p:nvSpPr>
          <p:spPr bwMode="auto">
            <a:xfrm>
              <a:off x="2116" y="3540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grpSp>
        <p:nvGrpSpPr>
          <p:cNvPr id="685120" name="Group 64"/>
          <p:cNvGrpSpPr/>
          <p:nvPr/>
        </p:nvGrpSpPr>
        <p:grpSpPr bwMode="auto">
          <a:xfrm>
            <a:off x="5799138" y="2879725"/>
            <a:ext cx="1428750" cy="369888"/>
            <a:chOff x="1750" y="3514"/>
            <a:chExt cx="900" cy="233"/>
          </a:xfrm>
        </p:grpSpPr>
        <p:sp>
          <p:nvSpPr>
            <p:cNvPr id="67626" name="Rectangle 65"/>
            <p:cNvSpPr>
              <a:spLocks noChangeArrowheads="1"/>
            </p:cNvSpPr>
            <p:nvPr/>
          </p:nvSpPr>
          <p:spPr bwMode="auto">
            <a:xfrm>
              <a:off x="1771" y="3542"/>
              <a:ext cx="879" cy="16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67627" name="Text Box 66"/>
            <p:cNvSpPr txBox="1">
              <a:spLocks noChangeArrowheads="1"/>
            </p:cNvSpPr>
            <p:nvPr/>
          </p:nvSpPr>
          <p:spPr bwMode="auto">
            <a:xfrm>
              <a:off x="1750" y="3514"/>
              <a:ext cx="356" cy="23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i="0" dirty="0" smtClean="0">
                  <a:solidFill>
                    <a:srgbClr val="FFFFFF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A A</a:t>
              </a:r>
              <a:r>
                <a:rPr lang="ja-JP" altLang="en-US" i="0" smtClean="0">
                  <a:solidFill>
                    <a:srgbClr val="FFFFFF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’</a:t>
              </a:r>
              <a:endParaRPr lang="en-US" i="0" dirty="0" smtClean="0">
                <a:solidFill>
                  <a:srgbClr val="FFFFFF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67628" name="Line 67"/>
            <p:cNvSpPr>
              <a:spLocks noChangeShapeType="1"/>
            </p:cNvSpPr>
            <p:nvPr/>
          </p:nvSpPr>
          <p:spPr bwMode="auto">
            <a:xfrm>
              <a:off x="1936" y="3535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7629" name="Line 68"/>
            <p:cNvSpPr>
              <a:spLocks noChangeShapeType="1"/>
            </p:cNvSpPr>
            <p:nvPr/>
          </p:nvSpPr>
          <p:spPr bwMode="auto">
            <a:xfrm>
              <a:off x="2116" y="3540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grpSp>
        <p:nvGrpSpPr>
          <p:cNvPr id="685125" name="Group 69"/>
          <p:cNvGrpSpPr/>
          <p:nvPr/>
        </p:nvGrpSpPr>
        <p:grpSpPr bwMode="auto">
          <a:xfrm>
            <a:off x="5799138" y="2882900"/>
            <a:ext cx="1428750" cy="369888"/>
            <a:chOff x="1750" y="3514"/>
            <a:chExt cx="900" cy="233"/>
          </a:xfrm>
        </p:grpSpPr>
        <p:sp>
          <p:nvSpPr>
            <p:cNvPr id="67622" name="Rectangle 70"/>
            <p:cNvSpPr>
              <a:spLocks noChangeArrowheads="1"/>
            </p:cNvSpPr>
            <p:nvPr/>
          </p:nvSpPr>
          <p:spPr bwMode="auto">
            <a:xfrm>
              <a:off x="1771" y="3542"/>
              <a:ext cx="879" cy="16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67623" name="Text Box 71"/>
            <p:cNvSpPr txBox="1">
              <a:spLocks noChangeArrowheads="1"/>
            </p:cNvSpPr>
            <p:nvPr/>
          </p:nvSpPr>
          <p:spPr bwMode="auto">
            <a:xfrm>
              <a:off x="1750" y="3514"/>
              <a:ext cx="356" cy="23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i="0" dirty="0" smtClean="0">
                  <a:solidFill>
                    <a:srgbClr val="FFFFFF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A A</a:t>
              </a:r>
              <a:r>
                <a:rPr lang="ja-JP" altLang="en-US" i="0" smtClean="0">
                  <a:solidFill>
                    <a:srgbClr val="FFFFFF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’</a:t>
              </a:r>
              <a:endParaRPr lang="en-US" i="0" dirty="0" smtClean="0">
                <a:solidFill>
                  <a:srgbClr val="FFFFFF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67624" name="Line 72"/>
            <p:cNvSpPr>
              <a:spLocks noChangeShapeType="1"/>
            </p:cNvSpPr>
            <p:nvPr/>
          </p:nvSpPr>
          <p:spPr bwMode="auto">
            <a:xfrm>
              <a:off x="1936" y="3535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7625" name="Line 73"/>
            <p:cNvSpPr>
              <a:spLocks noChangeShapeType="1"/>
            </p:cNvSpPr>
            <p:nvPr/>
          </p:nvSpPr>
          <p:spPr bwMode="auto">
            <a:xfrm>
              <a:off x="2116" y="3540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grpSp>
        <p:nvGrpSpPr>
          <p:cNvPr id="685130" name="Group 74"/>
          <p:cNvGrpSpPr/>
          <p:nvPr/>
        </p:nvGrpSpPr>
        <p:grpSpPr bwMode="auto">
          <a:xfrm>
            <a:off x="5799138" y="2882900"/>
            <a:ext cx="1428750" cy="369888"/>
            <a:chOff x="1750" y="3514"/>
            <a:chExt cx="900" cy="233"/>
          </a:xfrm>
        </p:grpSpPr>
        <p:sp>
          <p:nvSpPr>
            <p:cNvPr id="67618" name="Rectangle 75"/>
            <p:cNvSpPr>
              <a:spLocks noChangeArrowheads="1"/>
            </p:cNvSpPr>
            <p:nvPr/>
          </p:nvSpPr>
          <p:spPr bwMode="auto">
            <a:xfrm>
              <a:off x="1771" y="3542"/>
              <a:ext cx="879" cy="16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67619" name="Text Box 76"/>
            <p:cNvSpPr txBox="1">
              <a:spLocks noChangeArrowheads="1"/>
            </p:cNvSpPr>
            <p:nvPr/>
          </p:nvSpPr>
          <p:spPr bwMode="auto">
            <a:xfrm>
              <a:off x="1750" y="3514"/>
              <a:ext cx="356" cy="23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i="0" dirty="0" smtClean="0">
                  <a:solidFill>
                    <a:srgbClr val="FFFFFF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A A</a:t>
              </a:r>
              <a:r>
                <a:rPr lang="ja-JP" altLang="en-US" i="0" smtClean="0">
                  <a:solidFill>
                    <a:srgbClr val="FFFFFF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’</a:t>
              </a:r>
              <a:endParaRPr lang="en-US" i="0" dirty="0" smtClean="0">
                <a:solidFill>
                  <a:srgbClr val="FFFFFF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67620" name="Line 77"/>
            <p:cNvSpPr>
              <a:spLocks noChangeShapeType="1"/>
            </p:cNvSpPr>
            <p:nvPr/>
          </p:nvSpPr>
          <p:spPr bwMode="auto">
            <a:xfrm>
              <a:off x="1936" y="3535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7621" name="Line 78"/>
            <p:cNvSpPr>
              <a:spLocks noChangeShapeType="1"/>
            </p:cNvSpPr>
            <p:nvPr/>
          </p:nvSpPr>
          <p:spPr bwMode="auto">
            <a:xfrm>
              <a:off x="2116" y="3540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grpSp>
        <p:nvGrpSpPr>
          <p:cNvPr id="685135" name="Group 79"/>
          <p:cNvGrpSpPr/>
          <p:nvPr/>
        </p:nvGrpSpPr>
        <p:grpSpPr bwMode="auto">
          <a:xfrm>
            <a:off x="5795963" y="2879725"/>
            <a:ext cx="1428750" cy="369888"/>
            <a:chOff x="1750" y="3514"/>
            <a:chExt cx="900" cy="233"/>
          </a:xfrm>
        </p:grpSpPr>
        <p:sp>
          <p:nvSpPr>
            <p:cNvPr id="67614" name="Rectangle 80"/>
            <p:cNvSpPr>
              <a:spLocks noChangeArrowheads="1"/>
            </p:cNvSpPr>
            <p:nvPr/>
          </p:nvSpPr>
          <p:spPr bwMode="auto">
            <a:xfrm>
              <a:off x="1771" y="3542"/>
              <a:ext cx="879" cy="16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67615" name="Text Box 81"/>
            <p:cNvSpPr txBox="1">
              <a:spLocks noChangeArrowheads="1"/>
            </p:cNvSpPr>
            <p:nvPr/>
          </p:nvSpPr>
          <p:spPr bwMode="auto">
            <a:xfrm>
              <a:off x="1750" y="3514"/>
              <a:ext cx="356" cy="23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i="0" dirty="0" smtClean="0">
                  <a:solidFill>
                    <a:srgbClr val="FFFFFF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A A</a:t>
              </a:r>
              <a:r>
                <a:rPr lang="ja-JP" altLang="en-US" i="0" smtClean="0">
                  <a:solidFill>
                    <a:srgbClr val="FFFFFF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’</a:t>
              </a:r>
              <a:endParaRPr lang="en-US" i="0" dirty="0" smtClean="0">
                <a:solidFill>
                  <a:srgbClr val="FFFFFF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67616" name="Line 82"/>
            <p:cNvSpPr>
              <a:spLocks noChangeShapeType="1"/>
            </p:cNvSpPr>
            <p:nvPr/>
          </p:nvSpPr>
          <p:spPr bwMode="auto">
            <a:xfrm>
              <a:off x="1936" y="3535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7617" name="Line 83"/>
            <p:cNvSpPr>
              <a:spLocks noChangeShapeType="1"/>
            </p:cNvSpPr>
            <p:nvPr/>
          </p:nvSpPr>
          <p:spPr bwMode="auto">
            <a:xfrm>
              <a:off x="2116" y="3540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sp>
        <p:nvSpPr>
          <p:cNvPr id="685140" name="Rectangle 84"/>
          <p:cNvSpPr>
            <a:spLocks noGrp="1" noChangeArrowheads="1"/>
          </p:cNvSpPr>
          <p:nvPr>
            <p:ph type="body" idx="1"/>
          </p:nvPr>
        </p:nvSpPr>
        <p:spPr>
          <a:xfrm>
            <a:off x="285750" y="1508125"/>
            <a:ext cx="4044950" cy="944563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dirty="0">
                <a:latin typeface="Gill Sans MT" pitchFamily="34" charset="0"/>
                <a:cs typeface="+mn-cs"/>
              </a:rPr>
              <a:t>frame </a:t>
            </a:r>
            <a:r>
              <a:rPr lang="en-US" dirty="0" smtClean="0">
                <a:latin typeface="Gill Sans MT" pitchFamily="34" charset="0"/>
                <a:cs typeface="+mn-cs"/>
              </a:rPr>
              <a:t>destination, A’, location unknown</a:t>
            </a:r>
            <a:r>
              <a:rPr lang="en-US" dirty="0">
                <a:latin typeface="Gill Sans MT" pitchFamily="34" charset="0"/>
                <a:cs typeface="+mn-cs"/>
              </a:rPr>
              <a:t>:</a:t>
            </a:r>
            <a:endParaRPr lang="en-US" i="1" dirty="0">
              <a:latin typeface="Gill Sans MT" pitchFamily="34" charset="0"/>
              <a:cs typeface="+mn-cs"/>
            </a:endParaRPr>
          </a:p>
        </p:txBody>
      </p:sp>
      <p:sp>
        <p:nvSpPr>
          <p:cNvPr id="685142" name="Text Box 86"/>
          <p:cNvSpPr txBox="1">
            <a:spLocks noChangeArrowheads="1"/>
          </p:cNvSpPr>
          <p:nvPr/>
        </p:nvSpPr>
        <p:spPr bwMode="auto">
          <a:xfrm>
            <a:off x="3349625" y="1847850"/>
            <a:ext cx="838200" cy="522288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2800" dirty="0" smtClean="0">
                <a:solidFill>
                  <a:srgbClr val="CC0000"/>
                </a:solidFill>
                <a:latin typeface="Gill Sans MT" pitchFamily="34" charset="0"/>
                <a:cs typeface="+mn-cs"/>
              </a:rPr>
              <a:t>flood</a:t>
            </a:r>
            <a:endParaRPr lang="en-US" sz="2800" dirty="0" smtClean="0">
              <a:solidFill>
                <a:srgbClr val="CC0000"/>
              </a:solidFill>
              <a:latin typeface="Gill Sans MT" pitchFamily="34" charset="0"/>
              <a:cs typeface="+mn-cs"/>
            </a:endParaRPr>
          </a:p>
        </p:txBody>
      </p:sp>
      <p:grpSp>
        <p:nvGrpSpPr>
          <p:cNvPr id="685148" name="Group 92"/>
          <p:cNvGrpSpPr/>
          <p:nvPr/>
        </p:nvGrpSpPr>
        <p:grpSpPr bwMode="auto">
          <a:xfrm>
            <a:off x="6130925" y="3981450"/>
            <a:ext cx="1428750" cy="369888"/>
            <a:chOff x="730" y="2472"/>
            <a:chExt cx="900" cy="233"/>
          </a:xfrm>
        </p:grpSpPr>
        <p:sp>
          <p:nvSpPr>
            <p:cNvPr id="67610" name="Rectangle 88"/>
            <p:cNvSpPr>
              <a:spLocks noChangeArrowheads="1"/>
            </p:cNvSpPr>
            <p:nvPr/>
          </p:nvSpPr>
          <p:spPr bwMode="auto">
            <a:xfrm>
              <a:off x="751" y="2500"/>
              <a:ext cx="879" cy="16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67611" name="Text Box 89"/>
            <p:cNvSpPr txBox="1">
              <a:spLocks noChangeArrowheads="1"/>
            </p:cNvSpPr>
            <p:nvPr/>
          </p:nvSpPr>
          <p:spPr bwMode="auto">
            <a:xfrm>
              <a:off x="730" y="2472"/>
              <a:ext cx="359" cy="23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i="0" dirty="0" smtClean="0">
                  <a:solidFill>
                    <a:srgbClr val="FFFFFF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A</a:t>
              </a:r>
              <a:r>
                <a:rPr lang="ja-JP" altLang="en-US" i="0" smtClean="0">
                  <a:solidFill>
                    <a:srgbClr val="FFFFFF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’</a:t>
              </a:r>
              <a:r>
                <a:rPr lang="en-US" i="0" dirty="0" smtClean="0">
                  <a:solidFill>
                    <a:srgbClr val="FFFFFF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 A</a:t>
              </a:r>
              <a:endParaRPr lang="en-US" i="0" dirty="0" smtClean="0">
                <a:solidFill>
                  <a:srgbClr val="FFFFFF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67612" name="Line 90"/>
            <p:cNvSpPr>
              <a:spLocks noChangeShapeType="1"/>
            </p:cNvSpPr>
            <p:nvPr/>
          </p:nvSpPr>
          <p:spPr bwMode="auto">
            <a:xfrm>
              <a:off x="937" y="2493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7613" name="Line 91"/>
            <p:cNvSpPr>
              <a:spLocks noChangeShapeType="1"/>
            </p:cNvSpPr>
            <p:nvPr/>
          </p:nvSpPr>
          <p:spPr bwMode="auto">
            <a:xfrm>
              <a:off x="1096" y="2498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sp>
        <p:nvSpPr>
          <p:cNvPr id="685149" name="Rectangle 93"/>
          <p:cNvSpPr>
            <a:spLocks noChangeArrowheads="1"/>
          </p:cNvSpPr>
          <p:nvPr/>
        </p:nvSpPr>
        <p:spPr bwMode="auto">
          <a:xfrm>
            <a:off x="300038" y="2425700"/>
            <a:ext cx="4044950" cy="944563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/>
          <a:p>
            <a:pPr marL="279400" indent="-279400"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i="0" dirty="0">
                <a:solidFill>
                  <a:srgbClr val="000000"/>
                </a:solidFill>
                <a:latin typeface="Gill Sans MT" pitchFamily="34" charset="0"/>
                <a:cs typeface="+mn-cs"/>
              </a:rPr>
              <a:t>destination A location known:</a:t>
            </a:r>
            <a:endParaRPr lang="en-US" sz="2800" dirty="0">
              <a:solidFill>
                <a:srgbClr val="FF0000"/>
              </a:solidFill>
              <a:latin typeface="Gill Sans MT" pitchFamily="34" charset="0"/>
              <a:cs typeface="+mn-cs"/>
            </a:endParaRPr>
          </a:p>
        </p:txBody>
      </p:sp>
      <p:grpSp>
        <p:nvGrpSpPr>
          <p:cNvPr id="685150" name="Group 94"/>
          <p:cNvGrpSpPr/>
          <p:nvPr/>
        </p:nvGrpSpPr>
        <p:grpSpPr bwMode="auto">
          <a:xfrm>
            <a:off x="3768725" y="5656263"/>
            <a:ext cx="2471738" cy="374650"/>
            <a:chOff x="2376" y="3383"/>
            <a:chExt cx="1557" cy="236"/>
          </a:xfrm>
        </p:grpSpPr>
        <p:sp>
          <p:nvSpPr>
            <p:cNvPr id="67607" name="Text Box 95"/>
            <p:cNvSpPr txBox="1">
              <a:spLocks noChangeArrowheads="1"/>
            </p:cNvSpPr>
            <p:nvPr/>
          </p:nvSpPr>
          <p:spPr bwMode="auto">
            <a:xfrm>
              <a:off x="2376" y="3388"/>
              <a:ext cx="247" cy="23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dirty="0" smtClean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A</a:t>
              </a:r>
              <a:r>
                <a:rPr lang="ja-JP" altLang="en-US" smtClean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’</a:t>
              </a:r>
              <a:endParaRPr lang="en-US" dirty="0" smtClean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67608" name="Text Box 96"/>
            <p:cNvSpPr txBox="1">
              <a:spLocks noChangeArrowheads="1"/>
            </p:cNvSpPr>
            <p:nvPr/>
          </p:nvSpPr>
          <p:spPr bwMode="auto">
            <a:xfrm>
              <a:off x="3133" y="3387"/>
              <a:ext cx="204" cy="23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dirty="0" smtClean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4</a:t>
              </a:r>
              <a:endParaRPr lang="en-US" dirty="0" smtClean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67609" name="Text Box 97"/>
            <p:cNvSpPr txBox="1">
              <a:spLocks noChangeArrowheads="1"/>
            </p:cNvSpPr>
            <p:nvPr/>
          </p:nvSpPr>
          <p:spPr bwMode="auto">
            <a:xfrm>
              <a:off x="3655" y="3383"/>
              <a:ext cx="278" cy="23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dirty="0" smtClean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60</a:t>
              </a:r>
              <a:endParaRPr lang="en-US" dirty="0" smtClean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</p:grpSp>
      <p:sp>
        <p:nvSpPr>
          <p:cNvPr id="685154" name="Rectangle 98"/>
          <p:cNvSpPr>
            <a:spLocks noChangeArrowheads="1"/>
          </p:cNvSpPr>
          <p:nvPr/>
        </p:nvSpPr>
        <p:spPr bwMode="auto">
          <a:xfrm>
            <a:off x="619121" y="2884488"/>
            <a:ext cx="3729037" cy="531812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/>
          <a:p>
            <a:pPr marL="342900" indent="-342900">
              <a:lnSpc>
                <a:spcPts val="3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charset="0"/>
              <a:buNone/>
              <a:defRPr/>
            </a:pPr>
            <a:r>
              <a:rPr lang="en-US" sz="2800" dirty="0">
                <a:solidFill>
                  <a:srgbClr val="CC0000"/>
                </a:solidFill>
                <a:latin typeface="Gill Sans MT" pitchFamily="34" charset="0"/>
                <a:cs typeface="+mn-cs"/>
              </a:rPr>
              <a:t>            selectively send </a:t>
            </a:r>
            <a:endParaRPr lang="en-US" sz="2800" dirty="0">
              <a:solidFill>
                <a:srgbClr val="CC0000"/>
              </a:solidFill>
              <a:latin typeface="Gill Sans MT" pitchFamily="34" charset="0"/>
              <a:cs typeface="+mn-cs"/>
            </a:endParaRPr>
          </a:p>
          <a:p>
            <a:pPr marL="342900" indent="-342900">
              <a:lnSpc>
                <a:spcPts val="3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charset="0"/>
              <a:buNone/>
              <a:defRPr/>
            </a:pPr>
            <a:r>
              <a:rPr lang="en-US" sz="2800" dirty="0">
                <a:solidFill>
                  <a:srgbClr val="CC0000"/>
                </a:solidFill>
                <a:latin typeface="Gill Sans MT" pitchFamily="34" charset="0"/>
                <a:cs typeface="+mn-cs"/>
              </a:rPr>
              <a:t>on just one link</a:t>
            </a:r>
            <a:endParaRPr lang="en-US" sz="2800" dirty="0">
              <a:solidFill>
                <a:srgbClr val="CC0000"/>
              </a:solidFill>
              <a:latin typeface="Gill Sans MT" pitchFamily="34" charset="0"/>
              <a:cs typeface="+mn-cs"/>
            </a:endParaRPr>
          </a:p>
        </p:txBody>
      </p:sp>
      <p:pic>
        <p:nvPicPr>
          <p:cNvPr id="171029" name="Picture 18" descr="underline_base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919955"/>
            <a:ext cx="6399213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r>
              <a:rPr lang="en-US" sz="1200" dirty="0">
                <a:latin typeface="Tahoma" panose="020B0604030504040204" charset="0"/>
              </a:rPr>
              <a:t>6</a:t>
            </a:r>
            <a:r>
              <a:rPr lang="en-US" sz="1200" dirty="0" smtClean="0">
                <a:latin typeface="Tahoma" panose="020B0604030504040204" charset="0"/>
              </a:rPr>
              <a:t>-</a:t>
            </a:r>
            <a:fld id="{8E8C6E93-DF5B-BC4B-80F9-500DED1EEDCC}" type="slidenum">
              <a:rPr lang="en-US" sz="1200">
                <a:latin typeface="Tahoma" panose="020B0604030504040204" charset="0"/>
              </a:rPr>
            </a:fld>
            <a:endParaRPr lang="en-US" sz="1200" dirty="0">
              <a:latin typeface="Tahoma" panose="020B0604030504040204" charset="0"/>
            </a:endParaRPr>
          </a:p>
        </p:txBody>
      </p:sp>
      <p:sp>
        <p:nvSpPr>
          <p:cNvPr id="115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pPr algn="r"/>
            <a:r>
              <a:rPr lang="en-US" sz="1200" dirty="0" smtClean="0">
                <a:solidFill>
                  <a:srgbClr val="000000"/>
                </a:solidFill>
                <a:latin typeface="Tahoma" panose="020B0604030504040204" charset="0"/>
                <a:cs typeface="Arial" panose="020B0604020202090204" pitchFamily="34" charset="0"/>
              </a:rPr>
              <a:t>Link Layer and LANs</a:t>
            </a:r>
            <a:endParaRPr lang="en-US" sz="1200" dirty="0">
              <a:solidFill>
                <a:srgbClr val="000000"/>
              </a:solidFill>
              <a:latin typeface="Tahoma" panose="020B060403050404020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85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685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685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-2.59259E-6 L -0.10694 0.11482 L -0.10694 0.24329 " pathEditMode="relative" rAng="0" ptsTypes="AAA">
                                      <p:cBhvr>
                                        <p:cTn id="24" dur="2000" fill="hold"/>
                                        <p:tgtEl>
                                          <p:spTgt spid="6850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347" y="1215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685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6.2963E-6 L -0.12118 -0.09814 " pathEditMode="relative" ptsTypes="AA">
                                      <p:cBhvr>
                                        <p:cTn id="42" dur="2000" fill="hold"/>
                                        <p:tgtEl>
                                          <p:spTgt spid="6851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-7.40741E-7 L -0.09532 0.14352 " pathEditMode="relative" rAng="0" ptsTypes="AA">
                                      <p:cBhvr>
                                        <p:cTn id="46" dur="2000" fill="hold"/>
                                        <p:tgtEl>
                                          <p:spTgt spid="6851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774" y="7176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-7.40741E-7 L 0.03489 0.15509 " pathEditMode="relative" rAng="0" ptsTypes="AA">
                                      <p:cBhvr>
                                        <p:cTn id="50" dur="2000" fill="hold"/>
                                        <p:tgtEl>
                                          <p:spTgt spid="6851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36" y="7755"/>
                                    </p:animMotion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-7.40741E-7 L 0.16163 0.06667 " pathEditMode="relative" rAng="0" ptsTypes="AA">
                                      <p:cBhvr>
                                        <p:cTn id="54" dur="2000" fill="hold"/>
                                        <p:tgtEl>
                                          <p:spTgt spid="6851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073" y="3333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3.7037E-6 L 0.11545 -0.10231 " pathEditMode="relative" rAng="0" ptsTypes="AA">
                                      <p:cBhvr>
                                        <p:cTn id="58" dur="2000" fill="hold"/>
                                        <p:tgtEl>
                                          <p:spTgt spid="6851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764" y="-5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685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39 -0.00509 L -0.03767 -0.17014 " pathEditMode="relative" rAng="0" ptsTypes="AA">
                                      <p:cBhvr>
                                        <p:cTn id="77" dur="2000" fill="hold"/>
                                        <p:tgtEl>
                                          <p:spTgt spid="6851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23" y="-826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2500"/>
                            </p:stCondLst>
                            <p:childTnLst>
                              <p:par>
                                <p:cTn id="7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2500"/>
                            </p:stCondLst>
                            <p:childTnLst>
                              <p:par>
                                <p:cTn id="8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685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611 -0.1588 L -0.03472 -0.32871 " pathEditMode="relative" ptsTypes="AA">
                                      <p:cBhvr>
                                        <p:cTn id="95" dur="2000" fill="hold"/>
                                        <p:tgtEl>
                                          <p:spTgt spid="6851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5104" grpId="0"/>
      <p:bldP spid="685140" grpId="0" build="p"/>
      <p:bldP spid="685142" grpId="0"/>
      <p:bldP spid="685149" grpId="0" build="p"/>
      <p:bldP spid="685154" grpId="0" build="p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2" name="Rectangle 5"/>
          <p:cNvSpPr>
            <a:spLocks noGrp="1" noChangeArrowheads="1"/>
          </p:cNvSpPr>
          <p:nvPr>
            <p:ph type="title"/>
          </p:nvPr>
        </p:nvSpPr>
        <p:spPr>
          <a:xfrm>
            <a:off x="546100" y="0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pitchFamily="34" charset="0"/>
                <a:cs typeface="+mj-cs"/>
              </a:rPr>
              <a:t>Interconnecting switches</a:t>
            </a:r>
            <a:endParaRPr lang="en-US" dirty="0">
              <a:latin typeface="Gill Sans MT" pitchFamily="34" charset="0"/>
              <a:cs typeface="+mj-cs"/>
            </a:endParaRPr>
          </a:p>
        </p:txBody>
      </p:sp>
      <p:sp>
        <p:nvSpPr>
          <p:cNvPr id="68613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698500" y="1320800"/>
            <a:ext cx="7881938" cy="682625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dirty="0" smtClean="0">
                <a:latin typeface="Gill Sans MT" pitchFamily="34" charset="0"/>
                <a:cs typeface="+mn-cs"/>
              </a:rPr>
              <a:t>self-learning switches </a:t>
            </a:r>
            <a:r>
              <a:rPr lang="en-US" dirty="0">
                <a:latin typeface="Gill Sans MT" pitchFamily="34" charset="0"/>
                <a:cs typeface="+mn-cs"/>
              </a:rPr>
              <a:t>can be connected </a:t>
            </a:r>
            <a:r>
              <a:rPr lang="en-US" dirty="0" smtClean="0">
                <a:latin typeface="Gill Sans MT" pitchFamily="34" charset="0"/>
                <a:cs typeface="+mn-cs"/>
              </a:rPr>
              <a:t>together:</a:t>
            </a:r>
            <a:endParaRPr lang="en-US" dirty="0">
              <a:latin typeface="Gill Sans MT" pitchFamily="34" charset="0"/>
              <a:cs typeface="+mn-cs"/>
            </a:endParaRPr>
          </a:p>
        </p:txBody>
      </p:sp>
      <p:sp>
        <p:nvSpPr>
          <p:cNvPr id="681030" name="Rectangle 70"/>
          <p:cNvSpPr>
            <a:spLocks noChangeArrowheads="1"/>
          </p:cNvSpPr>
          <p:nvPr/>
        </p:nvSpPr>
        <p:spPr bwMode="auto">
          <a:xfrm>
            <a:off x="690563" y="4535488"/>
            <a:ext cx="7881937" cy="16764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/>
          <a:p>
            <a: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defRPr/>
            </a:pPr>
            <a:r>
              <a:rPr lang="en-US" sz="2800" i="1" u="sng" dirty="0">
                <a:solidFill>
                  <a:srgbClr val="CC0000"/>
                </a:solidFill>
                <a:latin typeface="Gill Sans MT" pitchFamily="34" charset="0"/>
                <a:cs typeface="+mn-cs"/>
              </a:rPr>
              <a:t>Q:</a:t>
            </a:r>
            <a:r>
              <a:rPr lang="en-US" sz="2800" i="1" dirty="0">
                <a:solidFill>
                  <a:srgbClr val="000000"/>
                </a:solidFill>
                <a:latin typeface="Gill Sans MT" pitchFamily="34" charset="0"/>
                <a:cs typeface="+mn-cs"/>
              </a:rPr>
              <a:t> </a:t>
            </a:r>
            <a:r>
              <a:rPr lang="en-US" sz="2800" i="0" dirty="0">
                <a:solidFill>
                  <a:srgbClr val="000000"/>
                </a:solidFill>
                <a:latin typeface="Gill Sans MT" pitchFamily="34" charset="0"/>
                <a:cs typeface="+mn-cs"/>
              </a:rPr>
              <a:t>sending from A to G - how does S</a:t>
            </a:r>
            <a:r>
              <a:rPr lang="en-US" sz="2800" i="0" baseline="-25000" dirty="0">
                <a:solidFill>
                  <a:srgbClr val="000000"/>
                </a:solidFill>
                <a:latin typeface="Gill Sans MT" pitchFamily="34" charset="0"/>
                <a:cs typeface="+mn-cs"/>
              </a:rPr>
              <a:t>1</a:t>
            </a:r>
            <a:r>
              <a:rPr lang="en-US" sz="2800" i="0" dirty="0">
                <a:solidFill>
                  <a:srgbClr val="000000"/>
                </a:solidFill>
                <a:latin typeface="Gill Sans MT" pitchFamily="34" charset="0"/>
                <a:cs typeface="+mn-cs"/>
              </a:rPr>
              <a:t> know to forward frame destined to G via S</a:t>
            </a:r>
            <a:r>
              <a:rPr lang="en-US" sz="2800" i="0" baseline="-25000" dirty="0">
                <a:solidFill>
                  <a:srgbClr val="000000"/>
                </a:solidFill>
                <a:latin typeface="Gill Sans MT" pitchFamily="34" charset="0"/>
                <a:cs typeface="+mn-cs"/>
              </a:rPr>
              <a:t>4</a:t>
            </a:r>
            <a:r>
              <a:rPr lang="en-US" sz="2800" i="0" dirty="0">
                <a:solidFill>
                  <a:srgbClr val="000000"/>
                </a:solidFill>
                <a:latin typeface="Gill Sans MT" pitchFamily="34" charset="0"/>
                <a:cs typeface="+mn-cs"/>
              </a:rPr>
              <a:t> and S</a:t>
            </a:r>
            <a:r>
              <a:rPr lang="en-US" sz="2800" i="0" baseline="-25000" dirty="0">
                <a:solidFill>
                  <a:srgbClr val="000000"/>
                </a:solidFill>
                <a:latin typeface="Gill Sans MT" pitchFamily="34" charset="0"/>
                <a:cs typeface="+mn-cs"/>
              </a:rPr>
              <a:t>3</a:t>
            </a:r>
            <a:r>
              <a:rPr lang="en-US" sz="2800" i="0" dirty="0">
                <a:solidFill>
                  <a:srgbClr val="000000"/>
                </a:solidFill>
                <a:latin typeface="Gill Sans MT" pitchFamily="34" charset="0"/>
                <a:cs typeface="+mn-cs"/>
              </a:rPr>
              <a:t>?</a:t>
            </a:r>
            <a:endParaRPr lang="en-US" sz="2800" i="0" dirty="0">
              <a:solidFill>
                <a:srgbClr val="000000"/>
              </a:solidFill>
              <a:latin typeface="Gill Sans MT" pitchFamily="34" charset="0"/>
              <a:cs typeface="+mn-cs"/>
            </a:endParaRPr>
          </a:p>
          <a:p>
            <a:pPr marL="457200" indent="-28765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i="1" u="sng" dirty="0">
                <a:solidFill>
                  <a:srgbClr val="CC0000"/>
                </a:solidFill>
                <a:latin typeface="Gill Sans MT" pitchFamily="34" charset="0"/>
                <a:cs typeface="+mn-cs"/>
              </a:rPr>
              <a:t>A:</a:t>
            </a:r>
            <a:r>
              <a:rPr lang="en-US" sz="2800" i="1" dirty="0">
                <a:solidFill>
                  <a:srgbClr val="CC0000"/>
                </a:solidFill>
                <a:latin typeface="Gill Sans MT" pitchFamily="34" charset="0"/>
                <a:cs typeface="+mn-cs"/>
              </a:rPr>
              <a:t> </a:t>
            </a:r>
            <a:r>
              <a:rPr lang="en-US" sz="2800" i="0" dirty="0">
                <a:solidFill>
                  <a:srgbClr val="000000"/>
                </a:solidFill>
                <a:latin typeface="Gill Sans MT" pitchFamily="34" charset="0"/>
                <a:cs typeface="+mn-cs"/>
              </a:rPr>
              <a:t>self learning! (works </a:t>
            </a:r>
            <a:r>
              <a:rPr lang="en-US" sz="2800" dirty="0">
                <a:solidFill>
                  <a:srgbClr val="000000"/>
                </a:solidFill>
                <a:latin typeface="Gill Sans MT" pitchFamily="34" charset="0"/>
                <a:cs typeface="+mn-cs"/>
              </a:rPr>
              <a:t>exactly</a:t>
            </a:r>
            <a:r>
              <a:rPr lang="en-US" sz="2800" i="0" dirty="0">
                <a:solidFill>
                  <a:srgbClr val="000000"/>
                </a:solidFill>
                <a:latin typeface="Gill Sans MT" pitchFamily="34" charset="0"/>
                <a:cs typeface="+mn-cs"/>
              </a:rPr>
              <a:t> the same as in single-switch case!)</a:t>
            </a:r>
            <a:endParaRPr lang="en-US" sz="2800" i="0" dirty="0">
              <a:solidFill>
                <a:srgbClr val="000000"/>
              </a:solidFill>
              <a:latin typeface="Gill Sans MT" pitchFamily="34" charset="0"/>
              <a:cs typeface="+mn-cs"/>
            </a:endParaRPr>
          </a:p>
        </p:txBody>
      </p:sp>
      <p:grpSp>
        <p:nvGrpSpPr>
          <p:cNvPr id="173062" name="Group 1"/>
          <p:cNvGrpSpPr/>
          <p:nvPr/>
        </p:nvGrpSpPr>
        <p:grpSpPr bwMode="auto">
          <a:xfrm>
            <a:off x="958850" y="2444750"/>
            <a:ext cx="2047875" cy="1358900"/>
            <a:chOff x="958850" y="2444750"/>
            <a:chExt cx="2048416" cy="1358710"/>
          </a:xfrm>
        </p:grpSpPr>
        <p:sp>
          <p:nvSpPr>
            <p:cNvPr id="68657" name="Line 20"/>
            <p:cNvSpPr>
              <a:spLocks noChangeShapeType="1"/>
            </p:cNvSpPr>
            <p:nvPr/>
          </p:nvSpPr>
          <p:spPr bwMode="auto">
            <a:xfrm flipH="1">
              <a:off x="1582903" y="3030456"/>
              <a:ext cx="5557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8658" name="Line 21"/>
            <p:cNvSpPr>
              <a:spLocks noChangeShapeType="1"/>
            </p:cNvSpPr>
            <p:nvPr/>
          </p:nvSpPr>
          <p:spPr bwMode="auto">
            <a:xfrm flipH="1">
              <a:off x="1970355" y="3078074"/>
              <a:ext cx="271534" cy="3142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8659" name="Line 22"/>
            <p:cNvSpPr>
              <a:spLocks noChangeShapeType="1"/>
            </p:cNvSpPr>
            <p:nvPr/>
          </p:nvSpPr>
          <p:spPr bwMode="auto">
            <a:xfrm>
              <a:off x="2389566" y="3106645"/>
              <a:ext cx="73044" cy="2952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8660" name="Text Box 64"/>
            <p:cNvSpPr txBox="1">
              <a:spLocks noChangeArrowheads="1"/>
            </p:cNvSpPr>
            <p:nvPr/>
          </p:nvSpPr>
          <p:spPr bwMode="auto">
            <a:xfrm>
              <a:off x="958850" y="2844744"/>
              <a:ext cx="350931" cy="36666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i="0" dirty="0" smtClean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A</a:t>
              </a:r>
              <a:endParaRPr lang="en-US" i="0" dirty="0" smtClean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68661" name="Text Box 65"/>
            <p:cNvSpPr txBox="1">
              <a:spLocks noChangeArrowheads="1"/>
            </p:cNvSpPr>
            <p:nvPr/>
          </p:nvSpPr>
          <p:spPr bwMode="auto">
            <a:xfrm>
              <a:off x="1408232" y="3306642"/>
              <a:ext cx="338226" cy="36983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i="0" dirty="0" smtClean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B</a:t>
              </a:r>
              <a:endParaRPr lang="en-US" i="0" dirty="0" smtClean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68662" name="Text Box 73"/>
            <p:cNvSpPr txBox="1">
              <a:spLocks noChangeArrowheads="1"/>
            </p:cNvSpPr>
            <p:nvPr/>
          </p:nvSpPr>
          <p:spPr bwMode="auto">
            <a:xfrm>
              <a:off x="2181548" y="2444750"/>
              <a:ext cx="423975" cy="36983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i="0" dirty="0" smtClean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S</a:t>
              </a:r>
              <a:r>
                <a:rPr lang="en-US" i="0" baseline="-25000" dirty="0" smtClean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1</a:t>
              </a:r>
              <a:endParaRPr lang="en-US" i="0" baseline="-25000" dirty="0" smtClean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68663" name="Text Box 66"/>
            <p:cNvSpPr txBox="1">
              <a:spLocks noChangeArrowheads="1"/>
            </p:cNvSpPr>
            <p:nvPr/>
          </p:nvSpPr>
          <p:spPr bwMode="auto">
            <a:xfrm>
              <a:off x="2656336" y="3298706"/>
              <a:ext cx="350930" cy="36983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i="0" dirty="0" smtClean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C</a:t>
              </a:r>
              <a:endParaRPr lang="en-US" i="0" dirty="0" smtClean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grpSp>
          <p:nvGrpSpPr>
            <p:cNvPr id="173111" name="Group 44"/>
            <p:cNvGrpSpPr/>
            <p:nvPr/>
          </p:nvGrpSpPr>
          <p:grpSpPr bwMode="auto">
            <a:xfrm>
              <a:off x="1127760" y="2834640"/>
              <a:ext cx="568960" cy="481140"/>
              <a:chOff x="-44" y="1473"/>
              <a:chExt cx="981" cy="1105"/>
            </a:xfrm>
          </p:grpSpPr>
          <p:pic>
            <p:nvPicPr>
              <p:cNvPr id="173119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3120" name="Freeform 46"/>
              <p:cNvSpPr/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73112" name="Group 44"/>
            <p:cNvGrpSpPr/>
            <p:nvPr/>
          </p:nvGrpSpPr>
          <p:grpSpPr bwMode="auto">
            <a:xfrm>
              <a:off x="1534160" y="3291840"/>
              <a:ext cx="568960" cy="481140"/>
              <a:chOff x="-44" y="1473"/>
              <a:chExt cx="981" cy="1105"/>
            </a:xfrm>
          </p:grpSpPr>
          <p:pic>
            <p:nvPicPr>
              <p:cNvPr id="173117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3118" name="Freeform 46"/>
              <p:cNvSpPr/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73113" name="Group 44"/>
            <p:cNvGrpSpPr/>
            <p:nvPr/>
          </p:nvGrpSpPr>
          <p:grpSpPr bwMode="auto">
            <a:xfrm>
              <a:off x="2062480" y="3322320"/>
              <a:ext cx="568960" cy="481140"/>
              <a:chOff x="-44" y="1473"/>
              <a:chExt cx="981" cy="1105"/>
            </a:xfrm>
          </p:grpSpPr>
          <p:pic>
            <p:nvPicPr>
              <p:cNvPr id="173115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3116" name="Freeform 46"/>
              <p:cNvSpPr/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pic>
          <p:nvPicPr>
            <p:cNvPr id="68667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14817" y="2879664"/>
              <a:ext cx="678041" cy="299996"/>
            </a:xfrm>
            <a:prstGeom prst="rect">
              <a:avLst/>
            </a:prstGeom>
            <a:noFill/>
            <a:ln>
              <a:noFill/>
            </a:ln>
            <a:effectLst/>
          </p:spPr>
        </p:pic>
      </p:grpSp>
      <p:grpSp>
        <p:nvGrpSpPr>
          <p:cNvPr id="3" name="Group 2"/>
          <p:cNvGrpSpPr/>
          <p:nvPr/>
        </p:nvGrpSpPr>
        <p:grpSpPr bwMode="auto">
          <a:xfrm>
            <a:off x="2379663" y="1984375"/>
            <a:ext cx="4856162" cy="2044700"/>
            <a:chOff x="2379663" y="1984375"/>
            <a:chExt cx="4855711" cy="2044145"/>
          </a:xfrm>
        </p:grpSpPr>
        <p:sp>
          <p:nvSpPr>
            <p:cNvPr id="68618" name="Line 23"/>
            <p:cNvSpPr>
              <a:spLocks noChangeShapeType="1"/>
            </p:cNvSpPr>
            <p:nvPr/>
          </p:nvSpPr>
          <p:spPr bwMode="auto">
            <a:xfrm flipH="1">
              <a:off x="3635258" y="3068344"/>
              <a:ext cx="346043" cy="2158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8619" name="Line 24"/>
            <p:cNvSpPr>
              <a:spLocks noChangeShapeType="1"/>
            </p:cNvSpPr>
            <p:nvPr/>
          </p:nvSpPr>
          <p:spPr bwMode="auto">
            <a:xfrm flipH="1">
              <a:off x="3949554" y="3087389"/>
              <a:ext cx="125401" cy="5872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8620" name="Line 25"/>
            <p:cNvSpPr>
              <a:spLocks noChangeShapeType="1"/>
            </p:cNvSpPr>
            <p:nvPr/>
          </p:nvSpPr>
          <p:spPr bwMode="auto">
            <a:xfrm>
              <a:off x="4254326" y="3030254"/>
              <a:ext cx="230167" cy="3618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8621" name="Line 26"/>
            <p:cNvSpPr>
              <a:spLocks noChangeShapeType="1"/>
            </p:cNvSpPr>
            <p:nvPr/>
          </p:nvSpPr>
          <p:spPr bwMode="auto">
            <a:xfrm flipH="1">
              <a:off x="5532145" y="3106433"/>
              <a:ext cx="428585" cy="2444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8622" name="Line 27"/>
            <p:cNvSpPr>
              <a:spLocks noChangeShapeType="1"/>
            </p:cNvSpPr>
            <p:nvPr/>
          </p:nvSpPr>
          <p:spPr bwMode="auto">
            <a:xfrm flipH="1">
              <a:off x="6035335" y="3077866"/>
              <a:ext cx="9524" cy="4697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8623" name="Line 35"/>
            <p:cNvSpPr>
              <a:spLocks noChangeShapeType="1"/>
            </p:cNvSpPr>
            <p:nvPr/>
          </p:nvSpPr>
          <p:spPr bwMode="auto">
            <a:xfrm flipH="1">
              <a:off x="2379663" y="2355749"/>
              <a:ext cx="1517509" cy="53642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8624" name="Line 36"/>
            <p:cNvSpPr>
              <a:spLocks noChangeShapeType="1"/>
            </p:cNvSpPr>
            <p:nvPr/>
          </p:nvSpPr>
          <p:spPr bwMode="auto">
            <a:xfrm>
              <a:off x="4200356" y="2322421"/>
              <a:ext cx="0" cy="599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8625" name="Line 37"/>
            <p:cNvSpPr>
              <a:spLocks noChangeShapeType="1"/>
            </p:cNvSpPr>
            <p:nvPr/>
          </p:nvSpPr>
          <p:spPr bwMode="auto">
            <a:xfrm flipH="1" flipV="1">
              <a:off x="4449571" y="2306551"/>
              <a:ext cx="1406394" cy="6840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8626" name="Line 63"/>
            <p:cNvSpPr>
              <a:spLocks noChangeShapeType="1"/>
            </p:cNvSpPr>
            <p:nvPr/>
          </p:nvSpPr>
          <p:spPr bwMode="auto">
            <a:xfrm>
              <a:off x="6411539" y="3131826"/>
              <a:ext cx="285723" cy="1587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8627" name="Text Box 67"/>
            <p:cNvSpPr txBox="1">
              <a:spLocks noChangeArrowheads="1"/>
            </p:cNvSpPr>
            <p:nvPr/>
          </p:nvSpPr>
          <p:spPr bwMode="auto">
            <a:xfrm>
              <a:off x="3620973" y="3222289"/>
              <a:ext cx="349218" cy="36661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i="0" dirty="0" smtClean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D</a:t>
              </a:r>
              <a:endParaRPr lang="en-US" i="0" dirty="0" smtClean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68628" name="Text Box 68"/>
            <p:cNvSpPr txBox="1">
              <a:spLocks noChangeArrowheads="1"/>
            </p:cNvSpPr>
            <p:nvPr/>
          </p:nvSpPr>
          <p:spPr bwMode="auto">
            <a:xfrm>
              <a:off x="4094004" y="3658733"/>
              <a:ext cx="338106" cy="36978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i="0" dirty="0" smtClean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E</a:t>
              </a:r>
              <a:endParaRPr lang="en-US" i="0" dirty="0" smtClean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68629" name="Text Box 69"/>
            <p:cNvSpPr txBox="1">
              <a:spLocks noChangeArrowheads="1"/>
            </p:cNvSpPr>
            <p:nvPr/>
          </p:nvSpPr>
          <p:spPr bwMode="auto">
            <a:xfrm>
              <a:off x="4567035" y="3057234"/>
              <a:ext cx="325407" cy="3697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i="0" dirty="0" smtClean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F</a:t>
              </a:r>
              <a:endParaRPr lang="en-US" i="0" dirty="0" smtClean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68630" name="Text Box 74"/>
            <p:cNvSpPr txBox="1">
              <a:spLocks noChangeArrowheads="1"/>
            </p:cNvSpPr>
            <p:nvPr/>
          </p:nvSpPr>
          <p:spPr bwMode="auto">
            <a:xfrm>
              <a:off x="3408267" y="2768387"/>
              <a:ext cx="436521" cy="36661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i="0" dirty="0" smtClean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S</a:t>
              </a:r>
              <a:r>
                <a:rPr lang="en-US" i="0" baseline="-25000" dirty="0" smtClean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2</a:t>
              </a:r>
              <a:endParaRPr lang="en-US" i="0" baseline="-25000" dirty="0" smtClean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68631" name="Text Box 75"/>
            <p:cNvSpPr txBox="1">
              <a:spLocks noChangeArrowheads="1"/>
            </p:cNvSpPr>
            <p:nvPr/>
          </p:nvSpPr>
          <p:spPr bwMode="auto">
            <a:xfrm>
              <a:off x="4635290" y="1984375"/>
              <a:ext cx="436522" cy="36661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i="0" dirty="0" smtClean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S</a:t>
              </a:r>
              <a:r>
                <a:rPr lang="en-US" i="0" baseline="-25000" dirty="0" smtClean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4</a:t>
              </a:r>
              <a:endParaRPr lang="en-US" i="0" baseline="-25000" dirty="0" smtClean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68632" name="Text Box 76"/>
            <p:cNvSpPr txBox="1">
              <a:spLocks noChangeArrowheads="1"/>
            </p:cNvSpPr>
            <p:nvPr/>
          </p:nvSpPr>
          <p:spPr bwMode="auto">
            <a:xfrm>
              <a:off x="6009938" y="2570004"/>
              <a:ext cx="436522" cy="3666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i="0" dirty="0" smtClean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S</a:t>
              </a:r>
              <a:r>
                <a:rPr lang="en-US" i="0" baseline="-25000" dirty="0" smtClean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3</a:t>
              </a:r>
              <a:endParaRPr lang="en-US" i="0" baseline="-25000" dirty="0" smtClean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68633" name="Text Box 78"/>
            <p:cNvSpPr txBox="1">
              <a:spLocks noChangeArrowheads="1"/>
            </p:cNvSpPr>
            <p:nvPr/>
          </p:nvSpPr>
          <p:spPr bwMode="auto">
            <a:xfrm>
              <a:off x="6240104" y="3541290"/>
              <a:ext cx="360329" cy="3666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i="0" dirty="0" smtClean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H</a:t>
              </a:r>
              <a:endParaRPr lang="en-US" i="0" dirty="0" smtClean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68634" name="Text Box 79"/>
            <p:cNvSpPr txBox="1">
              <a:spLocks noChangeArrowheads="1"/>
            </p:cNvSpPr>
            <p:nvPr/>
          </p:nvSpPr>
          <p:spPr bwMode="auto">
            <a:xfrm>
              <a:off x="6986160" y="3179439"/>
              <a:ext cx="249214" cy="36978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i="0" dirty="0" smtClean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I</a:t>
              </a:r>
              <a:endParaRPr lang="en-US" i="0" dirty="0" smtClean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68635" name="Text Box 80"/>
            <p:cNvSpPr txBox="1">
              <a:spLocks noChangeArrowheads="1"/>
            </p:cNvSpPr>
            <p:nvPr/>
          </p:nvSpPr>
          <p:spPr bwMode="auto">
            <a:xfrm>
              <a:off x="5103560" y="3595251"/>
              <a:ext cx="365091" cy="36978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i="0" dirty="0" smtClean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G</a:t>
              </a:r>
              <a:endParaRPr lang="en-US" i="0" dirty="0" smtClean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pic>
          <p:nvPicPr>
            <p:cNvPr id="68636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63899" y="2930268"/>
              <a:ext cx="677799" cy="299957"/>
            </a:xfrm>
            <a:prstGeom prst="rect">
              <a:avLst/>
            </a:prstGeom>
            <a:noFill/>
            <a:ln>
              <a:noFill/>
            </a:ln>
            <a:effectLst/>
          </p:spPr>
        </p:pic>
        <p:grpSp>
          <p:nvGrpSpPr>
            <p:cNvPr id="173084" name="Group 44"/>
            <p:cNvGrpSpPr/>
            <p:nvPr/>
          </p:nvGrpSpPr>
          <p:grpSpPr bwMode="auto">
            <a:xfrm>
              <a:off x="3139440" y="3180080"/>
              <a:ext cx="568960" cy="481140"/>
              <a:chOff x="-44" y="1473"/>
              <a:chExt cx="981" cy="1105"/>
            </a:xfrm>
          </p:grpSpPr>
          <p:pic>
            <p:nvPicPr>
              <p:cNvPr id="173102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3103" name="Freeform 46"/>
              <p:cNvSpPr/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73085" name="Group 44"/>
            <p:cNvGrpSpPr/>
            <p:nvPr/>
          </p:nvGrpSpPr>
          <p:grpSpPr bwMode="auto">
            <a:xfrm>
              <a:off x="3576320" y="3525520"/>
              <a:ext cx="568960" cy="481140"/>
              <a:chOff x="-44" y="1473"/>
              <a:chExt cx="981" cy="1105"/>
            </a:xfrm>
          </p:grpSpPr>
          <p:pic>
            <p:nvPicPr>
              <p:cNvPr id="173100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3101" name="Freeform 46"/>
              <p:cNvSpPr/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73086" name="Group 44"/>
            <p:cNvGrpSpPr/>
            <p:nvPr/>
          </p:nvGrpSpPr>
          <p:grpSpPr bwMode="auto">
            <a:xfrm>
              <a:off x="4135120" y="3281680"/>
              <a:ext cx="568960" cy="481140"/>
              <a:chOff x="-44" y="1473"/>
              <a:chExt cx="981" cy="1105"/>
            </a:xfrm>
          </p:grpSpPr>
          <p:pic>
            <p:nvPicPr>
              <p:cNvPr id="173098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3099" name="Freeform 46"/>
              <p:cNvSpPr/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73087" name="Group 44"/>
            <p:cNvGrpSpPr/>
            <p:nvPr/>
          </p:nvGrpSpPr>
          <p:grpSpPr bwMode="auto">
            <a:xfrm>
              <a:off x="5049520" y="3261360"/>
              <a:ext cx="568960" cy="481140"/>
              <a:chOff x="-44" y="1473"/>
              <a:chExt cx="981" cy="1105"/>
            </a:xfrm>
          </p:grpSpPr>
          <p:pic>
            <p:nvPicPr>
              <p:cNvPr id="173096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3097" name="Freeform 46"/>
              <p:cNvSpPr/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73088" name="Group 44"/>
            <p:cNvGrpSpPr/>
            <p:nvPr/>
          </p:nvGrpSpPr>
          <p:grpSpPr bwMode="auto">
            <a:xfrm>
              <a:off x="5588000" y="3434080"/>
              <a:ext cx="568960" cy="481140"/>
              <a:chOff x="-44" y="1473"/>
              <a:chExt cx="981" cy="1105"/>
            </a:xfrm>
          </p:grpSpPr>
          <p:pic>
            <p:nvPicPr>
              <p:cNvPr id="173094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3095" name="Freeform 46"/>
              <p:cNvSpPr/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73089" name="Group 44"/>
            <p:cNvGrpSpPr/>
            <p:nvPr/>
          </p:nvGrpSpPr>
          <p:grpSpPr bwMode="auto">
            <a:xfrm>
              <a:off x="6380480" y="3149600"/>
              <a:ext cx="568960" cy="481140"/>
              <a:chOff x="-44" y="1473"/>
              <a:chExt cx="981" cy="1105"/>
            </a:xfrm>
          </p:grpSpPr>
          <p:pic>
            <p:nvPicPr>
              <p:cNvPr id="173092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3093" name="Freeform 46"/>
              <p:cNvSpPr/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pic>
          <p:nvPicPr>
            <p:cNvPr id="68643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54313" y="2847741"/>
              <a:ext cx="677800" cy="301543"/>
            </a:xfrm>
            <a:prstGeom prst="rect">
              <a:avLst/>
            </a:prstGeom>
            <a:noFill/>
            <a:ln>
              <a:noFill/>
            </a:ln>
            <a:effectLst/>
          </p:spPr>
        </p:pic>
        <p:pic>
          <p:nvPicPr>
            <p:cNvPr id="68644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74949" y="2116102"/>
              <a:ext cx="676212" cy="301543"/>
            </a:xfrm>
            <a:prstGeom prst="rect">
              <a:avLst/>
            </a:prstGeom>
            <a:noFill/>
            <a:ln>
              <a:noFill/>
            </a:ln>
            <a:effectLst/>
          </p:spPr>
        </p:pic>
      </p:grpSp>
      <p:pic>
        <p:nvPicPr>
          <p:cNvPr id="173064" name="Picture 20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950" y="798513"/>
            <a:ext cx="5484813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r>
              <a:rPr lang="en-US" sz="1200" dirty="0">
                <a:latin typeface="Tahoma" panose="020B0604030504040204" charset="0"/>
              </a:rPr>
              <a:t>6</a:t>
            </a:r>
            <a:r>
              <a:rPr lang="en-US" sz="1200" dirty="0" smtClean="0">
                <a:latin typeface="Tahoma" panose="020B0604030504040204" charset="0"/>
              </a:rPr>
              <a:t>-</a:t>
            </a:r>
            <a:fld id="{8E8C6E93-DF5B-BC4B-80F9-500DED1EEDCC}" type="slidenum">
              <a:rPr lang="en-US" sz="1200">
                <a:latin typeface="Tahoma" panose="020B0604030504040204" charset="0"/>
              </a:rPr>
            </a:fld>
            <a:endParaRPr lang="en-US" sz="1200" dirty="0">
              <a:latin typeface="Tahoma" panose="020B0604030504040204" charset="0"/>
            </a:endParaRPr>
          </a:p>
        </p:txBody>
      </p:sp>
      <p:sp>
        <p:nvSpPr>
          <p:cNvPr id="67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pPr algn="r"/>
            <a:r>
              <a:rPr lang="en-US" sz="1200" dirty="0" smtClean="0">
                <a:solidFill>
                  <a:srgbClr val="000000"/>
                </a:solidFill>
                <a:latin typeface="Tahoma" panose="020B0604030504040204" charset="0"/>
                <a:cs typeface="Arial" panose="020B0604020202090204" pitchFamily="34" charset="0"/>
              </a:rPr>
              <a:t>Link Layer and LANs</a:t>
            </a:r>
            <a:endParaRPr lang="en-US" sz="1200" dirty="0">
              <a:solidFill>
                <a:srgbClr val="000000"/>
              </a:solidFill>
              <a:latin typeface="Tahoma" panose="020B060403050404020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1030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6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0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sz="4000" dirty="0">
                <a:latin typeface="Gill Sans MT" pitchFamily="34" charset="0"/>
                <a:cs typeface="+mj-cs"/>
              </a:rPr>
              <a:t>Self-learning multi-switch example</a:t>
            </a:r>
            <a:endParaRPr lang="en-US" dirty="0">
              <a:latin typeface="Gill Sans MT" pitchFamily="34" charset="0"/>
              <a:cs typeface="+mj-cs"/>
            </a:endParaRPr>
          </a:p>
        </p:txBody>
      </p:sp>
      <p:sp>
        <p:nvSpPr>
          <p:cNvPr id="6963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50863" y="1139825"/>
            <a:ext cx="7772400" cy="4648200"/>
          </a:xfrm>
        </p:spPr>
        <p:txBody>
          <a:bodyPr/>
          <a:lstStyle/>
          <a:p>
            <a:pPr>
              <a:buFont typeface="Wingdings" panose="05000000000000000000" charset="0"/>
              <a:buNone/>
              <a:defRPr/>
            </a:pPr>
            <a:r>
              <a:rPr lang="en-US" sz="2400" dirty="0">
                <a:latin typeface="Gill Sans MT" pitchFamily="34" charset="0"/>
                <a:cs typeface="+mn-cs"/>
              </a:rPr>
              <a:t>Suppose C sends frame to I, I responds to C</a:t>
            </a:r>
            <a:endParaRPr lang="en-US" dirty="0">
              <a:latin typeface="Gill Sans MT" pitchFamily="34" charset="0"/>
              <a:cs typeface="+mn-cs"/>
            </a:endParaRPr>
          </a:p>
        </p:txBody>
      </p:sp>
      <p:sp>
        <p:nvSpPr>
          <p:cNvPr id="69638" name="Rectangle 5"/>
          <p:cNvSpPr>
            <a:spLocks noChangeArrowheads="1"/>
          </p:cNvSpPr>
          <p:nvPr/>
        </p:nvSpPr>
        <p:spPr bwMode="auto">
          <a:xfrm>
            <a:off x="714375" y="4664075"/>
            <a:ext cx="7772400" cy="1843088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/>
          <a:p>
            <a:pPr marL="231775" indent="-2317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u="sng" dirty="0">
                <a:solidFill>
                  <a:srgbClr val="CC0000"/>
                </a:solidFill>
                <a:latin typeface="Gill Sans MT" pitchFamily="34" charset="0"/>
                <a:cs typeface="+mn-cs"/>
              </a:rPr>
              <a:t>Q:</a:t>
            </a:r>
            <a:r>
              <a:rPr lang="en-US" sz="2400" i="0" dirty="0">
                <a:solidFill>
                  <a:srgbClr val="CC0000"/>
                </a:solidFill>
                <a:latin typeface="Gill Sans MT" pitchFamily="34" charset="0"/>
                <a:cs typeface="+mn-cs"/>
              </a:rPr>
              <a:t> </a:t>
            </a:r>
            <a:r>
              <a:rPr lang="en-US" sz="2400" i="0" dirty="0">
                <a:solidFill>
                  <a:srgbClr val="000000"/>
                </a:solidFill>
                <a:latin typeface="Gill Sans MT" pitchFamily="34" charset="0"/>
                <a:cs typeface="+mn-cs"/>
              </a:rPr>
              <a:t>show switch tables and packet forwarding in S</a:t>
            </a:r>
            <a:r>
              <a:rPr lang="en-US" sz="2400" i="0" baseline="-25000" dirty="0">
                <a:solidFill>
                  <a:srgbClr val="000000"/>
                </a:solidFill>
                <a:latin typeface="Gill Sans MT" pitchFamily="34" charset="0"/>
                <a:cs typeface="+mn-cs"/>
              </a:rPr>
              <a:t>1</a:t>
            </a:r>
            <a:r>
              <a:rPr lang="en-US" sz="2400" i="0" dirty="0">
                <a:solidFill>
                  <a:srgbClr val="000000"/>
                </a:solidFill>
                <a:latin typeface="Gill Sans MT" pitchFamily="34" charset="0"/>
                <a:cs typeface="+mn-cs"/>
              </a:rPr>
              <a:t>, S</a:t>
            </a:r>
            <a:r>
              <a:rPr lang="en-US" sz="2400" i="0" baseline="-25000" dirty="0">
                <a:solidFill>
                  <a:srgbClr val="000000"/>
                </a:solidFill>
                <a:latin typeface="Gill Sans MT" pitchFamily="34" charset="0"/>
                <a:cs typeface="+mn-cs"/>
              </a:rPr>
              <a:t>2</a:t>
            </a:r>
            <a:r>
              <a:rPr lang="en-US" sz="2400" i="0" dirty="0">
                <a:solidFill>
                  <a:srgbClr val="000000"/>
                </a:solidFill>
                <a:latin typeface="Gill Sans MT" pitchFamily="34" charset="0"/>
                <a:cs typeface="+mn-cs"/>
              </a:rPr>
              <a:t>, S</a:t>
            </a:r>
            <a:r>
              <a:rPr lang="en-US" sz="2400" i="0" baseline="-25000" dirty="0">
                <a:solidFill>
                  <a:srgbClr val="000000"/>
                </a:solidFill>
                <a:latin typeface="Gill Sans MT" pitchFamily="34" charset="0"/>
                <a:cs typeface="+mn-cs"/>
              </a:rPr>
              <a:t>3</a:t>
            </a:r>
            <a:r>
              <a:rPr lang="en-US" sz="2400" i="0" dirty="0">
                <a:solidFill>
                  <a:srgbClr val="000000"/>
                </a:solidFill>
                <a:latin typeface="Gill Sans MT" pitchFamily="34" charset="0"/>
                <a:cs typeface="+mn-cs"/>
              </a:rPr>
              <a:t>, S</a:t>
            </a:r>
            <a:r>
              <a:rPr lang="en-US" sz="2400" i="0" baseline="-25000" dirty="0">
                <a:solidFill>
                  <a:srgbClr val="000000"/>
                </a:solidFill>
                <a:latin typeface="Gill Sans MT" pitchFamily="34" charset="0"/>
                <a:cs typeface="+mn-cs"/>
              </a:rPr>
              <a:t>4</a:t>
            </a:r>
            <a:r>
              <a:rPr lang="en-US" sz="2400" i="0" dirty="0">
                <a:solidFill>
                  <a:srgbClr val="000000"/>
                </a:solidFill>
                <a:latin typeface="Gill Sans MT" pitchFamily="34" charset="0"/>
                <a:cs typeface="+mn-cs"/>
              </a:rPr>
              <a:t> </a:t>
            </a:r>
            <a:endParaRPr lang="en-US" sz="2400" i="0" dirty="0">
              <a:solidFill>
                <a:srgbClr val="000000"/>
              </a:solidFill>
              <a:latin typeface="Gill Sans MT" pitchFamily="34" charset="0"/>
              <a:cs typeface="+mn-cs"/>
            </a:endParaRPr>
          </a:p>
        </p:txBody>
      </p:sp>
      <p:grpSp>
        <p:nvGrpSpPr>
          <p:cNvPr id="175110" name="Group 58"/>
          <p:cNvGrpSpPr/>
          <p:nvPr/>
        </p:nvGrpSpPr>
        <p:grpSpPr bwMode="auto">
          <a:xfrm>
            <a:off x="958850" y="2444750"/>
            <a:ext cx="2047875" cy="1358900"/>
            <a:chOff x="958850" y="2444750"/>
            <a:chExt cx="2048416" cy="1358710"/>
          </a:xfrm>
        </p:grpSpPr>
        <p:sp>
          <p:nvSpPr>
            <p:cNvPr id="69681" name="Line 20"/>
            <p:cNvSpPr>
              <a:spLocks noChangeShapeType="1"/>
            </p:cNvSpPr>
            <p:nvPr/>
          </p:nvSpPr>
          <p:spPr bwMode="auto">
            <a:xfrm flipH="1">
              <a:off x="1582903" y="3030456"/>
              <a:ext cx="5557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9682" name="Line 21"/>
            <p:cNvSpPr>
              <a:spLocks noChangeShapeType="1"/>
            </p:cNvSpPr>
            <p:nvPr/>
          </p:nvSpPr>
          <p:spPr bwMode="auto">
            <a:xfrm flipH="1">
              <a:off x="1970355" y="3078074"/>
              <a:ext cx="271534" cy="3142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9683" name="Line 22"/>
            <p:cNvSpPr>
              <a:spLocks noChangeShapeType="1"/>
            </p:cNvSpPr>
            <p:nvPr/>
          </p:nvSpPr>
          <p:spPr bwMode="auto">
            <a:xfrm>
              <a:off x="2389566" y="3106645"/>
              <a:ext cx="73044" cy="2952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9684" name="Text Box 64"/>
            <p:cNvSpPr txBox="1">
              <a:spLocks noChangeArrowheads="1"/>
            </p:cNvSpPr>
            <p:nvPr/>
          </p:nvSpPr>
          <p:spPr bwMode="auto">
            <a:xfrm>
              <a:off x="958850" y="2844744"/>
              <a:ext cx="350931" cy="36666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i="0" dirty="0" smtClean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A</a:t>
              </a:r>
              <a:endParaRPr lang="en-US" i="0" dirty="0" smtClean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69685" name="Text Box 65"/>
            <p:cNvSpPr txBox="1">
              <a:spLocks noChangeArrowheads="1"/>
            </p:cNvSpPr>
            <p:nvPr/>
          </p:nvSpPr>
          <p:spPr bwMode="auto">
            <a:xfrm>
              <a:off x="1408232" y="3306642"/>
              <a:ext cx="338226" cy="36983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i="0" dirty="0" smtClean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B</a:t>
              </a:r>
              <a:endParaRPr lang="en-US" i="0" dirty="0" smtClean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69686" name="Text Box 73"/>
            <p:cNvSpPr txBox="1">
              <a:spLocks noChangeArrowheads="1"/>
            </p:cNvSpPr>
            <p:nvPr/>
          </p:nvSpPr>
          <p:spPr bwMode="auto">
            <a:xfrm>
              <a:off x="2181548" y="2444750"/>
              <a:ext cx="423975" cy="36983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i="0" dirty="0" smtClean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S</a:t>
              </a:r>
              <a:r>
                <a:rPr lang="en-US" i="0" baseline="-25000" dirty="0" smtClean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1</a:t>
              </a:r>
              <a:endParaRPr lang="en-US" i="0" baseline="-25000" dirty="0" smtClean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69687" name="Text Box 66"/>
            <p:cNvSpPr txBox="1">
              <a:spLocks noChangeArrowheads="1"/>
            </p:cNvSpPr>
            <p:nvPr/>
          </p:nvSpPr>
          <p:spPr bwMode="auto">
            <a:xfrm>
              <a:off x="2656336" y="3298706"/>
              <a:ext cx="350930" cy="36983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i="0" dirty="0" smtClean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C</a:t>
              </a:r>
              <a:endParaRPr lang="en-US" i="0" dirty="0" smtClean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grpSp>
          <p:nvGrpSpPr>
            <p:cNvPr id="175159" name="Group 44"/>
            <p:cNvGrpSpPr/>
            <p:nvPr/>
          </p:nvGrpSpPr>
          <p:grpSpPr bwMode="auto">
            <a:xfrm>
              <a:off x="1127760" y="2834640"/>
              <a:ext cx="568960" cy="481140"/>
              <a:chOff x="-44" y="1473"/>
              <a:chExt cx="981" cy="1105"/>
            </a:xfrm>
          </p:grpSpPr>
          <p:pic>
            <p:nvPicPr>
              <p:cNvPr id="175167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5168" name="Freeform 46"/>
              <p:cNvSpPr/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75160" name="Group 44"/>
            <p:cNvGrpSpPr/>
            <p:nvPr/>
          </p:nvGrpSpPr>
          <p:grpSpPr bwMode="auto">
            <a:xfrm>
              <a:off x="1534160" y="3291840"/>
              <a:ext cx="568960" cy="481140"/>
              <a:chOff x="-44" y="1473"/>
              <a:chExt cx="981" cy="1105"/>
            </a:xfrm>
          </p:grpSpPr>
          <p:pic>
            <p:nvPicPr>
              <p:cNvPr id="175165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5166" name="Freeform 46"/>
              <p:cNvSpPr/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75161" name="Group 44"/>
            <p:cNvGrpSpPr/>
            <p:nvPr/>
          </p:nvGrpSpPr>
          <p:grpSpPr bwMode="auto">
            <a:xfrm>
              <a:off x="2062480" y="3322320"/>
              <a:ext cx="568960" cy="481140"/>
              <a:chOff x="-44" y="1473"/>
              <a:chExt cx="981" cy="1105"/>
            </a:xfrm>
          </p:grpSpPr>
          <p:pic>
            <p:nvPicPr>
              <p:cNvPr id="175163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5164" name="Freeform 46"/>
              <p:cNvSpPr/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pic>
          <p:nvPicPr>
            <p:cNvPr id="69691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14817" y="2879664"/>
              <a:ext cx="678041" cy="299996"/>
            </a:xfrm>
            <a:prstGeom prst="rect">
              <a:avLst/>
            </a:prstGeom>
            <a:noFill/>
            <a:ln>
              <a:noFill/>
            </a:ln>
            <a:effectLst/>
          </p:spPr>
        </p:pic>
      </p:grpSp>
      <p:grpSp>
        <p:nvGrpSpPr>
          <p:cNvPr id="175111" name="Group 76"/>
          <p:cNvGrpSpPr/>
          <p:nvPr/>
        </p:nvGrpSpPr>
        <p:grpSpPr bwMode="auto">
          <a:xfrm>
            <a:off x="2379663" y="1984375"/>
            <a:ext cx="4856162" cy="2044700"/>
            <a:chOff x="2379663" y="1984375"/>
            <a:chExt cx="4855711" cy="2044145"/>
          </a:xfrm>
        </p:grpSpPr>
        <p:sp>
          <p:nvSpPr>
            <p:cNvPr id="69642" name="Line 23"/>
            <p:cNvSpPr>
              <a:spLocks noChangeShapeType="1"/>
            </p:cNvSpPr>
            <p:nvPr/>
          </p:nvSpPr>
          <p:spPr bwMode="auto">
            <a:xfrm flipH="1">
              <a:off x="3635258" y="3068344"/>
              <a:ext cx="346043" cy="2158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9643" name="Line 24"/>
            <p:cNvSpPr>
              <a:spLocks noChangeShapeType="1"/>
            </p:cNvSpPr>
            <p:nvPr/>
          </p:nvSpPr>
          <p:spPr bwMode="auto">
            <a:xfrm flipH="1">
              <a:off x="3949554" y="3087389"/>
              <a:ext cx="125401" cy="5872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9644" name="Line 25"/>
            <p:cNvSpPr>
              <a:spLocks noChangeShapeType="1"/>
            </p:cNvSpPr>
            <p:nvPr/>
          </p:nvSpPr>
          <p:spPr bwMode="auto">
            <a:xfrm>
              <a:off x="4254326" y="3030254"/>
              <a:ext cx="230167" cy="3618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9645" name="Line 26"/>
            <p:cNvSpPr>
              <a:spLocks noChangeShapeType="1"/>
            </p:cNvSpPr>
            <p:nvPr/>
          </p:nvSpPr>
          <p:spPr bwMode="auto">
            <a:xfrm flipH="1">
              <a:off x="5532145" y="3106433"/>
              <a:ext cx="428585" cy="2444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9646" name="Line 27"/>
            <p:cNvSpPr>
              <a:spLocks noChangeShapeType="1"/>
            </p:cNvSpPr>
            <p:nvPr/>
          </p:nvSpPr>
          <p:spPr bwMode="auto">
            <a:xfrm flipH="1">
              <a:off x="6035335" y="3077866"/>
              <a:ext cx="9524" cy="4697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9647" name="Line 35"/>
            <p:cNvSpPr>
              <a:spLocks noChangeShapeType="1"/>
            </p:cNvSpPr>
            <p:nvPr/>
          </p:nvSpPr>
          <p:spPr bwMode="auto">
            <a:xfrm flipH="1">
              <a:off x="2379663" y="2355749"/>
              <a:ext cx="1517509" cy="53642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9648" name="Line 36"/>
            <p:cNvSpPr>
              <a:spLocks noChangeShapeType="1"/>
            </p:cNvSpPr>
            <p:nvPr/>
          </p:nvSpPr>
          <p:spPr bwMode="auto">
            <a:xfrm>
              <a:off x="4200356" y="2322421"/>
              <a:ext cx="0" cy="599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9649" name="Line 37"/>
            <p:cNvSpPr>
              <a:spLocks noChangeShapeType="1"/>
            </p:cNvSpPr>
            <p:nvPr/>
          </p:nvSpPr>
          <p:spPr bwMode="auto">
            <a:xfrm flipH="1" flipV="1">
              <a:off x="4449571" y="2306551"/>
              <a:ext cx="1406394" cy="6840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9650" name="Line 63"/>
            <p:cNvSpPr>
              <a:spLocks noChangeShapeType="1"/>
            </p:cNvSpPr>
            <p:nvPr/>
          </p:nvSpPr>
          <p:spPr bwMode="auto">
            <a:xfrm>
              <a:off x="6411539" y="3131826"/>
              <a:ext cx="285723" cy="1587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69651" name="Text Box 67"/>
            <p:cNvSpPr txBox="1">
              <a:spLocks noChangeArrowheads="1"/>
            </p:cNvSpPr>
            <p:nvPr/>
          </p:nvSpPr>
          <p:spPr bwMode="auto">
            <a:xfrm>
              <a:off x="3620973" y="3222289"/>
              <a:ext cx="349218" cy="36661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i="0" dirty="0" smtClean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D</a:t>
              </a:r>
              <a:endParaRPr lang="en-US" i="0" dirty="0" smtClean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69652" name="Text Box 68"/>
            <p:cNvSpPr txBox="1">
              <a:spLocks noChangeArrowheads="1"/>
            </p:cNvSpPr>
            <p:nvPr/>
          </p:nvSpPr>
          <p:spPr bwMode="auto">
            <a:xfrm>
              <a:off x="4094004" y="3658733"/>
              <a:ext cx="338106" cy="36978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i="0" dirty="0" smtClean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E</a:t>
              </a:r>
              <a:endParaRPr lang="en-US" i="0" dirty="0" smtClean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69653" name="Text Box 69"/>
            <p:cNvSpPr txBox="1">
              <a:spLocks noChangeArrowheads="1"/>
            </p:cNvSpPr>
            <p:nvPr/>
          </p:nvSpPr>
          <p:spPr bwMode="auto">
            <a:xfrm>
              <a:off x="4567035" y="3057234"/>
              <a:ext cx="325407" cy="3697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i="0" dirty="0" smtClean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F</a:t>
              </a:r>
              <a:endParaRPr lang="en-US" i="0" dirty="0" smtClean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69654" name="Text Box 74"/>
            <p:cNvSpPr txBox="1">
              <a:spLocks noChangeArrowheads="1"/>
            </p:cNvSpPr>
            <p:nvPr/>
          </p:nvSpPr>
          <p:spPr bwMode="auto">
            <a:xfrm>
              <a:off x="3408267" y="2768387"/>
              <a:ext cx="436521" cy="36661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i="0" dirty="0" smtClean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S</a:t>
              </a:r>
              <a:r>
                <a:rPr lang="en-US" i="0" baseline="-25000" dirty="0" smtClean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2</a:t>
              </a:r>
              <a:endParaRPr lang="en-US" i="0" baseline="-25000" dirty="0" smtClean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69655" name="Text Box 75"/>
            <p:cNvSpPr txBox="1">
              <a:spLocks noChangeArrowheads="1"/>
            </p:cNvSpPr>
            <p:nvPr/>
          </p:nvSpPr>
          <p:spPr bwMode="auto">
            <a:xfrm>
              <a:off x="4635290" y="1984375"/>
              <a:ext cx="436522" cy="36661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i="0" dirty="0" smtClean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S</a:t>
              </a:r>
              <a:r>
                <a:rPr lang="en-US" i="0" baseline="-25000" dirty="0" smtClean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4</a:t>
              </a:r>
              <a:endParaRPr lang="en-US" i="0" baseline="-25000" dirty="0" smtClean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69656" name="Text Box 76"/>
            <p:cNvSpPr txBox="1">
              <a:spLocks noChangeArrowheads="1"/>
            </p:cNvSpPr>
            <p:nvPr/>
          </p:nvSpPr>
          <p:spPr bwMode="auto">
            <a:xfrm>
              <a:off x="6009938" y="2570004"/>
              <a:ext cx="436522" cy="3666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i="0" dirty="0" smtClean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S</a:t>
              </a:r>
              <a:r>
                <a:rPr lang="en-US" i="0" baseline="-25000" dirty="0" smtClean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3</a:t>
              </a:r>
              <a:endParaRPr lang="en-US" i="0" baseline="-25000" dirty="0" smtClean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69657" name="Text Box 78"/>
            <p:cNvSpPr txBox="1">
              <a:spLocks noChangeArrowheads="1"/>
            </p:cNvSpPr>
            <p:nvPr/>
          </p:nvSpPr>
          <p:spPr bwMode="auto">
            <a:xfrm>
              <a:off x="6240104" y="3541290"/>
              <a:ext cx="360329" cy="3666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i="0" dirty="0" smtClean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H</a:t>
              </a:r>
              <a:endParaRPr lang="en-US" i="0" dirty="0" smtClean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69658" name="Text Box 79"/>
            <p:cNvSpPr txBox="1">
              <a:spLocks noChangeArrowheads="1"/>
            </p:cNvSpPr>
            <p:nvPr/>
          </p:nvSpPr>
          <p:spPr bwMode="auto">
            <a:xfrm>
              <a:off x="6986160" y="3179439"/>
              <a:ext cx="249214" cy="36978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i="0" dirty="0" smtClean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I</a:t>
              </a:r>
              <a:endParaRPr lang="en-US" i="0" dirty="0" smtClean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69659" name="Text Box 80"/>
            <p:cNvSpPr txBox="1">
              <a:spLocks noChangeArrowheads="1"/>
            </p:cNvSpPr>
            <p:nvPr/>
          </p:nvSpPr>
          <p:spPr bwMode="auto">
            <a:xfrm>
              <a:off x="5103560" y="3595251"/>
              <a:ext cx="365091" cy="36978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i="0" dirty="0" smtClean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G</a:t>
              </a:r>
              <a:endParaRPr lang="en-US" i="0" dirty="0" smtClean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pic>
          <p:nvPicPr>
            <p:cNvPr id="69660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63899" y="2930268"/>
              <a:ext cx="677799" cy="299957"/>
            </a:xfrm>
            <a:prstGeom prst="rect">
              <a:avLst/>
            </a:prstGeom>
            <a:noFill/>
            <a:ln>
              <a:noFill/>
            </a:ln>
            <a:effectLst/>
          </p:spPr>
        </p:pic>
        <p:grpSp>
          <p:nvGrpSpPr>
            <p:cNvPr id="175132" name="Group 44"/>
            <p:cNvGrpSpPr/>
            <p:nvPr/>
          </p:nvGrpSpPr>
          <p:grpSpPr bwMode="auto">
            <a:xfrm>
              <a:off x="3139440" y="3180080"/>
              <a:ext cx="568960" cy="481140"/>
              <a:chOff x="-44" y="1473"/>
              <a:chExt cx="981" cy="1105"/>
            </a:xfrm>
          </p:grpSpPr>
          <p:pic>
            <p:nvPicPr>
              <p:cNvPr id="175150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5151" name="Freeform 46"/>
              <p:cNvSpPr/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75133" name="Group 44"/>
            <p:cNvGrpSpPr/>
            <p:nvPr/>
          </p:nvGrpSpPr>
          <p:grpSpPr bwMode="auto">
            <a:xfrm>
              <a:off x="3576320" y="3525520"/>
              <a:ext cx="568960" cy="481140"/>
              <a:chOff x="-44" y="1473"/>
              <a:chExt cx="981" cy="1105"/>
            </a:xfrm>
          </p:grpSpPr>
          <p:pic>
            <p:nvPicPr>
              <p:cNvPr id="175148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5149" name="Freeform 46"/>
              <p:cNvSpPr/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75134" name="Group 44"/>
            <p:cNvGrpSpPr/>
            <p:nvPr/>
          </p:nvGrpSpPr>
          <p:grpSpPr bwMode="auto">
            <a:xfrm>
              <a:off x="4135120" y="3281680"/>
              <a:ext cx="568960" cy="481140"/>
              <a:chOff x="-44" y="1473"/>
              <a:chExt cx="981" cy="1105"/>
            </a:xfrm>
          </p:grpSpPr>
          <p:pic>
            <p:nvPicPr>
              <p:cNvPr id="175146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5147" name="Freeform 46"/>
              <p:cNvSpPr/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75135" name="Group 44"/>
            <p:cNvGrpSpPr/>
            <p:nvPr/>
          </p:nvGrpSpPr>
          <p:grpSpPr bwMode="auto">
            <a:xfrm>
              <a:off x="5049520" y="3261360"/>
              <a:ext cx="568960" cy="481140"/>
              <a:chOff x="-44" y="1473"/>
              <a:chExt cx="981" cy="1105"/>
            </a:xfrm>
          </p:grpSpPr>
          <p:pic>
            <p:nvPicPr>
              <p:cNvPr id="175144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5145" name="Freeform 46"/>
              <p:cNvSpPr/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75136" name="Group 44"/>
            <p:cNvGrpSpPr/>
            <p:nvPr/>
          </p:nvGrpSpPr>
          <p:grpSpPr bwMode="auto">
            <a:xfrm>
              <a:off x="5588000" y="3434080"/>
              <a:ext cx="568960" cy="481140"/>
              <a:chOff x="-44" y="1473"/>
              <a:chExt cx="981" cy="1105"/>
            </a:xfrm>
          </p:grpSpPr>
          <p:pic>
            <p:nvPicPr>
              <p:cNvPr id="175142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5143" name="Freeform 46"/>
              <p:cNvSpPr/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175137" name="Group 44"/>
            <p:cNvGrpSpPr/>
            <p:nvPr/>
          </p:nvGrpSpPr>
          <p:grpSpPr bwMode="auto">
            <a:xfrm>
              <a:off x="6380480" y="3149600"/>
              <a:ext cx="568960" cy="481140"/>
              <a:chOff x="-44" y="1473"/>
              <a:chExt cx="981" cy="1105"/>
            </a:xfrm>
          </p:grpSpPr>
          <p:pic>
            <p:nvPicPr>
              <p:cNvPr id="175140" name="Picture 45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5141" name="Freeform 46"/>
              <p:cNvSpPr/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736 w 356"/>
                  <a:gd name="T3" fmla="*/ 95 h 368"/>
                  <a:gd name="T4" fmla="*/ 2059 w 356"/>
                  <a:gd name="T5" fmla="*/ 1990 h 368"/>
                  <a:gd name="T6" fmla="*/ 454 w 356"/>
                  <a:gd name="T7" fmla="*/ 2489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pic>
          <p:nvPicPr>
            <p:cNvPr id="69667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54313" y="2847741"/>
              <a:ext cx="677800" cy="301543"/>
            </a:xfrm>
            <a:prstGeom prst="rect">
              <a:avLst/>
            </a:prstGeom>
            <a:noFill/>
            <a:ln>
              <a:noFill/>
            </a:ln>
            <a:effectLst/>
          </p:spPr>
        </p:pic>
        <p:pic>
          <p:nvPicPr>
            <p:cNvPr id="69668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74949" y="2116102"/>
              <a:ext cx="676212" cy="301543"/>
            </a:xfrm>
            <a:prstGeom prst="rect">
              <a:avLst/>
            </a:prstGeom>
            <a:noFill/>
            <a:ln>
              <a:noFill/>
            </a:ln>
            <a:effectLst/>
          </p:spPr>
        </p:pic>
      </p:grpSp>
      <p:pic>
        <p:nvPicPr>
          <p:cNvPr id="175112" name="Picture 16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175" y="792163"/>
            <a:ext cx="7313613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r>
              <a:rPr lang="en-US" sz="1200" dirty="0">
                <a:latin typeface="Tahoma" panose="020B0604030504040204" charset="0"/>
              </a:rPr>
              <a:t>6</a:t>
            </a:r>
            <a:r>
              <a:rPr lang="en-US" sz="1200" dirty="0" smtClean="0">
                <a:latin typeface="Tahoma" panose="020B0604030504040204" charset="0"/>
              </a:rPr>
              <a:t>-</a:t>
            </a:r>
            <a:fld id="{8E8C6E93-DF5B-BC4B-80F9-500DED1EEDCC}" type="slidenum">
              <a:rPr lang="en-US" sz="1200">
                <a:latin typeface="Tahoma" panose="020B0604030504040204" charset="0"/>
              </a:rPr>
            </a:fld>
            <a:endParaRPr lang="en-US" sz="1200" dirty="0">
              <a:latin typeface="Tahoma" panose="020B0604030504040204" charset="0"/>
            </a:endParaRPr>
          </a:p>
        </p:txBody>
      </p:sp>
      <p:sp>
        <p:nvSpPr>
          <p:cNvPr id="67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pPr algn="r"/>
            <a:r>
              <a:rPr lang="en-US" sz="1200" dirty="0" smtClean="0">
                <a:solidFill>
                  <a:srgbClr val="000000"/>
                </a:solidFill>
                <a:latin typeface="Tahoma" panose="020B0604030504040204" charset="0"/>
                <a:cs typeface="Arial" panose="020B0604020202090204" pitchFamily="34" charset="0"/>
              </a:rPr>
              <a:t>Link Layer and LANs</a:t>
            </a:r>
            <a:endParaRPr lang="en-US" sz="1200" dirty="0">
              <a:solidFill>
                <a:srgbClr val="000000"/>
              </a:solidFill>
              <a:latin typeface="Tahoma" panose="020B060403050404020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6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Gill Sans MT" pitchFamily="34" charset="0"/>
                <a:cs typeface="+mj-cs"/>
              </a:rPr>
              <a:t>Institutional network</a:t>
            </a:r>
            <a:endParaRPr lang="en-US" dirty="0">
              <a:latin typeface="Gill Sans MT" pitchFamily="34" charset="0"/>
              <a:cs typeface="+mj-cs"/>
            </a:endParaRPr>
          </a:p>
        </p:txBody>
      </p:sp>
      <p:sp>
        <p:nvSpPr>
          <p:cNvPr id="177156" name="Freeform 81"/>
          <p:cNvSpPr/>
          <p:nvPr/>
        </p:nvSpPr>
        <p:spPr bwMode="auto">
          <a:xfrm rot="5400000">
            <a:off x="2179637" y="244476"/>
            <a:ext cx="4321175" cy="7473950"/>
          </a:xfrm>
          <a:custGeom>
            <a:avLst/>
            <a:gdLst>
              <a:gd name="T0" fmla="*/ 2147483647 w 10000"/>
              <a:gd name="T1" fmla="*/ 2147483647 h 9831"/>
              <a:gd name="T2" fmla="*/ 2147483647 w 10000"/>
              <a:gd name="T3" fmla="*/ 2147483647 h 9831"/>
              <a:gd name="T4" fmla="*/ 2147483647 w 10000"/>
              <a:gd name="T5" fmla="*/ 2147483647 h 9831"/>
              <a:gd name="T6" fmla="*/ 2147483647 w 10000"/>
              <a:gd name="T7" fmla="*/ 2147483647 h 9831"/>
              <a:gd name="T8" fmla="*/ 2147483647 w 10000"/>
              <a:gd name="T9" fmla="*/ 2147483647 h 9831"/>
              <a:gd name="T10" fmla="*/ 2147483647 w 10000"/>
              <a:gd name="T11" fmla="*/ 2147483647 h 9831"/>
              <a:gd name="T12" fmla="*/ 2147483647 w 10000"/>
              <a:gd name="T13" fmla="*/ 2147483647 h 9831"/>
              <a:gd name="T14" fmla="*/ 2147483647 w 10000"/>
              <a:gd name="T15" fmla="*/ 2147483647 h 9831"/>
              <a:gd name="T16" fmla="*/ 2147483647 w 10000"/>
              <a:gd name="T17" fmla="*/ 2147483647 h 9831"/>
              <a:gd name="T18" fmla="*/ 2147483647 w 10000"/>
              <a:gd name="T19" fmla="*/ 2147483647 h 9831"/>
              <a:gd name="T20" fmla="*/ 2147483647 w 10000"/>
              <a:gd name="T21" fmla="*/ 2147483647 h 9831"/>
              <a:gd name="T22" fmla="*/ 2147483647 w 10000"/>
              <a:gd name="T23" fmla="*/ 2147483647 h 9831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10000" h="9831">
                <a:moveTo>
                  <a:pt x="3018" y="119"/>
                </a:moveTo>
                <a:cubicBezTo>
                  <a:pt x="2111" y="198"/>
                  <a:pt x="1047" y="-39"/>
                  <a:pt x="545" y="518"/>
                </a:cubicBezTo>
                <a:cubicBezTo>
                  <a:pt x="43" y="1076"/>
                  <a:pt x="40" y="2518"/>
                  <a:pt x="8" y="3464"/>
                </a:cubicBezTo>
                <a:cubicBezTo>
                  <a:pt x="-24" y="4411"/>
                  <a:pt x="32" y="5681"/>
                  <a:pt x="354" y="6198"/>
                </a:cubicBezTo>
                <a:cubicBezTo>
                  <a:pt x="677" y="6715"/>
                  <a:pt x="1127" y="6126"/>
                  <a:pt x="1947" y="6568"/>
                </a:cubicBezTo>
                <a:cubicBezTo>
                  <a:pt x="2769" y="7010"/>
                  <a:pt x="4247" y="8310"/>
                  <a:pt x="5285" y="8849"/>
                </a:cubicBezTo>
                <a:cubicBezTo>
                  <a:pt x="6321" y="9388"/>
                  <a:pt x="7408" y="9963"/>
                  <a:pt x="8172" y="9805"/>
                </a:cubicBezTo>
                <a:cubicBezTo>
                  <a:pt x="8934" y="9645"/>
                  <a:pt x="9588" y="8930"/>
                  <a:pt x="9864" y="7895"/>
                </a:cubicBezTo>
                <a:cubicBezTo>
                  <a:pt x="10140" y="6857"/>
                  <a:pt x="9927" y="4774"/>
                  <a:pt x="9830" y="3590"/>
                </a:cubicBezTo>
                <a:cubicBezTo>
                  <a:pt x="9733" y="2406"/>
                  <a:pt x="10004" y="1276"/>
                  <a:pt x="9282" y="788"/>
                </a:cubicBezTo>
                <a:cubicBezTo>
                  <a:pt x="8561" y="302"/>
                  <a:pt x="7028" y="160"/>
                  <a:pt x="5984" y="49"/>
                </a:cubicBezTo>
                <a:cubicBezTo>
                  <a:pt x="4940" y="-62"/>
                  <a:pt x="3924" y="41"/>
                  <a:pt x="3018" y="119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70662" name="Line 33"/>
          <p:cNvSpPr>
            <a:spLocks noChangeShapeType="1"/>
          </p:cNvSpPr>
          <p:nvPr/>
        </p:nvSpPr>
        <p:spPr bwMode="auto">
          <a:xfrm flipH="1">
            <a:off x="2151063" y="3387725"/>
            <a:ext cx="2047875" cy="1416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0663" name="Line 34"/>
          <p:cNvSpPr>
            <a:spLocks noChangeShapeType="1"/>
          </p:cNvSpPr>
          <p:nvPr/>
        </p:nvSpPr>
        <p:spPr bwMode="auto">
          <a:xfrm>
            <a:off x="4391025" y="3375025"/>
            <a:ext cx="0" cy="1466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0664" name="Line 35"/>
          <p:cNvSpPr>
            <a:spLocks noChangeShapeType="1"/>
          </p:cNvSpPr>
          <p:nvPr/>
        </p:nvSpPr>
        <p:spPr bwMode="auto">
          <a:xfrm flipH="1" flipV="1">
            <a:off x="4584700" y="3309938"/>
            <a:ext cx="1841500" cy="1622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0665" name="Line 59"/>
          <p:cNvSpPr>
            <a:spLocks noChangeShapeType="1"/>
          </p:cNvSpPr>
          <p:nvPr/>
        </p:nvSpPr>
        <p:spPr bwMode="auto">
          <a:xfrm flipV="1">
            <a:off x="4687888" y="2692400"/>
            <a:ext cx="1223962" cy="4238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0666" name="Line 60"/>
          <p:cNvSpPr>
            <a:spLocks noChangeShapeType="1"/>
          </p:cNvSpPr>
          <p:nvPr/>
        </p:nvSpPr>
        <p:spPr bwMode="auto">
          <a:xfrm flipV="1">
            <a:off x="4481513" y="2370138"/>
            <a:ext cx="669925" cy="758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0667" name="Line 77"/>
          <p:cNvSpPr>
            <a:spLocks noChangeShapeType="1"/>
          </p:cNvSpPr>
          <p:nvPr/>
        </p:nvSpPr>
        <p:spPr bwMode="auto">
          <a:xfrm>
            <a:off x="3387725" y="2524125"/>
            <a:ext cx="862013" cy="644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0668" name="Line 78"/>
          <p:cNvSpPr>
            <a:spLocks noChangeShapeType="1"/>
          </p:cNvSpPr>
          <p:nvPr/>
        </p:nvSpPr>
        <p:spPr bwMode="auto">
          <a:xfrm flipH="1">
            <a:off x="1995488" y="2420938"/>
            <a:ext cx="850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0669" name="Text Box 79"/>
          <p:cNvSpPr txBox="1">
            <a:spLocks noChangeArrowheads="1"/>
          </p:cNvSpPr>
          <p:nvPr/>
        </p:nvSpPr>
        <p:spPr bwMode="auto">
          <a:xfrm>
            <a:off x="744538" y="2041525"/>
            <a:ext cx="1262062" cy="6461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i="0" dirty="0" smtClean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to external</a:t>
            </a:r>
            <a:endParaRPr lang="en-US" i="0" dirty="0" smtClean="0">
              <a:solidFill>
                <a:srgbClr val="000000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>
              <a:defRPr/>
            </a:pPr>
            <a:r>
              <a:rPr lang="en-US" i="0" dirty="0" smtClean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network</a:t>
            </a:r>
            <a:endParaRPr lang="en-US" i="0" dirty="0" smtClean="0">
              <a:solidFill>
                <a:srgbClr val="000000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70670" name="Text Box 80"/>
          <p:cNvSpPr txBox="1">
            <a:spLocks noChangeArrowheads="1"/>
          </p:cNvSpPr>
          <p:nvPr/>
        </p:nvSpPr>
        <p:spPr bwMode="auto">
          <a:xfrm>
            <a:off x="2716213" y="2608263"/>
            <a:ext cx="787400" cy="36988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i="0" dirty="0" smtClean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router</a:t>
            </a:r>
            <a:endParaRPr lang="en-US" i="0" dirty="0" smtClean="0">
              <a:solidFill>
                <a:srgbClr val="000000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70671" name="Text Box 82"/>
          <p:cNvSpPr txBox="1">
            <a:spLocks noChangeArrowheads="1"/>
          </p:cNvSpPr>
          <p:nvPr/>
        </p:nvSpPr>
        <p:spPr bwMode="auto">
          <a:xfrm>
            <a:off x="6435725" y="3516313"/>
            <a:ext cx="1549400" cy="46196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2400" dirty="0" smtClean="0">
                <a:solidFill>
                  <a:srgbClr val="CC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IP subnet</a:t>
            </a:r>
            <a:endParaRPr lang="en-US" sz="2400" dirty="0" smtClean="0">
              <a:solidFill>
                <a:srgbClr val="CC0000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70672" name="Text Box 83"/>
          <p:cNvSpPr txBox="1">
            <a:spLocks noChangeArrowheads="1"/>
          </p:cNvSpPr>
          <p:nvPr/>
        </p:nvSpPr>
        <p:spPr bwMode="auto">
          <a:xfrm>
            <a:off x="5432425" y="1835150"/>
            <a:ext cx="1365250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i="0" dirty="0" smtClean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mail server</a:t>
            </a:r>
            <a:endParaRPr lang="en-US" i="0" dirty="0" smtClean="0">
              <a:solidFill>
                <a:srgbClr val="000000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70673" name="Text Box 84"/>
          <p:cNvSpPr txBox="1">
            <a:spLocks noChangeArrowheads="1"/>
          </p:cNvSpPr>
          <p:nvPr/>
        </p:nvSpPr>
        <p:spPr bwMode="auto">
          <a:xfrm>
            <a:off x="6230938" y="2505075"/>
            <a:ext cx="1362075" cy="3667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i="0" dirty="0" smtClean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web server</a:t>
            </a:r>
            <a:endParaRPr lang="en-US" i="0" dirty="0" smtClean="0">
              <a:solidFill>
                <a:srgbClr val="000000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70674" name="Line 20"/>
          <p:cNvSpPr>
            <a:spLocks noChangeShapeType="1"/>
          </p:cNvSpPr>
          <p:nvPr/>
        </p:nvSpPr>
        <p:spPr bwMode="auto">
          <a:xfrm flipH="1">
            <a:off x="1465263" y="4754563"/>
            <a:ext cx="5556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0675" name="Line 21"/>
          <p:cNvSpPr>
            <a:spLocks noChangeShapeType="1"/>
          </p:cNvSpPr>
          <p:nvPr/>
        </p:nvSpPr>
        <p:spPr bwMode="auto">
          <a:xfrm flipH="1">
            <a:off x="1852613" y="4802188"/>
            <a:ext cx="271462" cy="314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0676" name="Line 22"/>
          <p:cNvSpPr>
            <a:spLocks noChangeShapeType="1"/>
          </p:cNvSpPr>
          <p:nvPr/>
        </p:nvSpPr>
        <p:spPr bwMode="auto">
          <a:xfrm>
            <a:off x="2271713" y="4830763"/>
            <a:ext cx="73025" cy="295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177172" name="Group 44"/>
          <p:cNvGrpSpPr/>
          <p:nvPr/>
        </p:nvGrpSpPr>
        <p:grpSpPr bwMode="auto">
          <a:xfrm>
            <a:off x="1009650" y="4557713"/>
            <a:ext cx="568325" cy="481012"/>
            <a:chOff x="-44" y="1473"/>
            <a:chExt cx="981" cy="1105"/>
          </a:xfrm>
        </p:grpSpPr>
        <p:pic>
          <p:nvPicPr>
            <p:cNvPr id="177301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7302" name="Freeform 46"/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77173" name="Group 44"/>
          <p:cNvGrpSpPr/>
          <p:nvPr/>
        </p:nvGrpSpPr>
        <p:grpSpPr bwMode="auto">
          <a:xfrm>
            <a:off x="1416050" y="5014913"/>
            <a:ext cx="568325" cy="481012"/>
            <a:chOff x="-44" y="1473"/>
            <a:chExt cx="981" cy="1105"/>
          </a:xfrm>
        </p:grpSpPr>
        <p:pic>
          <p:nvPicPr>
            <p:cNvPr id="177299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7300" name="Freeform 46"/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77174" name="Group 44"/>
          <p:cNvGrpSpPr/>
          <p:nvPr/>
        </p:nvGrpSpPr>
        <p:grpSpPr bwMode="auto">
          <a:xfrm>
            <a:off x="1944688" y="5046663"/>
            <a:ext cx="568325" cy="481012"/>
            <a:chOff x="-44" y="1473"/>
            <a:chExt cx="981" cy="1105"/>
          </a:xfrm>
        </p:grpSpPr>
        <p:pic>
          <p:nvPicPr>
            <p:cNvPr id="177297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7298" name="Freeform 46"/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</p:spPr>
          <p:txBody>
            <a:bodyPr wrap="none"/>
            <a:lstStyle/>
            <a:p>
              <a:endParaRPr lang="en-US" dirty="0"/>
            </a:p>
          </p:txBody>
        </p:sp>
      </p:grpSp>
      <p:sp>
        <p:nvSpPr>
          <p:cNvPr id="70680" name="Line 21"/>
          <p:cNvSpPr>
            <a:spLocks noChangeShapeType="1"/>
          </p:cNvSpPr>
          <p:nvPr/>
        </p:nvSpPr>
        <p:spPr bwMode="auto">
          <a:xfrm>
            <a:off x="2490788" y="4760913"/>
            <a:ext cx="377825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0681" name="Line 22"/>
          <p:cNvSpPr>
            <a:spLocks noChangeShapeType="1"/>
          </p:cNvSpPr>
          <p:nvPr/>
        </p:nvSpPr>
        <p:spPr bwMode="auto">
          <a:xfrm flipH="1">
            <a:off x="2722563" y="5256213"/>
            <a:ext cx="120650" cy="2936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0682" name="Line 22"/>
          <p:cNvSpPr>
            <a:spLocks noChangeShapeType="1"/>
          </p:cNvSpPr>
          <p:nvPr/>
        </p:nvSpPr>
        <p:spPr bwMode="auto">
          <a:xfrm>
            <a:off x="3127375" y="5267325"/>
            <a:ext cx="73025" cy="295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0683" name="Line 20"/>
          <p:cNvSpPr>
            <a:spLocks noChangeShapeType="1"/>
          </p:cNvSpPr>
          <p:nvPr/>
        </p:nvSpPr>
        <p:spPr bwMode="auto">
          <a:xfrm flipH="1">
            <a:off x="3025775" y="5148263"/>
            <a:ext cx="5556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177179" name="Group 44"/>
          <p:cNvGrpSpPr/>
          <p:nvPr/>
        </p:nvGrpSpPr>
        <p:grpSpPr bwMode="auto">
          <a:xfrm>
            <a:off x="2349500" y="5419725"/>
            <a:ext cx="568325" cy="481013"/>
            <a:chOff x="-44" y="1473"/>
            <a:chExt cx="981" cy="1105"/>
          </a:xfrm>
        </p:grpSpPr>
        <p:pic>
          <p:nvPicPr>
            <p:cNvPr id="177295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7296" name="Freeform 46"/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77180" name="Group 44"/>
          <p:cNvGrpSpPr/>
          <p:nvPr/>
        </p:nvGrpSpPr>
        <p:grpSpPr bwMode="auto">
          <a:xfrm>
            <a:off x="2806700" y="5487988"/>
            <a:ext cx="568325" cy="481012"/>
            <a:chOff x="-44" y="1473"/>
            <a:chExt cx="981" cy="1105"/>
          </a:xfrm>
        </p:grpSpPr>
        <p:pic>
          <p:nvPicPr>
            <p:cNvPr id="177293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7294" name="Freeform 46"/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</p:spPr>
          <p:txBody>
            <a:bodyPr wrap="none"/>
            <a:lstStyle/>
            <a:p>
              <a:endParaRPr lang="en-US" dirty="0"/>
            </a:p>
          </p:txBody>
        </p:sp>
      </p:grpSp>
      <p:pic>
        <p:nvPicPr>
          <p:cNvPr id="7068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7063" y="4602163"/>
            <a:ext cx="677862" cy="301625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7068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7950" y="5018088"/>
            <a:ext cx="677863" cy="301625"/>
          </a:xfrm>
          <a:prstGeom prst="rect">
            <a:avLst/>
          </a:prstGeom>
          <a:noFill/>
          <a:ln>
            <a:noFill/>
          </a:ln>
          <a:effectLst/>
        </p:spPr>
      </p:pic>
      <p:grpSp>
        <p:nvGrpSpPr>
          <p:cNvPr id="177183" name="Group 44"/>
          <p:cNvGrpSpPr/>
          <p:nvPr/>
        </p:nvGrpSpPr>
        <p:grpSpPr bwMode="auto">
          <a:xfrm>
            <a:off x="3232150" y="4946650"/>
            <a:ext cx="568325" cy="481013"/>
            <a:chOff x="-44" y="1473"/>
            <a:chExt cx="981" cy="1105"/>
          </a:xfrm>
        </p:grpSpPr>
        <p:pic>
          <p:nvPicPr>
            <p:cNvPr id="177291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7292" name="Freeform 46"/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</p:spPr>
          <p:txBody>
            <a:bodyPr wrap="none"/>
            <a:lstStyle/>
            <a:p>
              <a:endParaRPr lang="en-US" dirty="0"/>
            </a:p>
          </p:txBody>
        </p:sp>
      </p:grpSp>
      <p:sp>
        <p:nvSpPr>
          <p:cNvPr id="70689" name="Line 20"/>
          <p:cNvSpPr>
            <a:spLocks noChangeShapeType="1"/>
          </p:cNvSpPr>
          <p:nvPr/>
        </p:nvSpPr>
        <p:spPr bwMode="auto">
          <a:xfrm flipH="1">
            <a:off x="5684838" y="5022850"/>
            <a:ext cx="5556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0690" name="Line 21"/>
          <p:cNvSpPr>
            <a:spLocks noChangeShapeType="1"/>
          </p:cNvSpPr>
          <p:nvPr/>
        </p:nvSpPr>
        <p:spPr bwMode="auto">
          <a:xfrm flipH="1">
            <a:off x="6072188" y="5070475"/>
            <a:ext cx="271462" cy="314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0691" name="Line 22"/>
          <p:cNvSpPr>
            <a:spLocks noChangeShapeType="1"/>
          </p:cNvSpPr>
          <p:nvPr/>
        </p:nvSpPr>
        <p:spPr bwMode="auto">
          <a:xfrm>
            <a:off x="6491288" y="5099050"/>
            <a:ext cx="73025" cy="295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177187" name="Group 44"/>
          <p:cNvGrpSpPr/>
          <p:nvPr/>
        </p:nvGrpSpPr>
        <p:grpSpPr bwMode="auto">
          <a:xfrm>
            <a:off x="5376863" y="4837113"/>
            <a:ext cx="568325" cy="481012"/>
            <a:chOff x="-44" y="1473"/>
            <a:chExt cx="981" cy="1105"/>
          </a:xfrm>
        </p:grpSpPr>
        <p:pic>
          <p:nvPicPr>
            <p:cNvPr id="177289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7290" name="Freeform 46"/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77188" name="Group 44"/>
          <p:cNvGrpSpPr/>
          <p:nvPr/>
        </p:nvGrpSpPr>
        <p:grpSpPr bwMode="auto">
          <a:xfrm>
            <a:off x="5635625" y="5283200"/>
            <a:ext cx="569913" cy="481013"/>
            <a:chOff x="-44" y="1473"/>
            <a:chExt cx="981" cy="1105"/>
          </a:xfrm>
        </p:grpSpPr>
        <p:pic>
          <p:nvPicPr>
            <p:cNvPr id="177287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7288" name="Freeform 46"/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77189" name="Group 44"/>
          <p:cNvGrpSpPr/>
          <p:nvPr/>
        </p:nvGrpSpPr>
        <p:grpSpPr bwMode="auto">
          <a:xfrm>
            <a:off x="6164263" y="5313363"/>
            <a:ext cx="568325" cy="482600"/>
            <a:chOff x="-44" y="1473"/>
            <a:chExt cx="981" cy="1105"/>
          </a:xfrm>
        </p:grpSpPr>
        <p:pic>
          <p:nvPicPr>
            <p:cNvPr id="177285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7286" name="Freeform 46"/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</p:spPr>
          <p:txBody>
            <a:bodyPr wrap="none"/>
            <a:lstStyle/>
            <a:p>
              <a:endParaRPr lang="en-US" dirty="0"/>
            </a:p>
          </p:txBody>
        </p:sp>
      </p:grpSp>
      <p:sp>
        <p:nvSpPr>
          <p:cNvPr id="70695" name="Line 20"/>
          <p:cNvSpPr>
            <a:spLocks noChangeShapeType="1"/>
          </p:cNvSpPr>
          <p:nvPr/>
        </p:nvSpPr>
        <p:spPr bwMode="auto">
          <a:xfrm flipH="1" flipV="1">
            <a:off x="4659313" y="5068888"/>
            <a:ext cx="606425" cy="3127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0696" name="Line 21"/>
          <p:cNvSpPr>
            <a:spLocks noChangeShapeType="1"/>
          </p:cNvSpPr>
          <p:nvPr/>
        </p:nvSpPr>
        <p:spPr bwMode="auto">
          <a:xfrm flipH="1">
            <a:off x="4195763" y="5022850"/>
            <a:ext cx="271462" cy="314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70697" name="Line 22"/>
          <p:cNvSpPr>
            <a:spLocks noChangeShapeType="1"/>
          </p:cNvSpPr>
          <p:nvPr/>
        </p:nvSpPr>
        <p:spPr bwMode="auto">
          <a:xfrm>
            <a:off x="4614863" y="5051425"/>
            <a:ext cx="73025" cy="295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177193" name="Group 44"/>
          <p:cNvGrpSpPr/>
          <p:nvPr/>
        </p:nvGrpSpPr>
        <p:grpSpPr bwMode="auto">
          <a:xfrm>
            <a:off x="4803775" y="5230813"/>
            <a:ext cx="569913" cy="481012"/>
            <a:chOff x="-44" y="1473"/>
            <a:chExt cx="981" cy="1105"/>
          </a:xfrm>
        </p:grpSpPr>
        <p:pic>
          <p:nvPicPr>
            <p:cNvPr id="177283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7284" name="Freeform 46"/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77194" name="Group 44"/>
          <p:cNvGrpSpPr/>
          <p:nvPr/>
        </p:nvGrpSpPr>
        <p:grpSpPr bwMode="auto">
          <a:xfrm>
            <a:off x="3759200" y="5235575"/>
            <a:ext cx="569913" cy="482600"/>
            <a:chOff x="-44" y="1473"/>
            <a:chExt cx="981" cy="1105"/>
          </a:xfrm>
        </p:grpSpPr>
        <p:pic>
          <p:nvPicPr>
            <p:cNvPr id="177281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7282" name="Freeform 46"/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77195" name="Group 44"/>
          <p:cNvGrpSpPr/>
          <p:nvPr/>
        </p:nvGrpSpPr>
        <p:grpSpPr bwMode="auto">
          <a:xfrm>
            <a:off x="4287838" y="5267325"/>
            <a:ext cx="569912" cy="481013"/>
            <a:chOff x="-44" y="1473"/>
            <a:chExt cx="981" cy="1105"/>
          </a:xfrm>
        </p:grpSpPr>
        <p:pic>
          <p:nvPicPr>
            <p:cNvPr id="177279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7280" name="Freeform 46"/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</p:spPr>
          <p:txBody>
            <a:bodyPr wrap="none"/>
            <a:lstStyle/>
            <a:p>
              <a:endParaRPr lang="en-US" dirty="0"/>
            </a:p>
          </p:txBody>
        </p:sp>
      </p:grpSp>
      <p:pic>
        <p:nvPicPr>
          <p:cNvPr id="7070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0213" y="4822825"/>
            <a:ext cx="677862" cy="30162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70702" name="Line 20"/>
          <p:cNvSpPr>
            <a:spLocks noChangeShapeType="1"/>
          </p:cNvSpPr>
          <p:nvPr/>
        </p:nvSpPr>
        <p:spPr bwMode="auto">
          <a:xfrm flipH="1">
            <a:off x="6519863" y="5100638"/>
            <a:ext cx="5556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pic>
        <p:nvPicPr>
          <p:cNvPr id="7070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6638" y="4870450"/>
            <a:ext cx="677862" cy="301625"/>
          </a:xfrm>
          <a:prstGeom prst="rect">
            <a:avLst/>
          </a:prstGeom>
          <a:noFill/>
          <a:ln>
            <a:noFill/>
          </a:ln>
          <a:effectLst/>
        </p:spPr>
      </p:pic>
      <p:grpSp>
        <p:nvGrpSpPr>
          <p:cNvPr id="177199" name="Group 44"/>
          <p:cNvGrpSpPr/>
          <p:nvPr/>
        </p:nvGrpSpPr>
        <p:grpSpPr bwMode="auto">
          <a:xfrm>
            <a:off x="6684963" y="4884738"/>
            <a:ext cx="569912" cy="481012"/>
            <a:chOff x="-44" y="1473"/>
            <a:chExt cx="981" cy="1105"/>
          </a:xfrm>
        </p:grpSpPr>
        <p:pic>
          <p:nvPicPr>
            <p:cNvPr id="177277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7278" name="Freeform 46"/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</p:spPr>
          <p:txBody>
            <a:bodyPr wrap="none"/>
            <a:lstStyle/>
            <a:p>
              <a:endParaRPr lang="en-US" dirty="0"/>
            </a:p>
          </p:txBody>
        </p:sp>
      </p:grpSp>
      <p:pic>
        <p:nvPicPr>
          <p:cNvPr id="7070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3062288"/>
            <a:ext cx="935038" cy="415925"/>
          </a:xfrm>
          <a:prstGeom prst="rect">
            <a:avLst/>
          </a:prstGeom>
          <a:noFill/>
          <a:ln>
            <a:noFill/>
          </a:ln>
          <a:effectLst/>
        </p:spPr>
      </p:pic>
      <p:grpSp>
        <p:nvGrpSpPr>
          <p:cNvPr id="177201" name="Group 906"/>
          <p:cNvGrpSpPr/>
          <p:nvPr/>
        </p:nvGrpSpPr>
        <p:grpSpPr bwMode="auto">
          <a:xfrm>
            <a:off x="5140325" y="2111375"/>
            <a:ext cx="366713" cy="579438"/>
            <a:chOff x="4140" y="429"/>
            <a:chExt cx="1425" cy="2396"/>
          </a:xfrm>
        </p:grpSpPr>
        <p:sp>
          <p:nvSpPr>
            <p:cNvPr id="177245" name="Freeform 907"/>
            <p:cNvSpPr/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17 w 354"/>
                <a:gd name="T1" fmla="*/ 0 h 2742"/>
                <a:gd name="T2" fmla="*/ 93 w 354"/>
                <a:gd name="T3" fmla="*/ 114 h 2742"/>
                <a:gd name="T4" fmla="*/ 91 w 354"/>
                <a:gd name="T5" fmla="*/ 881 h 2742"/>
                <a:gd name="T6" fmla="*/ 0 w 354"/>
                <a:gd name="T7" fmla="*/ 921 h 2742"/>
                <a:gd name="T8" fmla="*/ 1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751" name="Rectangle 908"/>
            <p:cNvSpPr>
              <a:spLocks noChangeArrowheads="1"/>
            </p:cNvSpPr>
            <p:nvPr/>
          </p:nvSpPr>
          <p:spPr bwMode="auto">
            <a:xfrm>
              <a:off x="4208" y="429"/>
              <a:ext cx="1043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177247" name="Freeform 909"/>
            <p:cNvSpPr/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56 w 211"/>
                <a:gd name="T3" fmla="*/ 73 h 2537"/>
                <a:gd name="T4" fmla="*/ 2 w 211"/>
                <a:gd name="T5" fmla="*/ 83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7248" name="Freeform 910"/>
            <p:cNvSpPr/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3 h 226"/>
                <a:gd name="T4" fmla="*/ 87 w 328"/>
                <a:gd name="T5" fmla="*/ 77 h 226"/>
                <a:gd name="T6" fmla="*/ 0 w 328"/>
                <a:gd name="T7" fmla="*/ 34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754" name="Rectangle 911"/>
            <p:cNvSpPr>
              <a:spLocks noChangeArrowheads="1"/>
            </p:cNvSpPr>
            <p:nvPr/>
          </p:nvSpPr>
          <p:spPr bwMode="auto">
            <a:xfrm>
              <a:off x="4214" y="692"/>
              <a:ext cx="592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grpSp>
          <p:nvGrpSpPr>
            <p:cNvPr id="177250" name="Group 912"/>
            <p:cNvGrpSpPr/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70780" name="AutoShape 913"/>
              <p:cNvSpPr>
                <a:spLocks noChangeArrowheads="1"/>
              </p:cNvSpPr>
              <p:nvPr/>
            </p:nvSpPr>
            <p:spPr bwMode="auto">
              <a:xfrm>
                <a:off x="616" y="2565"/>
                <a:ext cx="724" cy="12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70781" name="AutoShape 914"/>
              <p:cNvSpPr>
                <a:spLocks noChangeArrowheads="1"/>
              </p:cNvSpPr>
              <p:nvPr/>
            </p:nvSpPr>
            <p:spPr bwMode="auto">
              <a:xfrm>
                <a:off x="632" y="2584"/>
                <a:ext cx="693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</p:grpSp>
        <p:sp>
          <p:nvSpPr>
            <p:cNvPr id="70756" name="Rectangle 915"/>
            <p:cNvSpPr>
              <a:spLocks noChangeArrowheads="1"/>
            </p:cNvSpPr>
            <p:nvPr/>
          </p:nvSpPr>
          <p:spPr bwMode="auto">
            <a:xfrm>
              <a:off x="4226" y="1020"/>
              <a:ext cx="592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grpSp>
          <p:nvGrpSpPr>
            <p:cNvPr id="177252" name="Group 916"/>
            <p:cNvGrpSpPr/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70778" name="AutoShape 917"/>
              <p:cNvSpPr>
                <a:spLocks noChangeArrowheads="1"/>
              </p:cNvSpPr>
              <p:nvPr/>
            </p:nvSpPr>
            <p:spPr bwMode="auto">
              <a:xfrm>
                <a:off x="611" y="2568"/>
                <a:ext cx="731" cy="136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70779" name="AutoShape 918"/>
              <p:cNvSpPr>
                <a:spLocks noChangeArrowheads="1"/>
              </p:cNvSpPr>
              <p:nvPr/>
            </p:nvSpPr>
            <p:spPr bwMode="auto">
              <a:xfrm>
                <a:off x="626" y="2581"/>
                <a:ext cx="700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</p:grpSp>
        <p:sp>
          <p:nvSpPr>
            <p:cNvPr id="70758" name="Rectangle 919"/>
            <p:cNvSpPr>
              <a:spLocks noChangeArrowheads="1"/>
            </p:cNvSpPr>
            <p:nvPr/>
          </p:nvSpPr>
          <p:spPr bwMode="auto">
            <a:xfrm>
              <a:off x="4214" y="1361"/>
              <a:ext cx="598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70759" name="Rectangle 920"/>
            <p:cNvSpPr>
              <a:spLocks noChangeArrowheads="1"/>
            </p:cNvSpPr>
            <p:nvPr/>
          </p:nvSpPr>
          <p:spPr bwMode="auto">
            <a:xfrm>
              <a:off x="4226" y="1657"/>
              <a:ext cx="598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grpSp>
          <p:nvGrpSpPr>
            <p:cNvPr id="177255" name="Group 921"/>
            <p:cNvGrpSpPr/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70776" name="AutoShape 922"/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0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70777" name="AutoShape 923"/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699" cy="12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</p:grpSp>
        <p:sp>
          <p:nvSpPr>
            <p:cNvPr id="177256" name="Freeform 924"/>
            <p:cNvSpPr/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2 h 226"/>
                <a:gd name="T4" fmla="*/ 87 w 328"/>
                <a:gd name="T5" fmla="*/ 75 h 226"/>
                <a:gd name="T6" fmla="*/ 0 w 328"/>
                <a:gd name="T7" fmla="*/ 3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177257" name="Group 925"/>
            <p:cNvGrpSpPr/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70774" name="AutoShape 926"/>
              <p:cNvSpPr>
                <a:spLocks noChangeArrowheads="1"/>
              </p:cNvSpPr>
              <p:nvPr/>
            </p:nvSpPr>
            <p:spPr bwMode="auto">
              <a:xfrm>
                <a:off x="613" y="2569"/>
                <a:ext cx="715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70775" name="AutoShape 927"/>
              <p:cNvSpPr>
                <a:spLocks noChangeArrowheads="1"/>
              </p:cNvSpPr>
              <p:nvPr/>
            </p:nvSpPr>
            <p:spPr bwMode="auto">
              <a:xfrm>
                <a:off x="629" y="2582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</p:grpSp>
        <p:sp>
          <p:nvSpPr>
            <p:cNvPr id="70763" name="Rectangle 928"/>
            <p:cNvSpPr>
              <a:spLocks noChangeArrowheads="1"/>
            </p:cNvSpPr>
            <p:nvPr/>
          </p:nvSpPr>
          <p:spPr bwMode="auto">
            <a:xfrm>
              <a:off x="5250" y="429"/>
              <a:ext cx="68" cy="2291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177259" name="Freeform 929"/>
            <p:cNvSpPr/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77 w 296"/>
                <a:gd name="T3" fmla="*/ 47 h 256"/>
                <a:gd name="T4" fmla="*/ 78 w 296"/>
                <a:gd name="T5" fmla="*/ 85 h 256"/>
                <a:gd name="T6" fmla="*/ 0 w 296"/>
                <a:gd name="T7" fmla="*/ 3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7260" name="Freeform 930"/>
            <p:cNvSpPr/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81 w 304"/>
                <a:gd name="T3" fmla="*/ 55 h 288"/>
                <a:gd name="T4" fmla="*/ 76 w 304"/>
                <a:gd name="T5" fmla="*/ 97 h 288"/>
                <a:gd name="T6" fmla="*/ 2 w 304"/>
                <a:gd name="T7" fmla="*/ 4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766" name="Oval 931"/>
            <p:cNvSpPr>
              <a:spLocks noChangeArrowheads="1"/>
            </p:cNvSpPr>
            <p:nvPr/>
          </p:nvSpPr>
          <p:spPr bwMode="auto">
            <a:xfrm>
              <a:off x="5516" y="2608"/>
              <a:ext cx="49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177262" name="Freeform 932"/>
            <p:cNvSpPr/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6 h 240"/>
                <a:gd name="T2" fmla="*/ 2 w 306"/>
                <a:gd name="T3" fmla="*/ 81 h 240"/>
                <a:gd name="T4" fmla="*/ 81 w 306"/>
                <a:gd name="T5" fmla="*/ 37 h 240"/>
                <a:gd name="T6" fmla="*/ 78 w 306"/>
                <a:gd name="T7" fmla="*/ 0 h 240"/>
                <a:gd name="T8" fmla="*/ 0 w 306"/>
                <a:gd name="T9" fmla="*/ 36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768" name="AutoShape 933"/>
            <p:cNvSpPr>
              <a:spLocks noChangeArrowheads="1"/>
            </p:cNvSpPr>
            <p:nvPr/>
          </p:nvSpPr>
          <p:spPr bwMode="auto">
            <a:xfrm>
              <a:off x="4140" y="2681"/>
              <a:ext cx="1197" cy="144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70769" name="AutoShape 934"/>
            <p:cNvSpPr>
              <a:spLocks noChangeArrowheads="1"/>
            </p:cNvSpPr>
            <p:nvPr/>
          </p:nvSpPr>
          <p:spPr bwMode="auto">
            <a:xfrm>
              <a:off x="4208" y="2713"/>
              <a:ext cx="1067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70770" name="Oval 935"/>
            <p:cNvSpPr>
              <a:spLocks noChangeArrowheads="1"/>
            </p:cNvSpPr>
            <p:nvPr/>
          </p:nvSpPr>
          <p:spPr bwMode="auto">
            <a:xfrm>
              <a:off x="4307" y="2385"/>
              <a:ext cx="160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70771" name="Oval 936"/>
            <p:cNvSpPr>
              <a:spLocks noChangeArrowheads="1"/>
            </p:cNvSpPr>
            <p:nvPr/>
          </p:nvSpPr>
          <p:spPr bwMode="auto">
            <a:xfrm>
              <a:off x="4485" y="2385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en-US" i="0" dirty="0">
                <a:solidFill>
                  <a:srgbClr val="FF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70772" name="Oval 937"/>
            <p:cNvSpPr>
              <a:spLocks noChangeArrowheads="1"/>
            </p:cNvSpPr>
            <p:nvPr/>
          </p:nvSpPr>
          <p:spPr bwMode="auto">
            <a:xfrm>
              <a:off x="4664" y="2379"/>
              <a:ext cx="154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70773" name="Rectangle 938"/>
            <p:cNvSpPr>
              <a:spLocks noChangeArrowheads="1"/>
            </p:cNvSpPr>
            <p:nvPr/>
          </p:nvSpPr>
          <p:spPr bwMode="auto">
            <a:xfrm>
              <a:off x="5059" y="1834"/>
              <a:ext cx="86" cy="761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</p:grpSp>
      <p:grpSp>
        <p:nvGrpSpPr>
          <p:cNvPr id="177203" name="Group 906"/>
          <p:cNvGrpSpPr/>
          <p:nvPr/>
        </p:nvGrpSpPr>
        <p:grpSpPr bwMode="auto">
          <a:xfrm>
            <a:off x="5745163" y="2620963"/>
            <a:ext cx="366712" cy="579437"/>
            <a:chOff x="4140" y="429"/>
            <a:chExt cx="1425" cy="2396"/>
          </a:xfrm>
        </p:grpSpPr>
        <p:sp>
          <p:nvSpPr>
            <p:cNvPr id="177205" name="Freeform 907"/>
            <p:cNvSpPr/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17 w 354"/>
                <a:gd name="T1" fmla="*/ 0 h 2742"/>
                <a:gd name="T2" fmla="*/ 93 w 354"/>
                <a:gd name="T3" fmla="*/ 114 h 2742"/>
                <a:gd name="T4" fmla="*/ 91 w 354"/>
                <a:gd name="T5" fmla="*/ 881 h 2742"/>
                <a:gd name="T6" fmla="*/ 0 w 354"/>
                <a:gd name="T7" fmla="*/ 921 h 2742"/>
                <a:gd name="T8" fmla="*/ 1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711" name="Rectangle 908"/>
            <p:cNvSpPr>
              <a:spLocks noChangeArrowheads="1"/>
            </p:cNvSpPr>
            <p:nvPr/>
          </p:nvSpPr>
          <p:spPr bwMode="auto">
            <a:xfrm>
              <a:off x="4208" y="429"/>
              <a:ext cx="1043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177207" name="Freeform 909"/>
            <p:cNvSpPr/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56 w 211"/>
                <a:gd name="T3" fmla="*/ 73 h 2537"/>
                <a:gd name="T4" fmla="*/ 2 w 211"/>
                <a:gd name="T5" fmla="*/ 83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7208" name="Freeform 910"/>
            <p:cNvSpPr/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3 h 226"/>
                <a:gd name="T4" fmla="*/ 87 w 328"/>
                <a:gd name="T5" fmla="*/ 77 h 226"/>
                <a:gd name="T6" fmla="*/ 0 w 328"/>
                <a:gd name="T7" fmla="*/ 34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714" name="Rectangle 911"/>
            <p:cNvSpPr>
              <a:spLocks noChangeArrowheads="1"/>
            </p:cNvSpPr>
            <p:nvPr/>
          </p:nvSpPr>
          <p:spPr bwMode="auto">
            <a:xfrm>
              <a:off x="4214" y="692"/>
              <a:ext cx="592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grpSp>
          <p:nvGrpSpPr>
            <p:cNvPr id="177210" name="Group 912"/>
            <p:cNvGrpSpPr/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70740" name="AutoShape 913"/>
              <p:cNvSpPr>
                <a:spLocks noChangeArrowheads="1"/>
              </p:cNvSpPr>
              <p:nvPr/>
            </p:nvSpPr>
            <p:spPr bwMode="auto">
              <a:xfrm>
                <a:off x="616" y="2565"/>
                <a:ext cx="724" cy="12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70741" name="AutoShape 914"/>
              <p:cNvSpPr>
                <a:spLocks noChangeArrowheads="1"/>
              </p:cNvSpPr>
              <p:nvPr/>
            </p:nvSpPr>
            <p:spPr bwMode="auto">
              <a:xfrm>
                <a:off x="632" y="2584"/>
                <a:ext cx="693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</p:grpSp>
        <p:sp>
          <p:nvSpPr>
            <p:cNvPr id="70716" name="Rectangle 915"/>
            <p:cNvSpPr>
              <a:spLocks noChangeArrowheads="1"/>
            </p:cNvSpPr>
            <p:nvPr/>
          </p:nvSpPr>
          <p:spPr bwMode="auto">
            <a:xfrm>
              <a:off x="4226" y="1020"/>
              <a:ext cx="592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grpSp>
          <p:nvGrpSpPr>
            <p:cNvPr id="177212" name="Group 916"/>
            <p:cNvGrpSpPr/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70738" name="AutoShape 917"/>
              <p:cNvSpPr>
                <a:spLocks noChangeArrowheads="1"/>
              </p:cNvSpPr>
              <p:nvPr/>
            </p:nvSpPr>
            <p:spPr bwMode="auto">
              <a:xfrm>
                <a:off x="611" y="2568"/>
                <a:ext cx="731" cy="136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70739" name="AutoShape 918"/>
              <p:cNvSpPr>
                <a:spLocks noChangeArrowheads="1"/>
              </p:cNvSpPr>
              <p:nvPr/>
            </p:nvSpPr>
            <p:spPr bwMode="auto">
              <a:xfrm>
                <a:off x="626" y="2581"/>
                <a:ext cx="700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</p:grpSp>
        <p:sp>
          <p:nvSpPr>
            <p:cNvPr id="70718" name="Rectangle 919"/>
            <p:cNvSpPr>
              <a:spLocks noChangeArrowheads="1"/>
            </p:cNvSpPr>
            <p:nvPr/>
          </p:nvSpPr>
          <p:spPr bwMode="auto">
            <a:xfrm>
              <a:off x="4214" y="1361"/>
              <a:ext cx="598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70719" name="Rectangle 920"/>
            <p:cNvSpPr>
              <a:spLocks noChangeArrowheads="1"/>
            </p:cNvSpPr>
            <p:nvPr/>
          </p:nvSpPr>
          <p:spPr bwMode="auto">
            <a:xfrm>
              <a:off x="4226" y="1657"/>
              <a:ext cx="598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grpSp>
          <p:nvGrpSpPr>
            <p:cNvPr id="177215" name="Group 921"/>
            <p:cNvGrpSpPr/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70736" name="AutoShape 922"/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0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70737" name="AutoShape 923"/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699" cy="12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</p:grpSp>
        <p:sp>
          <p:nvSpPr>
            <p:cNvPr id="177216" name="Freeform 924"/>
            <p:cNvSpPr/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2 h 226"/>
                <a:gd name="T4" fmla="*/ 87 w 328"/>
                <a:gd name="T5" fmla="*/ 75 h 226"/>
                <a:gd name="T6" fmla="*/ 0 w 328"/>
                <a:gd name="T7" fmla="*/ 3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177217" name="Group 925"/>
            <p:cNvGrpSpPr/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70734" name="AutoShape 926"/>
              <p:cNvSpPr>
                <a:spLocks noChangeArrowheads="1"/>
              </p:cNvSpPr>
              <p:nvPr/>
            </p:nvSpPr>
            <p:spPr bwMode="auto">
              <a:xfrm>
                <a:off x="613" y="2569"/>
                <a:ext cx="715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70735" name="AutoShape 927"/>
              <p:cNvSpPr>
                <a:spLocks noChangeArrowheads="1"/>
              </p:cNvSpPr>
              <p:nvPr/>
            </p:nvSpPr>
            <p:spPr bwMode="auto">
              <a:xfrm>
                <a:off x="629" y="2582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</p:grpSp>
        <p:sp>
          <p:nvSpPr>
            <p:cNvPr id="70723" name="Rectangle 928"/>
            <p:cNvSpPr>
              <a:spLocks noChangeArrowheads="1"/>
            </p:cNvSpPr>
            <p:nvPr/>
          </p:nvSpPr>
          <p:spPr bwMode="auto">
            <a:xfrm>
              <a:off x="5250" y="429"/>
              <a:ext cx="68" cy="2291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177219" name="Freeform 929"/>
            <p:cNvSpPr/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77 w 296"/>
                <a:gd name="T3" fmla="*/ 47 h 256"/>
                <a:gd name="T4" fmla="*/ 78 w 296"/>
                <a:gd name="T5" fmla="*/ 85 h 256"/>
                <a:gd name="T6" fmla="*/ 0 w 296"/>
                <a:gd name="T7" fmla="*/ 3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7220" name="Freeform 930"/>
            <p:cNvSpPr/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81 w 304"/>
                <a:gd name="T3" fmla="*/ 55 h 288"/>
                <a:gd name="T4" fmla="*/ 76 w 304"/>
                <a:gd name="T5" fmla="*/ 97 h 288"/>
                <a:gd name="T6" fmla="*/ 2 w 304"/>
                <a:gd name="T7" fmla="*/ 4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726" name="Oval 931"/>
            <p:cNvSpPr>
              <a:spLocks noChangeArrowheads="1"/>
            </p:cNvSpPr>
            <p:nvPr/>
          </p:nvSpPr>
          <p:spPr bwMode="auto">
            <a:xfrm>
              <a:off x="5516" y="2608"/>
              <a:ext cx="49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177222" name="Freeform 932"/>
            <p:cNvSpPr/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6 h 240"/>
                <a:gd name="T2" fmla="*/ 2 w 306"/>
                <a:gd name="T3" fmla="*/ 81 h 240"/>
                <a:gd name="T4" fmla="*/ 81 w 306"/>
                <a:gd name="T5" fmla="*/ 37 h 240"/>
                <a:gd name="T6" fmla="*/ 78 w 306"/>
                <a:gd name="T7" fmla="*/ 0 h 240"/>
                <a:gd name="T8" fmla="*/ 0 w 306"/>
                <a:gd name="T9" fmla="*/ 36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728" name="AutoShape 933"/>
            <p:cNvSpPr>
              <a:spLocks noChangeArrowheads="1"/>
            </p:cNvSpPr>
            <p:nvPr/>
          </p:nvSpPr>
          <p:spPr bwMode="auto">
            <a:xfrm>
              <a:off x="4140" y="2681"/>
              <a:ext cx="1197" cy="144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70729" name="AutoShape 934"/>
            <p:cNvSpPr>
              <a:spLocks noChangeArrowheads="1"/>
            </p:cNvSpPr>
            <p:nvPr/>
          </p:nvSpPr>
          <p:spPr bwMode="auto">
            <a:xfrm>
              <a:off x="4208" y="2713"/>
              <a:ext cx="1067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70730" name="Oval 935"/>
            <p:cNvSpPr>
              <a:spLocks noChangeArrowheads="1"/>
            </p:cNvSpPr>
            <p:nvPr/>
          </p:nvSpPr>
          <p:spPr bwMode="auto">
            <a:xfrm>
              <a:off x="4307" y="2385"/>
              <a:ext cx="160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70731" name="Oval 936"/>
            <p:cNvSpPr>
              <a:spLocks noChangeArrowheads="1"/>
            </p:cNvSpPr>
            <p:nvPr/>
          </p:nvSpPr>
          <p:spPr bwMode="auto">
            <a:xfrm>
              <a:off x="4485" y="2385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en-US" i="0" dirty="0">
                <a:solidFill>
                  <a:srgbClr val="FF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70732" name="Oval 937"/>
            <p:cNvSpPr>
              <a:spLocks noChangeArrowheads="1"/>
            </p:cNvSpPr>
            <p:nvPr/>
          </p:nvSpPr>
          <p:spPr bwMode="auto">
            <a:xfrm>
              <a:off x="4664" y="2379"/>
              <a:ext cx="154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70733" name="Rectangle 938"/>
            <p:cNvSpPr>
              <a:spLocks noChangeArrowheads="1"/>
            </p:cNvSpPr>
            <p:nvPr/>
          </p:nvSpPr>
          <p:spPr bwMode="auto">
            <a:xfrm>
              <a:off x="5059" y="1834"/>
              <a:ext cx="86" cy="761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</p:grpSp>
      <p:pic>
        <p:nvPicPr>
          <p:cNvPr id="177204" name="Picture 21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063" y="1039813"/>
            <a:ext cx="5027612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r>
              <a:rPr lang="en-US" sz="1200" dirty="0">
                <a:latin typeface="Tahoma" panose="020B0604030504040204" charset="0"/>
              </a:rPr>
              <a:t>6</a:t>
            </a:r>
            <a:r>
              <a:rPr lang="en-US" sz="1200" dirty="0" smtClean="0">
                <a:latin typeface="Tahoma" panose="020B0604030504040204" charset="0"/>
              </a:rPr>
              <a:t>-</a:t>
            </a:r>
            <a:fld id="{8E8C6E93-DF5B-BC4B-80F9-500DED1EEDCC}" type="slidenum">
              <a:rPr lang="en-US" sz="1200">
                <a:latin typeface="Tahoma" panose="020B0604030504040204" charset="0"/>
              </a:rPr>
            </a:fld>
            <a:endParaRPr lang="en-US" sz="1200" dirty="0">
              <a:latin typeface="Tahoma" panose="020B0604030504040204" charset="0"/>
            </a:endParaRPr>
          </a:p>
        </p:txBody>
      </p:sp>
      <p:sp>
        <p:nvSpPr>
          <p:cNvPr id="15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pPr algn="r"/>
            <a:r>
              <a:rPr lang="en-US" sz="1200" dirty="0" smtClean="0">
                <a:solidFill>
                  <a:srgbClr val="000000"/>
                </a:solidFill>
                <a:latin typeface="Tahoma" panose="020B0604030504040204" charset="0"/>
                <a:cs typeface="Arial" panose="020B0604020202090204" pitchFamily="34" charset="0"/>
              </a:rPr>
              <a:t>Link Layer and LANs</a:t>
            </a:r>
            <a:endParaRPr lang="en-US" sz="1200" dirty="0">
              <a:solidFill>
                <a:srgbClr val="000000"/>
              </a:solidFill>
              <a:latin typeface="Tahoma" panose="020B0604030504040204" charset="0"/>
              <a:cs typeface="Arial" panose="020B0604020202090204" pitchFamily="34" charset="0"/>
            </a:endParaRPr>
          </a:p>
        </p:txBody>
      </p:sp>
      <p:grpSp>
        <p:nvGrpSpPr>
          <p:cNvPr id="154" name="Group 347"/>
          <p:cNvGrpSpPr/>
          <p:nvPr/>
        </p:nvGrpSpPr>
        <p:grpSpPr bwMode="auto">
          <a:xfrm>
            <a:off x="2751485" y="2148330"/>
            <a:ext cx="880316" cy="510540"/>
            <a:chOff x="1871277" y="1576300"/>
            <a:chExt cx="1128371" cy="437861"/>
          </a:xfrm>
        </p:grpSpPr>
        <p:sp>
          <p:nvSpPr>
            <p:cNvPr id="155" name="Oval 154"/>
            <p:cNvSpPr/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56" name="Rectangle 155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57" name="Oval 156"/>
            <p:cNvSpPr/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58" name="Freeform 157"/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-1" fmla="*/ 1486231 w 2944854"/>
                <a:gd name="connsiteY0-2" fmla="*/ 727041 h 1316375"/>
                <a:gd name="connsiteX1-3" fmla="*/ 257675 w 2944854"/>
                <a:gd name="connsiteY1-4" fmla="*/ 1302232 h 1316375"/>
                <a:gd name="connsiteX2-5" fmla="*/ 0 w 2944854"/>
                <a:gd name="connsiteY2-6" fmla="*/ 1228607 h 1316375"/>
                <a:gd name="connsiteX3-7" fmla="*/ 911064 w 2944854"/>
                <a:gd name="connsiteY3-8" fmla="*/ 837478 h 1316375"/>
                <a:gd name="connsiteX4-9" fmla="*/ 883456 w 2944854"/>
                <a:gd name="connsiteY4-10" fmla="*/ 450949 h 1316375"/>
                <a:gd name="connsiteX5-11" fmla="*/ 161047 w 2944854"/>
                <a:gd name="connsiteY5-12" fmla="*/ 119640 h 1316375"/>
                <a:gd name="connsiteX6-13" fmla="*/ 404917 w 2944854"/>
                <a:gd name="connsiteY6-14" fmla="*/ 50617 h 1316375"/>
                <a:gd name="connsiteX7-15" fmla="*/ 1477028 w 2944854"/>
                <a:gd name="connsiteY7-16" fmla="*/ 501566 h 1316375"/>
                <a:gd name="connsiteX8-17" fmla="*/ 2572146 w 2944854"/>
                <a:gd name="connsiteY8-18" fmla="*/ 0 h 1316375"/>
                <a:gd name="connsiteX9-19" fmla="*/ 2875834 w 2944854"/>
                <a:gd name="connsiteY9-20" fmla="*/ 96632 h 1316375"/>
                <a:gd name="connsiteX10-21" fmla="*/ 2079803 w 2944854"/>
                <a:gd name="connsiteY10-22" fmla="*/ 432543 h 1316375"/>
                <a:gd name="connsiteX11-23" fmla="*/ 2240850 w 2944854"/>
                <a:gd name="connsiteY11-24" fmla="*/ 920305 h 1316375"/>
                <a:gd name="connsiteX12-25" fmla="*/ 2944854 w 2944854"/>
                <a:gd name="connsiteY12-26" fmla="*/ 1228607 h 1316375"/>
                <a:gd name="connsiteX13-27" fmla="*/ 2756623 w 2944854"/>
                <a:gd name="connsiteY13-28" fmla="*/ 1316375 h 1316375"/>
                <a:gd name="connsiteX14-29" fmla="*/ 1486231 w 2944854"/>
                <a:gd name="connsiteY14-30" fmla="*/ 727041 h 1316375"/>
                <a:gd name="connsiteX0-31" fmla="*/ 1486231 w 3024520"/>
                <a:gd name="connsiteY0-32" fmla="*/ 727041 h 1316375"/>
                <a:gd name="connsiteX1-33" fmla="*/ 257675 w 3024520"/>
                <a:gd name="connsiteY1-34" fmla="*/ 1302232 h 1316375"/>
                <a:gd name="connsiteX2-35" fmla="*/ 0 w 3024520"/>
                <a:gd name="connsiteY2-36" fmla="*/ 1228607 h 1316375"/>
                <a:gd name="connsiteX3-37" fmla="*/ 911064 w 3024520"/>
                <a:gd name="connsiteY3-38" fmla="*/ 837478 h 1316375"/>
                <a:gd name="connsiteX4-39" fmla="*/ 883456 w 3024520"/>
                <a:gd name="connsiteY4-40" fmla="*/ 450949 h 1316375"/>
                <a:gd name="connsiteX5-41" fmla="*/ 161047 w 3024520"/>
                <a:gd name="connsiteY5-42" fmla="*/ 119640 h 1316375"/>
                <a:gd name="connsiteX6-43" fmla="*/ 404917 w 3024520"/>
                <a:gd name="connsiteY6-44" fmla="*/ 50617 h 1316375"/>
                <a:gd name="connsiteX7-45" fmla="*/ 1477028 w 3024520"/>
                <a:gd name="connsiteY7-46" fmla="*/ 501566 h 1316375"/>
                <a:gd name="connsiteX8-47" fmla="*/ 2572146 w 3024520"/>
                <a:gd name="connsiteY8-48" fmla="*/ 0 h 1316375"/>
                <a:gd name="connsiteX9-49" fmla="*/ 2875834 w 3024520"/>
                <a:gd name="connsiteY9-50" fmla="*/ 96632 h 1316375"/>
                <a:gd name="connsiteX10-51" fmla="*/ 2079803 w 3024520"/>
                <a:gd name="connsiteY10-52" fmla="*/ 432543 h 1316375"/>
                <a:gd name="connsiteX11-53" fmla="*/ 2240850 w 3024520"/>
                <a:gd name="connsiteY11-54" fmla="*/ 920305 h 1316375"/>
                <a:gd name="connsiteX12-55" fmla="*/ 3024520 w 3024520"/>
                <a:gd name="connsiteY12-56" fmla="*/ 1228607 h 1316375"/>
                <a:gd name="connsiteX13-57" fmla="*/ 2756623 w 3024520"/>
                <a:gd name="connsiteY13-58" fmla="*/ 1316375 h 1316375"/>
                <a:gd name="connsiteX14-59" fmla="*/ 1486231 w 3024520"/>
                <a:gd name="connsiteY14-60" fmla="*/ 727041 h 1316375"/>
                <a:gd name="connsiteX0-61" fmla="*/ 1537780 w 3076069"/>
                <a:gd name="connsiteY0-62" fmla="*/ 727041 h 1316375"/>
                <a:gd name="connsiteX1-63" fmla="*/ 309224 w 3076069"/>
                <a:gd name="connsiteY1-64" fmla="*/ 1302232 h 1316375"/>
                <a:gd name="connsiteX2-65" fmla="*/ 0 w 3076069"/>
                <a:gd name="connsiteY2-66" fmla="*/ 1228607 h 1316375"/>
                <a:gd name="connsiteX3-67" fmla="*/ 962613 w 3076069"/>
                <a:gd name="connsiteY3-68" fmla="*/ 837478 h 1316375"/>
                <a:gd name="connsiteX4-69" fmla="*/ 935005 w 3076069"/>
                <a:gd name="connsiteY4-70" fmla="*/ 450949 h 1316375"/>
                <a:gd name="connsiteX5-71" fmla="*/ 212596 w 3076069"/>
                <a:gd name="connsiteY5-72" fmla="*/ 119640 h 1316375"/>
                <a:gd name="connsiteX6-73" fmla="*/ 456466 w 3076069"/>
                <a:gd name="connsiteY6-74" fmla="*/ 50617 h 1316375"/>
                <a:gd name="connsiteX7-75" fmla="*/ 1528577 w 3076069"/>
                <a:gd name="connsiteY7-76" fmla="*/ 501566 h 1316375"/>
                <a:gd name="connsiteX8-77" fmla="*/ 2623695 w 3076069"/>
                <a:gd name="connsiteY8-78" fmla="*/ 0 h 1316375"/>
                <a:gd name="connsiteX9-79" fmla="*/ 2927383 w 3076069"/>
                <a:gd name="connsiteY9-80" fmla="*/ 96632 h 1316375"/>
                <a:gd name="connsiteX10-81" fmla="*/ 2131352 w 3076069"/>
                <a:gd name="connsiteY10-82" fmla="*/ 432543 h 1316375"/>
                <a:gd name="connsiteX11-83" fmla="*/ 2292399 w 3076069"/>
                <a:gd name="connsiteY11-84" fmla="*/ 920305 h 1316375"/>
                <a:gd name="connsiteX12-85" fmla="*/ 3076069 w 3076069"/>
                <a:gd name="connsiteY12-86" fmla="*/ 1228607 h 1316375"/>
                <a:gd name="connsiteX13-87" fmla="*/ 2808172 w 3076069"/>
                <a:gd name="connsiteY13-88" fmla="*/ 1316375 h 1316375"/>
                <a:gd name="connsiteX14-89" fmla="*/ 1537780 w 3076069"/>
                <a:gd name="connsiteY14-90" fmla="*/ 727041 h 1316375"/>
                <a:gd name="connsiteX0-91" fmla="*/ 1537780 w 3076069"/>
                <a:gd name="connsiteY0-92" fmla="*/ 727041 h 1321259"/>
                <a:gd name="connsiteX1-93" fmla="*/ 313981 w 3076069"/>
                <a:gd name="connsiteY1-94" fmla="*/ 1321259 h 1321259"/>
                <a:gd name="connsiteX2-95" fmla="*/ 0 w 3076069"/>
                <a:gd name="connsiteY2-96" fmla="*/ 1228607 h 1321259"/>
                <a:gd name="connsiteX3-97" fmla="*/ 962613 w 3076069"/>
                <a:gd name="connsiteY3-98" fmla="*/ 837478 h 1321259"/>
                <a:gd name="connsiteX4-99" fmla="*/ 935005 w 3076069"/>
                <a:gd name="connsiteY4-100" fmla="*/ 450949 h 1321259"/>
                <a:gd name="connsiteX5-101" fmla="*/ 212596 w 3076069"/>
                <a:gd name="connsiteY5-102" fmla="*/ 119640 h 1321259"/>
                <a:gd name="connsiteX6-103" fmla="*/ 456466 w 3076069"/>
                <a:gd name="connsiteY6-104" fmla="*/ 50617 h 1321259"/>
                <a:gd name="connsiteX7-105" fmla="*/ 1528577 w 3076069"/>
                <a:gd name="connsiteY7-106" fmla="*/ 501566 h 1321259"/>
                <a:gd name="connsiteX8-107" fmla="*/ 2623695 w 3076069"/>
                <a:gd name="connsiteY8-108" fmla="*/ 0 h 1321259"/>
                <a:gd name="connsiteX9-109" fmla="*/ 2927383 w 3076069"/>
                <a:gd name="connsiteY9-110" fmla="*/ 96632 h 1321259"/>
                <a:gd name="connsiteX10-111" fmla="*/ 2131352 w 3076069"/>
                <a:gd name="connsiteY10-112" fmla="*/ 432543 h 1321259"/>
                <a:gd name="connsiteX11-113" fmla="*/ 2292399 w 3076069"/>
                <a:gd name="connsiteY11-114" fmla="*/ 920305 h 1321259"/>
                <a:gd name="connsiteX12-115" fmla="*/ 3076069 w 3076069"/>
                <a:gd name="connsiteY12-116" fmla="*/ 1228607 h 1321259"/>
                <a:gd name="connsiteX13-117" fmla="*/ 2808172 w 3076069"/>
                <a:gd name="connsiteY13-118" fmla="*/ 1316375 h 1321259"/>
                <a:gd name="connsiteX14-119" fmla="*/ 1537780 w 3076069"/>
                <a:gd name="connsiteY14-120" fmla="*/ 727041 h 1321259"/>
                <a:gd name="connsiteX0-121" fmla="*/ 1537780 w 3076069"/>
                <a:gd name="connsiteY0-122" fmla="*/ 750825 h 1321259"/>
                <a:gd name="connsiteX1-123" fmla="*/ 313981 w 3076069"/>
                <a:gd name="connsiteY1-124" fmla="*/ 1321259 h 1321259"/>
                <a:gd name="connsiteX2-125" fmla="*/ 0 w 3076069"/>
                <a:gd name="connsiteY2-126" fmla="*/ 1228607 h 1321259"/>
                <a:gd name="connsiteX3-127" fmla="*/ 962613 w 3076069"/>
                <a:gd name="connsiteY3-128" fmla="*/ 837478 h 1321259"/>
                <a:gd name="connsiteX4-129" fmla="*/ 935005 w 3076069"/>
                <a:gd name="connsiteY4-130" fmla="*/ 450949 h 1321259"/>
                <a:gd name="connsiteX5-131" fmla="*/ 212596 w 3076069"/>
                <a:gd name="connsiteY5-132" fmla="*/ 119640 h 1321259"/>
                <a:gd name="connsiteX6-133" fmla="*/ 456466 w 3076069"/>
                <a:gd name="connsiteY6-134" fmla="*/ 50617 h 1321259"/>
                <a:gd name="connsiteX7-135" fmla="*/ 1528577 w 3076069"/>
                <a:gd name="connsiteY7-136" fmla="*/ 501566 h 1321259"/>
                <a:gd name="connsiteX8-137" fmla="*/ 2623695 w 3076069"/>
                <a:gd name="connsiteY8-138" fmla="*/ 0 h 1321259"/>
                <a:gd name="connsiteX9-139" fmla="*/ 2927383 w 3076069"/>
                <a:gd name="connsiteY9-140" fmla="*/ 96632 h 1321259"/>
                <a:gd name="connsiteX10-141" fmla="*/ 2131352 w 3076069"/>
                <a:gd name="connsiteY10-142" fmla="*/ 432543 h 1321259"/>
                <a:gd name="connsiteX11-143" fmla="*/ 2292399 w 3076069"/>
                <a:gd name="connsiteY11-144" fmla="*/ 920305 h 1321259"/>
                <a:gd name="connsiteX12-145" fmla="*/ 3076069 w 3076069"/>
                <a:gd name="connsiteY12-146" fmla="*/ 1228607 h 1321259"/>
                <a:gd name="connsiteX13-147" fmla="*/ 2808172 w 3076069"/>
                <a:gd name="connsiteY13-148" fmla="*/ 1316375 h 1321259"/>
                <a:gd name="connsiteX14-149" fmla="*/ 1537780 w 3076069"/>
                <a:gd name="connsiteY14-150" fmla="*/ 750825 h 132125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59" name="Freeform 158"/>
            <p:cNvSpPr/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-1" fmla="*/ 0 w 3640627"/>
                <a:gd name="connsiteY0-2" fmla="*/ 242051 h 923747"/>
                <a:gd name="connsiteX1-3" fmla="*/ 655168 w 3640627"/>
                <a:gd name="connsiteY1-4" fmla="*/ 16495 h 923747"/>
                <a:gd name="connsiteX2-5" fmla="*/ 1809765 w 3640627"/>
                <a:gd name="connsiteY2-6" fmla="*/ 511360 h 923747"/>
                <a:gd name="connsiteX3-7" fmla="*/ 2964363 w 3640627"/>
                <a:gd name="connsiteY3-8" fmla="*/ 0 h 923747"/>
                <a:gd name="connsiteX4-9" fmla="*/ 3640627 w 3640627"/>
                <a:gd name="connsiteY4-10" fmla="*/ 197946 h 923747"/>
                <a:gd name="connsiteX5-11" fmla="*/ 3195282 w 3640627"/>
                <a:gd name="connsiteY5-12" fmla="*/ 461874 h 923747"/>
                <a:gd name="connsiteX6-13" fmla="*/ 2980857 w 3640627"/>
                <a:gd name="connsiteY6-14" fmla="*/ 379396 h 923747"/>
                <a:gd name="connsiteX7-15" fmla="*/ 1826259 w 3640627"/>
                <a:gd name="connsiteY7-16" fmla="*/ 923747 h 923747"/>
                <a:gd name="connsiteX8-17" fmla="*/ 671662 w 3640627"/>
                <a:gd name="connsiteY8-18" fmla="*/ 412387 h 923747"/>
                <a:gd name="connsiteX9-19" fmla="*/ 523214 w 3640627"/>
                <a:gd name="connsiteY9-20" fmla="*/ 478369 h 923747"/>
                <a:gd name="connsiteX10-21" fmla="*/ 0 w 3640627"/>
                <a:gd name="connsiteY10-22" fmla="*/ 242051 h 923747"/>
                <a:gd name="connsiteX0-23" fmla="*/ 0 w 3640627"/>
                <a:gd name="connsiteY0-24" fmla="*/ 242051 h 923747"/>
                <a:gd name="connsiteX1-25" fmla="*/ 655168 w 3640627"/>
                <a:gd name="connsiteY1-26" fmla="*/ 16495 h 923747"/>
                <a:gd name="connsiteX2-27" fmla="*/ 1809765 w 3640627"/>
                <a:gd name="connsiteY2-28" fmla="*/ 511360 h 923747"/>
                <a:gd name="connsiteX3-29" fmla="*/ 2964363 w 3640627"/>
                <a:gd name="connsiteY3-30" fmla="*/ 0 h 923747"/>
                <a:gd name="connsiteX4-31" fmla="*/ 3640627 w 3640627"/>
                <a:gd name="connsiteY4-32" fmla="*/ 197946 h 923747"/>
                <a:gd name="connsiteX5-33" fmla="*/ 3195282 w 3640627"/>
                <a:gd name="connsiteY5-34" fmla="*/ 461874 h 923747"/>
                <a:gd name="connsiteX6-35" fmla="*/ 2980857 w 3640627"/>
                <a:gd name="connsiteY6-36" fmla="*/ 379396 h 923747"/>
                <a:gd name="connsiteX7-37" fmla="*/ 1826259 w 3640627"/>
                <a:gd name="connsiteY7-38" fmla="*/ 923747 h 923747"/>
                <a:gd name="connsiteX8-39" fmla="*/ 671662 w 3640627"/>
                <a:gd name="connsiteY8-40" fmla="*/ 412387 h 923747"/>
                <a:gd name="connsiteX9-41" fmla="*/ 523214 w 3640627"/>
                <a:gd name="connsiteY9-42" fmla="*/ 482971 h 923747"/>
                <a:gd name="connsiteX10-43" fmla="*/ 0 w 3640627"/>
                <a:gd name="connsiteY10-44" fmla="*/ 242051 h 923747"/>
                <a:gd name="connsiteX0-45" fmla="*/ 0 w 3640627"/>
                <a:gd name="connsiteY0-46" fmla="*/ 242051 h 923747"/>
                <a:gd name="connsiteX1-47" fmla="*/ 655168 w 3640627"/>
                <a:gd name="connsiteY1-48" fmla="*/ 16495 h 923747"/>
                <a:gd name="connsiteX2-49" fmla="*/ 1809765 w 3640627"/>
                <a:gd name="connsiteY2-50" fmla="*/ 511360 h 923747"/>
                <a:gd name="connsiteX3-51" fmla="*/ 2964363 w 3640627"/>
                <a:gd name="connsiteY3-52" fmla="*/ 0 h 923747"/>
                <a:gd name="connsiteX4-53" fmla="*/ 3640627 w 3640627"/>
                <a:gd name="connsiteY4-54" fmla="*/ 197946 h 923747"/>
                <a:gd name="connsiteX5-55" fmla="*/ 3195282 w 3640627"/>
                <a:gd name="connsiteY5-56" fmla="*/ 461874 h 923747"/>
                <a:gd name="connsiteX6-57" fmla="*/ 2980857 w 3640627"/>
                <a:gd name="connsiteY6-58" fmla="*/ 379396 h 923747"/>
                <a:gd name="connsiteX7-59" fmla="*/ 1826259 w 3640627"/>
                <a:gd name="connsiteY7-60" fmla="*/ 923747 h 923747"/>
                <a:gd name="connsiteX8-61" fmla="*/ 690067 w 3640627"/>
                <a:gd name="connsiteY8-62" fmla="*/ 412387 h 923747"/>
                <a:gd name="connsiteX9-63" fmla="*/ 523214 w 3640627"/>
                <a:gd name="connsiteY9-64" fmla="*/ 482971 h 923747"/>
                <a:gd name="connsiteX10-65" fmla="*/ 0 w 3640627"/>
                <a:gd name="connsiteY10-66" fmla="*/ 242051 h 923747"/>
                <a:gd name="connsiteX0-67" fmla="*/ 0 w 3640627"/>
                <a:gd name="connsiteY0-68" fmla="*/ 242051 h 946755"/>
                <a:gd name="connsiteX1-69" fmla="*/ 655168 w 3640627"/>
                <a:gd name="connsiteY1-70" fmla="*/ 16495 h 946755"/>
                <a:gd name="connsiteX2-71" fmla="*/ 1809765 w 3640627"/>
                <a:gd name="connsiteY2-72" fmla="*/ 511360 h 946755"/>
                <a:gd name="connsiteX3-73" fmla="*/ 2964363 w 3640627"/>
                <a:gd name="connsiteY3-74" fmla="*/ 0 h 946755"/>
                <a:gd name="connsiteX4-75" fmla="*/ 3640627 w 3640627"/>
                <a:gd name="connsiteY4-76" fmla="*/ 197946 h 946755"/>
                <a:gd name="connsiteX5-77" fmla="*/ 3195282 w 3640627"/>
                <a:gd name="connsiteY5-78" fmla="*/ 461874 h 946755"/>
                <a:gd name="connsiteX6-79" fmla="*/ 2980857 w 3640627"/>
                <a:gd name="connsiteY6-80" fmla="*/ 379396 h 946755"/>
                <a:gd name="connsiteX7-81" fmla="*/ 1876873 w 3640627"/>
                <a:gd name="connsiteY7-82" fmla="*/ 946755 h 946755"/>
                <a:gd name="connsiteX8-83" fmla="*/ 690067 w 3640627"/>
                <a:gd name="connsiteY8-84" fmla="*/ 412387 h 946755"/>
                <a:gd name="connsiteX9-85" fmla="*/ 523214 w 3640627"/>
                <a:gd name="connsiteY9-86" fmla="*/ 482971 h 946755"/>
                <a:gd name="connsiteX10-87" fmla="*/ 0 w 3640627"/>
                <a:gd name="connsiteY10-88" fmla="*/ 242051 h 946755"/>
                <a:gd name="connsiteX0-89" fmla="*/ 0 w 3640627"/>
                <a:gd name="connsiteY0-90" fmla="*/ 242051 h 946755"/>
                <a:gd name="connsiteX1-91" fmla="*/ 655168 w 3640627"/>
                <a:gd name="connsiteY1-92" fmla="*/ 16495 h 946755"/>
                <a:gd name="connsiteX2-93" fmla="*/ 1855778 w 3640627"/>
                <a:gd name="connsiteY2-94" fmla="*/ 534367 h 946755"/>
                <a:gd name="connsiteX3-95" fmla="*/ 2964363 w 3640627"/>
                <a:gd name="connsiteY3-96" fmla="*/ 0 h 946755"/>
                <a:gd name="connsiteX4-97" fmla="*/ 3640627 w 3640627"/>
                <a:gd name="connsiteY4-98" fmla="*/ 197946 h 946755"/>
                <a:gd name="connsiteX5-99" fmla="*/ 3195282 w 3640627"/>
                <a:gd name="connsiteY5-100" fmla="*/ 461874 h 946755"/>
                <a:gd name="connsiteX6-101" fmla="*/ 2980857 w 3640627"/>
                <a:gd name="connsiteY6-102" fmla="*/ 379396 h 946755"/>
                <a:gd name="connsiteX7-103" fmla="*/ 1876873 w 3640627"/>
                <a:gd name="connsiteY7-104" fmla="*/ 946755 h 946755"/>
                <a:gd name="connsiteX8-105" fmla="*/ 690067 w 3640627"/>
                <a:gd name="connsiteY8-106" fmla="*/ 412387 h 946755"/>
                <a:gd name="connsiteX9-107" fmla="*/ 523214 w 3640627"/>
                <a:gd name="connsiteY9-108" fmla="*/ 482971 h 946755"/>
                <a:gd name="connsiteX10-109" fmla="*/ 0 w 3640627"/>
                <a:gd name="connsiteY10-110" fmla="*/ 242051 h 946755"/>
                <a:gd name="connsiteX0-111" fmla="*/ 0 w 3640627"/>
                <a:gd name="connsiteY0-112" fmla="*/ 242051 h 946755"/>
                <a:gd name="connsiteX1-113" fmla="*/ 655168 w 3640627"/>
                <a:gd name="connsiteY1-114" fmla="*/ 16495 h 946755"/>
                <a:gd name="connsiteX2-115" fmla="*/ 1855778 w 3640627"/>
                <a:gd name="connsiteY2-116" fmla="*/ 534367 h 946755"/>
                <a:gd name="connsiteX3-117" fmla="*/ 2964363 w 3640627"/>
                <a:gd name="connsiteY3-118" fmla="*/ 0 h 946755"/>
                <a:gd name="connsiteX4-119" fmla="*/ 3640627 w 3640627"/>
                <a:gd name="connsiteY4-120" fmla="*/ 197946 h 946755"/>
                <a:gd name="connsiteX5-121" fmla="*/ 3195282 w 3640627"/>
                <a:gd name="connsiteY5-122" fmla="*/ 461874 h 946755"/>
                <a:gd name="connsiteX6-123" fmla="*/ 3008465 w 3640627"/>
                <a:gd name="connsiteY6-124" fmla="*/ 402404 h 946755"/>
                <a:gd name="connsiteX7-125" fmla="*/ 1876873 w 3640627"/>
                <a:gd name="connsiteY7-126" fmla="*/ 946755 h 946755"/>
                <a:gd name="connsiteX8-127" fmla="*/ 690067 w 3640627"/>
                <a:gd name="connsiteY8-128" fmla="*/ 412387 h 946755"/>
                <a:gd name="connsiteX9-129" fmla="*/ 523214 w 3640627"/>
                <a:gd name="connsiteY9-130" fmla="*/ 482971 h 946755"/>
                <a:gd name="connsiteX10-131" fmla="*/ 0 w 3640627"/>
                <a:gd name="connsiteY10-132" fmla="*/ 242051 h 946755"/>
                <a:gd name="connsiteX0-133" fmla="*/ 0 w 3723451"/>
                <a:gd name="connsiteY0-134" fmla="*/ 242051 h 946755"/>
                <a:gd name="connsiteX1-135" fmla="*/ 655168 w 3723451"/>
                <a:gd name="connsiteY1-136" fmla="*/ 16495 h 946755"/>
                <a:gd name="connsiteX2-137" fmla="*/ 1855778 w 3723451"/>
                <a:gd name="connsiteY2-138" fmla="*/ 534367 h 946755"/>
                <a:gd name="connsiteX3-139" fmla="*/ 2964363 w 3723451"/>
                <a:gd name="connsiteY3-140" fmla="*/ 0 h 946755"/>
                <a:gd name="connsiteX4-141" fmla="*/ 3723451 w 3723451"/>
                <a:gd name="connsiteY4-142" fmla="*/ 220954 h 946755"/>
                <a:gd name="connsiteX5-143" fmla="*/ 3195282 w 3723451"/>
                <a:gd name="connsiteY5-144" fmla="*/ 461874 h 946755"/>
                <a:gd name="connsiteX6-145" fmla="*/ 3008465 w 3723451"/>
                <a:gd name="connsiteY6-146" fmla="*/ 402404 h 946755"/>
                <a:gd name="connsiteX7-147" fmla="*/ 1876873 w 3723451"/>
                <a:gd name="connsiteY7-148" fmla="*/ 946755 h 946755"/>
                <a:gd name="connsiteX8-149" fmla="*/ 690067 w 3723451"/>
                <a:gd name="connsiteY8-150" fmla="*/ 412387 h 946755"/>
                <a:gd name="connsiteX9-151" fmla="*/ 523214 w 3723451"/>
                <a:gd name="connsiteY9-152" fmla="*/ 482971 h 946755"/>
                <a:gd name="connsiteX10-153" fmla="*/ 0 w 3723451"/>
                <a:gd name="connsiteY10-154" fmla="*/ 242051 h 946755"/>
                <a:gd name="connsiteX0-155" fmla="*/ 0 w 3723451"/>
                <a:gd name="connsiteY0-156" fmla="*/ 228246 h 932950"/>
                <a:gd name="connsiteX1-157" fmla="*/ 655168 w 3723451"/>
                <a:gd name="connsiteY1-158" fmla="*/ 2690 h 932950"/>
                <a:gd name="connsiteX2-159" fmla="*/ 1855778 w 3723451"/>
                <a:gd name="connsiteY2-160" fmla="*/ 520562 h 932950"/>
                <a:gd name="connsiteX3-161" fmla="*/ 3001174 w 3723451"/>
                <a:gd name="connsiteY3-162" fmla="*/ 0 h 932950"/>
                <a:gd name="connsiteX4-163" fmla="*/ 3723451 w 3723451"/>
                <a:gd name="connsiteY4-164" fmla="*/ 207149 h 932950"/>
                <a:gd name="connsiteX5-165" fmla="*/ 3195282 w 3723451"/>
                <a:gd name="connsiteY5-166" fmla="*/ 448069 h 932950"/>
                <a:gd name="connsiteX6-167" fmla="*/ 3008465 w 3723451"/>
                <a:gd name="connsiteY6-168" fmla="*/ 388599 h 932950"/>
                <a:gd name="connsiteX7-169" fmla="*/ 1876873 w 3723451"/>
                <a:gd name="connsiteY7-170" fmla="*/ 932950 h 932950"/>
                <a:gd name="connsiteX8-171" fmla="*/ 690067 w 3723451"/>
                <a:gd name="connsiteY8-172" fmla="*/ 398582 h 932950"/>
                <a:gd name="connsiteX9-173" fmla="*/ 523214 w 3723451"/>
                <a:gd name="connsiteY9-174" fmla="*/ 469166 h 932950"/>
                <a:gd name="connsiteX10-175" fmla="*/ 0 w 3723451"/>
                <a:gd name="connsiteY10-176" fmla="*/ 228246 h 932950"/>
                <a:gd name="connsiteX0-177" fmla="*/ 0 w 3723451"/>
                <a:gd name="connsiteY0-178" fmla="*/ 228246 h 932950"/>
                <a:gd name="connsiteX1-179" fmla="*/ 655168 w 3723451"/>
                <a:gd name="connsiteY1-180" fmla="*/ 2690 h 932950"/>
                <a:gd name="connsiteX2-181" fmla="*/ 1855778 w 3723451"/>
                <a:gd name="connsiteY2-182" fmla="*/ 520562 h 932950"/>
                <a:gd name="connsiteX3-183" fmla="*/ 3001174 w 3723451"/>
                <a:gd name="connsiteY3-184" fmla="*/ 0 h 932950"/>
                <a:gd name="connsiteX4-185" fmla="*/ 3723451 w 3723451"/>
                <a:gd name="connsiteY4-186" fmla="*/ 207149 h 932950"/>
                <a:gd name="connsiteX5-187" fmla="*/ 3195282 w 3723451"/>
                <a:gd name="connsiteY5-188" fmla="*/ 448069 h 932950"/>
                <a:gd name="connsiteX6-189" fmla="*/ 3013067 w 3723451"/>
                <a:gd name="connsiteY6-190" fmla="*/ 393200 h 932950"/>
                <a:gd name="connsiteX7-191" fmla="*/ 1876873 w 3723451"/>
                <a:gd name="connsiteY7-192" fmla="*/ 932950 h 932950"/>
                <a:gd name="connsiteX8-193" fmla="*/ 690067 w 3723451"/>
                <a:gd name="connsiteY8-194" fmla="*/ 398582 h 932950"/>
                <a:gd name="connsiteX9-195" fmla="*/ 523214 w 3723451"/>
                <a:gd name="connsiteY9-196" fmla="*/ 469166 h 932950"/>
                <a:gd name="connsiteX10-197" fmla="*/ 0 w 3723451"/>
                <a:gd name="connsiteY10-198" fmla="*/ 228246 h 932950"/>
                <a:gd name="connsiteX0-199" fmla="*/ 0 w 3723451"/>
                <a:gd name="connsiteY0-200" fmla="*/ 228246 h 932950"/>
                <a:gd name="connsiteX1-201" fmla="*/ 655168 w 3723451"/>
                <a:gd name="connsiteY1-202" fmla="*/ 2690 h 932950"/>
                <a:gd name="connsiteX2-203" fmla="*/ 1855778 w 3723451"/>
                <a:gd name="connsiteY2-204" fmla="*/ 520562 h 932950"/>
                <a:gd name="connsiteX3-205" fmla="*/ 3001174 w 3723451"/>
                <a:gd name="connsiteY3-206" fmla="*/ 0 h 932950"/>
                <a:gd name="connsiteX4-207" fmla="*/ 3723451 w 3723451"/>
                <a:gd name="connsiteY4-208" fmla="*/ 207149 h 932950"/>
                <a:gd name="connsiteX5-209" fmla="*/ 3186079 w 3723451"/>
                <a:gd name="connsiteY5-210" fmla="*/ 461874 h 932950"/>
                <a:gd name="connsiteX6-211" fmla="*/ 3013067 w 3723451"/>
                <a:gd name="connsiteY6-212" fmla="*/ 393200 h 932950"/>
                <a:gd name="connsiteX7-213" fmla="*/ 1876873 w 3723451"/>
                <a:gd name="connsiteY7-214" fmla="*/ 932950 h 932950"/>
                <a:gd name="connsiteX8-215" fmla="*/ 690067 w 3723451"/>
                <a:gd name="connsiteY8-216" fmla="*/ 398582 h 932950"/>
                <a:gd name="connsiteX9-217" fmla="*/ 523214 w 3723451"/>
                <a:gd name="connsiteY9-218" fmla="*/ 469166 h 932950"/>
                <a:gd name="connsiteX10-219" fmla="*/ 0 w 3723451"/>
                <a:gd name="connsiteY10-220" fmla="*/ 228246 h 932950"/>
                <a:gd name="connsiteX0-221" fmla="*/ 0 w 3723451"/>
                <a:gd name="connsiteY0-222" fmla="*/ 228246 h 932950"/>
                <a:gd name="connsiteX1-223" fmla="*/ 655168 w 3723451"/>
                <a:gd name="connsiteY1-224" fmla="*/ 2690 h 932950"/>
                <a:gd name="connsiteX2-225" fmla="*/ 1855778 w 3723451"/>
                <a:gd name="connsiteY2-226" fmla="*/ 520562 h 932950"/>
                <a:gd name="connsiteX3-227" fmla="*/ 3001174 w 3723451"/>
                <a:gd name="connsiteY3-228" fmla="*/ 0 h 932950"/>
                <a:gd name="connsiteX4-229" fmla="*/ 3723451 w 3723451"/>
                <a:gd name="connsiteY4-230" fmla="*/ 207149 h 932950"/>
                <a:gd name="connsiteX5-231" fmla="*/ 3186079 w 3723451"/>
                <a:gd name="connsiteY5-232" fmla="*/ 461874 h 932950"/>
                <a:gd name="connsiteX6-233" fmla="*/ 3013067 w 3723451"/>
                <a:gd name="connsiteY6-234" fmla="*/ 393200 h 932950"/>
                <a:gd name="connsiteX7-235" fmla="*/ 1876873 w 3723451"/>
                <a:gd name="connsiteY7-236" fmla="*/ 932950 h 932950"/>
                <a:gd name="connsiteX8-237" fmla="*/ 711613 w 3723451"/>
                <a:gd name="connsiteY8-238" fmla="*/ 413055 h 932950"/>
                <a:gd name="connsiteX9-239" fmla="*/ 523214 w 3723451"/>
                <a:gd name="connsiteY9-240" fmla="*/ 469166 h 932950"/>
                <a:gd name="connsiteX10-241" fmla="*/ 0 w 3723451"/>
                <a:gd name="connsiteY10-242" fmla="*/ 228246 h 93295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60" name="Freeform 159"/>
            <p:cNvSpPr/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-1" fmla="*/ 4602 w 1371198"/>
                <a:gd name="connsiteY0-2" fmla="*/ 0 h 800665"/>
                <a:gd name="connsiteX1-3" fmla="*/ 1371198 w 1371198"/>
                <a:gd name="connsiteY1-4" fmla="*/ 625807 h 800665"/>
                <a:gd name="connsiteX2-5" fmla="*/ 897260 w 1371198"/>
                <a:gd name="connsiteY2-6" fmla="*/ 800665 h 800665"/>
                <a:gd name="connsiteX3-7" fmla="*/ 0 w 1371198"/>
                <a:gd name="connsiteY3-8" fmla="*/ 404934 h 800665"/>
                <a:gd name="connsiteX4-9" fmla="*/ 4602 w 1371198"/>
                <a:gd name="connsiteY4-10" fmla="*/ 0 h 800665"/>
                <a:gd name="connsiteX0-11" fmla="*/ 0 w 1366596"/>
                <a:gd name="connsiteY0-12" fmla="*/ 0 h 800665"/>
                <a:gd name="connsiteX1-13" fmla="*/ 1366596 w 1366596"/>
                <a:gd name="connsiteY1-14" fmla="*/ 625807 h 800665"/>
                <a:gd name="connsiteX2-15" fmla="*/ 892658 w 1366596"/>
                <a:gd name="connsiteY2-16" fmla="*/ 800665 h 800665"/>
                <a:gd name="connsiteX3-17" fmla="*/ 4601 w 1366596"/>
                <a:gd name="connsiteY3-18" fmla="*/ 427942 h 800665"/>
                <a:gd name="connsiteX4-19" fmla="*/ 0 w 1366596"/>
                <a:gd name="connsiteY4-20" fmla="*/ 0 h 800665"/>
                <a:gd name="connsiteX0-21" fmla="*/ 0 w 1366596"/>
                <a:gd name="connsiteY0-22" fmla="*/ 0 h 800665"/>
                <a:gd name="connsiteX1-23" fmla="*/ 1366596 w 1366596"/>
                <a:gd name="connsiteY1-24" fmla="*/ 625807 h 800665"/>
                <a:gd name="connsiteX2-25" fmla="*/ 892658 w 1366596"/>
                <a:gd name="connsiteY2-26" fmla="*/ 800665 h 800665"/>
                <a:gd name="connsiteX3-27" fmla="*/ 4601 w 1366596"/>
                <a:gd name="connsiteY3-28" fmla="*/ 427942 h 800665"/>
                <a:gd name="connsiteX4-29" fmla="*/ 0 w 1366596"/>
                <a:gd name="connsiteY4-30" fmla="*/ 0 h 800665"/>
                <a:gd name="connsiteX0-31" fmla="*/ 0 w 1366596"/>
                <a:gd name="connsiteY0-32" fmla="*/ 0 h 800665"/>
                <a:gd name="connsiteX1-33" fmla="*/ 1366596 w 1366596"/>
                <a:gd name="connsiteY1-34" fmla="*/ 625807 h 800665"/>
                <a:gd name="connsiteX2-35" fmla="*/ 892658 w 1366596"/>
                <a:gd name="connsiteY2-36" fmla="*/ 800665 h 800665"/>
                <a:gd name="connsiteX3-37" fmla="*/ 4601 w 1366596"/>
                <a:gd name="connsiteY3-38" fmla="*/ 427942 h 800665"/>
                <a:gd name="connsiteX4-39" fmla="*/ 0 w 1366596"/>
                <a:gd name="connsiteY4-40" fmla="*/ 0 h 800665"/>
                <a:gd name="connsiteX0-41" fmla="*/ 0 w 1366596"/>
                <a:gd name="connsiteY0-42" fmla="*/ 0 h 809868"/>
                <a:gd name="connsiteX1-43" fmla="*/ 1366596 w 1366596"/>
                <a:gd name="connsiteY1-44" fmla="*/ 625807 h 809868"/>
                <a:gd name="connsiteX2-45" fmla="*/ 865050 w 1366596"/>
                <a:gd name="connsiteY2-46" fmla="*/ 809868 h 809868"/>
                <a:gd name="connsiteX3-47" fmla="*/ 4601 w 1366596"/>
                <a:gd name="connsiteY3-48" fmla="*/ 427942 h 809868"/>
                <a:gd name="connsiteX4-49" fmla="*/ 0 w 1366596"/>
                <a:gd name="connsiteY4-50" fmla="*/ 0 h 8098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61" name="Freeform 160"/>
            <p:cNvSpPr/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-1" fmla="*/ 1329786 w 1348191"/>
                <a:gd name="connsiteY0-2" fmla="*/ 0 h 791462"/>
                <a:gd name="connsiteX1-3" fmla="*/ 1348191 w 1348191"/>
                <a:gd name="connsiteY1-4" fmla="*/ 381926 h 791462"/>
                <a:gd name="connsiteX2-5" fmla="*/ 487742 w 1348191"/>
                <a:gd name="connsiteY2-6" fmla="*/ 791462 h 791462"/>
                <a:gd name="connsiteX3-7" fmla="*/ 0 w 1348191"/>
                <a:gd name="connsiteY3-8" fmla="*/ 612002 h 791462"/>
                <a:gd name="connsiteX4-9" fmla="*/ 1329786 w 1348191"/>
                <a:gd name="connsiteY4-10" fmla="*/ 0 h 79146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cxnSp>
          <p:nvCxnSpPr>
            <p:cNvPr id="162" name="Straight Connector 161"/>
            <p:cNvCxnSpPr>
              <a:endCxn id="157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/>
            <p:cNvCxnSpPr/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4" name="Rectangle 2"/>
          <p:cNvSpPr>
            <a:spLocks noGrp="1" noChangeArrowheads="1"/>
          </p:cNvSpPr>
          <p:nvPr>
            <p:ph type="title"/>
          </p:nvPr>
        </p:nvSpPr>
        <p:spPr>
          <a:xfrm>
            <a:off x="415925" y="39688"/>
            <a:ext cx="4560888" cy="1143000"/>
          </a:xfrm>
        </p:spPr>
        <p:txBody>
          <a:bodyPr/>
          <a:lstStyle/>
          <a:p>
            <a:pPr>
              <a:defRPr/>
            </a:pPr>
            <a:r>
              <a:rPr lang="en-US" sz="3600" dirty="0">
                <a:latin typeface="Gill Sans MT" pitchFamily="34" charset="0"/>
                <a:cs typeface="+mj-cs"/>
              </a:rPr>
              <a:t>Switches vs. </a:t>
            </a:r>
            <a:r>
              <a:rPr lang="en-US" sz="3600" dirty="0" smtClean="0">
                <a:latin typeface="Gill Sans MT" pitchFamily="34" charset="0"/>
                <a:cs typeface="+mj-cs"/>
              </a:rPr>
              <a:t>routers</a:t>
            </a:r>
            <a:endParaRPr lang="en-US" sz="3600" dirty="0">
              <a:latin typeface="Gill Sans MT" pitchFamily="34" charset="0"/>
              <a:cs typeface="+mj-cs"/>
            </a:endParaRPr>
          </a:p>
        </p:txBody>
      </p:sp>
      <p:sp>
        <p:nvSpPr>
          <p:cNvPr id="7168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2913" y="1341438"/>
            <a:ext cx="3967162" cy="4994275"/>
          </a:xfrm>
        </p:spPr>
        <p:txBody>
          <a:bodyPr/>
          <a:lstStyle/>
          <a:p>
            <a:pPr marL="0" indent="0">
              <a:lnSpc>
                <a:spcPct val="80000"/>
              </a:lnSpc>
              <a:buFont typeface="Wingdings" panose="05000000000000000000" charset="0"/>
              <a:buNone/>
              <a:defRPr/>
            </a:pPr>
            <a:r>
              <a:rPr lang="en-US" sz="2400" dirty="0">
                <a:solidFill>
                  <a:srgbClr val="000099"/>
                </a:solidFill>
                <a:latin typeface="Gill Sans MT" pitchFamily="34" charset="0"/>
                <a:cs typeface="+mn-cs"/>
              </a:rPr>
              <a:t>both </a:t>
            </a:r>
            <a:r>
              <a:rPr lang="en-US" sz="2400" dirty="0" smtClean="0">
                <a:solidFill>
                  <a:srgbClr val="000099"/>
                </a:solidFill>
                <a:latin typeface="Gill Sans MT" pitchFamily="34" charset="0"/>
                <a:cs typeface="+mn-cs"/>
              </a:rPr>
              <a:t>are store</a:t>
            </a:r>
            <a:r>
              <a:rPr lang="en-US" sz="2400" dirty="0">
                <a:solidFill>
                  <a:srgbClr val="000099"/>
                </a:solidFill>
                <a:latin typeface="Gill Sans MT" pitchFamily="34" charset="0"/>
                <a:cs typeface="+mn-cs"/>
              </a:rPr>
              <a:t>-and-</a:t>
            </a:r>
            <a:r>
              <a:rPr lang="en-US" sz="2400" dirty="0" smtClean="0">
                <a:solidFill>
                  <a:srgbClr val="000099"/>
                </a:solidFill>
                <a:latin typeface="Gill Sans MT" pitchFamily="34" charset="0"/>
                <a:cs typeface="+mn-cs"/>
              </a:rPr>
              <a:t>forward: </a:t>
            </a:r>
            <a:endParaRPr lang="en-US" sz="2400" dirty="0" smtClean="0">
              <a:solidFill>
                <a:srgbClr val="000099"/>
              </a:solidFill>
              <a:latin typeface="Gill Sans MT" pitchFamily="34" charset="0"/>
              <a:cs typeface="+mn-cs"/>
            </a:endParaRPr>
          </a:p>
          <a:p>
            <a:pPr marL="231775" indent="-231775"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i="1" dirty="0" smtClean="0">
                <a:solidFill>
                  <a:srgbClr val="CC0000"/>
                </a:solidFill>
                <a:latin typeface="Gill Sans MT" pitchFamily="34" charset="0"/>
                <a:cs typeface="+mn-cs"/>
              </a:rPr>
              <a:t>routers: </a:t>
            </a:r>
            <a:r>
              <a:rPr lang="en-US" sz="2400" dirty="0" smtClean="0">
                <a:latin typeface="Gill Sans MT" pitchFamily="34" charset="0"/>
                <a:cs typeface="+mn-cs"/>
              </a:rPr>
              <a:t>network-layer devices (examine network-layer headers)</a:t>
            </a:r>
            <a:endParaRPr lang="en-US" sz="2400" dirty="0" smtClean="0">
              <a:latin typeface="Gill Sans MT" pitchFamily="34" charset="0"/>
              <a:cs typeface="+mn-cs"/>
            </a:endParaRPr>
          </a:p>
          <a:p>
            <a:pPr marL="231775" indent="-231775"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i="1" dirty="0" smtClean="0">
                <a:solidFill>
                  <a:srgbClr val="CC0000"/>
                </a:solidFill>
                <a:latin typeface="Gill Sans MT" pitchFamily="34" charset="0"/>
                <a:cs typeface="+mn-cs"/>
              </a:rPr>
              <a:t>switches</a:t>
            </a:r>
            <a:r>
              <a:rPr lang="en-US" sz="2400" i="1" dirty="0" smtClean="0">
                <a:latin typeface="Gill Sans MT" pitchFamily="34" charset="0"/>
                <a:cs typeface="+mn-cs"/>
              </a:rPr>
              <a:t>: </a:t>
            </a:r>
            <a:r>
              <a:rPr lang="en-US" sz="2400" dirty="0" smtClean="0">
                <a:latin typeface="Gill Sans MT" pitchFamily="34" charset="0"/>
                <a:cs typeface="+mn-cs"/>
              </a:rPr>
              <a:t>link</a:t>
            </a:r>
            <a:r>
              <a:rPr lang="en-US" sz="2400" dirty="0">
                <a:latin typeface="Gill Sans MT" pitchFamily="34" charset="0"/>
                <a:cs typeface="+mn-cs"/>
              </a:rPr>
              <a:t>-layer devices (examine link-layer headers)</a:t>
            </a:r>
            <a:endParaRPr lang="en-US" sz="2400" dirty="0">
              <a:latin typeface="Gill Sans MT" pitchFamily="34" charset="0"/>
              <a:cs typeface="+mn-cs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Font typeface="Wingdings" panose="05000000000000000000" charset="0"/>
              <a:buNone/>
              <a:defRPr/>
            </a:pPr>
            <a:endParaRPr lang="en-US" sz="2400" i="1" dirty="0" smtClean="0">
              <a:solidFill>
                <a:srgbClr val="CC0000"/>
              </a:solidFill>
              <a:latin typeface="Gill Sans MT" pitchFamily="34" charset="0"/>
              <a:cs typeface="+mn-cs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Font typeface="Wingdings" panose="05000000000000000000" charset="0"/>
              <a:buNone/>
              <a:defRPr/>
            </a:pPr>
            <a:r>
              <a:rPr lang="en-US" sz="2400" dirty="0" smtClean="0">
                <a:solidFill>
                  <a:srgbClr val="000099"/>
                </a:solidFill>
                <a:latin typeface="Gill Sans MT" pitchFamily="34" charset="0"/>
                <a:cs typeface="+mn-cs"/>
              </a:rPr>
              <a:t>both have forwarding tables:</a:t>
            </a:r>
            <a:endParaRPr lang="en-US" sz="2400" dirty="0" smtClean="0">
              <a:solidFill>
                <a:srgbClr val="000099"/>
              </a:solidFill>
              <a:latin typeface="Gill Sans MT" pitchFamily="34" charset="0"/>
              <a:cs typeface="+mn-cs"/>
            </a:endParaRPr>
          </a:p>
          <a:p>
            <a:pPr marL="231775" indent="-231775">
              <a:lnSpc>
                <a:spcPct val="80000"/>
              </a:lnSpc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i="1" dirty="0">
                <a:solidFill>
                  <a:srgbClr val="CC0000"/>
                </a:solidFill>
                <a:latin typeface="Gill Sans MT" pitchFamily="34" charset="0"/>
                <a:cs typeface="+mn-cs"/>
              </a:rPr>
              <a:t>r</a:t>
            </a:r>
            <a:r>
              <a:rPr lang="en-US" sz="2400" i="1" dirty="0" smtClean="0">
                <a:solidFill>
                  <a:srgbClr val="CC0000"/>
                </a:solidFill>
                <a:latin typeface="Gill Sans MT" pitchFamily="34" charset="0"/>
                <a:cs typeface="+mn-cs"/>
              </a:rPr>
              <a:t>outers: </a:t>
            </a:r>
            <a:r>
              <a:rPr lang="en-US" sz="2400" dirty="0" smtClean="0">
                <a:latin typeface="Gill Sans MT" pitchFamily="34" charset="0"/>
                <a:cs typeface="+mn-cs"/>
              </a:rPr>
              <a:t>compute tables using routing algorithms, IP addresses</a:t>
            </a:r>
            <a:endParaRPr lang="en-US" sz="2400" dirty="0" smtClean="0">
              <a:latin typeface="Gill Sans MT" pitchFamily="34" charset="0"/>
              <a:cs typeface="+mn-cs"/>
            </a:endParaRPr>
          </a:p>
          <a:p>
            <a:pPr marL="231775" indent="-231775">
              <a:lnSpc>
                <a:spcPct val="80000"/>
              </a:lnSpc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i="1" dirty="0">
                <a:solidFill>
                  <a:srgbClr val="CC0000"/>
                </a:solidFill>
                <a:latin typeface="Gill Sans MT" pitchFamily="34" charset="0"/>
                <a:cs typeface="+mn-cs"/>
              </a:rPr>
              <a:t>s</a:t>
            </a:r>
            <a:r>
              <a:rPr lang="en-US" sz="2400" i="1" dirty="0" smtClean="0">
                <a:solidFill>
                  <a:srgbClr val="CC0000"/>
                </a:solidFill>
                <a:latin typeface="Gill Sans MT" pitchFamily="34" charset="0"/>
                <a:cs typeface="+mn-cs"/>
              </a:rPr>
              <a:t>witches: </a:t>
            </a:r>
            <a:r>
              <a:rPr lang="en-US" sz="2400" dirty="0" smtClean="0">
                <a:latin typeface="Gill Sans MT" pitchFamily="34" charset="0"/>
                <a:cs typeface="+mn-cs"/>
              </a:rPr>
              <a:t>learn forwarding table using flooding, learning, MAC addresses </a:t>
            </a:r>
            <a:endParaRPr lang="en-US" sz="2400" dirty="0">
              <a:latin typeface="Gill Sans MT" pitchFamily="34" charset="0"/>
              <a:cs typeface="+mn-cs"/>
            </a:endParaRPr>
          </a:p>
        </p:txBody>
      </p:sp>
      <p:sp>
        <p:nvSpPr>
          <p:cNvPr id="179205" name="Freeform 3"/>
          <p:cNvSpPr/>
          <p:nvPr/>
        </p:nvSpPr>
        <p:spPr bwMode="auto">
          <a:xfrm flipH="1">
            <a:off x="6543675" y="2103438"/>
            <a:ext cx="638175" cy="852487"/>
          </a:xfrm>
          <a:custGeom>
            <a:avLst/>
            <a:gdLst>
              <a:gd name="T0" fmla="*/ 2147483647 w 402"/>
              <a:gd name="T1" fmla="*/ 2147483647 h 537"/>
              <a:gd name="T2" fmla="*/ 2147483647 w 402"/>
              <a:gd name="T3" fmla="*/ 0 h 537"/>
              <a:gd name="T4" fmla="*/ 0 w 402"/>
              <a:gd name="T5" fmla="*/ 2147483647 h 537"/>
              <a:gd name="T6" fmla="*/ 2147483647 w 402"/>
              <a:gd name="T7" fmla="*/ 2147483647 h 537"/>
              <a:gd name="T8" fmla="*/ 2147483647 w 402"/>
              <a:gd name="T9" fmla="*/ 2147483647 h 53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02"/>
              <a:gd name="T16" fmla="*/ 0 h 537"/>
              <a:gd name="T17" fmla="*/ 402 w 402"/>
              <a:gd name="T18" fmla="*/ 537 h 53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02" h="537">
                <a:moveTo>
                  <a:pt x="402" y="363"/>
                </a:moveTo>
                <a:lnTo>
                  <a:pt x="28" y="0"/>
                </a:lnTo>
                <a:lnTo>
                  <a:pt x="0" y="470"/>
                </a:lnTo>
                <a:lnTo>
                  <a:pt x="242" y="537"/>
                </a:lnTo>
                <a:lnTo>
                  <a:pt x="402" y="363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79206" name="Freeform 10"/>
          <p:cNvSpPr/>
          <p:nvPr/>
        </p:nvSpPr>
        <p:spPr bwMode="auto">
          <a:xfrm>
            <a:off x="6530975" y="844550"/>
            <a:ext cx="360363" cy="1577975"/>
          </a:xfrm>
          <a:custGeom>
            <a:avLst/>
            <a:gdLst>
              <a:gd name="T0" fmla="*/ 2147483647 w 267"/>
              <a:gd name="T1" fmla="*/ 2147483647 h 1186"/>
              <a:gd name="T2" fmla="*/ 0 w 267"/>
              <a:gd name="T3" fmla="*/ 0 h 1186"/>
              <a:gd name="T4" fmla="*/ 0 w 267"/>
              <a:gd name="T5" fmla="*/ 2147483647 h 1186"/>
              <a:gd name="T6" fmla="*/ 2147483647 w 267"/>
              <a:gd name="T7" fmla="*/ 2147483647 h 1186"/>
              <a:gd name="T8" fmla="*/ 2147483647 w 267"/>
              <a:gd name="T9" fmla="*/ 2147483647 h 118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67"/>
              <a:gd name="T16" fmla="*/ 0 h 1186"/>
              <a:gd name="T17" fmla="*/ 267 w 267"/>
              <a:gd name="T18" fmla="*/ 1186 h 118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67" h="1186">
                <a:moveTo>
                  <a:pt x="254" y="466"/>
                </a:moveTo>
                <a:lnTo>
                  <a:pt x="0" y="0"/>
                </a:lnTo>
                <a:lnTo>
                  <a:pt x="0" y="1186"/>
                </a:lnTo>
                <a:lnTo>
                  <a:pt x="267" y="652"/>
                </a:lnTo>
                <a:lnTo>
                  <a:pt x="254" y="466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79207" name="Rectangle 23"/>
          <p:cNvSpPr>
            <a:spLocks noChangeArrowheads="1"/>
          </p:cNvSpPr>
          <p:nvPr/>
        </p:nvSpPr>
        <p:spPr bwMode="auto">
          <a:xfrm>
            <a:off x="5307013" y="850900"/>
            <a:ext cx="1296987" cy="15462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anchor="ctr"/>
          <a:lstStyle/>
          <a:p>
            <a:endParaRPr lang="en-US" sz="2400" i="0" dirty="0">
              <a:solidFill>
                <a:srgbClr val="000000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179208" name="Rectangle 24"/>
          <p:cNvSpPr>
            <a:spLocks noChangeArrowheads="1"/>
          </p:cNvSpPr>
          <p:nvPr/>
        </p:nvSpPr>
        <p:spPr bwMode="auto">
          <a:xfrm>
            <a:off x="5259388" y="922338"/>
            <a:ext cx="1273175" cy="15367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en-US" sz="2400" i="0" dirty="0">
              <a:solidFill>
                <a:srgbClr val="000000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179209" name="Line 25"/>
          <p:cNvSpPr>
            <a:spLocks noChangeShapeType="1"/>
          </p:cNvSpPr>
          <p:nvPr/>
        </p:nvSpPr>
        <p:spPr bwMode="auto">
          <a:xfrm>
            <a:off x="5259388" y="1239838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79210" name="Text Box 26"/>
          <p:cNvSpPr txBox="1">
            <a:spLocks noChangeArrowheads="1"/>
          </p:cNvSpPr>
          <p:nvPr/>
        </p:nvSpPr>
        <p:spPr bwMode="auto">
          <a:xfrm>
            <a:off x="5216525" y="889000"/>
            <a:ext cx="1317625" cy="16002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  <a:cs typeface="MS PGothic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 algn="ctr">
              <a:lnSpc>
                <a:spcPct val="110000"/>
              </a:lnSpc>
            </a:pPr>
            <a:r>
              <a:rPr lang="en-US" sz="1800" i="0" dirty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application</a:t>
            </a:r>
            <a:endParaRPr lang="en-US" sz="1800" i="0" dirty="0">
              <a:solidFill>
                <a:srgbClr val="000000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1800" i="0" dirty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transport</a:t>
            </a:r>
            <a:endParaRPr lang="en-US" sz="1800" i="0" dirty="0">
              <a:solidFill>
                <a:srgbClr val="000000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1800" i="0" dirty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network</a:t>
            </a:r>
            <a:endParaRPr lang="en-US" sz="1800" i="0" dirty="0">
              <a:solidFill>
                <a:srgbClr val="000000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1800" i="0" dirty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link</a:t>
            </a:r>
            <a:endParaRPr lang="en-US" sz="1800" i="0" dirty="0">
              <a:solidFill>
                <a:srgbClr val="000000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1800" i="0" dirty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physical</a:t>
            </a:r>
            <a:endParaRPr lang="en-US" sz="1800" i="0" dirty="0">
              <a:solidFill>
                <a:srgbClr val="000000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179211" name="Line 27"/>
          <p:cNvSpPr>
            <a:spLocks noChangeShapeType="1"/>
          </p:cNvSpPr>
          <p:nvPr/>
        </p:nvSpPr>
        <p:spPr bwMode="auto">
          <a:xfrm>
            <a:off x="5267325" y="1560513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79212" name="Line 28"/>
          <p:cNvSpPr>
            <a:spLocks noChangeShapeType="1"/>
          </p:cNvSpPr>
          <p:nvPr/>
        </p:nvSpPr>
        <p:spPr bwMode="auto">
          <a:xfrm>
            <a:off x="5272088" y="1841500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79213" name="Line 29"/>
          <p:cNvSpPr>
            <a:spLocks noChangeShapeType="1"/>
          </p:cNvSpPr>
          <p:nvPr/>
        </p:nvSpPr>
        <p:spPr bwMode="auto">
          <a:xfrm>
            <a:off x="5272088" y="2117725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en-US" dirty="0"/>
          </a:p>
        </p:txBody>
      </p:sp>
      <p:grpSp>
        <p:nvGrpSpPr>
          <p:cNvPr id="179214" name="Group 88"/>
          <p:cNvGrpSpPr/>
          <p:nvPr/>
        </p:nvGrpSpPr>
        <p:grpSpPr bwMode="auto">
          <a:xfrm>
            <a:off x="6716713" y="3525838"/>
            <a:ext cx="1387475" cy="1035050"/>
            <a:chOff x="3601" y="168"/>
            <a:chExt cx="874" cy="652"/>
          </a:xfrm>
        </p:grpSpPr>
        <p:sp>
          <p:nvSpPr>
            <p:cNvPr id="179263" name="Rectangle 89"/>
            <p:cNvSpPr>
              <a:spLocks noChangeArrowheads="1"/>
            </p:cNvSpPr>
            <p:nvPr/>
          </p:nvSpPr>
          <p:spPr bwMode="auto">
            <a:xfrm>
              <a:off x="3658" y="168"/>
              <a:ext cx="817" cy="59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/>
            <a:p>
              <a:endParaRPr lang="en-US" sz="2400" i="0" dirty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179264" name="Rectangle 90"/>
            <p:cNvSpPr>
              <a:spLocks noChangeArrowheads="1"/>
            </p:cNvSpPr>
            <p:nvPr/>
          </p:nvSpPr>
          <p:spPr bwMode="auto">
            <a:xfrm>
              <a:off x="3628" y="213"/>
              <a:ext cx="802" cy="59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en-US" sz="2400" i="0" dirty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179265" name="Line 91"/>
            <p:cNvSpPr>
              <a:spLocks noChangeShapeType="1"/>
            </p:cNvSpPr>
            <p:nvPr/>
          </p:nvSpPr>
          <p:spPr bwMode="auto">
            <a:xfrm>
              <a:off x="3628" y="413"/>
              <a:ext cx="796" cy="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9266" name="Text Box 92"/>
            <p:cNvSpPr txBox="1">
              <a:spLocks noChangeArrowheads="1"/>
            </p:cNvSpPr>
            <p:nvPr/>
          </p:nvSpPr>
          <p:spPr bwMode="auto">
            <a:xfrm>
              <a:off x="3601" y="192"/>
              <a:ext cx="830" cy="628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  <a:cs typeface="MS PGothic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 algn="ctr">
                <a:lnSpc>
                  <a:spcPct val="110000"/>
                </a:lnSpc>
              </a:pPr>
              <a:r>
                <a:rPr lang="en-US" sz="1800" i="0" dirty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network</a:t>
              </a:r>
              <a:endParaRPr lang="en-US" sz="1800" i="0" dirty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  <a:p>
              <a:pPr algn="ctr">
                <a:lnSpc>
                  <a:spcPct val="110000"/>
                </a:lnSpc>
              </a:pPr>
              <a:r>
                <a:rPr lang="en-US" sz="1800" i="0" dirty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link</a:t>
              </a:r>
              <a:endParaRPr lang="en-US" sz="1800" i="0" dirty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  <a:p>
              <a:pPr algn="ctr">
                <a:lnSpc>
                  <a:spcPct val="110000"/>
                </a:lnSpc>
              </a:pPr>
              <a:r>
                <a:rPr lang="en-US" sz="1800" i="0" dirty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physical</a:t>
              </a:r>
              <a:endParaRPr lang="en-US" sz="1800" i="0" dirty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179267" name="Line 93"/>
            <p:cNvSpPr>
              <a:spLocks noChangeShapeType="1"/>
            </p:cNvSpPr>
            <p:nvPr/>
          </p:nvSpPr>
          <p:spPr bwMode="auto">
            <a:xfrm>
              <a:off x="3633" y="615"/>
              <a:ext cx="796" cy="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en-US" dirty="0"/>
            </a:p>
          </p:txBody>
        </p:sp>
      </p:grpSp>
      <p:grpSp>
        <p:nvGrpSpPr>
          <p:cNvPr id="179215" name="Group 94"/>
          <p:cNvGrpSpPr/>
          <p:nvPr/>
        </p:nvGrpSpPr>
        <p:grpSpPr bwMode="auto">
          <a:xfrm>
            <a:off x="7054850" y="2100263"/>
            <a:ext cx="1387475" cy="733425"/>
            <a:chOff x="4696" y="597"/>
            <a:chExt cx="874" cy="462"/>
          </a:xfrm>
        </p:grpSpPr>
        <p:sp>
          <p:nvSpPr>
            <p:cNvPr id="179259" name="Rectangle 95"/>
            <p:cNvSpPr>
              <a:spLocks noChangeArrowheads="1"/>
            </p:cNvSpPr>
            <p:nvPr/>
          </p:nvSpPr>
          <p:spPr bwMode="auto">
            <a:xfrm>
              <a:off x="4753" y="597"/>
              <a:ext cx="817" cy="41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/>
            <a:p>
              <a:endParaRPr lang="en-US" sz="2400" i="0" dirty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179260" name="Rectangle 96"/>
            <p:cNvSpPr>
              <a:spLocks noChangeArrowheads="1"/>
            </p:cNvSpPr>
            <p:nvPr/>
          </p:nvSpPr>
          <p:spPr bwMode="auto">
            <a:xfrm>
              <a:off x="4723" y="642"/>
              <a:ext cx="802" cy="41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en-US" sz="2400" i="0" dirty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179261" name="Line 97"/>
            <p:cNvSpPr>
              <a:spLocks noChangeShapeType="1"/>
            </p:cNvSpPr>
            <p:nvPr/>
          </p:nvSpPr>
          <p:spPr bwMode="auto">
            <a:xfrm>
              <a:off x="4723" y="842"/>
              <a:ext cx="796" cy="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9262" name="Text Box 98"/>
            <p:cNvSpPr txBox="1">
              <a:spLocks noChangeArrowheads="1"/>
            </p:cNvSpPr>
            <p:nvPr/>
          </p:nvSpPr>
          <p:spPr bwMode="auto">
            <a:xfrm>
              <a:off x="4696" y="621"/>
              <a:ext cx="830" cy="438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  <a:cs typeface="MS PGothic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 algn="ctr">
                <a:lnSpc>
                  <a:spcPct val="110000"/>
                </a:lnSpc>
              </a:pPr>
              <a:r>
                <a:rPr lang="en-US" sz="1800" i="0" dirty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link</a:t>
              </a:r>
              <a:endParaRPr lang="en-US" sz="1800" i="0" dirty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  <a:p>
              <a:pPr algn="ctr">
                <a:lnSpc>
                  <a:spcPct val="110000"/>
                </a:lnSpc>
              </a:pPr>
              <a:r>
                <a:rPr lang="en-US" sz="1800" i="0" dirty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physical</a:t>
              </a:r>
              <a:endParaRPr lang="en-US" sz="1800" i="0" dirty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</p:grpSp>
      <p:sp>
        <p:nvSpPr>
          <p:cNvPr id="179216" name="Text Box 167"/>
          <p:cNvSpPr txBox="1">
            <a:spLocks noChangeArrowheads="1"/>
          </p:cNvSpPr>
          <p:nvPr/>
        </p:nvSpPr>
        <p:spPr bwMode="auto">
          <a:xfrm>
            <a:off x="5854700" y="3003550"/>
            <a:ext cx="903288" cy="36988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  <a:cs typeface="MS PGothic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 eaLnBrk="1" hangingPunct="1"/>
            <a:r>
              <a:rPr lang="en-US" sz="1800" b="1" i="0" dirty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switch</a:t>
            </a:r>
            <a:endParaRPr lang="en-US" sz="1800" b="1" i="0" dirty="0">
              <a:solidFill>
                <a:srgbClr val="000000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grpSp>
        <p:nvGrpSpPr>
          <p:cNvPr id="179217" name="Group 39"/>
          <p:cNvGrpSpPr/>
          <p:nvPr/>
        </p:nvGrpSpPr>
        <p:grpSpPr bwMode="auto">
          <a:xfrm>
            <a:off x="4408488" y="1562100"/>
            <a:ext cx="962025" cy="304800"/>
            <a:chOff x="1070" y="918"/>
            <a:chExt cx="606" cy="192"/>
          </a:xfrm>
        </p:grpSpPr>
        <p:sp>
          <p:nvSpPr>
            <p:cNvPr id="71738" name="Rectangle 40"/>
            <p:cNvSpPr>
              <a:spLocks noChangeArrowheads="1"/>
            </p:cNvSpPr>
            <p:nvPr/>
          </p:nvSpPr>
          <p:spPr bwMode="auto">
            <a:xfrm>
              <a:off x="1082" y="939"/>
              <a:ext cx="576" cy="13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CC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179258" name="Text Box 4"/>
            <p:cNvSpPr txBox="1">
              <a:spLocks noChangeArrowheads="1"/>
            </p:cNvSpPr>
            <p:nvPr/>
          </p:nvSpPr>
          <p:spPr bwMode="auto">
            <a:xfrm>
              <a:off x="1070" y="918"/>
              <a:ext cx="606" cy="19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  <a:cs typeface="MS PGothic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r>
                <a:rPr lang="en-US" sz="1400" i="0" dirty="0">
                  <a:solidFill>
                    <a:srgbClr val="CC0000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datagram</a:t>
              </a:r>
              <a:endParaRPr lang="en-US" sz="1400" i="0" dirty="0">
                <a:solidFill>
                  <a:srgbClr val="CC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</p:grpSp>
      <p:sp>
        <p:nvSpPr>
          <p:cNvPr id="179218" name="Rectangle 57"/>
          <p:cNvSpPr>
            <a:spLocks noChangeArrowheads="1"/>
          </p:cNvSpPr>
          <p:nvPr/>
        </p:nvSpPr>
        <p:spPr bwMode="auto">
          <a:xfrm>
            <a:off x="5208588" y="4594225"/>
            <a:ext cx="1296987" cy="15462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anchor="ctr"/>
          <a:lstStyle/>
          <a:p>
            <a:endParaRPr lang="en-US" sz="2400" i="0" dirty="0">
              <a:solidFill>
                <a:srgbClr val="000000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179219" name="Rectangle 58"/>
          <p:cNvSpPr>
            <a:spLocks noChangeArrowheads="1"/>
          </p:cNvSpPr>
          <p:nvPr/>
        </p:nvSpPr>
        <p:spPr bwMode="auto">
          <a:xfrm>
            <a:off x="5160963" y="4665663"/>
            <a:ext cx="1273175" cy="15367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en-US" sz="2400" i="0" dirty="0">
              <a:solidFill>
                <a:srgbClr val="000000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179220" name="Line 59"/>
          <p:cNvSpPr>
            <a:spLocks noChangeShapeType="1"/>
          </p:cNvSpPr>
          <p:nvPr/>
        </p:nvSpPr>
        <p:spPr bwMode="auto">
          <a:xfrm>
            <a:off x="5160963" y="4983163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79221" name="Text Box 60"/>
          <p:cNvSpPr txBox="1">
            <a:spLocks noChangeArrowheads="1"/>
          </p:cNvSpPr>
          <p:nvPr/>
        </p:nvSpPr>
        <p:spPr bwMode="auto">
          <a:xfrm>
            <a:off x="5118100" y="4632325"/>
            <a:ext cx="1317625" cy="16002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  <a:cs typeface="MS PGothic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 algn="ctr">
              <a:lnSpc>
                <a:spcPct val="110000"/>
              </a:lnSpc>
            </a:pPr>
            <a:r>
              <a:rPr lang="en-US" sz="1800" i="0" dirty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application</a:t>
            </a:r>
            <a:endParaRPr lang="en-US" sz="1800" i="0" dirty="0">
              <a:solidFill>
                <a:srgbClr val="000000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1800" i="0" dirty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transport</a:t>
            </a:r>
            <a:endParaRPr lang="en-US" sz="1800" i="0" dirty="0">
              <a:solidFill>
                <a:srgbClr val="000000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1800" i="0" dirty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network</a:t>
            </a:r>
            <a:endParaRPr lang="en-US" sz="1800" i="0" dirty="0">
              <a:solidFill>
                <a:srgbClr val="000000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1800" i="0" dirty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link</a:t>
            </a:r>
            <a:endParaRPr lang="en-US" sz="1800" i="0" dirty="0">
              <a:solidFill>
                <a:srgbClr val="000000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1800" i="0" dirty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physical</a:t>
            </a:r>
            <a:endParaRPr lang="en-US" sz="1800" i="0" dirty="0">
              <a:solidFill>
                <a:srgbClr val="000000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179222" name="Line 61"/>
          <p:cNvSpPr>
            <a:spLocks noChangeShapeType="1"/>
          </p:cNvSpPr>
          <p:nvPr/>
        </p:nvSpPr>
        <p:spPr bwMode="auto">
          <a:xfrm>
            <a:off x="5168900" y="5303838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79223" name="Line 62"/>
          <p:cNvSpPr>
            <a:spLocks noChangeShapeType="1"/>
          </p:cNvSpPr>
          <p:nvPr/>
        </p:nvSpPr>
        <p:spPr bwMode="auto">
          <a:xfrm>
            <a:off x="5173663" y="5584825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79224" name="Line 63"/>
          <p:cNvSpPr>
            <a:spLocks noChangeShapeType="1"/>
          </p:cNvSpPr>
          <p:nvPr/>
        </p:nvSpPr>
        <p:spPr bwMode="auto">
          <a:xfrm>
            <a:off x="5173663" y="5861050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79225" name="Freeform 49"/>
          <p:cNvSpPr/>
          <p:nvPr/>
        </p:nvSpPr>
        <p:spPr bwMode="auto">
          <a:xfrm>
            <a:off x="6472238" y="4600575"/>
            <a:ext cx="381000" cy="1857375"/>
          </a:xfrm>
          <a:custGeom>
            <a:avLst/>
            <a:gdLst>
              <a:gd name="T0" fmla="*/ 0 w 240"/>
              <a:gd name="T1" fmla="*/ 2147483647 h 1170"/>
              <a:gd name="T2" fmla="*/ 2147483647 w 240"/>
              <a:gd name="T3" fmla="*/ 0 h 1170"/>
              <a:gd name="T4" fmla="*/ 2147483647 w 240"/>
              <a:gd name="T5" fmla="*/ 2147483647 h 1170"/>
              <a:gd name="T6" fmla="*/ 2147483647 w 240"/>
              <a:gd name="T7" fmla="*/ 2147483647 h 1170"/>
              <a:gd name="T8" fmla="*/ 0 w 240"/>
              <a:gd name="T9" fmla="*/ 2147483647 h 117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40" h="1170">
                <a:moveTo>
                  <a:pt x="0" y="960"/>
                </a:moveTo>
                <a:lnTo>
                  <a:pt x="6" y="0"/>
                </a:lnTo>
                <a:lnTo>
                  <a:pt x="240" y="1092"/>
                </a:lnTo>
                <a:lnTo>
                  <a:pt x="168" y="1170"/>
                </a:lnTo>
                <a:lnTo>
                  <a:pt x="0" y="960"/>
                </a:lnTo>
                <a:close/>
              </a:path>
            </a:pathLst>
          </a:custGeom>
          <a:gradFill rotWithShape="1">
            <a:gsLst>
              <a:gs pos="0">
                <a:srgbClr val="000099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/>
          <a:lstStyle/>
          <a:p>
            <a:endParaRPr lang="en-US" dirty="0"/>
          </a:p>
        </p:txBody>
      </p:sp>
      <p:grpSp>
        <p:nvGrpSpPr>
          <p:cNvPr id="179226" name="Group 50"/>
          <p:cNvGrpSpPr/>
          <p:nvPr/>
        </p:nvGrpSpPr>
        <p:grpSpPr bwMode="auto">
          <a:xfrm>
            <a:off x="4294188" y="1814513"/>
            <a:ext cx="1095375" cy="338137"/>
            <a:chOff x="998" y="1077"/>
            <a:chExt cx="690" cy="213"/>
          </a:xfrm>
        </p:grpSpPr>
        <p:sp>
          <p:nvSpPr>
            <p:cNvPr id="71736" name="Rectangle 51"/>
            <p:cNvSpPr>
              <a:spLocks noChangeArrowheads="1"/>
            </p:cNvSpPr>
            <p:nvPr/>
          </p:nvSpPr>
          <p:spPr bwMode="auto">
            <a:xfrm>
              <a:off x="998" y="1113"/>
              <a:ext cx="690" cy="13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CC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179256" name="Text Box 7"/>
            <p:cNvSpPr txBox="1">
              <a:spLocks noChangeArrowheads="1"/>
            </p:cNvSpPr>
            <p:nvPr/>
          </p:nvSpPr>
          <p:spPr bwMode="auto">
            <a:xfrm>
              <a:off x="1107" y="1077"/>
              <a:ext cx="448" cy="213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  <a:cs typeface="MS PGothic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r>
                <a:rPr lang="en-US" sz="1600" i="0" dirty="0">
                  <a:solidFill>
                    <a:srgbClr val="CC0000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frame</a:t>
              </a:r>
              <a:endParaRPr lang="en-US" sz="1600" i="0" dirty="0">
                <a:solidFill>
                  <a:srgbClr val="CC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</p:grpSp>
      <p:sp>
        <p:nvSpPr>
          <p:cNvPr id="179227" name="Freeform 53"/>
          <p:cNvSpPr/>
          <p:nvPr/>
        </p:nvSpPr>
        <p:spPr bwMode="auto">
          <a:xfrm>
            <a:off x="5281613" y="723900"/>
            <a:ext cx="2924175" cy="5314950"/>
          </a:xfrm>
          <a:custGeom>
            <a:avLst/>
            <a:gdLst>
              <a:gd name="T0" fmla="*/ 2147483647 w 1842"/>
              <a:gd name="T1" fmla="*/ 0 h 3348"/>
              <a:gd name="T2" fmla="*/ 2147483647 w 1842"/>
              <a:gd name="T3" fmla="*/ 2147483647 h 3348"/>
              <a:gd name="T4" fmla="*/ 2147483647 w 1842"/>
              <a:gd name="T5" fmla="*/ 2147483647 h 3348"/>
              <a:gd name="T6" fmla="*/ 2147483647 w 1842"/>
              <a:gd name="T7" fmla="*/ 2147483647 h 3348"/>
              <a:gd name="T8" fmla="*/ 2147483647 w 1842"/>
              <a:gd name="T9" fmla="*/ 2147483647 h 3348"/>
              <a:gd name="T10" fmla="*/ 2147483647 w 1842"/>
              <a:gd name="T11" fmla="*/ 2147483647 h 3348"/>
              <a:gd name="T12" fmla="*/ 2147483647 w 1842"/>
              <a:gd name="T13" fmla="*/ 2147483647 h 3348"/>
              <a:gd name="T14" fmla="*/ 2147483647 w 1842"/>
              <a:gd name="T15" fmla="*/ 2147483647 h 3348"/>
              <a:gd name="T16" fmla="*/ 2147483647 w 1842"/>
              <a:gd name="T17" fmla="*/ 2147483647 h 3348"/>
              <a:gd name="T18" fmla="*/ 2147483647 w 1842"/>
              <a:gd name="T19" fmla="*/ 2147483647 h 3348"/>
              <a:gd name="T20" fmla="*/ 2147483647 w 1842"/>
              <a:gd name="T21" fmla="*/ 2147483647 h 3348"/>
              <a:gd name="T22" fmla="*/ 2147483647 w 1842"/>
              <a:gd name="T23" fmla="*/ 2147483647 h 3348"/>
              <a:gd name="T24" fmla="*/ 0 w 1842"/>
              <a:gd name="T25" fmla="*/ 2147483647 h 3348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842" h="3348">
                <a:moveTo>
                  <a:pt x="132" y="0"/>
                </a:moveTo>
                <a:lnTo>
                  <a:pt x="138" y="1200"/>
                </a:lnTo>
                <a:lnTo>
                  <a:pt x="1326" y="1200"/>
                </a:lnTo>
                <a:lnTo>
                  <a:pt x="1326" y="948"/>
                </a:lnTo>
                <a:lnTo>
                  <a:pt x="1830" y="948"/>
                </a:lnTo>
                <a:lnTo>
                  <a:pt x="1842" y="2496"/>
                </a:lnTo>
                <a:lnTo>
                  <a:pt x="1656" y="2340"/>
                </a:lnTo>
                <a:lnTo>
                  <a:pt x="1644" y="1896"/>
                </a:lnTo>
                <a:lnTo>
                  <a:pt x="1248" y="1902"/>
                </a:lnTo>
                <a:lnTo>
                  <a:pt x="1230" y="2430"/>
                </a:lnTo>
                <a:lnTo>
                  <a:pt x="774" y="3348"/>
                </a:lnTo>
                <a:lnTo>
                  <a:pt x="6" y="3348"/>
                </a:lnTo>
                <a:lnTo>
                  <a:pt x="0" y="2226"/>
                </a:lnTo>
              </a:path>
            </a:pathLst>
          </a:cu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/>
          <a:lstStyle/>
          <a:p>
            <a:endParaRPr lang="en-US" dirty="0"/>
          </a:p>
        </p:txBody>
      </p:sp>
      <p:grpSp>
        <p:nvGrpSpPr>
          <p:cNvPr id="179228" name="Group 54"/>
          <p:cNvGrpSpPr/>
          <p:nvPr/>
        </p:nvGrpSpPr>
        <p:grpSpPr bwMode="auto">
          <a:xfrm>
            <a:off x="8066088" y="2166938"/>
            <a:ext cx="1095375" cy="338137"/>
            <a:chOff x="998" y="1077"/>
            <a:chExt cx="690" cy="213"/>
          </a:xfrm>
        </p:grpSpPr>
        <p:sp>
          <p:nvSpPr>
            <p:cNvPr id="71734" name="Rectangle 55"/>
            <p:cNvSpPr>
              <a:spLocks noChangeArrowheads="1"/>
            </p:cNvSpPr>
            <p:nvPr/>
          </p:nvSpPr>
          <p:spPr bwMode="auto">
            <a:xfrm>
              <a:off x="998" y="1113"/>
              <a:ext cx="690" cy="13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CC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179254" name="Text Box 7"/>
            <p:cNvSpPr txBox="1">
              <a:spLocks noChangeArrowheads="1"/>
            </p:cNvSpPr>
            <p:nvPr/>
          </p:nvSpPr>
          <p:spPr bwMode="auto">
            <a:xfrm>
              <a:off x="1107" y="1077"/>
              <a:ext cx="448" cy="213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  <a:cs typeface="MS PGothic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r>
                <a:rPr lang="en-US" sz="1600" i="0" dirty="0">
                  <a:solidFill>
                    <a:srgbClr val="CC0000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frame</a:t>
              </a:r>
              <a:endParaRPr lang="en-US" sz="1600" i="0" dirty="0">
                <a:solidFill>
                  <a:srgbClr val="CC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</p:grpSp>
      <p:grpSp>
        <p:nvGrpSpPr>
          <p:cNvPr id="179229" name="Group 57"/>
          <p:cNvGrpSpPr/>
          <p:nvPr/>
        </p:nvGrpSpPr>
        <p:grpSpPr bwMode="auto">
          <a:xfrm>
            <a:off x="7742238" y="3919538"/>
            <a:ext cx="1095375" cy="338137"/>
            <a:chOff x="998" y="1077"/>
            <a:chExt cx="690" cy="213"/>
          </a:xfrm>
        </p:grpSpPr>
        <p:sp>
          <p:nvSpPr>
            <p:cNvPr id="71732" name="Rectangle 58"/>
            <p:cNvSpPr>
              <a:spLocks noChangeArrowheads="1"/>
            </p:cNvSpPr>
            <p:nvPr/>
          </p:nvSpPr>
          <p:spPr bwMode="auto">
            <a:xfrm>
              <a:off x="998" y="1113"/>
              <a:ext cx="690" cy="13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CC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179252" name="Text Box 7"/>
            <p:cNvSpPr txBox="1">
              <a:spLocks noChangeArrowheads="1"/>
            </p:cNvSpPr>
            <p:nvPr/>
          </p:nvSpPr>
          <p:spPr bwMode="auto">
            <a:xfrm>
              <a:off x="1107" y="1077"/>
              <a:ext cx="448" cy="213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  <a:cs typeface="MS PGothic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r>
                <a:rPr lang="en-US" sz="1600" i="0" dirty="0">
                  <a:solidFill>
                    <a:srgbClr val="CC0000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frame</a:t>
              </a:r>
              <a:endParaRPr lang="en-US" sz="1600" i="0" dirty="0">
                <a:solidFill>
                  <a:srgbClr val="CC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</p:grpSp>
      <p:grpSp>
        <p:nvGrpSpPr>
          <p:cNvPr id="179230" name="Group 60"/>
          <p:cNvGrpSpPr/>
          <p:nvPr/>
        </p:nvGrpSpPr>
        <p:grpSpPr bwMode="auto">
          <a:xfrm>
            <a:off x="7808913" y="3638550"/>
            <a:ext cx="962025" cy="304800"/>
            <a:chOff x="1070" y="918"/>
            <a:chExt cx="606" cy="192"/>
          </a:xfrm>
        </p:grpSpPr>
        <p:sp>
          <p:nvSpPr>
            <p:cNvPr id="71730" name="Rectangle 61"/>
            <p:cNvSpPr>
              <a:spLocks noChangeArrowheads="1"/>
            </p:cNvSpPr>
            <p:nvPr/>
          </p:nvSpPr>
          <p:spPr bwMode="auto">
            <a:xfrm>
              <a:off x="1082" y="939"/>
              <a:ext cx="576" cy="13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CC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179250" name="Text Box 4"/>
            <p:cNvSpPr txBox="1">
              <a:spLocks noChangeArrowheads="1"/>
            </p:cNvSpPr>
            <p:nvPr/>
          </p:nvSpPr>
          <p:spPr bwMode="auto">
            <a:xfrm>
              <a:off x="1070" y="918"/>
              <a:ext cx="606" cy="19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  <a:cs typeface="MS PGothic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r>
                <a:rPr lang="en-US" sz="1400" i="0" dirty="0">
                  <a:solidFill>
                    <a:srgbClr val="CC0000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datagram</a:t>
              </a:r>
              <a:endParaRPr lang="en-US" sz="1400" i="0" dirty="0">
                <a:solidFill>
                  <a:srgbClr val="CC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</p:grpSp>
      <p:sp>
        <p:nvSpPr>
          <p:cNvPr id="179231" name="Freeform 63"/>
          <p:cNvSpPr/>
          <p:nvPr/>
        </p:nvSpPr>
        <p:spPr bwMode="auto">
          <a:xfrm>
            <a:off x="6424613" y="3533775"/>
            <a:ext cx="361950" cy="923925"/>
          </a:xfrm>
          <a:custGeom>
            <a:avLst/>
            <a:gdLst>
              <a:gd name="T0" fmla="*/ 2147483647 w 228"/>
              <a:gd name="T1" fmla="*/ 0 h 582"/>
              <a:gd name="T2" fmla="*/ 2147483647 w 228"/>
              <a:gd name="T3" fmla="*/ 2147483647 h 582"/>
              <a:gd name="T4" fmla="*/ 2147483647 w 228"/>
              <a:gd name="T5" fmla="*/ 2147483647 h 582"/>
              <a:gd name="T6" fmla="*/ 0 w 228"/>
              <a:gd name="T7" fmla="*/ 2147483647 h 582"/>
              <a:gd name="T8" fmla="*/ 2147483647 w 228"/>
              <a:gd name="T9" fmla="*/ 0 h 58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28" h="582">
                <a:moveTo>
                  <a:pt x="228" y="0"/>
                </a:moveTo>
                <a:lnTo>
                  <a:pt x="228" y="582"/>
                </a:lnTo>
                <a:lnTo>
                  <a:pt x="12" y="360"/>
                </a:lnTo>
                <a:lnTo>
                  <a:pt x="0" y="222"/>
                </a:lnTo>
                <a:lnTo>
                  <a:pt x="228" y="0"/>
                </a:lnTo>
                <a:close/>
              </a:path>
            </a:pathLst>
          </a:custGeom>
          <a:gradFill rotWithShape="1">
            <a:gsLst>
              <a:gs pos="0">
                <a:schemeClr val="bg1"/>
              </a:gs>
              <a:gs pos="100000">
                <a:srgbClr val="000099"/>
              </a:gs>
            </a:gsLst>
            <a:lin ang="0" scaled="1"/>
          </a:gradFill>
          <a:ln>
            <a:noFill/>
          </a:ln>
          <a:effectLst/>
        </p:spPr>
        <p:txBody>
          <a:bodyPr wrap="none"/>
          <a:lstStyle/>
          <a:p>
            <a:endParaRPr lang="en-US" dirty="0"/>
          </a:p>
        </p:txBody>
      </p:sp>
      <p:grpSp>
        <p:nvGrpSpPr>
          <p:cNvPr id="179232" name="Group 44"/>
          <p:cNvGrpSpPr/>
          <p:nvPr/>
        </p:nvGrpSpPr>
        <p:grpSpPr bwMode="auto">
          <a:xfrm>
            <a:off x="6481763" y="1347788"/>
            <a:ext cx="762000" cy="693737"/>
            <a:chOff x="-44" y="1473"/>
            <a:chExt cx="981" cy="1105"/>
          </a:xfrm>
        </p:grpSpPr>
        <p:pic>
          <p:nvPicPr>
            <p:cNvPr id="179247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9248" name="Freeform 46"/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79233" name="Group 44"/>
          <p:cNvGrpSpPr/>
          <p:nvPr/>
        </p:nvGrpSpPr>
        <p:grpSpPr bwMode="auto">
          <a:xfrm>
            <a:off x="6461125" y="6002338"/>
            <a:ext cx="762000" cy="693737"/>
            <a:chOff x="-44" y="1473"/>
            <a:chExt cx="981" cy="1105"/>
          </a:xfrm>
        </p:grpSpPr>
        <p:pic>
          <p:nvPicPr>
            <p:cNvPr id="179245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9246" name="Freeform 46"/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736 w 356"/>
                <a:gd name="T3" fmla="*/ 95 h 368"/>
                <a:gd name="T4" fmla="*/ 2059 w 356"/>
                <a:gd name="T5" fmla="*/ 1990 h 368"/>
                <a:gd name="T6" fmla="*/ 454 w 356"/>
                <a:gd name="T7" fmla="*/ 248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</p:spPr>
          <p:txBody>
            <a:bodyPr wrap="none"/>
            <a:lstStyle/>
            <a:p>
              <a:endParaRPr lang="en-US" dirty="0"/>
            </a:p>
          </p:txBody>
        </p:sp>
      </p:grpSp>
      <p:pic>
        <p:nvPicPr>
          <p:cNvPr id="7171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3463" y="2671763"/>
            <a:ext cx="877887" cy="390525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179236" name="Picture 23" descr="underline_base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488" y="847725"/>
            <a:ext cx="4113212" cy="173038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r>
              <a:rPr lang="en-US" sz="1200" dirty="0">
                <a:latin typeface="Tahoma" panose="020B0604030504040204" charset="0"/>
              </a:rPr>
              <a:t>6</a:t>
            </a:r>
            <a:r>
              <a:rPr lang="en-US" sz="1200" dirty="0" smtClean="0">
                <a:latin typeface="Tahoma" panose="020B0604030504040204" charset="0"/>
              </a:rPr>
              <a:t>-</a:t>
            </a:r>
            <a:fld id="{8E8C6E93-DF5B-BC4B-80F9-500DED1EEDCC}" type="slidenum">
              <a:rPr lang="en-US" sz="1200">
                <a:latin typeface="Tahoma" panose="020B0604030504040204" charset="0"/>
              </a:rPr>
            </a:fld>
            <a:endParaRPr lang="en-US" sz="1200" dirty="0">
              <a:latin typeface="Tahoma" panose="020B0604030504040204" charset="0"/>
            </a:endParaRPr>
          </a:p>
        </p:txBody>
      </p:sp>
      <p:sp>
        <p:nvSpPr>
          <p:cNvPr id="70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pPr algn="r"/>
            <a:r>
              <a:rPr lang="en-US" sz="1200" dirty="0" smtClean="0">
                <a:solidFill>
                  <a:srgbClr val="000000"/>
                </a:solidFill>
                <a:latin typeface="Tahoma" panose="020B0604030504040204" charset="0"/>
                <a:cs typeface="Arial" panose="020B0604020202090204" pitchFamily="34" charset="0"/>
              </a:rPr>
              <a:t>Link Layer and LANs</a:t>
            </a:r>
            <a:endParaRPr lang="en-US" sz="1200" dirty="0">
              <a:solidFill>
                <a:srgbClr val="000000"/>
              </a:solidFill>
              <a:latin typeface="Tahoma" panose="020B0604030504040204" charset="0"/>
              <a:cs typeface="Arial" panose="020B0604020202090204" pitchFamily="34" charset="0"/>
            </a:endParaRPr>
          </a:p>
        </p:txBody>
      </p:sp>
      <p:grpSp>
        <p:nvGrpSpPr>
          <p:cNvPr id="71" name="Group 347"/>
          <p:cNvGrpSpPr/>
          <p:nvPr/>
        </p:nvGrpSpPr>
        <p:grpSpPr bwMode="auto">
          <a:xfrm>
            <a:off x="5807754" y="3834926"/>
            <a:ext cx="781085" cy="431171"/>
            <a:chOff x="1871277" y="1576300"/>
            <a:chExt cx="1128371" cy="437861"/>
          </a:xfrm>
        </p:grpSpPr>
        <p:sp>
          <p:nvSpPr>
            <p:cNvPr id="72" name="Oval 71"/>
            <p:cNvSpPr/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73" name="Rectangle 72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74" name="Oval 73"/>
            <p:cNvSpPr/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75" name="Freeform 74"/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-1" fmla="*/ 1486231 w 2944854"/>
                <a:gd name="connsiteY0-2" fmla="*/ 727041 h 1316375"/>
                <a:gd name="connsiteX1-3" fmla="*/ 257675 w 2944854"/>
                <a:gd name="connsiteY1-4" fmla="*/ 1302232 h 1316375"/>
                <a:gd name="connsiteX2-5" fmla="*/ 0 w 2944854"/>
                <a:gd name="connsiteY2-6" fmla="*/ 1228607 h 1316375"/>
                <a:gd name="connsiteX3-7" fmla="*/ 911064 w 2944854"/>
                <a:gd name="connsiteY3-8" fmla="*/ 837478 h 1316375"/>
                <a:gd name="connsiteX4-9" fmla="*/ 883456 w 2944854"/>
                <a:gd name="connsiteY4-10" fmla="*/ 450949 h 1316375"/>
                <a:gd name="connsiteX5-11" fmla="*/ 161047 w 2944854"/>
                <a:gd name="connsiteY5-12" fmla="*/ 119640 h 1316375"/>
                <a:gd name="connsiteX6-13" fmla="*/ 404917 w 2944854"/>
                <a:gd name="connsiteY6-14" fmla="*/ 50617 h 1316375"/>
                <a:gd name="connsiteX7-15" fmla="*/ 1477028 w 2944854"/>
                <a:gd name="connsiteY7-16" fmla="*/ 501566 h 1316375"/>
                <a:gd name="connsiteX8-17" fmla="*/ 2572146 w 2944854"/>
                <a:gd name="connsiteY8-18" fmla="*/ 0 h 1316375"/>
                <a:gd name="connsiteX9-19" fmla="*/ 2875834 w 2944854"/>
                <a:gd name="connsiteY9-20" fmla="*/ 96632 h 1316375"/>
                <a:gd name="connsiteX10-21" fmla="*/ 2079803 w 2944854"/>
                <a:gd name="connsiteY10-22" fmla="*/ 432543 h 1316375"/>
                <a:gd name="connsiteX11-23" fmla="*/ 2240850 w 2944854"/>
                <a:gd name="connsiteY11-24" fmla="*/ 920305 h 1316375"/>
                <a:gd name="connsiteX12-25" fmla="*/ 2944854 w 2944854"/>
                <a:gd name="connsiteY12-26" fmla="*/ 1228607 h 1316375"/>
                <a:gd name="connsiteX13-27" fmla="*/ 2756623 w 2944854"/>
                <a:gd name="connsiteY13-28" fmla="*/ 1316375 h 1316375"/>
                <a:gd name="connsiteX14-29" fmla="*/ 1486231 w 2944854"/>
                <a:gd name="connsiteY14-30" fmla="*/ 727041 h 1316375"/>
                <a:gd name="connsiteX0-31" fmla="*/ 1486231 w 3024520"/>
                <a:gd name="connsiteY0-32" fmla="*/ 727041 h 1316375"/>
                <a:gd name="connsiteX1-33" fmla="*/ 257675 w 3024520"/>
                <a:gd name="connsiteY1-34" fmla="*/ 1302232 h 1316375"/>
                <a:gd name="connsiteX2-35" fmla="*/ 0 w 3024520"/>
                <a:gd name="connsiteY2-36" fmla="*/ 1228607 h 1316375"/>
                <a:gd name="connsiteX3-37" fmla="*/ 911064 w 3024520"/>
                <a:gd name="connsiteY3-38" fmla="*/ 837478 h 1316375"/>
                <a:gd name="connsiteX4-39" fmla="*/ 883456 w 3024520"/>
                <a:gd name="connsiteY4-40" fmla="*/ 450949 h 1316375"/>
                <a:gd name="connsiteX5-41" fmla="*/ 161047 w 3024520"/>
                <a:gd name="connsiteY5-42" fmla="*/ 119640 h 1316375"/>
                <a:gd name="connsiteX6-43" fmla="*/ 404917 w 3024520"/>
                <a:gd name="connsiteY6-44" fmla="*/ 50617 h 1316375"/>
                <a:gd name="connsiteX7-45" fmla="*/ 1477028 w 3024520"/>
                <a:gd name="connsiteY7-46" fmla="*/ 501566 h 1316375"/>
                <a:gd name="connsiteX8-47" fmla="*/ 2572146 w 3024520"/>
                <a:gd name="connsiteY8-48" fmla="*/ 0 h 1316375"/>
                <a:gd name="connsiteX9-49" fmla="*/ 2875834 w 3024520"/>
                <a:gd name="connsiteY9-50" fmla="*/ 96632 h 1316375"/>
                <a:gd name="connsiteX10-51" fmla="*/ 2079803 w 3024520"/>
                <a:gd name="connsiteY10-52" fmla="*/ 432543 h 1316375"/>
                <a:gd name="connsiteX11-53" fmla="*/ 2240850 w 3024520"/>
                <a:gd name="connsiteY11-54" fmla="*/ 920305 h 1316375"/>
                <a:gd name="connsiteX12-55" fmla="*/ 3024520 w 3024520"/>
                <a:gd name="connsiteY12-56" fmla="*/ 1228607 h 1316375"/>
                <a:gd name="connsiteX13-57" fmla="*/ 2756623 w 3024520"/>
                <a:gd name="connsiteY13-58" fmla="*/ 1316375 h 1316375"/>
                <a:gd name="connsiteX14-59" fmla="*/ 1486231 w 3024520"/>
                <a:gd name="connsiteY14-60" fmla="*/ 727041 h 1316375"/>
                <a:gd name="connsiteX0-61" fmla="*/ 1537780 w 3076069"/>
                <a:gd name="connsiteY0-62" fmla="*/ 727041 h 1316375"/>
                <a:gd name="connsiteX1-63" fmla="*/ 309224 w 3076069"/>
                <a:gd name="connsiteY1-64" fmla="*/ 1302232 h 1316375"/>
                <a:gd name="connsiteX2-65" fmla="*/ 0 w 3076069"/>
                <a:gd name="connsiteY2-66" fmla="*/ 1228607 h 1316375"/>
                <a:gd name="connsiteX3-67" fmla="*/ 962613 w 3076069"/>
                <a:gd name="connsiteY3-68" fmla="*/ 837478 h 1316375"/>
                <a:gd name="connsiteX4-69" fmla="*/ 935005 w 3076069"/>
                <a:gd name="connsiteY4-70" fmla="*/ 450949 h 1316375"/>
                <a:gd name="connsiteX5-71" fmla="*/ 212596 w 3076069"/>
                <a:gd name="connsiteY5-72" fmla="*/ 119640 h 1316375"/>
                <a:gd name="connsiteX6-73" fmla="*/ 456466 w 3076069"/>
                <a:gd name="connsiteY6-74" fmla="*/ 50617 h 1316375"/>
                <a:gd name="connsiteX7-75" fmla="*/ 1528577 w 3076069"/>
                <a:gd name="connsiteY7-76" fmla="*/ 501566 h 1316375"/>
                <a:gd name="connsiteX8-77" fmla="*/ 2623695 w 3076069"/>
                <a:gd name="connsiteY8-78" fmla="*/ 0 h 1316375"/>
                <a:gd name="connsiteX9-79" fmla="*/ 2927383 w 3076069"/>
                <a:gd name="connsiteY9-80" fmla="*/ 96632 h 1316375"/>
                <a:gd name="connsiteX10-81" fmla="*/ 2131352 w 3076069"/>
                <a:gd name="connsiteY10-82" fmla="*/ 432543 h 1316375"/>
                <a:gd name="connsiteX11-83" fmla="*/ 2292399 w 3076069"/>
                <a:gd name="connsiteY11-84" fmla="*/ 920305 h 1316375"/>
                <a:gd name="connsiteX12-85" fmla="*/ 3076069 w 3076069"/>
                <a:gd name="connsiteY12-86" fmla="*/ 1228607 h 1316375"/>
                <a:gd name="connsiteX13-87" fmla="*/ 2808172 w 3076069"/>
                <a:gd name="connsiteY13-88" fmla="*/ 1316375 h 1316375"/>
                <a:gd name="connsiteX14-89" fmla="*/ 1537780 w 3076069"/>
                <a:gd name="connsiteY14-90" fmla="*/ 727041 h 1316375"/>
                <a:gd name="connsiteX0-91" fmla="*/ 1537780 w 3076069"/>
                <a:gd name="connsiteY0-92" fmla="*/ 727041 h 1321259"/>
                <a:gd name="connsiteX1-93" fmla="*/ 313981 w 3076069"/>
                <a:gd name="connsiteY1-94" fmla="*/ 1321259 h 1321259"/>
                <a:gd name="connsiteX2-95" fmla="*/ 0 w 3076069"/>
                <a:gd name="connsiteY2-96" fmla="*/ 1228607 h 1321259"/>
                <a:gd name="connsiteX3-97" fmla="*/ 962613 w 3076069"/>
                <a:gd name="connsiteY3-98" fmla="*/ 837478 h 1321259"/>
                <a:gd name="connsiteX4-99" fmla="*/ 935005 w 3076069"/>
                <a:gd name="connsiteY4-100" fmla="*/ 450949 h 1321259"/>
                <a:gd name="connsiteX5-101" fmla="*/ 212596 w 3076069"/>
                <a:gd name="connsiteY5-102" fmla="*/ 119640 h 1321259"/>
                <a:gd name="connsiteX6-103" fmla="*/ 456466 w 3076069"/>
                <a:gd name="connsiteY6-104" fmla="*/ 50617 h 1321259"/>
                <a:gd name="connsiteX7-105" fmla="*/ 1528577 w 3076069"/>
                <a:gd name="connsiteY7-106" fmla="*/ 501566 h 1321259"/>
                <a:gd name="connsiteX8-107" fmla="*/ 2623695 w 3076069"/>
                <a:gd name="connsiteY8-108" fmla="*/ 0 h 1321259"/>
                <a:gd name="connsiteX9-109" fmla="*/ 2927383 w 3076069"/>
                <a:gd name="connsiteY9-110" fmla="*/ 96632 h 1321259"/>
                <a:gd name="connsiteX10-111" fmla="*/ 2131352 w 3076069"/>
                <a:gd name="connsiteY10-112" fmla="*/ 432543 h 1321259"/>
                <a:gd name="connsiteX11-113" fmla="*/ 2292399 w 3076069"/>
                <a:gd name="connsiteY11-114" fmla="*/ 920305 h 1321259"/>
                <a:gd name="connsiteX12-115" fmla="*/ 3076069 w 3076069"/>
                <a:gd name="connsiteY12-116" fmla="*/ 1228607 h 1321259"/>
                <a:gd name="connsiteX13-117" fmla="*/ 2808172 w 3076069"/>
                <a:gd name="connsiteY13-118" fmla="*/ 1316375 h 1321259"/>
                <a:gd name="connsiteX14-119" fmla="*/ 1537780 w 3076069"/>
                <a:gd name="connsiteY14-120" fmla="*/ 727041 h 1321259"/>
                <a:gd name="connsiteX0-121" fmla="*/ 1537780 w 3076069"/>
                <a:gd name="connsiteY0-122" fmla="*/ 750825 h 1321259"/>
                <a:gd name="connsiteX1-123" fmla="*/ 313981 w 3076069"/>
                <a:gd name="connsiteY1-124" fmla="*/ 1321259 h 1321259"/>
                <a:gd name="connsiteX2-125" fmla="*/ 0 w 3076069"/>
                <a:gd name="connsiteY2-126" fmla="*/ 1228607 h 1321259"/>
                <a:gd name="connsiteX3-127" fmla="*/ 962613 w 3076069"/>
                <a:gd name="connsiteY3-128" fmla="*/ 837478 h 1321259"/>
                <a:gd name="connsiteX4-129" fmla="*/ 935005 w 3076069"/>
                <a:gd name="connsiteY4-130" fmla="*/ 450949 h 1321259"/>
                <a:gd name="connsiteX5-131" fmla="*/ 212596 w 3076069"/>
                <a:gd name="connsiteY5-132" fmla="*/ 119640 h 1321259"/>
                <a:gd name="connsiteX6-133" fmla="*/ 456466 w 3076069"/>
                <a:gd name="connsiteY6-134" fmla="*/ 50617 h 1321259"/>
                <a:gd name="connsiteX7-135" fmla="*/ 1528577 w 3076069"/>
                <a:gd name="connsiteY7-136" fmla="*/ 501566 h 1321259"/>
                <a:gd name="connsiteX8-137" fmla="*/ 2623695 w 3076069"/>
                <a:gd name="connsiteY8-138" fmla="*/ 0 h 1321259"/>
                <a:gd name="connsiteX9-139" fmla="*/ 2927383 w 3076069"/>
                <a:gd name="connsiteY9-140" fmla="*/ 96632 h 1321259"/>
                <a:gd name="connsiteX10-141" fmla="*/ 2131352 w 3076069"/>
                <a:gd name="connsiteY10-142" fmla="*/ 432543 h 1321259"/>
                <a:gd name="connsiteX11-143" fmla="*/ 2292399 w 3076069"/>
                <a:gd name="connsiteY11-144" fmla="*/ 920305 h 1321259"/>
                <a:gd name="connsiteX12-145" fmla="*/ 3076069 w 3076069"/>
                <a:gd name="connsiteY12-146" fmla="*/ 1228607 h 1321259"/>
                <a:gd name="connsiteX13-147" fmla="*/ 2808172 w 3076069"/>
                <a:gd name="connsiteY13-148" fmla="*/ 1316375 h 1321259"/>
                <a:gd name="connsiteX14-149" fmla="*/ 1537780 w 3076069"/>
                <a:gd name="connsiteY14-150" fmla="*/ 750825 h 132125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76" name="Freeform 75"/>
            <p:cNvSpPr/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-1" fmla="*/ 0 w 3640627"/>
                <a:gd name="connsiteY0-2" fmla="*/ 242051 h 923747"/>
                <a:gd name="connsiteX1-3" fmla="*/ 655168 w 3640627"/>
                <a:gd name="connsiteY1-4" fmla="*/ 16495 h 923747"/>
                <a:gd name="connsiteX2-5" fmla="*/ 1809765 w 3640627"/>
                <a:gd name="connsiteY2-6" fmla="*/ 511360 h 923747"/>
                <a:gd name="connsiteX3-7" fmla="*/ 2964363 w 3640627"/>
                <a:gd name="connsiteY3-8" fmla="*/ 0 h 923747"/>
                <a:gd name="connsiteX4-9" fmla="*/ 3640627 w 3640627"/>
                <a:gd name="connsiteY4-10" fmla="*/ 197946 h 923747"/>
                <a:gd name="connsiteX5-11" fmla="*/ 3195282 w 3640627"/>
                <a:gd name="connsiteY5-12" fmla="*/ 461874 h 923747"/>
                <a:gd name="connsiteX6-13" fmla="*/ 2980857 w 3640627"/>
                <a:gd name="connsiteY6-14" fmla="*/ 379396 h 923747"/>
                <a:gd name="connsiteX7-15" fmla="*/ 1826259 w 3640627"/>
                <a:gd name="connsiteY7-16" fmla="*/ 923747 h 923747"/>
                <a:gd name="connsiteX8-17" fmla="*/ 671662 w 3640627"/>
                <a:gd name="connsiteY8-18" fmla="*/ 412387 h 923747"/>
                <a:gd name="connsiteX9-19" fmla="*/ 523214 w 3640627"/>
                <a:gd name="connsiteY9-20" fmla="*/ 478369 h 923747"/>
                <a:gd name="connsiteX10-21" fmla="*/ 0 w 3640627"/>
                <a:gd name="connsiteY10-22" fmla="*/ 242051 h 923747"/>
                <a:gd name="connsiteX0-23" fmla="*/ 0 w 3640627"/>
                <a:gd name="connsiteY0-24" fmla="*/ 242051 h 923747"/>
                <a:gd name="connsiteX1-25" fmla="*/ 655168 w 3640627"/>
                <a:gd name="connsiteY1-26" fmla="*/ 16495 h 923747"/>
                <a:gd name="connsiteX2-27" fmla="*/ 1809765 w 3640627"/>
                <a:gd name="connsiteY2-28" fmla="*/ 511360 h 923747"/>
                <a:gd name="connsiteX3-29" fmla="*/ 2964363 w 3640627"/>
                <a:gd name="connsiteY3-30" fmla="*/ 0 h 923747"/>
                <a:gd name="connsiteX4-31" fmla="*/ 3640627 w 3640627"/>
                <a:gd name="connsiteY4-32" fmla="*/ 197946 h 923747"/>
                <a:gd name="connsiteX5-33" fmla="*/ 3195282 w 3640627"/>
                <a:gd name="connsiteY5-34" fmla="*/ 461874 h 923747"/>
                <a:gd name="connsiteX6-35" fmla="*/ 2980857 w 3640627"/>
                <a:gd name="connsiteY6-36" fmla="*/ 379396 h 923747"/>
                <a:gd name="connsiteX7-37" fmla="*/ 1826259 w 3640627"/>
                <a:gd name="connsiteY7-38" fmla="*/ 923747 h 923747"/>
                <a:gd name="connsiteX8-39" fmla="*/ 671662 w 3640627"/>
                <a:gd name="connsiteY8-40" fmla="*/ 412387 h 923747"/>
                <a:gd name="connsiteX9-41" fmla="*/ 523214 w 3640627"/>
                <a:gd name="connsiteY9-42" fmla="*/ 482971 h 923747"/>
                <a:gd name="connsiteX10-43" fmla="*/ 0 w 3640627"/>
                <a:gd name="connsiteY10-44" fmla="*/ 242051 h 923747"/>
                <a:gd name="connsiteX0-45" fmla="*/ 0 w 3640627"/>
                <a:gd name="connsiteY0-46" fmla="*/ 242051 h 923747"/>
                <a:gd name="connsiteX1-47" fmla="*/ 655168 w 3640627"/>
                <a:gd name="connsiteY1-48" fmla="*/ 16495 h 923747"/>
                <a:gd name="connsiteX2-49" fmla="*/ 1809765 w 3640627"/>
                <a:gd name="connsiteY2-50" fmla="*/ 511360 h 923747"/>
                <a:gd name="connsiteX3-51" fmla="*/ 2964363 w 3640627"/>
                <a:gd name="connsiteY3-52" fmla="*/ 0 h 923747"/>
                <a:gd name="connsiteX4-53" fmla="*/ 3640627 w 3640627"/>
                <a:gd name="connsiteY4-54" fmla="*/ 197946 h 923747"/>
                <a:gd name="connsiteX5-55" fmla="*/ 3195282 w 3640627"/>
                <a:gd name="connsiteY5-56" fmla="*/ 461874 h 923747"/>
                <a:gd name="connsiteX6-57" fmla="*/ 2980857 w 3640627"/>
                <a:gd name="connsiteY6-58" fmla="*/ 379396 h 923747"/>
                <a:gd name="connsiteX7-59" fmla="*/ 1826259 w 3640627"/>
                <a:gd name="connsiteY7-60" fmla="*/ 923747 h 923747"/>
                <a:gd name="connsiteX8-61" fmla="*/ 690067 w 3640627"/>
                <a:gd name="connsiteY8-62" fmla="*/ 412387 h 923747"/>
                <a:gd name="connsiteX9-63" fmla="*/ 523214 w 3640627"/>
                <a:gd name="connsiteY9-64" fmla="*/ 482971 h 923747"/>
                <a:gd name="connsiteX10-65" fmla="*/ 0 w 3640627"/>
                <a:gd name="connsiteY10-66" fmla="*/ 242051 h 923747"/>
                <a:gd name="connsiteX0-67" fmla="*/ 0 w 3640627"/>
                <a:gd name="connsiteY0-68" fmla="*/ 242051 h 946755"/>
                <a:gd name="connsiteX1-69" fmla="*/ 655168 w 3640627"/>
                <a:gd name="connsiteY1-70" fmla="*/ 16495 h 946755"/>
                <a:gd name="connsiteX2-71" fmla="*/ 1809765 w 3640627"/>
                <a:gd name="connsiteY2-72" fmla="*/ 511360 h 946755"/>
                <a:gd name="connsiteX3-73" fmla="*/ 2964363 w 3640627"/>
                <a:gd name="connsiteY3-74" fmla="*/ 0 h 946755"/>
                <a:gd name="connsiteX4-75" fmla="*/ 3640627 w 3640627"/>
                <a:gd name="connsiteY4-76" fmla="*/ 197946 h 946755"/>
                <a:gd name="connsiteX5-77" fmla="*/ 3195282 w 3640627"/>
                <a:gd name="connsiteY5-78" fmla="*/ 461874 h 946755"/>
                <a:gd name="connsiteX6-79" fmla="*/ 2980857 w 3640627"/>
                <a:gd name="connsiteY6-80" fmla="*/ 379396 h 946755"/>
                <a:gd name="connsiteX7-81" fmla="*/ 1876873 w 3640627"/>
                <a:gd name="connsiteY7-82" fmla="*/ 946755 h 946755"/>
                <a:gd name="connsiteX8-83" fmla="*/ 690067 w 3640627"/>
                <a:gd name="connsiteY8-84" fmla="*/ 412387 h 946755"/>
                <a:gd name="connsiteX9-85" fmla="*/ 523214 w 3640627"/>
                <a:gd name="connsiteY9-86" fmla="*/ 482971 h 946755"/>
                <a:gd name="connsiteX10-87" fmla="*/ 0 w 3640627"/>
                <a:gd name="connsiteY10-88" fmla="*/ 242051 h 946755"/>
                <a:gd name="connsiteX0-89" fmla="*/ 0 w 3640627"/>
                <a:gd name="connsiteY0-90" fmla="*/ 242051 h 946755"/>
                <a:gd name="connsiteX1-91" fmla="*/ 655168 w 3640627"/>
                <a:gd name="connsiteY1-92" fmla="*/ 16495 h 946755"/>
                <a:gd name="connsiteX2-93" fmla="*/ 1855778 w 3640627"/>
                <a:gd name="connsiteY2-94" fmla="*/ 534367 h 946755"/>
                <a:gd name="connsiteX3-95" fmla="*/ 2964363 w 3640627"/>
                <a:gd name="connsiteY3-96" fmla="*/ 0 h 946755"/>
                <a:gd name="connsiteX4-97" fmla="*/ 3640627 w 3640627"/>
                <a:gd name="connsiteY4-98" fmla="*/ 197946 h 946755"/>
                <a:gd name="connsiteX5-99" fmla="*/ 3195282 w 3640627"/>
                <a:gd name="connsiteY5-100" fmla="*/ 461874 h 946755"/>
                <a:gd name="connsiteX6-101" fmla="*/ 2980857 w 3640627"/>
                <a:gd name="connsiteY6-102" fmla="*/ 379396 h 946755"/>
                <a:gd name="connsiteX7-103" fmla="*/ 1876873 w 3640627"/>
                <a:gd name="connsiteY7-104" fmla="*/ 946755 h 946755"/>
                <a:gd name="connsiteX8-105" fmla="*/ 690067 w 3640627"/>
                <a:gd name="connsiteY8-106" fmla="*/ 412387 h 946755"/>
                <a:gd name="connsiteX9-107" fmla="*/ 523214 w 3640627"/>
                <a:gd name="connsiteY9-108" fmla="*/ 482971 h 946755"/>
                <a:gd name="connsiteX10-109" fmla="*/ 0 w 3640627"/>
                <a:gd name="connsiteY10-110" fmla="*/ 242051 h 946755"/>
                <a:gd name="connsiteX0-111" fmla="*/ 0 w 3640627"/>
                <a:gd name="connsiteY0-112" fmla="*/ 242051 h 946755"/>
                <a:gd name="connsiteX1-113" fmla="*/ 655168 w 3640627"/>
                <a:gd name="connsiteY1-114" fmla="*/ 16495 h 946755"/>
                <a:gd name="connsiteX2-115" fmla="*/ 1855778 w 3640627"/>
                <a:gd name="connsiteY2-116" fmla="*/ 534367 h 946755"/>
                <a:gd name="connsiteX3-117" fmla="*/ 2964363 w 3640627"/>
                <a:gd name="connsiteY3-118" fmla="*/ 0 h 946755"/>
                <a:gd name="connsiteX4-119" fmla="*/ 3640627 w 3640627"/>
                <a:gd name="connsiteY4-120" fmla="*/ 197946 h 946755"/>
                <a:gd name="connsiteX5-121" fmla="*/ 3195282 w 3640627"/>
                <a:gd name="connsiteY5-122" fmla="*/ 461874 h 946755"/>
                <a:gd name="connsiteX6-123" fmla="*/ 3008465 w 3640627"/>
                <a:gd name="connsiteY6-124" fmla="*/ 402404 h 946755"/>
                <a:gd name="connsiteX7-125" fmla="*/ 1876873 w 3640627"/>
                <a:gd name="connsiteY7-126" fmla="*/ 946755 h 946755"/>
                <a:gd name="connsiteX8-127" fmla="*/ 690067 w 3640627"/>
                <a:gd name="connsiteY8-128" fmla="*/ 412387 h 946755"/>
                <a:gd name="connsiteX9-129" fmla="*/ 523214 w 3640627"/>
                <a:gd name="connsiteY9-130" fmla="*/ 482971 h 946755"/>
                <a:gd name="connsiteX10-131" fmla="*/ 0 w 3640627"/>
                <a:gd name="connsiteY10-132" fmla="*/ 242051 h 946755"/>
                <a:gd name="connsiteX0-133" fmla="*/ 0 w 3723451"/>
                <a:gd name="connsiteY0-134" fmla="*/ 242051 h 946755"/>
                <a:gd name="connsiteX1-135" fmla="*/ 655168 w 3723451"/>
                <a:gd name="connsiteY1-136" fmla="*/ 16495 h 946755"/>
                <a:gd name="connsiteX2-137" fmla="*/ 1855778 w 3723451"/>
                <a:gd name="connsiteY2-138" fmla="*/ 534367 h 946755"/>
                <a:gd name="connsiteX3-139" fmla="*/ 2964363 w 3723451"/>
                <a:gd name="connsiteY3-140" fmla="*/ 0 h 946755"/>
                <a:gd name="connsiteX4-141" fmla="*/ 3723451 w 3723451"/>
                <a:gd name="connsiteY4-142" fmla="*/ 220954 h 946755"/>
                <a:gd name="connsiteX5-143" fmla="*/ 3195282 w 3723451"/>
                <a:gd name="connsiteY5-144" fmla="*/ 461874 h 946755"/>
                <a:gd name="connsiteX6-145" fmla="*/ 3008465 w 3723451"/>
                <a:gd name="connsiteY6-146" fmla="*/ 402404 h 946755"/>
                <a:gd name="connsiteX7-147" fmla="*/ 1876873 w 3723451"/>
                <a:gd name="connsiteY7-148" fmla="*/ 946755 h 946755"/>
                <a:gd name="connsiteX8-149" fmla="*/ 690067 w 3723451"/>
                <a:gd name="connsiteY8-150" fmla="*/ 412387 h 946755"/>
                <a:gd name="connsiteX9-151" fmla="*/ 523214 w 3723451"/>
                <a:gd name="connsiteY9-152" fmla="*/ 482971 h 946755"/>
                <a:gd name="connsiteX10-153" fmla="*/ 0 w 3723451"/>
                <a:gd name="connsiteY10-154" fmla="*/ 242051 h 946755"/>
                <a:gd name="connsiteX0-155" fmla="*/ 0 w 3723451"/>
                <a:gd name="connsiteY0-156" fmla="*/ 228246 h 932950"/>
                <a:gd name="connsiteX1-157" fmla="*/ 655168 w 3723451"/>
                <a:gd name="connsiteY1-158" fmla="*/ 2690 h 932950"/>
                <a:gd name="connsiteX2-159" fmla="*/ 1855778 w 3723451"/>
                <a:gd name="connsiteY2-160" fmla="*/ 520562 h 932950"/>
                <a:gd name="connsiteX3-161" fmla="*/ 3001174 w 3723451"/>
                <a:gd name="connsiteY3-162" fmla="*/ 0 h 932950"/>
                <a:gd name="connsiteX4-163" fmla="*/ 3723451 w 3723451"/>
                <a:gd name="connsiteY4-164" fmla="*/ 207149 h 932950"/>
                <a:gd name="connsiteX5-165" fmla="*/ 3195282 w 3723451"/>
                <a:gd name="connsiteY5-166" fmla="*/ 448069 h 932950"/>
                <a:gd name="connsiteX6-167" fmla="*/ 3008465 w 3723451"/>
                <a:gd name="connsiteY6-168" fmla="*/ 388599 h 932950"/>
                <a:gd name="connsiteX7-169" fmla="*/ 1876873 w 3723451"/>
                <a:gd name="connsiteY7-170" fmla="*/ 932950 h 932950"/>
                <a:gd name="connsiteX8-171" fmla="*/ 690067 w 3723451"/>
                <a:gd name="connsiteY8-172" fmla="*/ 398582 h 932950"/>
                <a:gd name="connsiteX9-173" fmla="*/ 523214 w 3723451"/>
                <a:gd name="connsiteY9-174" fmla="*/ 469166 h 932950"/>
                <a:gd name="connsiteX10-175" fmla="*/ 0 w 3723451"/>
                <a:gd name="connsiteY10-176" fmla="*/ 228246 h 932950"/>
                <a:gd name="connsiteX0-177" fmla="*/ 0 w 3723451"/>
                <a:gd name="connsiteY0-178" fmla="*/ 228246 h 932950"/>
                <a:gd name="connsiteX1-179" fmla="*/ 655168 w 3723451"/>
                <a:gd name="connsiteY1-180" fmla="*/ 2690 h 932950"/>
                <a:gd name="connsiteX2-181" fmla="*/ 1855778 w 3723451"/>
                <a:gd name="connsiteY2-182" fmla="*/ 520562 h 932950"/>
                <a:gd name="connsiteX3-183" fmla="*/ 3001174 w 3723451"/>
                <a:gd name="connsiteY3-184" fmla="*/ 0 h 932950"/>
                <a:gd name="connsiteX4-185" fmla="*/ 3723451 w 3723451"/>
                <a:gd name="connsiteY4-186" fmla="*/ 207149 h 932950"/>
                <a:gd name="connsiteX5-187" fmla="*/ 3195282 w 3723451"/>
                <a:gd name="connsiteY5-188" fmla="*/ 448069 h 932950"/>
                <a:gd name="connsiteX6-189" fmla="*/ 3013067 w 3723451"/>
                <a:gd name="connsiteY6-190" fmla="*/ 393200 h 932950"/>
                <a:gd name="connsiteX7-191" fmla="*/ 1876873 w 3723451"/>
                <a:gd name="connsiteY7-192" fmla="*/ 932950 h 932950"/>
                <a:gd name="connsiteX8-193" fmla="*/ 690067 w 3723451"/>
                <a:gd name="connsiteY8-194" fmla="*/ 398582 h 932950"/>
                <a:gd name="connsiteX9-195" fmla="*/ 523214 w 3723451"/>
                <a:gd name="connsiteY9-196" fmla="*/ 469166 h 932950"/>
                <a:gd name="connsiteX10-197" fmla="*/ 0 w 3723451"/>
                <a:gd name="connsiteY10-198" fmla="*/ 228246 h 932950"/>
                <a:gd name="connsiteX0-199" fmla="*/ 0 w 3723451"/>
                <a:gd name="connsiteY0-200" fmla="*/ 228246 h 932950"/>
                <a:gd name="connsiteX1-201" fmla="*/ 655168 w 3723451"/>
                <a:gd name="connsiteY1-202" fmla="*/ 2690 h 932950"/>
                <a:gd name="connsiteX2-203" fmla="*/ 1855778 w 3723451"/>
                <a:gd name="connsiteY2-204" fmla="*/ 520562 h 932950"/>
                <a:gd name="connsiteX3-205" fmla="*/ 3001174 w 3723451"/>
                <a:gd name="connsiteY3-206" fmla="*/ 0 h 932950"/>
                <a:gd name="connsiteX4-207" fmla="*/ 3723451 w 3723451"/>
                <a:gd name="connsiteY4-208" fmla="*/ 207149 h 932950"/>
                <a:gd name="connsiteX5-209" fmla="*/ 3186079 w 3723451"/>
                <a:gd name="connsiteY5-210" fmla="*/ 461874 h 932950"/>
                <a:gd name="connsiteX6-211" fmla="*/ 3013067 w 3723451"/>
                <a:gd name="connsiteY6-212" fmla="*/ 393200 h 932950"/>
                <a:gd name="connsiteX7-213" fmla="*/ 1876873 w 3723451"/>
                <a:gd name="connsiteY7-214" fmla="*/ 932950 h 932950"/>
                <a:gd name="connsiteX8-215" fmla="*/ 690067 w 3723451"/>
                <a:gd name="connsiteY8-216" fmla="*/ 398582 h 932950"/>
                <a:gd name="connsiteX9-217" fmla="*/ 523214 w 3723451"/>
                <a:gd name="connsiteY9-218" fmla="*/ 469166 h 932950"/>
                <a:gd name="connsiteX10-219" fmla="*/ 0 w 3723451"/>
                <a:gd name="connsiteY10-220" fmla="*/ 228246 h 932950"/>
                <a:gd name="connsiteX0-221" fmla="*/ 0 w 3723451"/>
                <a:gd name="connsiteY0-222" fmla="*/ 228246 h 932950"/>
                <a:gd name="connsiteX1-223" fmla="*/ 655168 w 3723451"/>
                <a:gd name="connsiteY1-224" fmla="*/ 2690 h 932950"/>
                <a:gd name="connsiteX2-225" fmla="*/ 1855778 w 3723451"/>
                <a:gd name="connsiteY2-226" fmla="*/ 520562 h 932950"/>
                <a:gd name="connsiteX3-227" fmla="*/ 3001174 w 3723451"/>
                <a:gd name="connsiteY3-228" fmla="*/ 0 h 932950"/>
                <a:gd name="connsiteX4-229" fmla="*/ 3723451 w 3723451"/>
                <a:gd name="connsiteY4-230" fmla="*/ 207149 h 932950"/>
                <a:gd name="connsiteX5-231" fmla="*/ 3186079 w 3723451"/>
                <a:gd name="connsiteY5-232" fmla="*/ 461874 h 932950"/>
                <a:gd name="connsiteX6-233" fmla="*/ 3013067 w 3723451"/>
                <a:gd name="connsiteY6-234" fmla="*/ 393200 h 932950"/>
                <a:gd name="connsiteX7-235" fmla="*/ 1876873 w 3723451"/>
                <a:gd name="connsiteY7-236" fmla="*/ 932950 h 932950"/>
                <a:gd name="connsiteX8-237" fmla="*/ 711613 w 3723451"/>
                <a:gd name="connsiteY8-238" fmla="*/ 413055 h 932950"/>
                <a:gd name="connsiteX9-239" fmla="*/ 523214 w 3723451"/>
                <a:gd name="connsiteY9-240" fmla="*/ 469166 h 932950"/>
                <a:gd name="connsiteX10-241" fmla="*/ 0 w 3723451"/>
                <a:gd name="connsiteY10-242" fmla="*/ 228246 h 93295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77" name="Freeform 76"/>
            <p:cNvSpPr/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-1" fmla="*/ 4602 w 1371198"/>
                <a:gd name="connsiteY0-2" fmla="*/ 0 h 800665"/>
                <a:gd name="connsiteX1-3" fmla="*/ 1371198 w 1371198"/>
                <a:gd name="connsiteY1-4" fmla="*/ 625807 h 800665"/>
                <a:gd name="connsiteX2-5" fmla="*/ 897260 w 1371198"/>
                <a:gd name="connsiteY2-6" fmla="*/ 800665 h 800665"/>
                <a:gd name="connsiteX3-7" fmla="*/ 0 w 1371198"/>
                <a:gd name="connsiteY3-8" fmla="*/ 404934 h 800665"/>
                <a:gd name="connsiteX4-9" fmla="*/ 4602 w 1371198"/>
                <a:gd name="connsiteY4-10" fmla="*/ 0 h 800665"/>
                <a:gd name="connsiteX0-11" fmla="*/ 0 w 1366596"/>
                <a:gd name="connsiteY0-12" fmla="*/ 0 h 800665"/>
                <a:gd name="connsiteX1-13" fmla="*/ 1366596 w 1366596"/>
                <a:gd name="connsiteY1-14" fmla="*/ 625807 h 800665"/>
                <a:gd name="connsiteX2-15" fmla="*/ 892658 w 1366596"/>
                <a:gd name="connsiteY2-16" fmla="*/ 800665 h 800665"/>
                <a:gd name="connsiteX3-17" fmla="*/ 4601 w 1366596"/>
                <a:gd name="connsiteY3-18" fmla="*/ 427942 h 800665"/>
                <a:gd name="connsiteX4-19" fmla="*/ 0 w 1366596"/>
                <a:gd name="connsiteY4-20" fmla="*/ 0 h 800665"/>
                <a:gd name="connsiteX0-21" fmla="*/ 0 w 1366596"/>
                <a:gd name="connsiteY0-22" fmla="*/ 0 h 800665"/>
                <a:gd name="connsiteX1-23" fmla="*/ 1366596 w 1366596"/>
                <a:gd name="connsiteY1-24" fmla="*/ 625807 h 800665"/>
                <a:gd name="connsiteX2-25" fmla="*/ 892658 w 1366596"/>
                <a:gd name="connsiteY2-26" fmla="*/ 800665 h 800665"/>
                <a:gd name="connsiteX3-27" fmla="*/ 4601 w 1366596"/>
                <a:gd name="connsiteY3-28" fmla="*/ 427942 h 800665"/>
                <a:gd name="connsiteX4-29" fmla="*/ 0 w 1366596"/>
                <a:gd name="connsiteY4-30" fmla="*/ 0 h 800665"/>
                <a:gd name="connsiteX0-31" fmla="*/ 0 w 1366596"/>
                <a:gd name="connsiteY0-32" fmla="*/ 0 h 800665"/>
                <a:gd name="connsiteX1-33" fmla="*/ 1366596 w 1366596"/>
                <a:gd name="connsiteY1-34" fmla="*/ 625807 h 800665"/>
                <a:gd name="connsiteX2-35" fmla="*/ 892658 w 1366596"/>
                <a:gd name="connsiteY2-36" fmla="*/ 800665 h 800665"/>
                <a:gd name="connsiteX3-37" fmla="*/ 4601 w 1366596"/>
                <a:gd name="connsiteY3-38" fmla="*/ 427942 h 800665"/>
                <a:gd name="connsiteX4-39" fmla="*/ 0 w 1366596"/>
                <a:gd name="connsiteY4-40" fmla="*/ 0 h 800665"/>
                <a:gd name="connsiteX0-41" fmla="*/ 0 w 1366596"/>
                <a:gd name="connsiteY0-42" fmla="*/ 0 h 809868"/>
                <a:gd name="connsiteX1-43" fmla="*/ 1366596 w 1366596"/>
                <a:gd name="connsiteY1-44" fmla="*/ 625807 h 809868"/>
                <a:gd name="connsiteX2-45" fmla="*/ 865050 w 1366596"/>
                <a:gd name="connsiteY2-46" fmla="*/ 809868 h 809868"/>
                <a:gd name="connsiteX3-47" fmla="*/ 4601 w 1366596"/>
                <a:gd name="connsiteY3-48" fmla="*/ 427942 h 809868"/>
                <a:gd name="connsiteX4-49" fmla="*/ 0 w 1366596"/>
                <a:gd name="connsiteY4-50" fmla="*/ 0 h 8098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78" name="Freeform 77"/>
            <p:cNvSpPr/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-1" fmla="*/ 1329786 w 1348191"/>
                <a:gd name="connsiteY0-2" fmla="*/ 0 h 791462"/>
                <a:gd name="connsiteX1-3" fmla="*/ 1348191 w 1348191"/>
                <a:gd name="connsiteY1-4" fmla="*/ 381926 h 791462"/>
                <a:gd name="connsiteX2-5" fmla="*/ 487742 w 1348191"/>
                <a:gd name="connsiteY2-6" fmla="*/ 791462 h 791462"/>
                <a:gd name="connsiteX3-7" fmla="*/ 0 w 1348191"/>
                <a:gd name="connsiteY3-8" fmla="*/ 612002 h 791462"/>
                <a:gd name="connsiteX4-9" fmla="*/ 1329786 w 1348191"/>
                <a:gd name="connsiteY4-10" fmla="*/ 0 h 79146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cxnSp>
          <p:nvCxnSpPr>
            <p:cNvPr id="79" name="Straight Connector 78"/>
            <p:cNvCxnSpPr>
              <a:endCxn id="74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/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851" name="Picture 5" descr="underline_base"/>
          <p:cNvPicPr>
            <a:picLocks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025" y="1028700"/>
            <a:ext cx="5942013" cy="173038"/>
          </a:xfrm>
          <a:prstGeom prst="rect">
            <a:avLst/>
          </a:prstGeom>
          <a:noFill/>
          <a:ln>
            <a:noFill/>
          </a:ln>
        </p:spPr>
      </p:pic>
      <p:sp>
        <p:nvSpPr>
          <p:cNvPr id="30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Gill Sans MT" pitchFamily="34" charset="0"/>
                <a:cs typeface="+mj-cs"/>
              </a:rPr>
              <a:t>Link layer, </a:t>
            </a:r>
            <a:r>
              <a:rPr lang="en-US" sz="4000" dirty="0">
                <a:latin typeface="Gill Sans MT" pitchFamily="34" charset="0"/>
                <a:cs typeface="+mj-cs"/>
              </a:rPr>
              <a:t>LAN</a:t>
            </a:r>
            <a:r>
              <a:rPr lang="en-US" dirty="0">
                <a:latin typeface="Gill Sans MT" pitchFamily="34" charset="0"/>
                <a:cs typeface="+mj-cs"/>
              </a:rPr>
              <a:t>s: outline</a:t>
            </a:r>
            <a:endParaRPr lang="en-US" dirty="0">
              <a:latin typeface="Gill Sans MT" pitchFamily="34" charset="0"/>
              <a:cs typeface="+mj-cs"/>
            </a:endParaRPr>
          </a:p>
        </p:txBody>
      </p:sp>
      <p:sp>
        <p:nvSpPr>
          <p:cNvPr id="307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600200"/>
            <a:ext cx="3922713" cy="4648200"/>
          </a:xfrm>
        </p:spPr>
        <p:txBody>
          <a:bodyPr/>
          <a:lstStyle/>
          <a:p>
            <a:pPr marL="457200" indent="-457200">
              <a:buFont typeface="Wingdings" panose="05000000000000000000" charset="0"/>
              <a:buNone/>
              <a:defRPr/>
            </a:pPr>
            <a:r>
              <a:rPr lang="en-US" dirty="0" smtClean="0">
                <a:solidFill>
                  <a:srgbClr val="000099"/>
                </a:solidFill>
                <a:latin typeface="Gill Sans MT" pitchFamily="34" charset="0"/>
                <a:cs typeface="+mn-cs"/>
              </a:rPr>
              <a:t>6.1</a:t>
            </a:r>
            <a:r>
              <a:rPr lang="en-US" dirty="0" smtClean="0">
                <a:solidFill>
                  <a:srgbClr val="CC0000"/>
                </a:solidFill>
                <a:latin typeface="Gill Sans MT" pitchFamily="34" charset="0"/>
                <a:cs typeface="+mn-cs"/>
              </a:rPr>
              <a:t> </a:t>
            </a:r>
            <a:r>
              <a:rPr lang="en-US" dirty="0">
                <a:latin typeface="Gill Sans MT" pitchFamily="34" charset="0"/>
                <a:cs typeface="+mn-cs"/>
              </a:rPr>
              <a:t>introduction, services</a:t>
            </a:r>
            <a:endParaRPr lang="en-US" dirty="0">
              <a:latin typeface="Gill Sans MT" pitchFamily="34" charset="0"/>
              <a:cs typeface="+mn-cs"/>
            </a:endParaRPr>
          </a:p>
          <a:p>
            <a:pPr marL="457200" indent="-457200">
              <a:buFont typeface="Wingdings" panose="05000000000000000000" charset="0"/>
              <a:buNone/>
              <a:defRPr/>
            </a:pPr>
            <a:r>
              <a:rPr lang="en-US" dirty="0" smtClean="0">
                <a:solidFill>
                  <a:srgbClr val="000099"/>
                </a:solidFill>
                <a:latin typeface="Gill Sans MT" pitchFamily="34" charset="0"/>
                <a:cs typeface="+mn-cs"/>
              </a:rPr>
              <a:t>6.2</a:t>
            </a:r>
            <a:r>
              <a:rPr lang="en-US" dirty="0" smtClean="0">
                <a:solidFill>
                  <a:srgbClr val="CC0000"/>
                </a:solidFill>
                <a:latin typeface="Gill Sans MT" pitchFamily="34" charset="0"/>
                <a:cs typeface="+mn-cs"/>
              </a:rPr>
              <a:t> </a:t>
            </a:r>
            <a:r>
              <a:rPr lang="en-US" dirty="0">
                <a:latin typeface="Gill Sans MT" pitchFamily="34" charset="0"/>
                <a:cs typeface="+mn-cs"/>
              </a:rPr>
              <a:t>error detection, correction </a:t>
            </a:r>
            <a:endParaRPr lang="en-US" dirty="0">
              <a:latin typeface="Gill Sans MT" pitchFamily="34" charset="0"/>
              <a:cs typeface="+mn-cs"/>
            </a:endParaRPr>
          </a:p>
          <a:p>
            <a:pPr marL="457200" indent="-457200">
              <a:buFont typeface="Wingdings" panose="05000000000000000000" charset="0"/>
              <a:buNone/>
              <a:defRPr/>
            </a:pPr>
            <a:r>
              <a:rPr lang="en-US" dirty="0" smtClean="0">
                <a:solidFill>
                  <a:srgbClr val="000099"/>
                </a:solidFill>
                <a:latin typeface="Gill Sans MT" pitchFamily="34" charset="0"/>
                <a:cs typeface="+mn-cs"/>
              </a:rPr>
              <a:t>6.3</a:t>
            </a:r>
            <a:r>
              <a:rPr lang="en-US" dirty="0" smtClean="0">
                <a:solidFill>
                  <a:srgbClr val="CC0000"/>
                </a:solidFill>
                <a:latin typeface="Gill Sans MT" pitchFamily="34" charset="0"/>
                <a:cs typeface="+mn-cs"/>
              </a:rPr>
              <a:t> </a:t>
            </a:r>
            <a:r>
              <a:rPr lang="en-US" dirty="0">
                <a:latin typeface="Gill Sans MT" pitchFamily="34" charset="0"/>
                <a:cs typeface="+mn-cs"/>
              </a:rPr>
              <a:t>multiple access protocols</a:t>
            </a:r>
            <a:endParaRPr lang="en-US" dirty="0">
              <a:latin typeface="Gill Sans MT" pitchFamily="34" charset="0"/>
              <a:cs typeface="+mn-cs"/>
            </a:endParaRPr>
          </a:p>
          <a:p>
            <a:pPr marL="457200" indent="-457200">
              <a:buFont typeface="Wingdings" panose="05000000000000000000" charset="0"/>
              <a:buNone/>
              <a:defRPr/>
            </a:pPr>
            <a:r>
              <a:rPr lang="en-US" dirty="0" smtClean="0">
                <a:solidFill>
                  <a:srgbClr val="000099"/>
                </a:solidFill>
                <a:latin typeface="Gill Sans MT" pitchFamily="34" charset="0"/>
                <a:cs typeface="+mn-cs"/>
              </a:rPr>
              <a:t>64</a:t>
            </a:r>
            <a:r>
              <a:rPr lang="en-US" dirty="0" smtClean="0">
                <a:solidFill>
                  <a:srgbClr val="CC0000"/>
                </a:solidFill>
                <a:latin typeface="Gill Sans MT" pitchFamily="34" charset="0"/>
                <a:cs typeface="+mn-cs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Gill Sans MT" pitchFamily="34" charset="0"/>
                <a:cs typeface="+mn-cs"/>
              </a:rPr>
              <a:t>LANs</a:t>
            </a:r>
            <a:endParaRPr lang="en-US" dirty="0">
              <a:solidFill>
                <a:srgbClr val="000000"/>
              </a:solidFill>
              <a:latin typeface="Gill Sans MT" pitchFamily="34" charset="0"/>
              <a:cs typeface="+mn-cs"/>
            </a:endParaRPr>
          </a:p>
          <a:p>
            <a:pPr lvl="1">
              <a:defRPr/>
            </a:pPr>
            <a:r>
              <a:rPr lang="en-US" dirty="0" smtClean="0">
                <a:latin typeface="Gill Sans MT" pitchFamily="34" charset="0"/>
              </a:rPr>
              <a:t>addressing, ARP</a:t>
            </a:r>
            <a:endParaRPr lang="en-US" dirty="0" smtClean="0">
              <a:latin typeface="Gill Sans MT" pitchFamily="34" charset="0"/>
            </a:endParaRPr>
          </a:p>
          <a:p>
            <a:pPr lvl="1">
              <a:defRPr/>
            </a:pPr>
            <a:r>
              <a:rPr lang="en-US" dirty="0" smtClean="0">
                <a:latin typeface="Gill Sans MT" pitchFamily="34" charset="0"/>
              </a:rPr>
              <a:t>Ethernet</a:t>
            </a:r>
            <a:endParaRPr lang="en-US" dirty="0" smtClean="0">
              <a:latin typeface="Gill Sans MT" pitchFamily="34" charset="0"/>
            </a:endParaRPr>
          </a:p>
          <a:p>
            <a:pPr lvl="1">
              <a:defRPr/>
            </a:pPr>
            <a:r>
              <a:rPr lang="en-US" dirty="0">
                <a:latin typeface="Gill Sans MT" pitchFamily="34" charset="0"/>
              </a:rPr>
              <a:t>s</a:t>
            </a:r>
            <a:r>
              <a:rPr lang="en-US" dirty="0" smtClean="0">
                <a:latin typeface="Gill Sans MT" pitchFamily="34" charset="0"/>
              </a:rPr>
              <a:t>witches</a:t>
            </a:r>
            <a:endParaRPr lang="en-US" dirty="0" smtClean="0">
              <a:latin typeface="Gill Sans MT" pitchFamily="34" charset="0"/>
            </a:endParaRPr>
          </a:p>
          <a:p>
            <a:pPr marL="457200" lvl="1" indent="0">
              <a:buNone/>
              <a:defRPr/>
            </a:pPr>
            <a:endParaRPr lang="en-US" dirty="0">
              <a:latin typeface="Gill Sans MT" pitchFamily="34" charset="0"/>
            </a:endParaRPr>
          </a:p>
        </p:txBody>
      </p:sp>
      <p:sp>
        <p:nvSpPr>
          <p:cNvPr id="3079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495800" y="1600200"/>
            <a:ext cx="4054475" cy="4648200"/>
          </a:xfrm>
        </p:spPr>
        <p:txBody>
          <a:bodyPr/>
          <a:lstStyle/>
          <a:p>
            <a:pPr marL="457200" indent="-457200">
              <a:buFont typeface="Wingdings" panose="05000000000000000000" charset="0"/>
              <a:buNone/>
              <a:defRPr/>
            </a:pPr>
            <a:r>
              <a:rPr lang="en-US" dirty="0" smtClean="0">
                <a:solidFill>
                  <a:srgbClr val="CC0000"/>
                </a:solidFill>
                <a:latin typeface="Gill Sans MT" pitchFamily="34" charset="0"/>
                <a:cs typeface="+mn-cs"/>
              </a:rPr>
              <a:t>6.7 </a:t>
            </a:r>
            <a:r>
              <a:rPr lang="en-US" dirty="0">
                <a:solidFill>
                  <a:srgbClr val="CC0000"/>
                </a:solidFill>
                <a:latin typeface="Gill Sans MT" pitchFamily="34" charset="0"/>
                <a:cs typeface="+mn-cs"/>
              </a:rPr>
              <a:t>a day in the life of a web request</a:t>
            </a:r>
            <a:endParaRPr lang="en-US" dirty="0">
              <a:solidFill>
                <a:srgbClr val="CC0000"/>
              </a:solidFill>
              <a:latin typeface="Gill Sans MT" pitchFamily="34" charset="0"/>
              <a:cs typeface="+mn-cs"/>
            </a:endParaRPr>
          </a:p>
          <a:p>
            <a:pPr marL="457200" indent="-457200">
              <a:buFont typeface="Wingdings" panose="05000000000000000000" charset="0"/>
              <a:buNone/>
              <a:defRPr/>
            </a:pPr>
            <a:endParaRPr lang="en-US" sz="2600" dirty="0">
              <a:latin typeface="Gill Sans MT" pitchFamily="34" charset="0"/>
              <a:cs typeface="+mn-cs"/>
            </a:endParaRP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r>
              <a:rPr lang="en-US" sz="1200" dirty="0">
                <a:latin typeface="Tahoma" panose="020B0604030504040204" charset="0"/>
              </a:rPr>
              <a:t>6</a:t>
            </a:r>
            <a:r>
              <a:rPr lang="en-US" sz="1200" dirty="0" smtClean="0">
                <a:latin typeface="Tahoma" panose="020B0604030504040204" charset="0"/>
              </a:rPr>
              <a:t>-</a:t>
            </a:r>
            <a:fld id="{8E8C6E93-DF5B-BC4B-80F9-500DED1EEDCC}" type="slidenum">
              <a:rPr lang="en-US" sz="1200">
                <a:latin typeface="Tahoma" panose="020B0604030504040204" charset="0"/>
              </a:rPr>
            </a:fld>
            <a:endParaRPr lang="en-US" sz="1200" dirty="0">
              <a:latin typeface="Tahoma" panose="020B0604030504040204" charset="0"/>
            </a:endParaRPr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pPr algn="r"/>
            <a:r>
              <a:rPr lang="en-US" sz="1200" dirty="0" smtClean="0">
                <a:solidFill>
                  <a:srgbClr val="000000"/>
                </a:solidFill>
                <a:latin typeface="Tahoma" panose="020B0604030504040204" charset="0"/>
                <a:cs typeface="Arial" panose="020B0604020202090204" pitchFamily="34" charset="0"/>
              </a:rPr>
              <a:t>Link Layer and LANs</a:t>
            </a:r>
            <a:endParaRPr lang="en-US" sz="1200" dirty="0">
              <a:solidFill>
                <a:srgbClr val="000000"/>
              </a:solidFill>
              <a:latin typeface="Tahoma" panose="020B060403050404020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2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8034338" cy="1143000"/>
          </a:xfrm>
        </p:spPr>
        <p:txBody>
          <a:bodyPr/>
          <a:lstStyle/>
          <a:p>
            <a:pPr>
              <a:defRPr/>
            </a:pPr>
            <a:r>
              <a:rPr lang="en-US" sz="3200" i="1" dirty="0">
                <a:solidFill>
                  <a:srgbClr val="C00000"/>
                </a:solidFill>
                <a:latin typeface="Gill Sans MT" pitchFamily="34" charset="0"/>
                <a:cs typeface="+mj-cs"/>
              </a:rPr>
              <a:t>Synthesis: </a:t>
            </a:r>
            <a:r>
              <a:rPr lang="en-US" sz="3200" dirty="0">
                <a:latin typeface="Gill Sans MT" pitchFamily="34" charset="0"/>
                <a:cs typeface="+mj-cs"/>
              </a:rPr>
              <a:t>a day in the life of a web request</a:t>
            </a:r>
            <a:endParaRPr lang="en-US" sz="3200" dirty="0">
              <a:latin typeface="Gill Sans MT" pitchFamily="34" charset="0"/>
              <a:cs typeface="+mj-cs"/>
            </a:endParaRPr>
          </a:p>
        </p:txBody>
      </p:sp>
      <p:sp>
        <p:nvSpPr>
          <p:cNvPr id="8602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338263"/>
            <a:ext cx="7772400" cy="46482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pitchFamily="34" charset="0"/>
                <a:cs typeface="+mn-cs"/>
              </a:rPr>
              <a:t>journey down protocol stack complete!</a:t>
            </a:r>
            <a:endParaRPr lang="en-US" dirty="0">
              <a:latin typeface="Gill Sans MT" pitchFamily="34" charset="0"/>
              <a:cs typeface="+mn-cs"/>
            </a:endParaRPr>
          </a:p>
          <a:p>
            <a:pPr lvl="1">
              <a:defRPr/>
            </a:pPr>
            <a:r>
              <a:rPr lang="en-US" dirty="0">
                <a:latin typeface="Gill Sans MT" pitchFamily="34" charset="0"/>
              </a:rPr>
              <a:t>application, transport, network, link</a:t>
            </a:r>
            <a:endParaRPr lang="en-US" dirty="0">
              <a:latin typeface="Gill Sans MT" pitchFamily="34" charset="0"/>
            </a:endParaRPr>
          </a:p>
          <a:p>
            <a:pPr>
              <a:defRPr/>
            </a:pPr>
            <a:r>
              <a:rPr lang="en-US" dirty="0">
                <a:latin typeface="Gill Sans MT" pitchFamily="34" charset="0"/>
                <a:cs typeface="+mn-cs"/>
              </a:rPr>
              <a:t>putting-it-all-together: synthesis!</a:t>
            </a:r>
            <a:endParaRPr lang="en-US" dirty="0">
              <a:latin typeface="Gill Sans MT" pitchFamily="34" charset="0"/>
              <a:cs typeface="+mn-cs"/>
            </a:endParaRPr>
          </a:p>
          <a:p>
            <a:pPr lvl="1">
              <a:defRPr/>
            </a:pPr>
            <a:r>
              <a:rPr lang="en-US" i="1" dirty="0">
                <a:solidFill>
                  <a:srgbClr val="C00000"/>
                </a:solidFill>
                <a:latin typeface="Gill Sans MT" pitchFamily="34" charset="0"/>
              </a:rPr>
              <a:t>goal:</a:t>
            </a:r>
            <a:r>
              <a:rPr lang="en-US" dirty="0">
                <a:solidFill>
                  <a:srgbClr val="C00000"/>
                </a:solidFill>
                <a:latin typeface="Gill Sans MT" pitchFamily="34" charset="0"/>
              </a:rPr>
              <a:t> </a:t>
            </a:r>
            <a:r>
              <a:rPr lang="en-US" dirty="0">
                <a:latin typeface="Gill Sans MT" pitchFamily="34" charset="0"/>
              </a:rPr>
              <a:t>identify, review, understand protocols (at all layers) involved in seemingly simple scenario: requesting www page</a:t>
            </a:r>
            <a:endParaRPr lang="en-US" dirty="0">
              <a:latin typeface="Gill Sans MT" pitchFamily="34" charset="0"/>
            </a:endParaRPr>
          </a:p>
          <a:p>
            <a:pPr lvl="1">
              <a:defRPr/>
            </a:pPr>
            <a:r>
              <a:rPr lang="en-US" i="1" dirty="0">
                <a:solidFill>
                  <a:srgbClr val="C00000"/>
                </a:solidFill>
                <a:latin typeface="Gill Sans MT" pitchFamily="34" charset="0"/>
              </a:rPr>
              <a:t>scenario:</a:t>
            </a:r>
            <a:r>
              <a:rPr lang="en-US" dirty="0">
                <a:solidFill>
                  <a:srgbClr val="C00000"/>
                </a:solidFill>
                <a:latin typeface="Gill Sans MT" pitchFamily="34" charset="0"/>
              </a:rPr>
              <a:t> </a:t>
            </a:r>
            <a:r>
              <a:rPr lang="en-US" dirty="0">
                <a:latin typeface="Gill Sans MT" pitchFamily="34" charset="0"/>
              </a:rPr>
              <a:t>student attaches laptop to campus network, requests/receives www.google.com </a:t>
            </a:r>
            <a:endParaRPr lang="en-US" dirty="0">
              <a:latin typeface="Gill Sans MT" pitchFamily="34" charset="0"/>
            </a:endParaRPr>
          </a:p>
          <a:p>
            <a:pPr>
              <a:defRPr/>
            </a:pPr>
            <a:endParaRPr lang="en-US" dirty="0">
              <a:latin typeface="Gill Sans MT" pitchFamily="34" charset="0"/>
              <a:cs typeface="+mn-cs"/>
            </a:endParaRPr>
          </a:p>
          <a:p>
            <a:pPr>
              <a:defRPr/>
            </a:pPr>
            <a:endParaRPr lang="en-US" dirty="0">
              <a:latin typeface="Gill Sans MT" pitchFamily="34" charset="0"/>
              <a:cs typeface="+mn-cs"/>
            </a:endParaRPr>
          </a:p>
        </p:txBody>
      </p:sp>
      <p:pic>
        <p:nvPicPr>
          <p:cNvPr id="208901" name="Picture 16" descr="underline_base"/>
          <p:cNvPicPr>
            <a:picLocks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375" y="971550"/>
            <a:ext cx="7313613" cy="173038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r>
              <a:rPr lang="en-US" sz="1200" dirty="0">
                <a:latin typeface="Tahoma" panose="020B0604030504040204" charset="0"/>
              </a:rPr>
              <a:t>6</a:t>
            </a:r>
            <a:r>
              <a:rPr lang="en-US" sz="1200" dirty="0" smtClean="0">
                <a:latin typeface="Tahoma" panose="020B0604030504040204" charset="0"/>
              </a:rPr>
              <a:t>-</a:t>
            </a:r>
            <a:fld id="{8E8C6E93-DF5B-BC4B-80F9-500DED1EEDCC}" type="slidenum">
              <a:rPr lang="en-US" sz="1200">
                <a:latin typeface="Tahoma" panose="020B0604030504040204" charset="0"/>
              </a:rPr>
            </a:fld>
            <a:endParaRPr lang="en-US" sz="1200" dirty="0">
              <a:latin typeface="Tahoma" panose="020B0604030504040204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pPr algn="r"/>
            <a:r>
              <a:rPr lang="en-US" sz="1200" dirty="0" smtClean="0">
                <a:solidFill>
                  <a:srgbClr val="000000"/>
                </a:solidFill>
                <a:latin typeface="Tahoma" panose="020B0604030504040204" charset="0"/>
                <a:cs typeface="Arial" panose="020B0604020202090204" pitchFamily="34" charset="0"/>
              </a:rPr>
              <a:t>Link Layer and LANs</a:t>
            </a:r>
            <a:endParaRPr lang="en-US" sz="1200" dirty="0">
              <a:solidFill>
                <a:srgbClr val="000000"/>
              </a:solidFill>
              <a:latin typeface="Tahoma" panose="020B060403050404020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3" name="Freeform 406"/>
          <p:cNvSpPr/>
          <p:nvPr/>
        </p:nvSpPr>
        <p:spPr bwMode="auto">
          <a:xfrm>
            <a:off x="4751388" y="706438"/>
            <a:ext cx="3894137" cy="3192462"/>
          </a:xfrm>
          <a:custGeom>
            <a:avLst/>
            <a:gdLst>
              <a:gd name="T0" fmla="*/ 2147483647 w 2453"/>
              <a:gd name="T1" fmla="*/ 2147483647 h 2011"/>
              <a:gd name="T2" fmla="*/ 2147483647 w 2453"/>
              <a:gd name="T3" fmla="*/ 2147483647 h 2011"/>
              <a:gd name="T4" fmla="*/ 2147483647 w 2453"/>
              <a:gd name="T5" fmla="*/ 2147483647 h 2011"/>
              <a:gd name="T6" fmla="*/ 2147483647 w 2453"/>
              <a:gd name="T7" fmla="*/ 2147483647 h 2011"/>
              <a:gd name="T8" fmla="*/ 2147483647 w 2453"/>
              <a:gd name="T9" fmla="*/ 2147483647 h 2011"/>
              <a:gd name="T10" fmla="*/ 2147483647 w 2453"/>
              <a:gd name="T11" fmla="*/ 2147483647 h 2011"/>
              <a:gd name="T12" fmla="*/ 2147483647 w 2453"/>
              <a:gd name="T13" fmla="*/ 2147483647 h 2011"/>
              <a:gd name="T14" fmla="*/ 2147483647 w 2453"/>
              <a:gd name="T15" fmla="*/ 2147483647 h 2011"/>
              <a:gd name="T16" fmla="*/ 2147483647 w 2453"/>
              <a:gd name="T17" fmla="*/ 2147483647 h 2011"/>
              <a:gd name="T18" fmla="*/ 2147483647 w 2453"/>
              <a:gd name="T19" fmla="*/ 2147483647 h 2011"/>
              <a:gd name="T20" fmla="*/ 2147483647 w 2453"/>
              <a:gd name="T21" fmla="*/ 2147483647 h 2011"/>
              <a:gd name="T22" fmla="*/ 2147483647 w 2453"/>
              <a:gd name="T23" fmla="*/ 2147483647 h 2011"/>
              <a:gd name="T24" fmla="*/ 2147483647 w 2453"/>
              <a:gd name="T25" fmla="*/ 2147483647 h 2011"/>
              <a:gd name="T26" fmla="*/ 2147483647 w 2453"/>
              <a:gd name="T27" fmla="*/ 2147483647 h 2011"/>
              <a:gd name="T28" fmla="*/ 2147483647 w 2453"/>
              <a:gd name="T29" fmla="*/ 2147483647 h 2011"/>
              <a:gd name="T30" fmla="*/ 2147483647 w 2453"/>
              <a:gd name="T31" fmla="*/ 2147483647 h 2011"/>
              <a:gd name="T32" fmla="*/ 2147483647 w 2453"/>
              <a:gd name="T33" fmla="*/ 2147483647 h 2011"/>
              <a:gd name="T34" fmla="*/ 2147483647 w 2453"/>
              <a:gd name="T35" fmla="*/ 2147483647 h 2011"/>
              <a:gd name="T36" fmla="*/ 2147483647 w 2453"/>
              <a:gd name="T37" fmla="*/ 2147483647 h 2011"/>
              <a:gd name="T38" fmla="*/ 2147483647 w 2453"/>
              <a:gd name="T39" fmla="*/ 2147483647 h 2011"/>
              <a:gd name="T40" fmla="*/ 2147483647 w 2453"/>
              <a:gd name="T41" fmla="*/ 2147483647 h 2011"/>
              <a:gd name="T42" fmla="*/ 2147483647 w 2453"/>
              <a:gd name="T43" fmla="*/ 2147483647 h 2011"/>
              <a:gd name="T44" fmla="*/ 2147483647 w 2453"/>
              <a:gd name="T45" fmla="*/ 2147483647 h 2011"/>
              <a:gd name="T46" fmla="*/ 2147483647 w 2453"/>
              <a:gd name="T47" fmla="*/ 2147483647 h 2011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0" t="0" r="r" b="b"/>
            <a:pathLst>
              <a:path w="2453" h="2011">
                <a:moveTo>
                  <a:pt x="84" y="632"/>
                </a:moveTo>
                <a:cubicBezTo>
                  <a:pt x="51" y="704"/>
                  <a:pt x="28" y="747"/>
                  <a:pt x="16" y="809"/>
                </a:cubicBezTo>
                <a:cubicBezTo>
                  <a:pt x="4" y="871"/>
                  <a:pt x="0" y="949"/>
                  <a:pt x="9" y="1005"/>
                </a:cubicBezTo>
                <a:cubicBezTo>
                  <a:pt x="18" y="1061"/>
                  <a:pt x="44" y="1087"/>
                  <a:pt x="70" y="1147"/>
                </a:cubicBezTo>
                <a:cubicBezTo>
                  <a:pt x="96" y="1207"/>
                  <a:pt x="130" y="1314"/>
                  <a:pt x="165" y="1364"/>
                </a:cubicBezTo>
                <a:cubicBezTo>
                  <a:pt x="200" y="1414"/>
                  <a:pt x="216" y="1402"/>
                  <a:pt x="280" y="1446"/>
                </a:cubicBezTo>
                <a:cubicBezTo>
                  <a:pt x="344" y="1490"/>
                  <a:pt x="404" y="1587"/>
                  <a:pt x="549" y="1627"/>
                </a:cubicBezTo>
                <a:cubicBezTo>
                  <a:pt x="694" y="1667"/>
                  <a:pt x="987" y="1631"/>
                  <a:pt x="1152" y="1687"/>
                </a:cubicBezTo>
                <a:cubicBezTo>
                  <a:pt x="1317" y="1743"/>
                  <a:pt x="1455" y="1919"/>
                  <a:pt x="1542" y="1965"/>
                </a:cubicBezTo>
                <a:cubicBezTo>
                  <a:pt x="1629" y="2011"/>
                  <a:pt x="1610" y="1968"/>
                  <a:pt x="1675" y="1965"/>
                </a:cubicBezTo>
                <a:cubicBezTo>
                  <a:pt x="1740" y="1962"/>
                  <a:pt x="1816" y="1974"/>
                  <a:pt x="1933" y="1945"/>
                </a:cubicBezTo>
                <a:cubicBezTo>
                  <a:pt x="2050" y="1916"/>
                  <a:pt x="2299" y="1866"/>
                  <a:pt x="2376" y="1793"/>
                </a:cubicBezTo>
                <a:cubicBezTo>
                  <a:pt x="2453" y="1720"/>
                  <a:pt x="2410" y="1591"/>
                  <a:pt x="2396" y="1508"/>
                </a:cubicBezTo>
                <a:cubicBezTo>
                  <a:pt x="2382" y="1425"/>
                  <a:pt x="2301" y="1408"/>
                  <a:pt x="2293" y="1297"/>
                </a:cubicBezTo>
                <a:cubicBezTo>
                  <a:pt x="2285" y="1186"/>
                  <a:pt x="2339" y="950"/>
                  <a:pt x="2347" y="843"/>
                </a:cubicBezTo>
                <a:cubicBezTo>
                  <a:pt x="2355" y="736"/>
                  <a:pt x="2368" y="717"/>
                  <a:pt x="2340" y="653"/>
                </a:cubicBezTo>
                <a:cubicBezTo>
                  <a:pt x="2312" y="589"/>
                  <a:pt x="2247" y="537"/>
                  <a:pt x="2177" y="456"/>
                </a:cubicBezTo>
                <a:cubicBezTo>
                  <a:pt x="2107" y="375"/>
                  <a:pt x="2016" y="235"/>
                  <a:pt x="1920" y="165"/>
                </a:cubicBezTo>
                <a:cubicBezTo>
                  <a:pt x="1824" y="95"/>
                  <a:pt x="1716" y="61"/>
                  <a:pt x="1601" y="36"/>
                </a:cubicBezTo>
                <a:cubicBezTo>
                  <a:pt x="1486" y="11"/>
                  <a:pt x="1343" y="0"/>
                  <a:pt x="1229" y="16"/>
                </a:cubicBezTo>
                <a:cubicBezTo>
                  <a:pt x="1115" y="32"/>
                  <a:pt x="1042" y="90"/>
                  <a:pt x="917" y="131"/>
                </a:cubicBezTo>
                <a:cubicBezTo>
                  <a:pt x="792" y="172"/>
                  <a:pt x="595" y="219"/>
                  <a:pt x="477" y="260"/>
                </a:cubicBezTo>
                <a:cubicBezTo>
                  <a:pt x="359" y="301"/>
                  <a:pt x="280" y="311"/>
                  <a:pt x="212" y="375"/>
                </a:cubicBezTo>
                <a:cubicBezTo>
                  <a:pt x="144" y="439"/>
                  <a:pt x="117" y="560"/>
                  <a:pt x="84" y="632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ffectLst/>
        </p:spPr>
        <p:txBody>
          <a:bodyPr wrap="none"/>
          <a:lstStyle/>
          <a:p>
            <a:endParaRPr lang="en-US" dirty="0"/>
          </a:p>
        </p:txBody>
      </p:sp>
      <p:sp>
        <p:nvSpPr>
          <p:cNvPr id="87045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96838"/>
            <a:ext cx="8034338" cy="973137"/>
          </a:xfrm>
        </p:spPr>
        <p:txBody>
          <a:bodyPr/>
          <a:lstStyle/>
          <a:p>
            <a:pPr>
              <a:defRPr/>
            </a:pPr>
            <a:r>
              <a:rPr lang="en-US" sz="3200" dirty="0">
                <a:latin typeface="Gill Sans MT" pitchFamily="34" charset="0"/>
                <a:cs typeface="+mj-cs"/>
              </a:rPr>
              <a:t>A day in the life: scenario</a:t>
            </a:r>
            <a:endParaRPr lang="en-US" sz="3200" dirty="0">
              <a:latin typeface="Gill Sans MT" pitchFamily="34" charset="0"/>
              <a:cs typeface="+mj-cs"/>
            </a:endParaRPr>
          </a:p>
        </p:txBody>
      </p:sp>
      <p:sp>
        <p:nvSpPr>
          <p:cNvPr id="209925" name="Freeform 3"/>
          <p:cNvSpPr/>
          <p:nvPr/>
        </p:nvSpPr>
        <p:spPr bwMode="auto">
          <a:xfrm>
            <a:off x="611188" y="1273175"/>
            <a:ext cx="3554412" cy="2754313"/>
          </a:xfrm>
          <a:custGeom>
            <a:avLst/>
            <a:gdLst>
              <a:gd name="T0" fmla="*/ 2147483647 w 2406"/>
              <a:gd name="T1" fmla="*/ 2147483647 h 958"/>
              <a:gd name="T2" fmla="*/ 2147483647 w 2406"/>
              <a:gd name="T3" fmla="*/ 2147483647 h 958"/>
              <a:gd name="T4" fmla="*/ 2147483647 w 2406"/>
              <a:gd name="T5" fmla="*/ 2147483647 h 958"/>
              <a:gd name="T6" fmla="*/ 2147483647 w 2406"/>
              <a:gd name="T7" fmla="*/ 2147483647 h 958"/>
              <a:gd name="T8" fmla="*/ 2147483647 w 2406"/>
              <a:gd name="T9" fmla="*/ 2147483647 h 958"/>
              <a:gd name="T10" fmla="*/ 2147483647 w 2406"/>
              <a:gd name="T11" fmla="*/ 2147483647 h 958"/>
              <a:gd name="T12" fmla="*/ 2147483647 w 2406"/>
              <a:gd name="T13" fmla="*/ 2147483647 h 958"/>
              <a:gd name="T14" fmla="*/ 2147483647 w 2406"/>
              <a:gd name="T15" fmla="*/ 2147483647 h 958"/>
              <a:gd name="T16" fmla="*/ 2147483647 w 2406"/>
              <a:gd name="T17" fmla="*/ 2147483647 h 958"/>
              <a:gd name="T18" fmla="*/ 2147483647 w 2406"/>
              <a:gd name="T19" fmla="*/ 2147483647 h 958"/>
              <a:gd name="T20" fmla="*/ 2147483647 w 2406"/>
              <a:gd name="T21" fmla="*/ 2147483647 h 958"/>
              <a:gd name="T22" fmla="*/ 2147483647 w 2406"/>
              <a:gd name="T23" fmla="*/ 2147483647 h 958"/>
              <a:gd name="T24" fmla="*/ 2147483647 w 2406"/>
              <a:gd name="T25" fmla="*/ 2147483647 h 958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2406"/>
              <a:gd name="T40" fmla="*/ 0 h 958"/>
              <a:gd name="T41" fmla="*/ 2406 w 2406"/>
              <a:gd name="T42" fmla="*/ 958 h 958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2406" h="958">
                <a:moveTo>
                  <a:pt x="2192" y="274"/>
                </a:moveTo>
                <a:cubicBezTo>
                  <a:pt x="1978" y="94"/>
                  <a:pt x="1990" y="122"/>
                  <a:pt x="1857" y="77"/>
                </a:cubicBezTo>
                <a:cubicBezTo>
                  <a:pt x="1724" y="32"/>
                  <a:pt x="1584" y="0"/>
                  <a:pt x="1393" y="7"/>
                </a:cubicBezTo>
                <a:cubicBezTo>
                  <a:pt x="1202" y="14"/>
                  <a:pt x="898" y="84"/>
                  <a:pt x="713" y="122"/>
                </a:cubicBezTo>
                <a:cubicBezTo>
                  <a:pt x="528" y="160"/>
                  <a:pt x="395" y="168"/>
                  <a:pt x="280" y="234"/>
                </a:cubicBezTo>
                <a:cubicBezTo>
                  <a:pt x="166" y="301"/>
                  <a:pt x="52" y="432"/>
                  <a:pt x="26" y="522"/>
                </a:cubicBezTo>
                <a:cubicBezTo>
                  <a:pt x="0" y="612"/>
                  <a:pt x="81" y="711"/>
                  <a:pt x="122" y="773"/>
                </a:cubicBezTo>
                <a:cubicBezTo>
                  <a:pt x="163" y="835"/>
                  <a:pt x="99" y="877"/>
                  <a:pt x="273" y="894"/>
                </a:cubicBezTo>
                <a:cubicBezTo>
                  <a:pt x="447" y="911"/>
                  <a:pt x="938" y="866"/>
                  <a:pt x="1169" y="876"/>
                </a:cubicBezTo>
                <a:cubicBezTo>
                  <a:pt x="1400" y="886"/>
                  <a:pt x="1499" y="950"/>
                  <a:pt x="1659" y="954"/>
                </a:cubicBezTo>
                <a:cubicBezTo>
                  <a:pt x="1819" y="958"/>
                  <a:pt x="2014" y="958"/>
                  <a:pt x="2129" y="897"/>
                </a:cubicBezTo>
                <a:cubicBezTo>
                  <a:pt x="2244" y="836"/>
                  <a:pt x="2327" y="856"/>
                  <a:pt x="2350" y="591"/>
                </a:cubicBezTo>
                <a:cubicBezTo>
                  <a:pt x="2373" y="326"/>
                  <a:pt x="2406" y="454"/>
                  <a:pt x="2192" y="274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</p:spPr>
        <p:txBody>
          <a:bodyPr wrap="none" anchor="ctr"/>
          <a:lstStyle/>
          <a:p>
            <a:endParaRPr lang="en-US" dirty="0"/>
          </a:p>
        </p:txBody>
      </p:sp>
      <p:grpSp>
        <p:nvGrpSpPr>
          <p:cNvPr id="209926" name="Group 4"/>
          <p:cNvGrpSpPr/>
          <p:nvPr/>
        </p:nvGrpSpPr>
        <p:grpSpPr bwMode="auto">
          <a:xfrm>
            <a:off x="5383213" y="2679700"/>
            <a:ext cx="757237" cy="379413"/>
            <a:chOff x="2466" y="2026"/>
            <a:chExt cx="477" cy="282"/>
          </a:xfrm>
        </p:grpSpPr>
        <p:sp>
          <p:nvSpPr>
            <p:cNvPr id="210197" name="Oval 5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eaLnBrk="1" hangingPunct="1"/>
              <a:endParaRPr lang="en-US" i="0" dirty="0">
                <a:solidFill>
                  <a:srgbClr val="000000"/>
                </a:solidFill>
                <a:latin typeface="Arial" panose="020B0604020202090204" pitchFamily="34" charset="0"/>
              </a:endParaRPr>
            </a:p>
          </p:txBody>
        </p:sp>
        <p:sp>
          <p:nvSpPr>
            <p:cNvPr id="210198" name="Line 6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0199" name="Rectangle 7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txBody>
            <a:bodyPr wrap="none" anchor="ctr"/>
            <a:lstStyle/>
            <a:p>
              <a:pPr algn="ctr"/>
              <a:endParaRPr lang="en-US" sz="2400" i="0" dirty="0">
                <a:solidFill>
                  <a:srgbClr val="000000"/>
                </a:solidFill>
                <a:latin typeface="Times New Roman" panose="02020503050405090304" charset="0"/>
              </a:endParaRPr>
            </a:p>
          </p:txBody>
        </p:sp>
        <p:sp>
          <p:nvSpPr>
            <p:cNvPr id="210200" name="Oval 8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eaLnBrk="1" hangingPunct="1"/>
              <a:endParaRPr lang="en-US" i="0" dirty="0">
                <a:solidFill>
                  <a:srgbClr val="000000"/>
                </a:solidFill>
                <a:latin typeface="Arial" panose="020B0604020202090204" pitchFamily="34" charset="0"/>
              </a:endParaRPr>
            </a:p>
          </p:txBody>
        </p:sp>
        <p:grpSp>
          <p:nvGrpSpPr>
            <p:cNvPr id="210201" name="Group 9"/>
            <p:cNvGrpSpPr/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210208" name="Line 10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0209" name="Line 11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0210" name="Line 12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210202" name="Group 13"/>
            <p:cNvGrpSpPr/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210205" name="Line 14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0206" name="Line 15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0207" name="Line 16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210203" name="Line 17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0204" name="Line 18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en-US" dirty="0"/>
            </a:p>
          </p:txBody>
        </p:sp>
      </p:grpSp>
      <p:grpSp>
        <p:nvGrpSpPr>
          <p:cNvPr id="209927" name="Group 19"/>
          <p:cNvGrpSpPr/>
          <p:nvPr/>
        </p:nvGrpSpPr>
        <p:grpSpPr bwMode="auto">
          <a:xfrm>
            <a:off x="6748463" y="2425700"/>
            <a:ext cx="757237" cy="379413"/>
            <a:chOff x="2466" y="2026"/>
            <a:chExt cx="477" cy="282"/>
          </a:xfrm>
        </p:grpSpPr>
        <p:sp>
          <p:nvSpPr>
            <p:cNvPr id="210183" name="Oval 20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eaLnBrk="1" hangingPunct="1"/>
              <a:endParaRPr lang="en-US" i="0" dirty="0">
                <a:solidFill>
                  <a:srgbClr val="000000"/>
                </a:solidFill>
                <a:latin typeface="Arial" panose="020B0604020202090204" pitchFamily="34" charset="0"/>
              </a:endParaRPr>
            </a:p>
          </p:txBody>
        </p:sp>
        <p:sp>
          <p:nvSpPr>
            <p:cNvPr id="210184" name="Line 21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0185" name="Rectangle 22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txBody>
            <a:bodyPr wrap="none" anchor="ctr"/>
            <a:lstStyle/>
            <a:p>
              <a:pPr algn="ctr"/>
              <a:endParaRPr lang="en-US" sz="2400" i="0" dirty="0">
                <a:solidFill>
                  <a:srgbClr val="000000"/>
                </a:solidFill>
                <a:latin typeface="Times New Roman" panose="02020503050405090304" charset="0"/>
              </a:endParaRPr>
            </a:p>
          </p:txBody>
        </p:sp>
        <p:sp>
          <p:nvSpPr>
            <p:cNvPr id="210186" name="Oval 23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eaLnBrk="1" hangingPunct="1"/>
              <a:endParaRPr lang="en-US" i="0" dirty="0">
                <a:solidFill>
                  <a:srgbClr val="000000"/>
                </a:solidFill>
                <a:latin typeface="Arial" panose="020B0604020202090204" pitchFamily="34" charset="0"/>
              </a:endParaRPr>
            </a:p>
          </p:txBody>
        </p:sp>
        <p:grpSp>
          <p:nvGrpSpPr>
            <p:cNvPr id="210187" name="Group 24"/>
            <p:cNvGrpSpPr/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210194" name="Line 25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0195" name="Line 26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0196" name="Line 27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210188" name="Group 28"/>
            <p:cNvGrpSpPr/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210191" name="Line 29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0192" name="Line 30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0193" name="Line 31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210189" name="Line 32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0190" name="Line 33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209928" name="Text Box 34"/>
          <p:cNvSpPr txBox="1">
            <a:spLocks noChangeArrowheads="1"/>
          </p:cNvSpPr>
          <p:nvPr/>
        </p:nvSpPr>
        <p:spPr bwMode="auto">
          <a:xfrm>
            <a:off x="5364163" y="1762125"/>
            <a:ext cx="1811337" cy="58102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  <a:cs typeface="MS PGothic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 eaLnBrk="1" hangingPunct="1"/>
            <a:r>
              <a:rPr lang="en-US" sz="1600" i="0" dirty="0">
                <a:solidFill>
                  <a:srgbClr val="000000"/>
                </a:solidFill>
                <a:latin typeface="Arial" panose="020B0604020202090204" pitchFamily="34" charset="0"/>
              </a:rPr>
              <a:t>Comcast network </a:t>
            </a:r>
            <a:endParaRPr lang="en-US" sz="1600" i="0" dirty="0">
              <a:solidFill>
                <a:srgbClr val="000000"/>
              </a:solidFill>
              <a:latin typeface="Arial" panose="020B0604020202090204" pitchFamily="34" charset="0"/>
            </a:endParaRPr>
          </a:p>
          <a:p>
            <a:pPr eaLnBrk="1" hangingPunct="1"/>
            <a:r>
              <a:rPr lang="en-US" sz="1600" i="0" dirty="0">
                <a:solidFill>
                  <a:srgbClr val="000000"/>
                </a:solidFill>
                <a:latin typeface="Arial" panose="020B0604020202090204" pitchFamily="34" charset="0"/>
              </a:rPr>
              <a:t>68.80.0.0/13</a:t>
            </a:r>
            <a:endParaRPr lang="en-US" sz="1600" i="0" dirty="0">
              <a:solidFill>
                <a:srgbClr val="000000"/>
              </a:solidFill>
              <a:latin typeface="Arial" panose="020B0604020202090204" pitchFamily="34" charset="0"/>
            </a:endParaRPr>
          </a:p>
        </p:txBody>
      </p:sp>
      <p:sp>
        <p:nvSpPr>
          <p:cNvPr id="209929" name="Line 36"/>
          <p:cNvSpPr>
            <a:spLocks noChangeShapeType="1"/>
          </p:cNvSpPr>
          <p:nvPr/>
        </p:nvSpPr>
        <p:spPr bwMode="auto">
          <a:xfrm flipV="1">
            <a:off x="3613150" y="2344738"/>
            <a:ext cx="155575" cy="1428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/>
          <a:lstStyle/>
          <a:p>
            <a:endParaRPr lang="en-US" dirty="0"/>
          </a:p>
        </p:txBody>
      </p:sp>
      <p:sp>
        <p:nvSpPr>
          <p:cNvPr id="209930" name="Line 43"/>
          <p:cNvSpPr>
            <a:spLocks noChangeShapeType="1"/>
          </p:cNvSpPr>
          <p:nvPr/>
        </p:nvSpPr>
        <p:spPr bwMode="auto">
          <a:xfrm flipV="1">
            <a:off x="2503488" y="2517775"/>
            <a:ext cx="6953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/>
          <a:lstStyle/>
          <a:p>
            <a:endParaRPr lang="en-US" dirty="0"/>
          </a:p>
        </p:txBody>
      </p:sp>
      <p:sp>
        <p:nvSpPr>
          <p:cNvPr id="209931" name="Line 44"/>
          <p:cNvSpPr>
            <a:spLocks noChangeShapeType="1"/>
          </p:cNvSpPr>
          <p:nvPr/>
        </p:nvSpPr>
        <p:spPr bwMode="auto">
          <a:xfrm flipV="1">
            <a:off x="3762375" y="2201863"/>
            <a:ext cx="138113" cy="142875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</a:ln>
        </p:spPr>
        <p:txBody>
          <a:bodyPr/>
          <a:lstStyle/>
          <a:p>
            <a:endParaRPr lang="en-US" dirty="0"/>
          </a:p>
        </p:txBody>
      </p:sp>
      <p:sp>
        <p:nvSpPr>
          <p:cNvPr id="209932" name="Line 48"/>
          <p:cNvSpPr>
            <a:spLocks noChangeShapeType="1"/>
          </p:cNvSpPr>
          <p:nvPr/>
        </p:nvSpPr>
        <p:spPr bwMode="auto">
          <a:xfrm flipV="1">
            <a:off x="3117850" y="2736850"/>
            <a:ext cx="512763" cy="6127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209933" name="Group 49"/>
          <p:cNvGrpSpPr/>
          <p:nvPr/>
        </p:nvGrpSpPr>
        <p:grpSpPr bwMode="auto">
          <a:xfrm>
            <a:off x="2598738" y="3365500"/>
            <a:ext cx="987425" cy="479425"/>
            <a:chOff x="1118" y="1621"/>
            <a:chExt cx="622" cy="302"/>
          </a:xfrm>
        </p:grpSpPr>
        <p:sp>
          <p:nvSpPr>
            <p:cNvPr id="210166" name="Rectangle 50"/>
            <p:cNvSpPr>
              <a:spLocks noChangeArrowheads="1"/>
            </p:cNvSpPr>
            <p:nvPr/>
          </p:nvSpPr>
          <p:spPr bwMode="auto">
            <a:xfrm>
              <a:off x="1578" y="1789"/>
              <a:ext cx="162" cy="44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miter lim="800000"/>
            </a:ln>
          </p:spPr>
          <p:txBody>
            <a:bodyPr wrap="none" anchor="ctr"/>
            <a:lstStyle/>
            <a:p>
              <a:pPr eaLnBrk="1" hangingPunct="1"/>
              <a:endParaRPr lang="en-US" i="0" dirty="0">
                <a:solidFill>
                  <a:srgbClr val="000000"/>
                </a:solidFill>
                <a:latin typeface="Arial" panose="020B0604020202090204" pitchFamily="34" charset="0"/>
              </a:endParaRPr>
            </a:p>
          </p:txBody>
        </p:sp>
        <p:sp>
          <p:nvSpPr>
            <p:cNvPr id="210167" name="Rectangle 51"/>
            <p:cNvSpPr>
              <a:spLocks noChangeArrowheads="1"/>
            </p:cNvSpPr>
            <p:nvPr/>
          </p:nvSpPr>
          <p:spPr bwMode="auto">
            <a:xfrm rot="-2700000">
              <a:off x="1336" y="1621"/>
              <a:ext cx="162" cy="44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miter lim="800000"/>
            </a:ln>
          </p:spPr>
          <p:txBody>
            <a:bodyPr wrap="none" anchor="ctr"/>
            <a:lstStyle/>
            <a:p>
              <a:pPr eaLnBrk="1" hangingPunct="1"/>
              <a:endParaRPr lang="en-US" i="0" dirty="0">
                <a:solidFill>
                  <a:srgbClr val="000000"/>
                </a:solidFill>
                <a:latin typeface="Arial" panose="020B0604020202090204" pitchFamily="34" charset="0"/>
              </a:endParaRPr>
            </a:p>
          </p:txBody>
        </p:sp>
        <p:grpSp>
          <p:nvGrpSpPr>
            <p:cNvPr id="210168" name="Group 52"/>
            <p:cNvGrpSpPr/>
            <p:nvPr/>
          </p:nvGrpSpPr>
          <p:grpSpPr bwMode="auto">
            <a:xfrm>
              <a:off x="1118" y="1684"/>
              <a:ext cx="477" cy="239"/>
              <a:chOff x="2466" y="2026"/>
              <a:chExt cx="477" cy="282"/>
            </a:xfrm>
          </p:grpSpPr>
          <p:sp>
            <p:nvSpPr>
              <p:cNvPr id="210169" name="Oval 53"/>
              <p:cNvSpPr>
                <a:spLocks noChangeArrowheads="1"/>
              </p:cNvSpPr>
              <p:nvPr/>
            </p:nvSpPr>
            <p:spPr bwMode="auto">
              <a:xfrm>
                <a:off x="2466" y="2168"/>
                <a:ext cx="476" cy="140"/>
              </a:xfrm>
              <a:prstGeom prst="ellipse">
                <a:avLst/>
              </a:prstGeom>
              <a:solidFill>
                <a:srgbClr val="DDDDDD"/>
              </a:solidFill>
              <a:ln w="127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eaLnBrk="1" hangingPunct="1"/>
                <a:endParaRPr lang="en-US" i="0" dirty="0">
                  <a:solidFill>
                    <a:srgbClr val="000000"/>
                  </a:solidFill>
                  <a:latin typeface="Arial" panose="020B0604020202090204" pitchFamily="34" charset="0"/>
                </a:endParaRPr>
              </a:p>
            </p:txBody>
          </p:sp>
          <p:sp>
            <p:nvSpPr>
              <p:cNvPr id="210170" name="Line 54"/>
              <p:cNvSpPr>
                <a:spLocks noChangeShapeType="1"/>
              </p:cNvSpPr>
              <p:nvPr/>
            </p:nvSpPr>
            <p:spPr bwMode="auto">
              <a:xfrm>
                <a:off x="2470" y="2125"/>
                <a:ext cx="1" cy="8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0171" name="Rectangle 55"/>
              <p:cNvSpPr>
                <a:spLocks noChangeArrowheads="1"/>
              </p:cNvSpPr>
              <p:nvPr/>
            </p:nvSpPr>
            <p:spPr bwMode="auto">
              <a:xfrm>
                <a:off x="2470" y="2125"/>
                <a:ext cx="472" cy="111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txBody>
              <a:bodyPr wrap="none" anchor="ctr"/>
              <a:lstStyle/>
              <a:p>
                <a:pPr algn="ctr"/>
                <a:endParaRPr lang="en-US" sz="2400" i="0" dirty="0">
                  <a:solidFill>
                    <a:srgbClr val="000000"/>
                  </a:solidFill>
                  <a:latin typeface="Times New Roman" panose="02020503050405090304" charset="0"/>
                </a:endParaRPr>
              </a:p>
            </p:txBody>
          </p:sp>
          <p:sp>
            <p:nvSpPr>
              <p:cNvPr id="210172" name="Oval 56"/>
              <p:cNvSpPr>
                <a:spLocks noChangeArrowheads="1"/>
              </p:cNvSpPr>
              <p:nvPr/>
            </p:nvSpPr>
            <p:spPr bwMode="auto">
              <a:xfrm>
                <a:off x="2466" y="2026"/>
                <a:ext cx="476" cy="160"/>
              </a:xfrm>
              <a:prstGeom prst="ellipse">
                <a:avLst/>
              </a:prstGeom>
              <a:solidFill>
                <a:srgbClr val="DDDDDD"/>
              </a:solidFill>
              <a:ln w="127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eaLnBrk="1" hangingPunct="1"/>
                <a:endParaRPr lang="en-US" i="0" dirty="0">
                  <a:solidFill>
                    <a:srgbClr val="000000"/>
                  </a:solidFill>
                  <a:latin typeface="Arial" panose="020B0604020202090204" pitchFamily="34" charset="0"/>
                </a:endParaRPr>
              </a:p>
            </p:txBody>
          </p:sp>
          <p:grpSp>
            <p:nvGrpSpPr>
              <p:cNvPr id="210173" name="Group 57"/>
              <p:cNvGrpSpPr/>
              <p:nvPr/>
            </p:nvGrpSpPr>
            <p:grpSpPr bwMode="auto">
              <a:xfrm>
                <a:off x="2581" y="2061"/>
                <a:ext cx="236" cy="94"/>
                <a:chOff x="2848" y="848"/>
                <a:chExt cx="140" cy="98"/>
              </a:xfrm>
            </p:grpSpPr>
            <p:sp>
              <p:nvSpPr>
                <p:cNvPr id="210180" name="Line 58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210181" name="Line 59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210182" name="Line 60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grpSp>
            <p:nvGrpSpPr>
              <p:cNvPr id="210174" name="Group 61"/>
              <p:cNvGrpSpPr/>
              <p:nvPr/>
            </p:nvGrpSpPr>
            <p:grpSpPr bwMode="auto">
              <a:xfrm flipV="1">
                <a:off x="2581" y="2060"/>
                <a:ext cx="236" cy="94"/>
                <a:chOff x="2848" y="848"/>
                <a:chExt cx="140" cy="98"/>
              </a:xfrm>
            </p:grpSpPr>
            <p:sp>
              <p:nvSpPr>
                <p:cNvPr id="210177" name="Line 62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210178" name="Line 63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210179" name="Line 64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210175" name="Line 65"/>
              <p:cNvSpPr>
                <a:spLocks noChangeShapeType="1"/>
              </p:cNvSpPr>
              <p:nvPr/>
            </p:nvSpPr>
            <p:spPr bwMode="auto">
              <a:xfrm flipH="1">
                <a:off x="2942" y="2109"/>
                <a:ext cx="1" cy="127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0176" name="Line 66"/>
              <p:cNvSpPr>
                <a:spLocks noChangeShapeType="1"/>
              </p:cNvSpPr>
              <p:nvPr/>
            </p:nvSpPr>
            <p:spPr bwMode="auto">
              <a:xfrm flipH="1">
                <a:off x="2466" y="2117"/>
                <a:ext cx="1" cy="127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</p:grpSp>
      <p:sp>
        <p:nvSpPr>
          <p:cNvPr id="209934" name="Line 68"/>
          <p:cNvSpPr>
            <a:spLocks noChangeShapeType="1"/>
          </p:cNvSpPr>
          <p:nvPr/>
        </p:nvSpPr>
        <p:spPr bwMode="auto">
          <a:xfrm flipV="1">
            <a:off x="3589338" y="2930525"/>
            <a:ext cx="1819275" cy="7334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209935" name="Group 69"/>
          <p:cNvGrpSpPr/>
          <p:nvPr/>
        </p:nvGrpSpPr>
        <p:grpSpPr bwMode="auto">
          <a:xfrm>
            <a:off x="7405688" y="3341688"/>
            <a:ext cx="757237" cy="379412"/>
            <a:chOff x="2466" y="2026"/>
            <a:chExt cx="477" cy="282"/>
          </a:xfrm>
        </p:grpSpPr>
        <p:sp>
          <p:nvSpPr>
            <p:cNvPr id="210152" name="Oval 70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eaLnBrk="1" hangingPunct="1"/>
              <a:endParaRPr lang="en-US" i="0" dirty="0">
                <a:solidFill>
                  <a:srgbClr val="000000"/>
                </a:solidFill>
                <a:latin typeface="Arial" panose="020B0604020202090204" pitchFamily="34" charset="0"/>
              </a:endParaRPr>
            </a:p>
          </p:txBody>
        </p:sp>
        <p:sp>
          <p:nvSpPr>
            <p:cNvPr id="210153" name="Line 71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0154" name="Rectangle 72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txBody>
            <a:bodyPr wrap="none" anchor="ctr"/>
            <a:lstStyle/>
            <a:p>
              <a:pPr algn="ctr"/>
              <a:endParaRPr lang="en-US" sz="2400" i="0" dirty="0">
                <a:solidFill>
                  <a:srgbClr val="000000"/>
                </a:solidFill>
                <a:latin typeface="Times New Roman" panose="02020503050405090304" charset="0"/>
              </a:endParaRPr>
            </a:p>
          </p:txBody>
        </p:sp>
        <p:sp>
          <p:nvSpPr>
            <p:cNvPr id="210155" name="Oval 73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eaLnBrk="1" hangingPunct="1"/>
              <a:endParaRPr lang="en-US" i="0" dirty="0">
                <a:solidFill>
                  <a:srgbClr val="000000"/>
                </a:solidFill>
                <a:latin typeface="Arial" panose="020B0604020202090204" pitchFamily="34" charset="0"/>
              </a:endParaRPr>
            </a:p>
          </p:txBody>
        </p:sp>
        <p:grpSp>
          <p:nvGrpSpPr>
            <p:cNvPr id="210156" name="Group 74"/>
            <p:cNvGrpSpPr/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210163" name="Line 75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0164" name="Line 76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0165" name="Line 77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210157" name="Group 78"/>
            <p:cNvGrpSpPr/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210160" name="Line 79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0161" name="Line 80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0162" name="Line 81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210158" name="Line 82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0159" name="Line 83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209936" name="Line 93"/>
          <p:cNvSpPr>
            <a:spLocks noChangeShapeType="1"/>
          </p:cNvSpPr>
          <p:nvPr/>
        </p:nvSpPr>
        <p:spPr bwMode="auto">
          <a:xfrm flipH="1">
            <a:off x="7124700" y="2166938"/>
            <a:ext cx="260350" cy="2587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/>
          <a:lstStyle/>
          <a:p>
            <a:endParaRPr lang="en-US" dirty="0"/>
          </a:p>
        </p:txBody>
      </p:sp>
      <p:sp>
        <p:nvSpPr>
          <p:cNvPr id="209937" name="Freeform 94"/>
          <p:cNvSpPr/>
          <p:nvPr/>
        </p:nvSpPr>
        <p:spPr bwMode="auto">
          <a:xfrm>
            <a:off x="1089025" y="4146550"/>
            <a:ext cx="6419850" cy="1620838"/>
          </a:xfrm>
          <a:custGeom>
            <a:avLst/>
            <a:gdLst>
              <a:gd name="T0" fmla="*/ 2147483647 w 2406"/>
              <a:gd name="T1" fmla="*/ 2147483647 h 958"/>
              <a:gd name="T2" fmla="*/ 2147483647 w 2406"/>
              <a:gd name="T3" fmla="*/ 2147483647 h 958"/>
              <a:gd name="T4" fmla="*/ 2147483647 w 2406"/>
              <a:gd name="T5" fmla="*/ 2147483647 h 958"/>
              <a:gd name="T6" fmla="*/ 2147483647 w 2406"/>
              <a:gd name="T7" fmla="*/ 2147483647 h 958"/>
              <a:gd name="T8" fmla="*/ 2147483647 w 2406"/>
              <a:gd name="T9" fmla="*/ 2147483647 h 958"/>
              <a:gd name="T10" fmla="*/ 2147483647 w 2406"/>
              <a:gd name="T11" fmla="*/ 2147483647 h 958"/>
              <a:gd name="T12" fmla="*/ 2147483647 w 2406"/>
              <a:gd name="T13" fmla="*/ 2147483647 h 958"/>
              <a:gd name="T14" fmla="*/ 2147483647 w 2406"/>
              <a:gd name="T15" fmla="*/ 2147483647 h 958"/>
              <a:gd name="T16" fmla="*/ 2147483647 w 2406"/>
              <a:gd name="T17" fmla="*/ 2147483647 h 958"/>
              <a:gd name="T18" fmla="*/ 2147483647 w 2406"/>
              <a:gd name="T19" fmla="*/ 2147483647 h 958"/>
              <a:gd name="T20" fmla="*/ 2147483647 w 2406"/>
              <a:gd name="T21" fmla="*/ 2147483647 h 958"/>
              <a:gd name="T22" fmla="*/ 2147483647 w 2406"/>
              <a:gd name="T23" fmla="*/ 2147483647 h 958"/>
              <a:gd name="T24" fmla="*/ 2147483647 w 2406"/>
              <a:gd name="T25" fmla="*/ 2147483647 h 958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2406"/>
              <a:gd name="T40" fmla="*/ 0 h 958"/>
              <a:gd name="T41" fmla="*/ 2406 w 2406"/>
              <a:gd name="T42" fmla="*/ 958 h 958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2406" h="958">
                <a:moveTo>
                  <a:pt x="2192" y="274"/>
                </a:moveTo>
                <a:cubicBezTo>
                  <a:pt x="1978" y="94"/>
                  <a:pt x="1990" y="122"/>
                  <a:pt x="1857" y="77"/>
                </a:cubicBezTo>
                <a:cubicBezTo>
                  <a:pt x="1724" y="32"/>
                  <a:pt x="1584" y="0"/>
                  <a:pt x="1393" y="7"/>
                </a:cubicBezTo>
                <a:cubicBezTo>
                  <a:pt x="1202" y="14"/>
                  <a:pt x="898" y="84"/>
                  <a:pt x="713" y="122"/>
                </a:cubicBezTo>
                <a:cubicBezTo>
                  <a:pt x="528" y="160"/>
                  <a:pt x="395" y="168"/>
                  <a:pt x="280" y="234"/>
                </a:cubicBezTo>
                <a:cubicBezTo>
                  <a:pt x="166" y="301"/>
                  <a:pt x="52" y="432"/>
                  <a:pt x="26" y="522"/>
                </a:cubicBezTo>
                <a:cubicBezTo>
                  <a:pt x="0" y="612"/>
                  <a:pt x="81" y="711"/>
                  <a:pt x="122" y="773"/>
                </a:cubicBezTo>
                <a:cubicBezTo>
                  <a:pt x="163" y="835"/>
                  <a:pt x="99" y="877"/>
                  <a:pt x="273" y="894"/>
                </a:cubicBezTo>
                <a:cubicBezTo>
                  <a:pt x="447" y="911"/>
                  <a:pt x="938" y="866"/>
                  <a:pt x="1169" y="876"/>
                </a:cubicBezTo>
                <a:cubicBezTo>
                  <a:pt x="1400" y="886"/>
                  <a:pt x="1499" y="950"/>
                  <a:pt x="1659" y="954"/>
                </a:cubicBezTo>
                <a:cubicBezTo>
                  <a:pt x="1819" y="958"/>
                  <a:pt x="2014" y="958"/>
                  <a:pt x="2129" y="897"/>
                </a:cubicBezTo>
                <a:cubicBezTo>
                  <a:pt x="2244" y="836"/>
                  <a:pt x="2327" y="856"/>
                  <a:pt x="2350" y="591"/>
                </a:cubicBezTo>
                <a:cubicBezTo>
                  <a:pt x="2373" y="326"/>
                  <a:pt x="2406" y="454"/>
                  <a:pt x="2192" y="274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</p:spPr>
        <p:txBody>
          <a:bodyPr wrap="none" anchor="ctr"/>
          <a:lstStyle/>
          <a:p>
            <a:endParaRPr lang="en-US" dirty="0"/>
          </a:p>
        </p:txBody>
      </p:sp>
      <p:grpSp>
        <p:nvGrpSpPr>
          <p:cNvPr id="209938" name="Group 110"/>
          <p:cNvGrpSpPr/>
          <p:nvPr/>
        </p:nvGrpSpPr>
        <p:grpSpPr bwMode="auto">
          <a:xfrm>
            <a:off x="4025900" y="4724400"/>
            <a:ext cx="757238" cy="379413"/>
            <a:chOff x="2466" y="2026"/>
            <a:chExt cx="477" cy="282"/>
          </a:xfrm>
        </p:grpSpPr>
        <p:sp>
          <p:nvSpPr>
            <p:cNvPr id="210138" name="Oval 111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eaLnBrk="1" hangingPunct="1"/>
              <a:endParaRPr lang="en-US" i="0" dirty="0">
                <a:solidFill>
                  <a:srgbClr val="000000"/>
                </a:solidFill>
                <a:latin typeface="Arial" panose="020B0604020202090204" pitchFamily="34" charset="0"/>
              </a:endParaRPr>
            </a:p>
          </p:txBody>
        </p:sp>
        <p:sp>
          <p:nvSpPr>
            <p:cNvPr id="210139" name="Line 112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0140" name="Rectangle 113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txBody>
            <a:bodyPr wrap="none" anchor="ctr"/>
            <a:lstStyle/>
            <a:p>
              <a:pPr algn="ctr"/>
              <a:endParaRPr lang="en-US" sz="2400" i="0" dirty="0">
                <a:solidFill>
                  <a:srgbClr val="000000"/>
                </a:solidFill>
                <a:latin typeface="Times New Roman" panose="02020503050405090304" charset="0"/>
              </a:endParaRPr>
            </a:p>
          </p:txBody>
        </p:sp>
        <p:sp>
          <p:nvSpPr>
            <p:cNvPr id="210141" name="Oval 114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eaLnBrk="1" hangingPunct="1"/>
              <a:endParaRPr lang="en-US" i="0" dirty="0">
                <a:solidFill>
                  <a:srgbClr val="000000"/>
                </a:solidFill>
                <a:latin typeface="Arial" panose="020B0604020202090204" pitchFamily="34" charset="0"/>
              </a:endParaRPr>
            </a:p>
          </p:txBody>
        </p:sp>
        <p:grpSp>
          <p:nvGrpSpPr>
            <p:cNvPr id="210142" name="Group 115"/>
            <p:cNvGrpSpPr/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210149" name="Line 116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0150" name="Line 117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0151" name="Line 118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210143" name="Group 119"/>
            <p:cNvGrpSpPr/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210146" name="Line 120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0147" name="Line 121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0148" name="Line 122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210144" name="Line 123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0145" name="Line 124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209939" name="Line 134"/>
          <p:cNvSpPr>
            <a:spLocks noChangeShapeType="1"/>
          </p:cNvSpPr>
          <p:nvPr/>
        </p:nvSpPr>
        <p:spPr bwMode="auto">
          <a:xfrm flipV="1">
            <a:off x="4479925" y="3074988"/>
            <a:ext cx="1174750" cy="1651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/>
          <a:lstStyle/>
          <a:p>
            <a:endParaRPr lang="en-US" dirty="0"/>
          </a:p>
        </p:txBody>
      </p:sp>
      <p:sp>
        <p:nvSpPr>
          <p:cNvPr id="209940" name="Text Box 135"/>
          <p:cNvSpPr txBox="1">
            <a:spLocks noChangeArrowheads="1"/>
          </p:cNvSpPr>
          <p:nvPr/>
        </p:nvSpPr>
        <p:spPr bwMode="auto">
          <a:xfrm>
            <a:off x="5357813" y="5018088"/>
            <a:ext cx="1809750" cy="58102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  <a:cs typeface="MS PGothic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 eaLnBrk="1" hangingPunct="1"/>
            <a:r>
              <a:rPr lang="en-US" sz="1600" i="0" dirty="0">
                <a:solidFill>
                  <a:srgbClr val="000000"/>
                </a:solidFill>
                <a:latin typeface="Arial" panose="020B0604020202090204" pitchFamily="34" charset="0"/>
              </a:rPr>
              <a:t>Google</a:t>
            </a:r>
            <a:r>
              <a:rPr lang="ja-JP" altLang="en-US" sz="1600" i="0">
                <a:solidFill>
                  <a:srgbClr val="000000"/>
                </a:solidFill>
                <a:latin typeface="Arial" panose="020B0604020202090204" pitchFamily="34" charset="0"/>
              </a:rPr>
              <a:t>’</a:t>
            </a:r>
            <a:r>
              <a:rPr lang="en-US" altLang="ja-JP" sz="1600" i="0" dirty="0">
                <a:solidFill>
                  <a:srgbClr val="000000"/>
                </a:solidFill>
                <a:latin typeface="Arial" panose="020B0604020202090204" pitchFamily="34" charset="0"/>
              </a:rPr>
              <a:t>s network </a:t>
            </a:r>
            <a:endParaRPr lang="en-US" altLang="ja-JP" sz="1600" i="0" dirty="0">
              <a:solidFill>
                <a:srgbClr val="000000"/>
              </a:solidFill>
              <a:latin typeface="Arial" panose="020B0604020202090204" pitchFamily="34" charset="0"/>
            </a:endParaRPr>
          </a:p>
          <a:p>
            <a:pPr eaLnBrk="1" hangingPunct="1"/>
            <a:r>
              <a:rPr lang="en-US" sz="1600" i="0" dirty="0">
                <a:solidFill>
                  <a:srgbClr val="000000"/>
                </a:solidFill>
                <a:latin typeface="Arial" panose="020B0604020202090204" pitchFamily="34" charset="0"/>
              </a:rPr>
              <a:t>64.233.160.0/19 </a:t>
            </a:r>
            <a:endParaRPr lang="en-US" sz="1600" i="0" dirty="0">
              <a:solidFill>
                <a:srgbClr val="000000"/>
              </a:solidFill>
              <a:latin typeface="Arial" panose="020B0604020202090204" pitchFamily="34" charset="0"/>
            </a:endParaRPr>
          </a:p>
        </p:txBody>
      </p:sp>
      <p:sp>
        <p:nvSpPr>
          <p:cNvPr id="209941" name="Line 136"/>
          <p:cNvSpPr>
            <a:spLocks noChangeShapeType="1"/>
          </p:cNvSpPr>
          <p:nvPr/>
        </p:nvSpPr>
        <p:spPr bwMode="auto">
          <a:xfrm flipV="1">
            <a:off x="3059113" y="4894263"/>
            <a:ext cx="942975" cy="15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/>
          <a:lstStyle/>
          <a:p>
            <a:endParaRPr lang="en-US" dirty="0"/>
          </a:p>
        </p:txBody>
      </p:sp>
      <p:sp>
        <p:nvSpPr>
          <p:cNvPr id="209942" name="Text Box 137"/>
          <p:cNvSpPr txBox="1">
            <a:spLocks noChangeArrowheads="1"/>
          </p:cNvSpPr>
          <p:nvPr/>
        </p:nvSpPr>
        <p:spPr bwMode="auto">
          <a:xfrm>
            <a:off x="1971675" y="5286375"/>
            <a:ext cx="1595438" cy="33655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  <a:cs typeface="MS PGothic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 eaLnBrk="1" hangingPunct="1"/>
            <a:r>
              <a:rPr lang="en-US" sz="1600" i="0" dirty="0">
                <a:solidFill>
                  <a:srgbClr val="000000"/>
                </a:solidFill>
                <a:latin typeface="Arial" panose="020B0604020202090204" pitchFamily="34" charset="0"/>
              </a:rPr>
              <a:t>64.233.169.105</a:t>
            </a:r>
            <a:endParaRPr lang="en-US" sz="1600" i="0" dirty="0">
              <a:solidFill>
                <a:srgbClr val="000000"/>
              </a:solidFill>
              <a:latin typeface="Arial" panose="020B0604020202090204" pitchFamily="34" charset="0"/>
            </a:endParaRPr>
          </a:p>
        </p:txBody>
      </p:sp>
      <p:sp>
        <p:nvSpPr>
          <p:cNvPr id="209943" name="Text Box 138"/>
          <p:cNvSpPr txBox="1">
            <a:spLocks noChangeArrowheads="1"/>
          </p:cNvSpPr>
          <p:nvPr/>
        </p:nvSpPr>
        <p:spPr bwMode="auto">
          <a:xfrm>
            <a:off x="1939925" y="4992688"/>
            <a:ext cx="1177925" cy="33655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  <a:cs typeface="MS PGothic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 eaLnBrk="1" hangingPunct="1"/>
            <a:r>
              <a:rPr lang="en-US" sz="1600" i="0" dirty="0">
                <a:solidFill>
                  <a:srgbClr val="000000"/>
                </a:solidFill>
                <a:latin typeface="Arial" panose="020B0604020202090204" pitchFamily="34" charset="0"/>
              </a:rPr>
              <a:t>web server</a:t>
            </a:r>
            <a:endParaRPr lang="en-US" sz="1600" i="0" dirty="0">
              <a:solidFill>
                <a:srgbClr val="000000"/>
              </a:solidFill>
              <a:latin typeface="Arial" panose="020B0604020202090204" pitchFamily="34" charset="0"/>
            </a:endParaRPr>
          </a:p>
        </p:txBody>
      </p:sp>
      <p:sp>
        <p:nvSpPr>
          <p:cNvPr id="209944" name="Text Box 139"/>
          <p:cNvSpPr txBox="1">
            <a:spLocks noChangeArrowheads="1"/>
          </p:cNvSpPr>
          <p:nvPr/>
        </p:nvSpPr>
        <p:spPr bwMode="auto">
          <a:xfrm>
            <a:off x="7577138" y="1384300"/>
            <a:ext cx="1233487" cy="58102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  <a:cs typeface="MS PGothic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 eaLnBrk="1" hangingPunct="1"/>
            <a:r>
              <a:rPr lang="en-US" sz="1600" i="0" dirty="0">
                <a:solidFill>
                  <a:srgbClr val="000000"/>
                </a:solidFill>
                <a:latin typeface="Arial" panose="020B0604020202090204" pitchFamily="34" charset="0"/>
              </a:rPr>
              <a:t>DNS server</a:t>
            </a:r>
            <a:endParaRPr lang="en-US" sz="1600" i="0" dirty="0">
              <a:solidFill>
                <a:srgbClr val="000000"/>
              </a:solidFill>
              <a:latin typeface="Arial" panose="020B0604020202090204" pitchFamily="34" charset="0"/>
            </a:endParaRPr>
          </a:p>
          <a:p>
            <a:pPr eaLnBrk="1" hangingPunct="1"/>
            <a:endParaRPr lang="en-US" sz="1600" i="0" dirty="0">
              <a:solidFill>
                <a:srgbClr val="000000"/>
              </a:solidFill>
              <a:latin typeface="Arial" panose="020B0604020202090204" pitchFamily="34" charset="0"/>
            </a:endParaRPr>
          </a:p>
        </p:txBody>
      </p:sp>
      <p:grpSp>
        <p:nvGrpSpPr>
          <p:cNvPr id="209945" name="Group 95"/>
          <p:cNvGrpSpPr/>
          <p:nvPr/>
        </p:nvGrpSpPr>
        <p:grpSpPr bwMode="auto">
          <a:xfrm>
            <a:off x="5797550" y="4365625"/>
            <a:ext cx="757238" cy="379413"/>
            <a:chOff x="2466" y="2026"/>
            <a:chExt cx="477" cy="282"/>
          </a:xfrm>
        </p:grpSpPr>
        <p:sp>
          <p:nvSpPr>
            <p:cNvPr id="210124" name="Oval 96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eaLnBrk="1" hangingPunct="1"/>
              <a:endParaRPr lang="en-US" i="0" dirty="0">
                <a:solidFill>
                  <a:srgbClr val="000000"/>
                </a:solidFill>
                <a:latin typeface="Arial" panose="020B0604020202090204" pitchFamily="34" charset="0"/>
              </a:endParaRPr>
            </a:p>
          </p:txBody>
        </p:sp>
        <p:sp>
          <p:nvSpPr>
            <p:cNvPr id="210125" name="Line 97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0126" name="Rectangle 98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txBody>
            <a:bodyPr wrap="none" anchor="ctr"/>
            <a:lstStyle/>
            <a:p>
              <a:pPr algn="ctr"/>
              <a:endParaRPr lang="en-US" sz="2400" i="0" dirty="0">
                <a:solidFill>
                  <a:srgbClr val="000000"/>
                </a:solidFill>
                <a:latin typeface="Times New Roman" panose="02020503050405090304" charset="0"/>
              </a:endParaRPr>
            </a:p>
          </p:txBody>
        </p:sp>
        <p:sp>
          <p:nvSpPr>
            <p:cNvPr id="210127" name="Oval 99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eaLnBrk="1" hangingPunct="1"/>
              <a:endParaRPr lang="en-US" i="0" dirty="0">
                <a:solidFill>
                  <a:srgbClr val="000000"/>
                </a:solidFill>
                <a:latin typeface="Arial" panose="020B0604020202090204" pitchFamily="34" charset="0"/>
              </a:endParaRPr>
            </a:p>
          </p:txBody>
        </p:sp>
        <p:grpSp>
          <p:nvGrpSpPr>
            <p:cNvPr id="210128" name="Group 100"/>
            <p:cNvGrpSpPr/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210135" name="Line 101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0136" name="Line 102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0137" name="Line 103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210129" name="Group 104"/>
            <p:cNvGrpSpPr/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210132" name="Line 105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0133" name="Line 106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0134" name="Line 107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210130" name="Line 108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0131" name="Line 109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en-US" dirty="0"/>
            </a:p>
          </p:txBody>
        </p:sp>
      </p:grpSp>
      <p:grpSp>
        <p:nvGrpSpPr>
          <p:cNvPr id="209946" name="Group 166"/>
          <p:cNvGrpSpPr/>
          <p:nvPr/>
        </p:nvGrpSpPr>
        <p:grpSpPr bwMode="auto">
          <a:xfrm>
            <a:off x="5181600" y="3048000"/>
            <a:ext cx="400050" cy="152400"/>
            <a:chOff x="3228" y="1776"/>
            <a:chExt cx="252" cy="96"/>
          </a:xfrm>
        </p:grpSpPr>
        <p:sp>
          <p:nvSpPr>
            <p:cNvPr id="210122" name="Line 164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0123" name="Line 165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</a:ln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09947" name="Group 167"/>
          <p:cNvGrpSpPr/>
          <p:nvPr/>
        </p:nvGrpSpPr>
        <p:grpSpPr bwMode="auto">
          <a:xfrm flipH="1">
            <a:off x="5810250" y="3062288"/>
            <a:ext cx="400050" cy="152400"/>
            <a:chOff x="3228" y="1776"/>
            <a:chExt cx="252" cy="96"/>
          </a:xfrm>
        </p:grpSpPr>
        <p:sp>
          <p:nvSpPr>
            <p:cNvPr id="210120" name="Line 168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0121" name="Line 169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</a:ln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09948" name="Group 170"/>
          <p:cNvGrpSpPr/>
          <p:nvPr/>
        </p:nvGrpSpPr>
        <p:grpSpPr bwMode="auto">
          <a:xfrm flipH="1" flipV="1">
            <a:off x="5962650" y="2538413"/>
            <a:ext cx="400050" cy="152400"/>
            <a:chOff x="3228" y="1776"/>
            <a:chExt cx="252" cy="96"/>
          </a:xfrm>
        </p:grpSpPr>
        <p:sp>
          <p:nvSpPr>
            <p:cNvPr id="210118" name="Line 171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0119" name="Line 172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</a:ln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09949" name="Group 173"/>
          <p:cNvGrpSpPr/>
          <p:nvPr/>
        </p:nvGrpSpPr>
        <p:grpSpPr bwMode="auto">
          <a:xfrm flipH="1" flipV="1">
            <a:off x="8062913" y="3228975"/>
            <a:ext cx="400050" cy="152400"/>
            <a:chOff x="3228" y="1776"/>
            <a:chExt cx="252" cy="96"/>
          </a:xfrm>
        </p:grpSpPr>
        <p:sp>
          <p:nvSpPr>
            <p:cNvPr id="210116" name="Line 174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0117" name="Line 175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</a:ln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09950" name="Group 176"/>
          <p:cNvGrpSpPr/>
          <p:nvPr/>
        </p:nvGrpSpPr>
        <p:grpSpPr bwMode="auto">
          <a:xfrm flipV="1">
            <a:off x="7239000" y="3248025"/>
            <a:ext cx="295275" cy="114300"/>
            <a:chOff x="3228" y="1776"/>
            <a:chExt cx="252" cy="96"/>
          </a:xfrm>
        </p:grpSpPr>
        <p:sp>
          <p:nvSpPr>
            <p:cNvPr id="210114" name="Line 177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0115" name="Line 178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</a:ln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09951" name="Group 179"/>
          <p:cNvGrpSpPr/>
          <p:nvPr/>
        </p:nvGrpSpPr>
        <p:grpSpPr bwMode="auto">
          <a:xfrm rot="409689" flipH="1" flipV="1">
            <a:off x="7510463" y="2590800"/>
            <a:ext cx="452437" cy="57150"/>
            <a:chOff x="3228" y="1776"/>
            <a:chExt cx="252" cy="96"/>
          </a:xfrm>
        </p:grpSpPr>
        <p:sp>
          <p:nvSpPr>
            <p:cNvPr id="210112" name="Line 180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0113" name="Line 181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</a:ln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09952" name="Group 182"/>
          <p:cNvGrpSpPr/>
          <p:nvPr/>
        </p:nvGrpSpPr>
        <p:grpSpPr bwMode="auto">
          <a:xfrm>
            <a:off x="6653213" y="2795588"/>
            <a:ext cx="295275" cy="114300"/>
            <a:chOff x="3228" y="1776"/>
            <a:chExt cx="252" cy="96"/>
          </a:xfrm>
        </p:grpSpPr>
        <p:sp>
          <p:nvSpPr>
            <p:cNvPr id="210110" name="Line 183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0111" name="Line 184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</a:ln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09953" name="Group 185"/>
          <p:cNvGrpSpPr/>
          <p:nvPr/>
        </p:nvGrpSpPr>
        <p:grpSpPr bwMode="auto">
          <a:xfrm flipH="1">
            <a:off x="7291388" y="2795588"/>
            <a:ext cx="295275" cy="114300"/>
            <a:chOff x="3228" y="1776"/>
            <a:chExt cx="252" cy="96"/>
          </a:xfrm>
        </p:grpSpPr>
        <p:sp>
          <p:nvSpPr>
            <p:cNvPr id="210108" name="Line 186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0109" name="Line 187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</a:ln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09954" name="Group 188"/>
          <p:cNvGrpSpPr/>
          <p:nvPr/>
        </p:nvGrpSpPr>
        <p:grpSpPr bwMode="auto">
          <a:xfrm>
            <a:off x="5705475" y="4743450"/>
            <a:ext cx="295275" cy="114300"/>
            <a:chOff x="3228" y="1776"/>
            <a:chExt cx="252" cy="96"/>
          </a:xfrm>
        </p:grpSpPr>
        <p:sp>
          <p:nvSpPr>
            <p:cNvPr id="210106" name="Line 189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0107" name="Line 190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</a:ln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09955" name="Group 191"/>
          <p:cNvGrpSpPr/>
          <p:nvPr/>
        </p:nvGrpSpPr>
        <p:grpSpPr bwMode="auto">
          <a:xfrm flipH="1">
            <a:off x="6343650" y="4743450"/>
            <a:ext cx="295275" cy="114300"/>
            <a:chOff x="3228" y="1776"/>
            <a:chExt cx="252" cy="96"/>
          </a:xfrm>
        </p:grpSpPr>
        <p:sp>
          <p:nvSpPr>
            <p:cNvPr id="210104" name="Line 192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0105" name="Line 193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</a:ln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09956" name="Group 194"/>
          <p:cNvGrpSpPr/>
          <p:nvPr/>
        </p:nvGrpSpPr>
        <p:grpSpPr bwMode="auto">
          <a:xfrm>
            <a:off x="3938588" y="5100638"/>
            <a:ext cx="295275" cy="114300"/>
            <a:chOff x="3228" y="1776"/>
            <a:chExt cx="252" cy="96"/>
          </a:xfrm>
        </p:grpSpPr>
        <p:sp>
          <p:nvSpPr>
            <p:cNvPr id="210102" name="Line 195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0103" name="Line 196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</a:ln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09957" name="Group 197"/>
          <p:cNvGrpSpPr/>
          <p:nvPr/>
        </p:nvGrpSpPr>
        <p:grpSpPr bwMode="auto">
          <a:xfrm flipH="1">
            <a:off x="4576763" y="5100638"/>
            <a:ext cx="295275" cy="114300"/>
            <a:chOff x="3228" y="1776"/>
            <a:chExt cx="252" cy="96"/>
          </a:xfrm>
        </p:grpSpPr>
        <p:sp>
          <p:nvSpPr>
            <p:cNvPr id="210100" name="Line 198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0101" name="Line 199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</a:ln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09958" name="Group 200"/>
          <p:cNvGrpSpPr/>
          <p:nvPr/>
        </p:nvGrpSpPr>
        <p:grpSpPr bwMode="auto">
          <a:xfrm flipH="1" flipV="1">
            <a:off x="4781550" y="4805363"/>
            <a:ext cx="295275" cy="114300"/>
            <a:chOff x="3228" y="1776"/>
            <a:chExt cx="252" cy="96"/>
          </a:xfrm>
        </p:grpSpPr>
        <p:sp>
          <p:nvSpPr>
            <p:cNvPr id="210098" name="Line 201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0099" name="Line 202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</a:ln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209959" name="Text Box 34"/>
          <p:cNvSpPr txBox="1">
            <a:spLocks noChangeArrowheads="1"/>
          </p:cNvSpPr>
          <p:nvPr/>
        </p:nvSpPr>
        <p:spPr bwMode="auto">
          <a:xfrm>
            <a:off x="962025" y="3128963"/>
            <a:ext cx="1595438" cy="58102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  <a:cs typeface="MS PGothic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 eaLnBrk="1" hangingPunct="1"/>
            <a:r>
              <a:rPr lang="en-US" sz="1600" i="0" dirty="0">
                <a:solidFill>
                  <a:srgbClr val="000000"/>
                </a:solidFill>
                <a:latin typeface="Arial" panose="020B0604020202090204" pitchFamily="34" charset="0"/>
              </a:rPr>
              <a:t>school network </a:t>
            </a:r>
            <a:endParaRPr lang="en-US" sz="1600" i="0" dirty="0">
              <a:solidFill>
                <a:srgbClr val="000000"/>
              </a:solidFill>
              <a:latin typeface="Arial" panose="020B0604020202090204" pitchFamily="34" charset="0"/>
            </a:endParaRPr>
          </a:p>
          <a:p>
            <a:pPr eaLnBrk="1" hangingPunct="1"/>
            <a:r>
              <a:rPr lang="en-US" sz="1600" i="0" dirty="0">
                <a:solidFill>
                  <a:srgbClr val="000000"/>
                </a:solidFill>
                <a:latin typeface="Arial" panose="020B0604020202090204" pitchFamily="34" charset="0"/>
              </a:rPr>
              <a:t>68.80.2.0/24</a:t>
            </a:r>
            <a:endParaRPr lang="en-US" sz="1600" i="0" dirty="0">
              <a:solidFill>
                <a:srgbClr val="000000"/>
              </a:solidFill>
              <a:latin typeface="Arial" panose="020B0604020202090204" pitchFamily="34" charset="0"/>
            </a:endParaRPr>
          </a:p>
        </p:txBody>
      </p:sp>
      <p:pic>
        <p:nvPicPr>
          <p:cNvPr id="699793" name="Picture 40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2713" y="4208463"/>
            <a:ext cx="1243012" cy="76835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</p:spPr>
      </p:pic>
      <p:sp>
        <p:nvSpPr>
          <p:cNvPr id="699796" name="Text Box 404"/>
          <p:cNvSpPr txBox="1">
            <a:spLocks noChangeArrowheads="1"/>
          </p:cNvSpPr>
          <p:nvPr/>
        </p:nvSpPr>
        <p:spPr bwMode="auto">
          <a:xfrm>
            <a:off x="1563688" y="3940175"/>
            <a:ext cx="9525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1400" i="0" dirty="0" smtClean="0">
                <a:solidFill>
                  <a:srgbClr val="FF0000"/>
                </a:solidFill>
                <a:latin typeface="Arial" panose="020B0604020202090204" pitchFamily="34" charset="0"/>
                <a:cs typeface="+mn-cs"/>
              </a:rPr>
              <a:t>web page</a:t>
            </a:r>
            <a:endParaRPr lang="en-US" sz="1400" i="0" dirty="0" smtClean="0">
              <a:solidFill>
                <a:srgbClr val="FF0000"/>
              </a:solidFill>
              <a:latin typeface="Arial" panose="020B0604020202090204" pitchFamily="34" charset="0"/>
              <a:cs typeface="+mn-cs"/>
            </a:endParaRPr>
          </a:p>
        </p:txBody>
      </p:sp>
      <p:grpSp>
        <p:nvGrpSpPr>
          <p:cNvPr id="699797" name="Group 405"/>
          <p:cNvGrpSpPr/>
          <p:nvPr/>
        </p:nvGrpSpPr>
        <p:grpSpPr bwMode="auto">
          <a:xfrm>
            <a:off x="288925" y="1162050"/>
            <a:ext cx="1416050" cy="1265238"/>
            <a:chOff x="146" y="690"/>
            <a:chExt cx="892" cy="797"/>
          </a:xfrm>
        </p:grpSpPr>
        <p:grpSp>
          <p:nvGrpSpPr>
            <p:cNvPr id="210091" name="Group 400"/>
            <p:cNvGrpSpPr/>
            <p:nvPr/>
          </p:nvGrpSpPr>
          <p:grpSpPr bwMode="auto">
            <a:xfrm>
              <a:off x="146" y="690"/>
              <a:ext cx="892" cy="797"/>
              <a:chOff x="146" y="690"/>
              <a:chExt cx="892" cy="797"/>
            </a:xfrm>
          </p:grpSpPr>
          <p:sp>
            <p:nvSpPr>
              <p:cNvPr id="210093" name="Freeform 398"/>
              <p:cNvSpPr/>
              <p:nvPr/>
            </p:nvSpPr>
            <p:spPr bwMode="auto">
              <a:xfrm>
                <a:off x="177" y="715"/>
                <a:ext cx="861" cy="772"/>
              </a:xfrm>
              <a:custGeom>
                <a:avLst/>
                <a:gdLst>
                  <a:gd name="T0" fmla="*/ 861 w 861"/>
                  <a:gd name="T1" fmla="*/ 772 h 772"/>
                  <a:gd name="T2" fmla="*/ 0 w 861"/>
                  <a:gd name="T3" fmla="*/ 557 h 772"/>
                  <a:gd name="T4" fmla="*/ 532 w 861"/>
                  <a:gd name="T5" fmla="*/ 405 h 772"/>
                  <a:gd name="T6" fmla="*/ 652 w 861"/>
                  <a:gd name="T7" fmla="*/ 0 h 772"/>
                  <a:gd name="T8" fmla="*/ 861 w 861"/>
                  <a:gd name="T9" fmla="*/ 772 h 77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61" h="772">
                    <a:moveTo>
                      <a:pt x="861" y="772"/>
                    </a:moveTo>
                    <a:lnTo>
                      <a:pt x="0" y="557"/>
                    </a:lnTo>
                    <a:lnTo>
                      <a:pt x="532" y="405"/>
                    </a:lnTo>
                    <a:lnTo>
                      <a:pt x="652" y="0"/>
                    </a:lnTo>
                    <a:lnTo>
                      <a:pt x="861" y="772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bg1"/>
                  </a:gs>
                  <a:gs pos="100000">
                    <a:srgbClr val="FF0000"/>
                  </a:gs>
                </a:gsLst>
                <a:lin ang="2700000" scaled="1"/>
              </a:gradFill>
              <a:ln>
                <a:noFill/>
              </a:ln>
              <a:effectLst/>
            </p:spPr>
            <p:txBody>
              <a:bodyPr wrap="none"/>
              <a:lstStyle/>
              <a:p>
                <a:endParaRPr lang="en-US" dirty="0"/>
              </a:p>
            </p:txBody>
          </p:sp>
          <p:grpSp>
            <p:nvGrpSpPr>
              <p:cNvPr id="210094" name="Group 392"/>
              <p:cNvGrpSpPr/>
              <p:nvPr/>
            </p:nvGrpSpPr>
            <p:grpSpPr bwMode="auto">
              <a:xfrm>
                <a:off x="148" y="697"/>
                <a:ext cx="694" cy="574"/>
                <a:chOff x="2579" y="1366"/>
                <a:chExt cx="1078" cy="674"/>
              </a:xfrm>
            </p:grpSpPr>
            <p:pic>
              <p:nvPicPr>
                <p:cNvPr id="87217" name="Picture 393"/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579" y="1366"/>
                  <a:ext cx="1078" cy="6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</p:pic>
            <p:sp>
              <p:nvSpPr>
                <p:cNvPr id="87218" name="Rectangle 394"/>
                <p:cNvSpPr>
                  <a:spLocks noChangeArrowheads="1"/>
                </p:cNvSpPr>
                <p:nvPr/>
              </p:nvSpPr>
              <p:spPr bwMode="auto">
                <a:xfrm>
                  <a:off x="2633" y="1428"/>
                  <a:ext cx="957" cy="568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sp>
            <p:nvSpPr>
              <p:cNvPr id="87216" name="Rectangle 399"/>
              <p:cNvSpPr>
                <a:spLocks noChangeArrowheads="1"/>
              </p:cNvSpPr>
              <p:nvPr/>
            </p:nvSpPr>
            <p:spPr bwMode="auto">
              <a:xfrm>
                <a:off x="146" y="690"/>
                <a:ext cx="696" cy="582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sp>
          <p:nvSpPr>
            <p:cNvPr id="87213" name="Text Box 402"/>
            <p:cNvSpPr txBox="1">
              <a:spLocks noChangeArrowheads="1"/>
            </p:cNvSpPr>
            <p:nvPr/>
          </p:nvSpPr>
          <p:spPr bwMode="auto">
            <a:xfrm>
              <a:off x="227" y="850"/>
              <a:ext cx="513" cy="19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400" i="0" dirty="0" smtClean="0">
                  <a:solidFill>
                    <a:srgbClr val="FF0000"/>
                  </a:solidFill>
                  <a:latin typeface="Arial" panose="020B0604020202090204" pitchFamily="34" charset="0"/>
                  <a:cs typeface="+mn-cs"/>
                </a:rPr>
                <a:t>browser</a:t>
              </a:r>
              <a:endParaRPr lang="en-US" sz="1400" i="0" dirty="0" smtClean="0">
                <a:solidFill>
                  <a:srgbClr val="FF0000"/>
                </a:solidFill>
                <a:latin typeface="Arial" panose="020B0604020202090204" pitchFamily="34" charset="0"/>
                <a:cs typeface="+mn-cs"/>
              </a:endParaRPr>
            </a:p>
          </p:txBody>
        </p:sp>
      </p:grpSp>
      <p:grpSp>
        <p:nvGrpSpPr>
          <p:cNvPr id="209963" name="Group 356"/>
          <p:cNvGrpSpPr/>
          <p:nvPr/>
        </p:nvGrpSpPr>
        <p:grpSpPr bwMode="auto">
          <a:xfrm>
            <a:off x="1511300" y="1898650"/>
            <a:ext cx="842963" cy="814388"/>
            <a:chOff x="313" y="1497"/>
            <a:chExt cx="1152" cy="1014"/>
          </a:xfrm>
        </p:grpSpPr>
        <p:pic>
          <p:nvPicPr>
            <p:cNvPr id="210089" name="Picture 354" descr="laptop_stylized_small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0090" name="Picture 355" descr="antenna_stylized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99788" name="AutoShape 396"/>
          <p:cNvSpPr>
            <a:spLocks noChangeArrowheads="1"/>
          </p:cNvSpPr>
          <p:nvPr/>
        </p:nvSpPr>
        <p:spPr bwMode="auto">
          <a:xfrm>
            <a:off x="668338" y="2266950"/>
            <a:ext cx="976312" cy="485775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pic>
        <p:nvPicPr>
          <p:cNvPr id="87086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0863" y="2444750"/>
            <a:ext cx="914400" cy="38735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96" name="Rectangle 43"/>
          <p:cNvSpPr>
            <a:spLocks noChangeArrowheads="1"/>
          </p:cNvSpPr>
          <p:nvPr/>
        </p:nvSpPr>
        <p:spPr bwMode="auto">
          <a:xfrm rot="16200000">
            <a:off x="3416300" y="3551238"/>
            <a:ext cx="147638" cy="188912"/>
          </a:xfrm>
          <a:prstGeom prst="rect">
            <a:avLst/>
          </a:prstGeom>
          <a:gradFill rotWithShape="1">
            <a:gsLst>
              <a:gs pos="0">
                <a:srgbClr val="008000"/>
              </a:gs>
              <a:gs pos="50000">
                <a:schemeClr val="bg1"/>
              </a:gs>
              <a:gs pos="100000">
                <a:srgbClr val="008000"/>
              </a:gs>
            </a:gsLst>
            <a:lin ang="0" scaled="1"/>
          </a:gradFill>
          <a:ln w="9525">
            <a:solidFill>
              <a:srgbClr val="008000"/>
            </a:solidFill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  <a:latin typeface="Comic Sans MS" panose="030F0902030302020204" pitchFamily="66" charset="0"/>
              <a:ea typeface="+mn-ea"/>
              <a:cs typeface="+mn-cs"/>
            </a:endParaRPr>
          </a:p>
        </p:txBody>
      </p:sp>
      <p:sp>
        <p:nvSpPr>
          <p:cNvPr id="198" name="Rectangle 43"/>
          <p:cNvSpPr>
            <a:spLocks noChangeArrowheads="1"/>
          </p:cNvSpPr>
          <p:nvPr/>
        </p:nvSpPr>
        <p:spPr bwMode="auto">
          <a:xfrm rot="2460490">
            <a:off x="3074988" y="3208338"/>
            <a:ext cx="136525" cy="306387"/>
          </a:xfrm>
          <a:prstGeom prst="rect">
            <a:avLst/>
          </a:prstGeom>
          <a:gradFill rotWithShape="1">
            <a:gsLst>
              <a:gs pos="0">
                <a:srgbClr val="008000"/>
              </a:gs>
              <a:gs pos="50000">
                <a:schemeClr val="bg1"/>
              </a:gs>
              <a:gs pos="100000">
                <a:srgbClr val="008000"/>
              </a:gs>
            </a:gsLst>
            <a:lin ang="0" scaled="1"/>
          </a:gradFill>
          <a:ln w="9525">
            <a:solidFill>
              <a:srgbClr val="008000"/>
            </a:solidFill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  <a:latin typeface="Comic Sans MS" panose="030F0902030302020204" pitchFamily="66" charset="0"/>
              <a:ea typeface="+mn-ea"/>
              <a:cs typeface="+mn-cs"/>
            </a:endParaRPr>
          </a:p>
        </p:txBody>
      </p:sp>
      <p:sp>
        <p:nvSpPr>
          <p:cNvPr id="209968" name="Oval 407"/>
          <p:cNvSpPr>
            <a:spLocks noChangeArrowheads="1"/>
          </p:cNvSpPr>
          <p:nvPr/>
        </p:nvSpPr>
        <p:spPr bwMode="auto">
          <a:xfrm>
            <a:off x="2552700" y="3619500"/>
            <a:ext cx="850900" cy="250825"/>
          </a:xfrm>
          <a:prstGeom prst="ellipse">
            <a:avLst/>
          </a:prstGeom>
          <a:gradFill rotWithShape="1">
            <a:gsLst>
              <a:gs pos="0">
                <a:schemeClr val="hlink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en-US" sz="2400" i="0" dirty="0">
              <a:solidFill>
                <a:srgbClr val="000000"/>
              </a:solidFill>
              <a:latin typeface="Times New Roman" panose="02020503050405090304" charset="0"/>
              <a:cs typeface="Arial" panose="020B0604020202090204" pitchFamily="34" charset="0"/>
            </a:endParaRPr>
          </a:p>
        </p:txBody>
      </p:sp>
      <p:sp>
        <p:nvSpPr>
          <p:cNvPr id="209969" name="Rectangle 410"/>
          <p:cNvSpPr>
            <a:spLocks noChangeArrowheads="1"/>
          </p:cNvSpPr>
          <p:nvPr/>
        </p:nvSpPr>
        <p:spPr bwMode="auto">
          <a:xfrm>
            <a:off x="2552700" y="3590925"/>
            <a:ext cx="854075" cy="157163"/>
          </a:xfrm>
          <a:prstGeom prst="rect">
            <a:avLst/>
          </a:prstGeom>
          <a:gradFill rotWithShape="1">
            <a:gsLst>
              <a:gs pos="0">
                <a:schemeClr val="hlink"/>
              </a:gs>
              <a:gs pos="100000">
                <a:srgbClr val="FFFFFF"/>
              </a:gs>
            </a:gsLst>
            <a:lin ang="0" scaled="1"/>
          </a:gradFill>
          <a:ln>
            <a:noFill/>
          </a:ln>
        </p:spPr>
        <p:txBody>
          <a:bodyPr wrap="none" anchor="ctr"/>
          <a:lstStyle/>
          <a:p>
            <a:pPr algn="ctr"/>
            <a:endParaRPr lang="en-US" sz="2400" i="0" dirty="0">
              <a:solidFill>
                <a:srgbClr val="000000"/>
              </a:solidFill>
              <a:latin typeface="Times New Roman" panose="02020503050405090304" charset="0"/>
              <a:cs typeface="Arial" panose="020B0604020202090204" pitchFamily="34" charset="0"/>
            </a:endParaRPr>
          </a:p>
        </p:txBody>
      </p:sp>
      <p:sp>
        <p:nvSpPr>
          <p:cNvPr id="209970" name="Oval 411"/>
          <p:cNvSpPr>
            <a:spLocks noChangeArrowheads="1"/>
          </p:cNvSpPr>
          <p:nvPr/>
        </p:nvSpPr>
        <p:spPr bwMode="auto">
          <a:xfrm>
            <a:off x="2549525" y="3421063"/>
            <a:ext cx="850900" cy="293687"/>
          </a:xfrm>
          <a:prstGeom prst="ellipse">
            <a:avLst/>
          </a:prstGeom>
          <a:gradFill rotWithShape="1">
            <a:gsLst>
              <a:gs pos="0">
                <a:schemeClr val="hlink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en-US" sz="2400" i="0" dirty="0">
              <a:solidFill>
                <a:srgbClr val="000000"/>
              </a:solidFill>
              <a:latin typeface="Times New Roman" panose="02020503050405090304" charset="0"/>
              <a:cs typeface="Arial" panose="020B0604020202090204" pitchFamily="34" charset="0"/>
            </a:endParaRPr>
          </a:p>
        </p:txBody>
      </p:sp>
      <p:grpSp>
        <p:nvGrpSpPr>
          <p:cNvPr id="209971" name="Group 1189"/>
          <p:cNvGrpSpPr/>
          <p:nvPr/>
        </p:nvGrpSpPr>
        <p:grpSpPr bwMode="auto">
          <a:xfrm>
            <a:off x="2720975" y="3497263"/>
            <a:ext cx="481013" cy="136525"/>
            <a:chOff x="2468" y="1332"/>
            <a:chExt cx="310" cy="60"/>
          </a:xfrm>
        </p:grpSpPr>
        <p:sp>
          <p:nvSpPr>
            <p:cNvPr id="210087" name="Freeform 1190"/>
            <p:cNvSpPr/>
            <p:nvPr/>
          </p:nvSpPr>
          <p:spPr bwMode="auto">
            <a:xfrm>
              <a:off x="2468" y="1332"/>
              <a:ext cx="310" cy="60"/>
            </a:xfrm>
            <a:custGeom>
              <a:avLst/>
              <a:gdLst>
                <a:gd name="T0" fmla="*/ 0 w 310"/>
                <a:gd name="T1" fmla="*/ 60 h 60"/>
                <a:gd name="T2" fmla="*/ 96 w 310"/>
                <a:gd name="T3" fmla="*/ 60 h 60"/>
                <a:gd name="T4" fmla="*/ 192 w 310"/>
                <a:gd name="T5" fmla="*/ 0 h 60"/>
                <a:gd name="T6" fmla="*/ 310 w 310"/>
                <a:gd name="T7" fmla="*/ 0 h 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10" h="60">
                  <a:moveTo>
                    <a:pt x="0" y="60"/>
                  </a:moveTo>
                  <a:lnTo>
                    <a:pt x="96" y="60"/>
                  </a:lnTo>
                  <a:lnTo>
                    <a:pt x="192" y="0"/>
                  </a:lnTo>
                  <a:lnTo>
                    <a:pt x="310" y="0"/>
                  </a:ln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0088" name="Freeform 1191"/>
            <p:cNvSpPr/>
            <p:nvPr/>
          </p:nvSpPr>
          <p:spPr bwMode="auto">
            <a:xfrm>
              <a:off x="2482" y="1332"/>
              <a:ext cx="282" cy="60"/>
            </a:xfrm>
            <a:custGeom>
              <a:avLst/>
              <a:gdLst>
                <a:gd name="T0" fmla="*/ 0 w 282"/>
                <a:gd name="T1" fmla="*/ 0 h 60"/>
                <a:gd name="T2" fmla="*/ 96 w 282"/>
                <a:gd name="T3" fmla="*/ 0 h 60"/>
                <a:gd name="T4" fmla="*/ 192 w 282"/>
                <a:gd name="T5" fmla="*/ 60 h 60"/>
                <a:gd name="T6" fmla="*/ 282 w 282"/>
                <a:gd name="T7" fmla="*/ 60 h 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2" h="60">
                  <a:moveTo>
                    <a:pt x="0" y="0"/>
                  </a:moveTo>
                  <a:lnTo>
                    <a:pt x="96" y="0"/>
                  </a:lnTo>
                  <a:lnTo>
                    <a:pt x="192" y="60"/>
                  </a:lnTo>
                  <a:lnTo>
                    <a:pt x="282" y="60"/>
                  </a:ln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87093" name="Line 1192"/>
          <p:cNvSpPr>
            <a:spLocks noChangeShapeType="1"/>
          </p:cNvSpPr>
          <p:nvPr/>
        </p:nvSpPr>
        <p:spPr bwMode="auto">
          <a:xfrm>
            <a:off x="2552700" y="3557588"/>
            <a:ext cx="0" cy="2000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87094" name="Line 1193"/>
          <p:cNvSpPr>
            <a:spLocks noChangeShapeType="1"/>
          </p:cNvSpPr>
          <p:nvPr/>
        </p:nvSpPr>
        <p:spPr bwMode="auto">
          <a:xfrm>
            <a:off x="3400425" y="3567113"/>
            <a:ext cx="0" cy="195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207" name="Rectangle 43"/>
          <p:cNvSpPr>
            <a:spLocks noChangeArrowheads="1"/>
          </p:cNvSpPr>
          <p:nvPr/>
        </p:nvSpPr>
        <p:spPr bwMode="auto">
          <a:xfrm rot="16200000">
            <a:off x="2338388" y="2365375"/>
            <a:ext cx="146050" cy="314325"/>
          </a:xfrm>
          <a:prstGeom prst="rect">
            <a:avLst/>
          </a:prstGeom>
          <a:gradFill rotWithShape="1">
            <a:gsLst>
              <a:gs pos="0">
                <a:srgbClr val="008000"/>
              </a:gs>
              <a:gs pos="50000">
                <a:schemeClr val="bg1"/>
              </a:gs>
              <a:gs pos="100000">
                <a:srgbClr val="008000"/>
              </a:gs>
            </a:gsLst>
            <a:lin ang="0" scaled="1"/>
          </a:gradFill>
          <a:ln w="9525">
            <a:solidFill>
              <a:srgbClr val="008000"/>
            </a:solidFill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  <a:latin typeface="Comic Sans MS" panose="030F0902030302020204" pitchFamily="66" charset="0"/>
              <a:ea typeface="+mn-ea"/>
              <a:cs typeface="+mn-cs"/>
            </a:endParaRPr>
          </a:p>
        </p:txBody>
      </p:sp>
      <p:grpSp>
        <p:nvGrpSpPr>
          <p:cNvPr id="209975" name="Group 1185"/>
          <p:cNvGrpSpPr/>
          <p:nvPr/>
        </p:nvGrpSpPr>
        <p:grpSpPr bwMode="auto">
          <a:xfrm>
            <a:off x="5338763" y="2667000"/>
            <a:ext cx="830262" cy="455613"/>
            <a:chOff x="4650" y="1129"/>
            <a:chExt cx="246" cy="95"/>
          </a:xfrm>
        </p:grpSpPr>
        <p:sp>
          <p:nvSpPr>
            <p:cNvPr id="210079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en-US" sz="2400" i="0" dirty="0">
                <a:solidFill>
                  <a:srgbClr val="000000"/>
                </a:solidFill>
                <a:latin typeface="Times New Roman" panose="02020503050405090304" charset="0"/>
                <a:cs typeface="Arial" panose="020B0604020202090204" pitchFamily="34" charset="0"/>
              </a:endParaRPr>
            </a:p>
          </p:txBody>
        </p:sp>
        <p:sp>
          <p:nvSpPr>
            <p:cNvPr id="210080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/>
            <a:p>
              <a:pPr algn="ctr"/>
              <a:endParaRPr lang="en-US" sz="2400" i="0" dirty="0">
                <a:solidFill>
                  <a:srgbClr val="000000"/>
                </a:solidFill>
                <a:latin typeface="Times New Roman" panose="02020503050405090304" charset="0"/>
                <a:cs typeface="Arial" panose="020B0604020202090204" pitchFamily="34" charset="0"/>
              </a:endParaRPr>
            </a:p>
          </p:txBody>
        </p:sp>
        <p:sp>
          <p:nvSpPr>
            <p:cNvPr id="210081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en-US" sz="2400" i="0" dirty="0">
                <a:solidFill>
                  <a:srgbClr val="000000"/>
                </a:solidFill>
                <a:latin typeface="Times New Roman" panose="02020503050405090304" charset="0"/>
                <a:cs typeface="Arial" panose="020B0604020202090204" pitchFamily="34" charset="0"/>
              </a:endParaRPr>
            </a:p>
          </p:txBody>
        </p:sp>
        <p:grpSp>
          <p:nvGrpSpPr>
            <p:cNvPr id="210082" name="Group 1189"/>
            <p:cNvGrpSpPr/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210085" name="Freeform 1190"/>
              <p:cNvSpPr/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10086" name="Freeform 1191"/>
              <p:cNvSpPr/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87204" name="Line 1192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7205" name="Line 1193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grpSp>
        <p:nvGrpSpPr>
          <p:cNvPr id="209976" name="Group 1185"/>
          <p:cNvGrpSpPr/>
          <p:nvPr/>
        </p:nvGrpSpPr>
        <p:grpSpPr bwMode="auto">
          <a:xfrm>
            <a:off x="6729413" y="2401888"/>
            <a:ext cx="808037" cy="425450"/>
            <a:chOff x="4650" y="1129"/>
            <a:chExt cx="246" cy="95"/>
          </a:xfrm>
        </p:grpSpPr>
        <p:sp>
          <p:nvSpPr>
            <p:cNvPr id="210071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en-US" sz="2400" i="0" dirty="0">
                <a:solidFill>
                  <a:srgbClr val="000000"/>
                </a:solidFill>
                <a:latin typeface="Times New Roman" panose="02020503050405090304" charset="0"/>
                <a:cs typeface="Arial" panose="020B0604020202090204" pitchFamily="34" charset="0"/>
              </a:endParaRPr>
            </a:p>
          </p:txBody>
        </p:sp>
        <p:sp>
          <p:nvSpPr>
            <p:cNvPr id="210072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/>
            <a:p>
              <a:pPr algn="ctr"/>
              <a:endParaRPr lang="en-US" sz="2400" i="0" dirty="0">
                <a:solidFill>
                  <a:srgbClr val="000000"/>
                </a:solidFill>
                <a:latin typeface="Times New Roman" panose="02020503050405090304" charset="0"/>
                <a:cs typeface="Arial" panose="020B0604020202090204" pitchFamily="34" charset="0"/>
              </a:endParaRPr>
            </a:p>
          </p:txBody>
        </p:sp>
        <p:sp>
          <p:nvSpPr>
            <p:cNvPr id="210073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en-US" sz="2400" i="0" dirty="0">
                <a:solidFill>
                  <a:srgbClr val="000000"/>
                </a:solidFill>
                <a:latin typeface="Times New Roman" panose="02020503050405090304" charset="0"/>
                <a:cs typeface="Arial" panose="020B0604020202090204" pitchFamily="34" charset="0"/>
              </a:endParaRPr>
            </a:p>
          </p:txBody>
        </p:sp>
        <p:grpSp>
          <p:nvGrpSpPr>
            <p:cNvPr id="210074" name="Group 1189"/>
            <p:cNvGrpSpPr/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210077" name="Freeform 1190"/>
              <p:cNvSpPr/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10078" name="Freeform 1191"/>
              <p:cNvSpPr/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87196" name="Line 1192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7197" name="Line 1193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grpSp>
        <p:nvGrpSpPr>
          <p:cNvPr id="209977" name="Group 1185"/>
          <p:cNvGrpSpPr/>
          <p:nvPr/>
        </p:nvGrpSpPr>
        <p:grpSpPr bwMode="auto">
          <a:xfrm>
            <a:off x="7343775" y="3338513"/>
            <a:ext cx="892175" cy="390525"/>
            <a:chOff x="4650" y="1129"/>
            <a:chExt cx="246" cy="95"/>
          </a:xfrm>
        </p:grpSpPr>
        <p:sp>
          <p:nvSpPr>
            <p:cNvPr id="210063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en-US" sz="2400" i="0" dirty="0">
                <a:solidFill>
                  <a:srgbClr val="000000"/>
                </a:solidFill>
                <a:latin typeface="Times New Roman" panose="02020503050405090304" charset="0"/>
                <a:cs typeface="Arial" panose="020B0604020202090204" pitchFamily="34" charset="0"/>
              </a:endParaRPr>
            </a:p>
          </p:txBody>
        </p:sp>
        <p:sp>
          <p:nvSpPr>
            <p:cNvPr id="210064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/>
            <a:p>
              <a:pPr algn="ctr"/>
              <a:endParaRPr lang="en-US" sz="2400" i="0" dirty="0">
                <a:solidFill>
                  <a:srgbClr val="000000"/>
                </a:solidFill>
                <a:latin typeface="Times New Roman" panose="02020503050405090304" charset="0"/>
                <a:cs typeface="Arial" panose="020B0604020202090204" pitchFamily="34" charset="0"/>
              </a:endParaRPr>
            </a:p>
          </p:txBody>
        </p:sp>
        <p:sp>
          <p:nvSpPr>
            <p:cNvPr id="210065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en-US" sz="2400" i="0" dirty="0">
                <a:solidFill>
                  <a:srgbClr val="000000"/>
                </a:solidFill>
                <a:latin typeface="Times New Roman" panose="02020503050405090304" charset="0"/>
                <a:cs typeface="Arial" panose="020B0604020202090204" pitchFamily="34" charset="0"/>
              </a:endParaRPr>
            </a:p>
          </p:txBody>
        </p:sp>
        <p:grpSp>
          <p:nvGrpSpPr>
            <p:cNvPr id="210066" name="Group 1189"/>
            <p:cNvGrpSpPr/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210069" name="Freeform 1190"/>
              <p:cNvSpPr/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10070" name="Freeform 1191"/>
              <p:cNvSpPr/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87188" name="Line 1192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7189" name="Line 1193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grpSp>
        <p:nvGrpSpPr>
          <p:cNvPr id="209978" name="Group 1185"/>
          <p:cNvGrpSpPr/>
          <p:nvPr/>
        </p:nvGrpSpPr>
        <p:grpSpPr bwMode="auto">
          <a:xfrm>
            <a:off x="5754688" y="4344988"/>
            <a:ext cx="808037" cy="425450"/>
            <a:chOff x="4650" y="1129"/>
            <a:chExt cx="246" cy="95"/>
          </a:xfrm>
        </p:grpSpPr>
        <p:sp>
          <p:nvSpPr>
            <p:cNvPr id="210055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en-US" sz="2400" i="0" dirty="0">
                <a:solidFill>
                  <a:srgbClr val="000000"/>
                </a:solidFill>
                <a:latin typeface="Times New Roman" panose="02020503050405090304" charset="0"/>
                <a:cs typeface="Arial" panose="020B0604020202090204" pitchFamily="34" charset="0"/>
              </a:endParaRPr>
            </a:p>
          </p:txBody>
        </p:sp>
        <p:sp>
          <p:nvSpPr>
            <p:cNvPr id="210056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/>
            <a:p>
              <a:pPr algn="ctr"/>
              <a:endParaRPr lang="en-US" sz="2400" i="0" dirty="0">
                <a:solidFill>
                  <a:srgbClr val="000000"/>
                </a:solidFill>
                <a:latin typeface="Times New Roman" panose="02020503050405090304" charset="0"/>
                <a:cs typeface="Arial" panose="020B0604020202090204" pitchFamily="34" charset="0"/>
              </a:endParaRPr>
            </a:p>
          </p:txBody>
        </p:sp>
        <p:sp>
          <p:nvSpPr>
            <p:cNvPr id="210057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en-US" sz="2400" i="0" dirty="0">
                <a:solidFill>
                  <a:srgbClr val="000000"/>
                </a:solidFill>
                <a:latin typeface="Times New Roman" panose="02020503050405090304" charset="0"/>
                <a:cs typeface="Arial" panose="020B0604020202090204" pitchFamily="34" charset="0"/>
              </a:endParaRPr>
            </a:p>
          </p:txBody>
        </p:sp>
        <p:grpSp>
          <p:nvGrpSpPr>
            <p:cNvPr id="210058" name="Group 1189"/>
            <p:cNvGrpSpPr/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210061" name="Freeform 1190"/>
              <p:cNvSpPr/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10062" name="Freeform 1191"/>
              <p:cNvSpPr/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87180" name="Line 1192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7181" name="Line 1193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grpSp>
        <p:nvGrpSpPr>
          <p:cNvPr id="209979" name="Group 1185"/>
          <p:cNvGrpSpPr/>
          <p:nvPr/>
        </p:nvGrpSpPr>
        <p:grpSpPr bwMode="auto">
          <a:xfrm>
            <a:off x="4013200" y="4710113"/>
            <a:ext cx="808038" cy="425450"/>
            <a:chOff x="4650" y="1129"/>
            <a:chExt cx="246" cy="95"/>
          </a:xfrm>
        </p:grpSpPr>
        <p:sp>
          <p:nvSpPr>
            <p:cNvPr id="210047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en-US" sz="2400" i="0" dirty="0">
                <a:solidFill>
                  <a:srgbClr val="000000"/>
                </a:solidFill>
                <a:latin typeface="Times New Roman" panose="02020503050405090304" charset="0"/>
                <a:cs typeface="Arial" panose="020B0604020202090204" pitchFamily="34" charset="0"/>
              </a:endParaRPr>
            </a:p>
          </p:txBody>
        </p:sp>
        <p:sp>
          <p:nvSpPr>
            <p:cNvPr id="210048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/>
            <a:p>
              <a:pPr algn="ctr"/>
              <a:endParaRPr lang="en-US" sz="2400" i="0" dirty="0">
                <a:solidFill>
                  <a:srgbClr val="000000"/>
                </a:solidFill>
                <a:latin typeface="Times New Roman" panose="02020503050405090304" charset="0"/>
                <a:cs typeface="Arial" panose="020B0604020202090204" pitchFamily="34" charset="0"/>
              </a:endParaRPr>
            </a:p>
          </p:txBody>
        </p:sp>
        <p:sp>
          <p:nvSpPr>
            <p:cNvPr id="210049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en-US" sz="2400" i="0" dirty="0">
                <a:solidFill>
                  <a:srgbClr val="000000"/>
                </a:solidFill>
                <a:latin typeface="Times New Roman" panose="02020503050405090304" charset="0"/>
                <a:cs typeface="Arial" panose="020B0604020202090204" pitchFamily="34" charset="0"/>
              </a:endParaRPr>
            </a:p>
          </p:txBody>
        </p:sp>
        <p:grpSp>
          <p:nvGrpSpPr>
            <p:cNvPr id="210050" name="Group 1189"/>
            <p:cNvGrpSpPr/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210053" name="Freeform 1190"/>
              <p:cNvSpPr/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10054" name="Freeform 1191"/>
              <p:cNvSpPr/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87172" name="Line 1192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87173" name="Line 1193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grpSp>
        <p:nvGrpSpPr>
          <p:cNvPr id="209980" name="Group 248"/>
          <p:cNvGrpSpPr/>
          <p:nvPr/>
        </p:nvGrpSpPr>
        <p:grpSpPr bwMode="auto">
          <a:xfrm>
            <a:off x="7218363" y="1558925"/>
            <a:ext cx="358775" cy="623888"/>
            <a:chOff x="4140" y="429"/>
            <a:chExt cx="1425" cy="2396"/>
          </a:xfrm>
        </p:grpSpPr>
        <p:sp>
          <p:nvSpPr>
            <p:cNvPr id="210015" name="Freeform 148"/>
            <p:cNvSpPr/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1 w 354"/>
                <a:gd name="T1" fmla="*/ 0 h 2742"/>
                <a:gd name="T2" fmla="*/ 116 w 354"/>
                <a:gd name="T3" fmla="*/ 137 h 2742"/>
                <a:gd name="T4" fmla="*/ 114 w 354"/>
                <a:gd name="T5" fmla="*/ 1057 h 2742"/>
                <a:gd name="T6" fmla="*/ 0 w 354"/>
                <a:gd name="T7" fmla="*/ 1105 h 2742"/>
                <a:gd name="T8" fmla="*/ 21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7137" name="Rectangle 149"/>
            <p:cNvSpPr>
              <a:spLocks noChangeArrowheads="1"/>
            </p:cNvSpPr>
            <p:nvPr/>
          </p:nvSpPr>
          <p:spPr bwMode="auto">
            <a:xfrm>
              <a:off x="4203" y="429"/>
              <a:ext cx="1053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210017" name="Freeform 150"/>
            <p:cNvSpPr/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0 w 211"/>
                <a:gd name="T3" fmla="*/ 88 h 2537"/>
                <a:gd name="T4" fmla="*/ 2 w 211"/>
                <a:gd name="T5" fmla="*/ 1007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0018" name="Freeform 151"/>
            <p:cNvSpPr/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2 h 226"/>
                <a:gd name="T4" fmla="*/ 108 w 328"/>
                <a:gd name="T5" fmla="*/ 92 h 226"/>
                <a:gd name="T6" fmla="*/ 0 w 328"/>
                <a:gd name="T7" fmla="*/ 4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7140" name="Rectangle 152"/>
            <p:cNvSpPr>
              <a:spLocks noChangeArrowheads="1"/>
            </p:cNvSpPr>
            <p:nvPr/>
          </p:nvSpPr>
          <p:spPr bwMode="auto">
            <a:xfrm>
              <a:off x="4209" y="691"/>
              <a:ext cx="599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grpSp>
          <p:nvGrpSpPr>
            <p:cNvPr id="210020" name="Group 153"/>
            <p:cNvGrpSpPr/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87166" name="AutoShape 154"/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87167" name="AutoShape 155"/>
              <p:cNvSpPr>
                <a:spLocks noChangeArrowheads="1"/>
              </p:cNvSpPr>
              <p:nvPr/>
            </p:nvSpPr>
            <p:spPr bwMode="auto">
              <a:xfrm>
                <a:off x="633" y="2584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sp>
          <p:nvSpPr>
            <p:cNvPr id="87142" name="Rectangle 156"/>
            <p:cNvSpPr>
              <a:spLocks noChangeArrowheads="1"/>
            </p:cNvSpPr>
            <p:nvPr/>
          </p:nvSpPr>
          <p:spPr bwMode="auto">
            <a:xfrm>
              <a:off x="4222" y="1020"/>
              <a:ext cx="599" cy="43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grpSp>
          <p:nvGrpSpPr>
            <p:cNvPr id="210022" name="Group 157"/>
            <p:cNvGrpSpPr/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87164" name="AutoShape 158"/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4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87165" name="AutoShape 159"/>
              <p:cNvSpPr>
                <a:spLocks noChangeArrowheads="1"/>
              </p:cNvSpPr>
              <p:nvPr/>
            </p:nvSpPr>
            <p:spPr bwMode="auto">
              <a:xfrm>
                <a:off x="628" y="2589"/>
                <a:ext cx="692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sp>
          <p:nvSpPr>
            <p:cNvPr id="87144" name="Rectangle 160"/>
            <p:cNvSpPr>
              <a:spLocks noChangeArrowheads="1"/>
            </p:cNvSpPr>
            <p:nvPr/>
          </p:nvSpPr>
          <p:spPr bwMode="auto">
            <a:xfrm>
              <a:off x="4216" y="1356"/>
              <a:ext cx="599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87145" name="Rectangle 161"/>
            <p:cNvSpPr>
              <a:spLocks noChangeArrowheads="1"/>
            </p:cNvSpPr>
            <p:nvPr/>
          </p:nvSpPr>
          <p:spPr bwMode="auto">
            <a:xfrm>
              <a:off x="4228" y="1654"/>
              <a:ext cx="593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grpSp>
          <p:nvGrpSpPr>
            <p:cNvPr id="210025" name="Group 162"/>
            <p:cNvGrpSpPr/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87162" name="AutoShape 163"/>
              <p:cNvSpPr>
                <a:spLocks noChangeArrowheads="1"/>
              </p:cNvSpPr>
              <p:nvPr/>
            </p:nvSpPr>
            <p:spPr bwMode="auto">
              <a:xfrm>
                <a:off x="611" y="2576"/>
                <a:ext cx="730" cy="12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87163" name="AutoShape 164"/>
              <p:cNvSpPr>
                <a:spLocks noChangeArrowheads="1"/>
              </p:cNvSpPr>
              <p:nvPr/>
            </p:nvSpPr>
            <p:spPr bwMode="auto">
              <a:xfrm>
                <a:off x="627" y="2588"/>
                <a:ext cx="699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sp>
          <p:nvSpPr>
            <p:cNvPr id="210026" name="Freeform 165"/>
            <p:cNvSpPr/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1 h 226"/>
                <a:gd name="T4" fmla="*/ 108 w 328"/>
                <a:gd name="T5" fmla="*/ 90 h 226"/>
                <a:gd name="T6" fmla="*/ 0 w 328"/>
                <a:gd name="T7" fmla="*/ 3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210027" name="Group 166"/>
            <p:cNvGrpSpPr/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87160" name="AutoShape 167"/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87161" name="AutoShape 168"/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1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sp>
          <p:nvSpPr>
            <p:cNvPr id="87149" name="Rectangle 169"/>
            <p:cNvSpPr>
              <a:spLocks noChangeArrowheads="1"/>
            </p:cNvSpPr>
            <p:nvPr/>
          </p:nvSpPr>
          <p:spPr bwMode="auto">
            <a:xfrm>
              <a:off x="5250" y="429"/>
              <a:ext cx="69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210029" name="Freeform 170"/>
            <p:cNvSpPr/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6 w 296"/>
                <a:gd name="T3" fmla="*/ 57 h 256"/>
                <a:gd name="T4" fmla="*/ 98 w 296"/>
                <a:gd name="T5" fmla="*/ 102 h 256"/>
                <a:gd name="T6" fmla="*/ 0 w 296"/>
                <a:gd name="T7" fmla="*/ 39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0030" name="Freeform 171"/>
            <p:cNvSpPr/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01 w 304"/>
                <a:gd name="T3" fmla="*/ 66 h 288"/>
                <a:gd name="T4" fmla="*/ 95 w 304"/>
                <a:gd name="T5" fmla="*/ 116 h 288"/>
                <a:gd name="T6" fmla="*/ 2 w 304"/>
                <a:gd name="T7" fmla="*/ 5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7152" name="Oval 172"/>
            <p:cNvSpPr>
              <a:spLocks noChangeArrowheads="1"/>
            </p:cNvSpPr>
            <p:nvPr/>
          </p:nvSpPr>
          <p:spPr bwMode="auto">
            <a:xfrm>
              <a:off x="5515" y="2612"/>
              <a:ext cx="50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210032" name="Freeform 173"/>
            <p:cNvSpPr/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43 h 240"/>
                <a:gd name="T2" fmla="*/ 2 w 306"/>
                <a:gd name="T3" fmla="*/ 97 h 240"/>
                <a:gd name="T4" fmla="*/ 101 w 306"/>
                <a:gd name="T5" fmla="*/ 44 h 240"/>
                <a:gd name="T6" fmla="*/ 98 w 306"/>
                <a:gd name="T7" fmla="*/ 0 h 240"/>
                <a:gd name="T8" fmla="*/ 0 w 306"/>
                <a:gd name="T9" fmla="*/ 4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7154" name="AutoShape 174"/>
            <p:cNvSpPr>
              <a:spLocks noChangeArrowheads="1"/>
            </p:cNvSpPr>
            <p:nvPr/>
          </p:nvSpPr>
          <p:spPr bwMode="auto">
            <a:xfrm>
              <a:off x="4140" y="2679"/>
              <a:ext cx="1198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87155" name="AutoShape 175"/>
            <p:cNvSpPr>
              <a:spLocks noChangeArrowheads="1"/>
            </p:cNvSpPr>
            <p:nvPr/>
          </p:nvSpPr>
          <p:spPr bwMode="auto">
            <a:xfrm>
              <a:off x="4203" y="2709"/>
              <a:ext cx="1072" cy="85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87156" name="Oval 176"/>
            <p:cNvSpPr>
              <a:spLocks noChangeArrowheads="1"/>
            </p:cNvSpPr>
            <p:nvPr/>
          </p:nvSpPr>
          <p:spPr bwMode="auto">
            <a:xfrm>
              <a:off x="4310" y="2386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87157" name="Oval 177"/>
            <p:cNvSpPr>
              <a:spLocks noChangeArrowheads="1"/>
            </p:cNvSpPr>
            <p:nvPr/>
          </p:nvSpPr>
          <p:spPr bwMode="auto">
            <a:xfrm>
              <a:off x="4487" y="2386"/>
              <a:ext cx="158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US" dirty="0">
                <a:solidFill>
                  <a:srgbClr val="FF0000"/>
                </a:solidFill>
                <a:cs typeface="+mn-cs"/>
              </a:endParaRPr>
            </a:p>
          </p:txBody>
        </p:sp>
        <p:sp>
          <p:nvSpPr>
            <p:cNvPr id="87158" name="Oval 178"/>
            <p:cNvSpPr>
              <a:spLocks noChangeArrowheads="1"/>
            </p:cNvSpPr>
            <p:nvPr/>
          </p:nvSpPr>
          <p:spPr bwMode="auto">
            <a:xfrm>
              <a:off x="4663" y="2380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87159" name="Rectangle 179"/>
            <p:cNvSpPr>
              <a:spLocks noChangeArrowheads="1"/>
            </p:cNvSpPr>
            <p:nvPr/>
          </p:nvSpPr>
          <p:spPr bwMode="auto">
            <a:xfrm>
              <a:off x="5061" y="1837"/>
              <a:ext cx="88" cy="756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</p:grpSp>
      <p:grpSp>
        <p:nvGrpSpPr>
          <p:cNvPr id="209981" name="Group 248"/>
          <p:cNvGrpSpPr/>
          <p:nvPr/>
        </p:nvGrpSpPr>
        <p:grpSpPr bwMode="auto">
          <a:xfrm>
            <a:off x="2876550" y="4454525"/>
            <a:ext cx="358775" cy="623888"/>
            <a:chOff x="4140" y="429"/>
            <a:chExt cx="1425" cy="2396"/>
          </a:xfrm>
        </p:grpSpPr>
        <p:sp>
          <p:nvSpPr>
            <p:cNvPr id="209983" name="Freeform 148"/>
            <p:cNvSpPr/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1 w 354"/>
                <a:gd name="T1" fmla="*/ 0 h 2742"/>
                <a:gd name="T2" fmla="*/ 116 w 354"/>
                <a:gd name="T3" fmla="*/ 137 h 2742"/>
                <a:gd name="T4" fmla="*/ 114 w 354"/>
                <a:gd name="T5" fmla="*/ 1057 h 2742"/>
                <a:gd name="T6" fmla="*/ 0 w 354"/>
                <a:gd name="T7" fmla="*/ 1105 h 2742"/>
                <a:gd name="T8" fmla="*/ 21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7105" name="Rectangle 149"/>
            <p:cNvSpPr>
              <a:spLocks noChangeArrowheads="1"/>
            </p:cNvSpPr>
            <p:nvPr/>
          </p:nvSpPr>
          <p:spPr bwMode="auto">
            <a:xfrm>
              <a:off x="4203" y="429"/>
              <a:ext cx="1053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209985" name="Freeform 150"/>
            <p:cNvSpPr/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0 w 211"/>
                <a:gd name="T3" fmla="*/ 88 h 2537"/>
                <a:gd name="T4" fmla="*/ 2 w 211"/>
                <a:gd name="T5" fmla="*/ 1007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09986" name="Freeform 151"/>
            <p:cNvSpPr/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2 h 226"/>
                <a:gd name="T4" fmla="*/ 108 w 328"/>
                <a:gd name="T5" fmla="*/ 92 h 226"/>
                <a:gd name="T6" fmla="*/ 0 w 328"/>
                <a:gd name="T7" fmla="*/ 4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7108" name="Rectangle 152"/>
            <p:cNvSpPr>
              <a:spLocks noChangeArrowheads="1"/>
            </p:cNvSpPr>
            <p:nvPr/>
          </p:nvSpPr>
          <p:spPr bwMode="auto">
            <a:xfrm>
              <a:off x="4209" y="691"/>
              <a:ext cx="599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grpSp>
          <p:nvGrpSpPr>
            <p:cNvPr id="209988" name="Group 153"/>
            <p:cNvGrpSpPr/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87134" name="AutoShape 154"/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87135" name="AutoShape 155"/>
              <p:cNvSpPr>
                <a:spLocks noChangeArrowheads="1"/>
              </p:cNvSpPr>
              <p:nvPr/>
            </p:nvSpPr>
            <p:spPr bwMode="auto">
              <a:xfrm>
                <a:off x="633" y="2584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sp>
          <p:nvSpPr>
            <p:cNvPr id="87110" name="Rectangle 156"/>
            <p:cNvSpPr>
              <a:spLocks noChangeArrowheads="1"/>
            </p:cNvSpPr>
            <p:nvPr/>
          </p:nvSpPr>
          <p:spPr bwMode="auto">
            <a:xfrm>
              <a:off x="4222" y="1020"/>
              <a:ext cx="599" cy="43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grpSp>
          <p:nvGrpSpPr>
            <p:cNvPr id="209990" name="Group 157"/>
            <p:cNvGrpSpPr/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87132" name="AutoShape 158"/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4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87133" name="AutoShape 159"/>
              <p:cNvSpPr>
                <a:spLocks noChangeArrowheads="1"/>
              </p:cNvSpPr>
              <p:nvPr/>
            </p:nvSpPr>
            <p:spPr bwMode="auto">
              <a:xfrm>
                <a:off x="628" y="2589"/>
                <a:ext cx="692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sp>
          <p:nvSpPr>
            <p:cNvPr id="87112" name="Rectangle 160"/>
            <p:cNvSpPr>
              <a:spLocks noChangeArrowheads="1"/>
            </p:cNvSpPr>
            <p:nvPr/>
          </p:nvSpPr>
          <p:spPr bwMode="auto">
            <a:xfrm>
              <a:off x="4216" y="1356"/>
              <a:ext cx="599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87113" name="Rectangle 161"/>
            <p:cNvSpPr>
              <a:spLocks noChangeArrowheads="1"/>
            </p:cNvSpPr>
            <p:nvPr/>
          </p:nvSpPr>
          <p:spPr bwMode="auto">
            <a:xfrm>
              <a:off x="4228" y="1654"/>
              <a:ext cx="593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grpSp>
          <p:nvGrpSpPr>
            <p:cNvPr id="209993" name="Group 162"/>
            <p:cNvGrpSpPr/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87130" name="AutoShape 163"/>
              <p:cNvSpPr>
                <a:spLocks noChangeArrowheads="1"/>
              </p:cNvSpPr>
              <p:nvPr/>
            </p:nvSpPr>
            <p:spPr bwMode="auto">
              <a:xfrm>
                <a:off x="611" y="2576"/>
                <a:ext cx="730" cy="12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87131" name="AutoShape 164"/>
              <p:cNvSpPr>
                <a:spLocks noChangeArrowheads="1"/>
              </p:cNvSpPr>
              <p:nvPr/>
            </p:nvSpPr>
            <p:spPr bwMode="auto">
              <a:xfrm>
                <a:off x="627" y="2588"/>
                <a:ext cx="699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sp>
          <p:nvSpPr>
            <p:cNvPr id="209994" name="Freeform 165"/>
            <p:cNvSpPr/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1 h 226"/>
                <a:gd name="T4" fmla="*/ 108 w 328"/>
                <a:gd name="T5" fmla="*/ 90 h 226"/>
                <a:gd name="T6" fmla="*/ 0 w 328"/>
                <a:gd name="T7" fmla="*/ 3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209995" name="Group 166"/>
            <p:cNvGrpSpPr/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87128" name="AutoShape 167"/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87129" name="AutoShape 168"/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1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sp>
          <p:nvSpPr>
            <p:cNvPr id="87117" name="Rectangle 169"/>
            <p:cNvSpPr>
              <a:spLocks noChangeArrowheads="1"/>
            </p:cNvSpPr>
            <p:nvPr/>
          </p:nvSpPr>
          <p:spPr bwMode="auto">
            <a:xfrm>
              <a:off x="5250" y="429"/>
              <a:ext cx="69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209997" name="Freeform 170"/>
            <p:cNvSpPr/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6 w 296"/>
                <a:gd name="T3" fmla="*/ 57 h 256"/>
                <a:gd name="T4" fmla="*/ 98 w 296"/>
                <a:gd name="T5" fmla="*/ 102 h 256"/>
                <a:gd name="T6" fmla="*/ 0 w 296"/>
                <a:gd name="T7" fmla="*/ 39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09998" name="Freeform 171"/>
            <p:cNvSpPr/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01 w 304"/>
                <a:gd name="T3" fmla="*/ 66 h 288"/>
                <a:gd name="T4" fmla="*/ 95 w 304"/>
                <a:gd name="T5" fmla="*/ 116 h 288"/>
                <a:gd name="T6" fmla="*/ 2 w 304"/>
                <a:gd name="T7" fmla="*/ 5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7120" name="Oval 172"/>
            <p:cNvSpPr>
              <a:spLocks noChangeArrowheads="1"/>
            </p:cNvSpPr>
            <p:nvPr/>
          </p:nvSpPr>
          <p:spPr bwMode="auto">
            <a:xfrm>
              <a:off x="5515" y="2612"/>
              <a:ext cx="50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210000" name="Freeform 173"/>
            <p:cNvSpPr/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43 h 240"/>
                <a:gd name="T2" fmla="*/ 2 w 306"/>
                <a:gd name="T3" fmla="*/ 97 h 240"/>
                <a:gd name="T4" fmla="*/ 101 w 306"/>
                <a:gd name="T5" fmla="*/ 44 h 240"/>
                <a:gd name="T6" fmla="*/ 98 w 306"/>
                <a:gd name="T7" fmla="*/ 0 h 240"/>
                <a:gd name="T8" fmla="*/ 0 w 306"/>
                <a:gd name="T9" fmla="*/ 4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7122" name="AutoShape 174"/>
            <p:cNvSpPr>
              <a:spLocks noChangeArrowheads="1"/>
            </p:cNvSpPr>
            <p:nvPr/>
          </p:nvSpPr>
          <p:spPr bwMode="auto">
            <a:xfrm>
              <a:off x="4140" y="2679"/>
              <a:ext cx="1198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87123" name="AutoShape 175"/>
            <p:cNvSpPr>
              <a:spLocks noChangeArrowheads="1"/>
            </p:cNvSpPr>
            <p:nvPr/>
          </p:nvSpPr>
          <p:spPr bwMode="auto">
            <a:xfrm>
              <a:off x="4203" y="2709"/>
              <a:ext cx="1072" cy="85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87124" name="Oval 176"/>
            <p:cNvSpPr>
              <a:spLocks noChangeArrowheads="1"/>
            </p:cNvSpPr>
            <p:nvPr/>
          </p:nvSpPr>
          <p:spPr bwMode="auto">
            <a:xfrm>
              <a:off x="4310" y="2386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87125" name="Oval 177"/>
            <p:cNvSpPr>
              <a:spLocks noChangeArrowheads="1"/>
            </p:cNvSpPr>
            <p:nvPr/>
          </p:nvSpPr>
          <p:spPr bwMode="auto">
            <a:xfrm>
              <a:off x="4487" y="2386"/>
              <a:ext cx="158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US" dirty="0">
                <a:solidFill>
                  <a:srgbClr val="FF0000"/>
                </a:solidFill>
                <a:cs typeface="+mn-cs"/>
              </a:endParaRPr>
            </a:p>
          </p:txBody>
        </p:sp>
        <p:sp>
          <p:nvSpPr>
            <p:cNvPr id="87126" name="Oval 178"/>
            <p:cNvSpPr>
              <a:spLocks noChangeArrowheads="1"/>
            </p:cNvSpPr>
            <p:nvPr/>
          </p:nvSpPr>
          <p:spPr bwMode="auto">
            <a:xfrm>
              <a:off x="4663" y="2380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87127" name="Rectangle 179"/>
            <p:cNvSpPr>
              <a:spLocks noChangeArrowheads="1"/>
            </p:cNvSpPr>
            <p:nvPr/>
          </p:nvSpPr>
          <p:spPr bwMode="auto">
            <a:xfrm>
              <a:off x="5061" y="1837"/>
              <a:ext cx="88" cy="756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</p:grpSp>
      <p:pic>
        <p:nvPicPr>
          <p:cNvPr id="209982" name="Picture 22" descr="underline_base"/>
          <p:cNvPicPr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746125"/>
            <a:ext cx="4570413" cy="173038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r>
              <a:rPr lang="en-US" sz="1200" dirty="0">
                <a:latin typeface="Tahoma" panose="020B0604030504040204" charset="0"/>
              </a:rPr>
              <a:t>6</a:t>
            </a:r>
            <a:r>
              <a:rPr lang="en-US" sz="1200" dirty="0" smtClean="0">
                <a:latin typeface="Tahoma" panose="020B0604030504040204" charset="0"/>
              </a:rPr>
              <a:t>-</a:t>
            </a:r>
            <a:fld id="{8E8C6E93-DF5B-BC4B-80F9-500DED1EEDCC}" type="slidenum">
              <a:rPr lang="en-US" sz="1200">
                <a:latin typeface="Tahoma" panose="020B0604030504040204" charset="0"/>
              </a:rPr>
            </a:fld>
            <a:endParaRPr lang="en-US" sz="1200" dirty="0">
              <a:latin typeface="Tahoma" panose="020B0604030504040204" charset="0"/>
            </a:endParaRPr>
          </a:p>
        </p:txBody>
      </p:sp>
      <p:sp>
        <p:nvSpPr>
          <p:cNvPr id="29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pPr algn="r"/>
            <a:r>
              <a:rPr lang="en-US" sz="1200" dirty="0" smtClean="0">
                <a:solidFill>
                  <a:srgbClr val="000000"/>
                </a:solidFill>
                <a:latin typeface="Tahoma" panose="020B0604030504040204" charset="0"/>
                <a:cs typeface="Arial" panose="020B0604020202090204" pitchFamily="34" charset="0"/>
              </a:rPr>
              <a:t>Link Layer and LANs</a:t>
            </a:r>
            <a:endParaRPr lang="en-US" sz="1200" dirty="0">
              <a:solidFill>
                <a:srgbClr val="000000"/>
              </a:solidFill>
              <a:latin typeface="Tahoma" panose="020B060403050404020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99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699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9796" grpId="0"/>
      <p:bldP spid="699788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0945" name="Group 156"/>
          <p:cNvGrpSpPr/>
          <p:nvPr/>
        </p:nvGrpSpPr>
        <p:grpSpPr bwMode="auto">
          <a:xfrm>
            <a:off x="773113" y="1273175"/>
            <a:ext cx="3554412" cy="3067050"/>
            <a:chOff x="773113" y="1273175"/>
            <a:chExt cx="3554412" cy="3066395"/>
          </a:xfrm>
        </p:grpSpPr>
        <p:sp>
          <p:nvSpPr>
            <p:cNvPr id="211062" name="Freeform 3"/>
            <p:cNvSpPr/>
            <p:nvPr/>
          </p:nvSpPr>
          <p:spPr bwMode="auto">
            <a:xfrm>
              <a:off x="773113" y="1273175"/>
              <a:ext cx="3554412" cy="2754313"/>
            </a:xfrm>
            <a:custGeom>
              <a:avLst/>
              <a:gdLst>
                <a:gd name="T0" fmla="*/ 2147483647 w 2406"/>
                <a:gd name="T1" fmla="*/ 2147483647 h 958"/>
                <a:gd name="T2" fmla="*/ 2147483647 w 2406"/>
                <a:gd name="T3" fmla="*/ 2147483647 h 958"/>
                <a:gd name="T4" fmla="*/ 2147483647 w 2406"/>
                <a:gd name="T5" fmla="*/ 2147483647 h 958"/>
                <a:gd name="T6" fmla="*/ 2147483647 w 2406"/>
                <a:gd name="T7" fmla="*/ 2147483647 h 958"/>
                <a:gd name="T8" fmla="*/ 2147483647 w 2406"/>
                <a:gd name="T9" fmla="*/ 2147483647 h 958"/>
                <a:gd name="T10" fmla="*/ 2147483647 w 2406"/>
                <a:gd name="T11" fmla="*/ 2147483647 h 958"/>
                <a:gd name="T12" fmla="*/ 2147483647 w 2406"/>
                <a:gd name="T13" fmla="*/ 2147483647 h 958"/>
                <a:gd name="T14" fmla="*/ 2147483647 w 2406"/>
                <a:gd name="T15" fmla="*/ 2147483647 h 958"/>
                <a:gd name="T16" fmla="*/ 2147483647 w 2406"/>
                <a:gd name="T17" fmla="*/ 2147483647 h 958"/>
                <a:gd name="T18" fmla="*/ 2147483647 w 2406"/>
                <a:gd name="T19" fmla="*/ 2147483647 h 958"/>
                <a:gd name="T20" fmla="*/ 2147483647 w 2406"/>
                <a:gd name="T21" fmla="*/ 2147483647 h 958"/>
                <a:gd name="T22" fmla="*/ 2147483647 w 2406"/>
                <a:gd name="T23" fmla="*/ 2147483647 h 958"/>
                <a:gd name="T24" fmla="*/ 2147483647 w 2406"/>
                <a:gd name="T25" fmla="*/ 2147483647 h 95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406"/>
                <a:gd name="T40" fmla="*/ 0 h 958"/>
                <a:gd name="T41" fmla="*/ 2406 w 2406"/>
                <a:gd name="T42" fmla="*/ 958 h 958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406" h="958">
                  <a:moveTo>
                    <a:pt x="2192" y="274"/>
                  </a:moveTo>
                  <a:cubicBezTo>
                    <a:pt x="1978" y="94"/>
                    <a:pt x="1990" y="122"/>
                    <a:pt x="1857" y="77"/>
                  </a:cubicBezTo>
                  <a:cubicBezTo>
                    <a:pt x="1724" y="32"/>
                    <a:pt x="1584" y="0"/>
                    <a:pt x="1393" y="7"/>
                  </a:cubicBezTo>
                  <a:cubicBezTo>
                    <a:pt x="1202" y="14"/>
                    <a:pt x="898" y="84"/>
                    <a:pt x="713" y="122"/>
                  </a:cubicBezTo>
                  <a:cubicBezTo>
                    <a:pt x="528" y="160"/>
                    <a:pt x="395" y="168"/>
                    <a:pt x="280" y="234"/>
                  </a:cubicBezTo>
                  <a:cubicBezTo>
                    <a:pt x="166" y="301"/>
                    <a:pt x="52" y="432"/>
                    <a:pt x="26" y="522"/>
                  </a:cubicBezTo>
                  <a:cubicBezTo>
                    <a:pt x="0" y="612"/>
                    <a:pt x="81" y="711"/>
                    <a:pt x="122" y="773"/>
                  </a:cubicBezTo>
                  <a:cubicBezTo>
                    <a:pt x="163" y="835"/>
                    <a:pt x="99" y="877"/>
                    <a:pt x="273" y="894"/>
                  </a:cubicBezTo>
                  <a:cubicBezTo>
                    <a:pt x="447" y="911"/>
                    <a:pt x="938" y="866"/>
                    <a:pt x="1169" y="876"/>
                  </a:cubicBezTo>
                  <a:cubicBezTo>
                    <a:pt x="1400" y="886"/>
                    <a:pt x="1499" y="950"/>
                    <a:pt x="1659" y="954"/>
                  </a:cubicBezTo>
                  <a:cubicBezTo>
                    <a:pt x="1819" y="958"/>
                    <a:pt x="2014" y="958"/>
                    <a:pt x="2129" y="897"/>
                  </a:cubicBezTo>
                  <a:cubicBezTo>
                    <a:pt x="2244" y="836"/>
                    <a:pt x="2327" y="856"/>
                    <a:pt x="2350" y="591"/>
                  </a:cubicBezTo>
                  <a:cubicBezTo>
                    <a:pt x="2373" y="326"/>
                    <a:pt x="2406" y="454"/>
                    <a:pt x="2192" y="274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1063" name="Line 36"/>
            <p:cNvSpPr>
              <a:spLocks noChangeShapeType="1"/>
            </p:cNvSpPr>
            <p:nvPr/>
          </p:nvSpPr>
          <p:spPr bwMode="auto">
            <a:xfrm flipV="1">
              <a:off x="3775075" y="2344738"/>
              <a:ext cx="155575" cy="1428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1064" name="Line 43"/>
            <p:cNvSpPr>
              <a:spLocks noChangeShapeType="1"/>
            </p:cNvSpPr>
            <p:nvPr/>
          </p:nvSpPr>
          <p:spPr bwMode="auto">
            <a:xfrm flipV="1">
              <a:off x="2665413" y="2517775"/>
              <a:ext cx="69532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1065" name="Line 44"/>
            <p:cNvSpPr>
              <a:spLocks noChangeShapeType="1"/>
            </p:cNvSpPr>
            <p:nvPr/>
          </p:nvSpPr>
          <p:spPr bwMode="auto">
            <a:xfrm flipV="1">
              <a:off x="3924300" y="2201863"/>
              <a:ext cx="138113" cy="1428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1066" name="Line 48"/>
            <p:cNvSpPr>
              <a:spLocks noChangeShapeType="1"/>
            </p:cNvSpPr>
            <p:nvPr/>
          </p:nvSpPr>
          <p:spPr bwMode="auto">
            <a:xfrm flipV="1">
              <a:off x="3279775" y="2736850"/>
              <a:ext cx="512763" cy="6127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8188" name="Text Box 240"/>
            <p:cNvSpPr txBox="1">
              <a:spLocks noChangeArrowheads="1"/>
            </p:cNvSpPr>
            <p:nvPr/>
          </p:nvSpPr>
          <p:spPr bwMode="auto">
            <a:xfrm>
              <a:off x="2562225" y="3815807"/>
              <a:ext cx="1211263" cy="52376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400" dirty="0" smtClean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router</a:t>
              </a:r>
              <a:endParaRPr lang="en-US" sz="1400" dirty="0" smtClean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  <a:p>
              <a:pPr>
                <a:defRPr/>
              </a:pPr>
              <a:r>
                <a:rPr lang="en-US" sz="1400" dirty="0" smtClean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(runs DHCP)</a:t>
              </a:r>
              <a:endParaRPr lang="en-US" sz="1400" dirty="0" smtClean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grpSp>
          <p:nvGrpSpPr>
            <p:cNvPr id="211068" name="Group 356"/>
            <p:cNvGrpSpPr/>
            <p:nvPr/>
          </p:nvGrpSpPr>
          <p:grpSpPr bwMode="auto">
            <a:xfrm>
              <a:off x="1653422" y="1982680"/>
              <a:ext cx="843032" cy="814871"/>
              <a:chOff x="313" y="1497"/>
              <a:chExt cx="1152" cy="1014"/>
            </a:xfrm>
          </p:grpSpPr>
          <p:pic>
            <p:nvPicPr>
              <p:cNvPr id="211120" name="Picture 354" descr="laptop_stylized_small"/>
              <p:cNvPicPr>
                <a:picLocks noChangeAspect="1"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3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11121" name="Picture 355" descr="antenna_stylized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88190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36925" y="2423867"/>
              <a:ext cx="879475" cy="349175"/>
            </a:xfrm>
            <a:prstGeom prst="rect">
              <a:avLst/>
            </a:prstGeom>
            <a:noFill/>
            <a:ln>
              <a:noFill/>
            </a:ln>
            <a:effectLst/>
          </p:spPr>
        </p:pic>
        <p:sp>
          <p:nvSpPr>
            <p:cNvPr id="166" name="Rectangle 43"/>
            <p:cNvSpPr>
              <a:spLocks noChangeArrowheads="1"/>
            </p:cNvSpPr>
            <p:nvPr/>
          </p:nvSpPr>
          <p:spPr bwMode="auto">
            <a:xfrm rot="16200000" flipH="1">
              <a:off x="3589349" y="3549138"/>
              <a:ext cx="104753" cy="244475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Comic Sans MS" panose="030F0902030302020204" pitchFamily="66" charset="0"/>
                <a:ea typeface="+mn-ea"/>
                <a:cs typeface="+mn-cs"/>
              </a:endParaRPr>
            </a:p>
          </p:txBody>
        </p:sp>
        <p:sp>
          <p:nvSpPr>
            <p:cNvPr id="167" name="Rectangle 43"/>
            <p:cNvSpPr>
              <a:spLocks noChangeArrowheads="1"/>
            </p:cNvSpPr>
            <p:nvPr/>
          </p:nvSpPr>
          <p:spPr bwMode="auto">
            <a:xfrm rot="2460490">
              <a:off x="3206750" y="3274585"/>
              <a:ext cx="82550" cy="247597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Comic Sans MS" panose="030F0902030302020204" pitchFamily="66" charset="0"/>
                <a:ea typeface="+mn-ea"/>
                <a:cs typeface="+mn-cs"/>
              </a:endParaRPr>
            </a:p>
          </p:txBody>
        </p:sp>
        <p:sp>
          <p:nvSpPr>
            <p:cNvPr id="168" name="Rectangle 43"/>
            <p:cNvSpPr>
              <a:spLocks noChangeArrowheads="1"/>
            </p:cNvSpPr>
            <p:nvPr/>
          </p:nvSpPr>
          <p:spPr bwMode="auto">
            <a:xfrm rot="16200000">
              <a:off x="2499531" y="2388124"/>
              <a:ext cx="111101" cy="296863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Comic Sans MS" panose="030F0902030302020204" pitchFamily="66" charset="0"/>
                <a:ea typeface="+mn-ea"/>
                <a:cs typeface="+mn-cs"/>
              </a:endParaRPr>
            </a:p>
          </p:txBody>
        </p:sp>
        <p:grpSp>
          <p:nvGrpSpPr>
            <p:cNvPr id="211073" name="Group 248"/>
            <p:cNvGrpSpPr/>
            <p:nvPr/>
          </p:nvGrpSpPr>
          <p:grpSpPr bwMode="auto">
            <a:xfrm>
              <a:off x="2597285" y="3210128"/>
              <a:ext cx="332569" cy="581078"/>
              <a:chOff x="4140" y="429"/>
              <a:chExt cx="1425" cy="2396"/>
            </a:xfrm>
          </p:grpSpPr>
          <p:sp>
            <p:nvSpPr>
              <p:cNvPr id="211088" name="Freeform 148"/>
              <p:cNvSpPr/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1 w 354"/>
                  <a:gd name="T1" fmla="*/ 0 h 2742"/>
                  <a:gd name="T2" fmla="*/ 116 w 354"/>
                  <a:gd name="T3" fmla="*/ 137 h 2742"/>
                  <a:gd name="T4" fmla="*/ 114 w 354"/>
                  <a:gd name="T5" fmla="*/ 1057 h 2742"/>
                  <a:gd name="T6" fmla="*/ 0 w 354"/>
                  <a:gd name="T7" fmla="*/ 1105 h 2742"/>
                  <a:gd name="T8" fmla="*/ 21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8210" name="Rectangle 149"/>
              <p:cNvSpPr>
                <a:spLocks noChangeArrowheads="1"/>
              </p:cNvSpPr>
              <p:nvPr/>
            </p:nvSpPr>
            <p:spPr bwMode="auto">
              <a:xfrm>
                <a:off x="4207" y="426"/>
                <a:ext cx="1048" cy="2291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211090" name="Freeform 150"/>
              <p:cNvSpPr/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70 w 211"/>
                  <a:gd name="T3" fmla="*/ 88 h 2537"/>
                  <a:gd name="T4" fmla="*/ 2 w 211"/>
                  <a:gd name="T5" fmla="*/ 1007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11091" name="Freeform 151"/>
              <p:cNvSpPr/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09 w 328"/>
                  <a:gd name="T3" fmla="*/ 52 h 226"/>
                  <a:gd name="T4" fmla="*/ 108 w 328"/>
                  <a:gd name="T5" fmla="*/ 92 h 226"/>
                  <a:gd name="T6" fmla="*/ 0 w 328"/>
                  <a:gd name="T7" fmla="*/ 41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8213" name="Rectangle 152"/>
              <p:cNvSpPr>
                <a:spLocks noChangeArrowheads="1"/>
              </p:cNvSpPr>
              <p:nvPr/>
            </p:nvSpPr>
            <p:spPr bwMode="auto">
              <a:xfrm>
                <a:off x="4214" y="688"/>
                <a:ext cx="592" cy="5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grpSp>
            <p:nvGrpSpPr>
              <p:cNvPr id="211093" name="Group 153"/>
              <p:cNvGrpSpPr/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88239" name="AutoShape 154"/>
                <p:cNvSpPr>
                  <a:spLocks noChangeArrowheads="1"/>
                </p:cNvSpPr>
                <p:nvPr/>
              </p:nvSpPr>
              <p:spPr bwMode="auto">
                <a:xfrm>
                  <a:off x="617" y="2569"/>
                  <a:ext cx="721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88240" name="AutoShape 155"/>
                <p:cNvSpPr>
                  <a:spLocks noChangeArrowheads="1"/>
                </p:cNvSpPr>
                <p:nvPr/>
              </p:nvSpPr>
              <p:spPr bwMode="auto">
                <a:xfrm>
                  <a:off x="634" y="2587"/>
                  <a:ext cx="688" cy="10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sp>
            <p:nvSpPr>
              <p:cNvPr id="88215" name="Rectangle 156"/>
              <p:cNvSpPr>
                <a:spLocks noChangeArrowheads="1"/>
              </p:cNvSpPr>
              <p:nvPr/>
            </p:nvSpPr>
            <p:spPr bwMode="auto">
              <a:xfrm>
                <a:off x="4221" y="1015"/>
                <a:ext cx="599" cy="5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grpSp>
            <p:nvGrpSpPr>
              <p:cNvPr id="211095" name="Group 157"/>
              <p:cNvGrpSpPr/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88237" name="AutoShape 158"/>
                <p:cNvSpPr>
                  <a:spLocks noChangeArrowheads="1"/>
                </p:cNvSpPr>
                <p:nvPr/>
              </p:nvSpPr>
              <p:spPr bwMode="auto">
                <a:xfrm>
                  <a:off x="611" y="2570"/>
                  <a:ext cx="730" cy="13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88238" name="AutoShape 159"/>
                <p:cNvSpPr>
                  <a:spLocks noChangeArrowheads="1"/>
                </p:cNvSpPr>
                <p:nvPr/>
              </p:nvSpPr>
              <p:spPr bwMode="auto">
                <a:xfrm>
                  <a:off x="628" y="2583"/>
                  <a:ext cx="696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sp>
            <p:nvSpPr>
              <p:cNvPr id="88217" name="Rectangle 160"/>
              <p:cNvSpPr>
                <a:spLocks noChangeArrowheads="1"/>
              </p:cNvSpPr>
              <p:nvPr/>
            </p:nvSpPr>
            <p:spPr bwMode="auto">
              <a:xfrm>
                <a:off x="4214" y="1356"/>
                <a:ext cx="599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88218" name="Rectangle 161"/>
              <p:cNvSpPr>
                <a:spLocks noChangeArrowheads="1"/>
              </p:cNvSpPr>
              <p:nvPr/>
            </p:nvSpPr>
            <p:spPr bwMode="auto">
              <a:xfrm>
                <a:off x="4228" y="1657"/>
                <a:ext cx="599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grpSp>
            <p:nvGrpSpPr>
              <p:cNvPr id="211098" name="Group 162"/>
              <p:cNvGrpSpPr/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88235" name="AutoShape 163"/>
                <p:cNvSpPr>
                  <a:spLocks noChangeArrowheads="1"/>
                </p:cNvSpPr>
                <p:nvPr/>
              </p:nvSpPr>
              <p:spPr bwMode="auto">
                <a:xfrm>
                  <a:off x="618" y="2571"/>
                  <a:ext cx="720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88236" name="AutoShape 164"/>
                <p:cNvSpPr>
                  <a:spLocks noChangeArrowheads="1"/>
                </p:cNvSpPr>
                <p:nvPr/>
              </p:nvSpPr>
              <p:spPr bwMode="auto">
                <a:xfrm>
                  <a:off x="635" y="2589"/>
                  <a:ext cx="686" cy="102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sp>
            <p:nvSpPr>
              <p:cNvPr id="211099" name="Freeform 165"/>
              <p:cNvSpPr/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09 w 328"/>
                  <a:gd name="T3" fmla="*/ 51 h 226"/>
                  <a:gd name="T4" fmla="*/ 108 w 328"/>
                  <a:gd name="T5" fmla="*/ 90 h 226"/>
                  <a:gd name="T6" fmla="*/ 0 w 328"/>
                  <a:gd name="T7" fmla="*/ 39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grpSp>
            <p:nvGrpSpPr>
              <p:cNvPr id="211100" name="Group 166"/>
              <p:cNvGrpSpPr/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88233" name="AutoShape 167"/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29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88234" name="AutoShape 168"/>
                <p:cNvSpPr>
                  <a:spLocks noChangeArrowheads="1"/>
                </p:cNvSpPr>
                <p:nvPr/>
              </p:nvSpPr>
              <p:spPr bwMode="auto">
                <a:xfrm>
                  <a:off x="630" y="2584"/>
                  <a:ext cx="695" cy="105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sp>
            <p:nvSpPr>
              <p:cNvPr id="88222" name="Rectangle 169"/>
              <p:cNvSpPr>
                <a:spLocks noChangeArrowheads="1"/>
              </p:cNvSpPr>
              <p:nvPr/>
            </p:nvSpPr>
            <p:spPr bwMode="auto">
              <a:xfrm>
                <a:off x="5255" y="426"/>
                <a:ext cx="68" cy="2297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211102" name="Freeform 170"/>
              <p:cNvSpPr/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96 w 296"/>
                  <a:gd name="T3" fmla="*/ 57 h 256"/>
                  <a:gd name="T4" fmla="*/ 98 w 296"/>
                  <a:gd name="T5" fmla="*/ 102 h 256"/>
                  <a:gd name="T6" fmla="*/ 0 w 296"/>
                  <a:gd name="T7" fmla="*/ 39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11103" name="Freeform 171"/>
              <p:cNvSpPr/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01 w 304"/>
                  <a:gd name="T3" fmla="*/ 66 h 288"/>
                  <a:gd name="T4" fmla="*/ 95 w 304"/>
                  <a:gd name="T5" fmla="*/ 116 h 288"/>
                  <a:gd name="T6" fmla="*/ 2 w 304"/>
                  <a:gd name="T7" fmla="*/ 5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8225" name="Oval 172"/>
              <p:cNvSpPr>
                <a:spLocks noChangeArrowheads="1"/>
              </p:cNvSpPr>
              <p:nvPr/>
            </p:nvSpPr>
            <p:spPr bwMode="auto">
              <a:xfrm>
                <a:off x="5520" y="2612"/>
                <a:ext cx="48" cy="9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211105" name="Freeform 173"/>
              <p:cNvSpPr/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43 h 240"/>
                  <a:gd name="T2" fmla="*/ 2 w 306"/>
                  <a:gd name="T3" fmla="*/ 97 h 240"/>
                  <a:gd name="T4" fmla="*/ 101 w 306"/>
                  <a:gd name="T5" fmla="*/ 44 h 240"/>
                  <a:gd name="T6" fmla="*/ 98 w 306"/>
                  <a:gd name="T7" fmla="*/ 0 h 240"/>
                  <a:gd name="T8" fmla="*/ 0 w 306"/>
                  <a:gd name="T9" fmla="*/ 43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8227" name="AutoShape 174"/>
              <p:cNvSpPr>
                <a:spLocks noChangeArrowheads="1"/>
              </p:cNvSpPr>
              <p:nvPr/>
            </p:nvSpPr>
            <p:spPr bwMode="auto">
              <a:xfrm>
                <a:off x="4139" y="2678"/>
                <a:ext cx="1204" cy="17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88228" name="AutoShape 175"/>
              <p:cNvSpPr>
                <a:spLocks noChangeArrowheads="1"/>
              </p:cNvSpPr>
              <p:nvPr/>
            </p:nvSpPr>
            <p:spPr bwMode="auto">
              <a:xfrm>
                <a:off x="4207" y="2717"/>
                <a:ext cx="1068" cy="8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88229" name="Oval 176"/>
              <p:cNvSpPr>
                <a:spLocks noChangeArrowheads="1"/>
              </p:cNvSpPr>
              <p:nvPr/>
            </p:nvSpPr>
            <p:spPr bwMode="auto">
              <a:xfrm>
                <a:off x="4309" y="2383"/>
                <a:ext cx="156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88230" name="Oval 177"/>
              <p:cNvSpPr>
                <a:spLocks noChangeArrowheads="1"/>
              </p:cNvSpPr>
              <p:nvPr/>
            </p:nvSpPr>
            <p:spPr bwMode="auto">
              <a:xfrm>
                <a:off x="4486" y="2383"/>
                <a:ext cx="163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en-US" dirty="0">
                  <a:solidFill>
                    <a:srgbClr val="FF0000"/>
                  </a:solidFill>
                  <a:cs typeface="+mn-cs"/>
                </a:endParaRPr>
              </a:p>
            </p:txBody>
          </p:sp>
          <p:sp>
            <p:nvSpPr>
              <p:cNvPr id="88231" name="Oval 178"/>
              <p:cNvSpPr>
                <a:spLocks noChangeArrowheads="1"/>
              </p:cNvSpPr>
              <p:nvPr/>
            </p:nvSpPr>
            <p:spPr bwMode="auto">
              <a:xfrm>
                <a:off x="4663" y="2383"/>
                <a:ext cx="156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88232" name="Rectangle 179"/>
              <p:cNvSpPr>
                <a:spLocks noChangeArrowheads="1"/>
              </p:cNvSpPr>
              <p:nvPr/>
            </p:nvSpPr>
            <p:spPr bwMode="auto">
              <a:xfrm>
                <a:off x="5065" y="1834"/>
                <a:ext cx="82" cy="772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grpSp>
          <p:nvGrpSpPr>
            <p:cNvPr id="211074" name="Group 48"/>
            <p:cNvGrpSpPr/>
            <p:nvPr/>
          </p:nvGrpSpPr>
          <p:grpSpPr bwMode="auto">
            <a:xfrm>
              <a:off x="2795471" y="3465563"/>
              <a:ext cx="735669" cy="376863"/>
              <a:chOff x="3600" y="219"/>
              <a:chExt cx="360" cy="175"/>
            </a:xfrm>
          </p:grpSpPr>
          <p:sp>
            <p:nvSpPr>
              <p:cNvPr id="88196" name="Oval 49"/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88197" name="Line 50"/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8198" name="Line 51"/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8199" name="Rectangle 52"/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3" cy="5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en-US" sz="2400" i="0" dirty="0">
                  <a:solidFill>
                    <a:srgbClr val="000000"/>
                  </a:solidFill>
                  <a:latin typeface="Times New Roman" panose="02020503050405090304" charset="0"/>
                  <a:cs typeface="+mn-cs"/>
                </a:endParaRPr>
              </a:p>
            </p:txBody>
          </p:sp>
          <p:sp>
            <p:nvSpPr>
              <p:cNvPr id="88200" name="Oval 53"/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grpSp>
            <p:nvGrpSpPr>
              <p:cNvPr id="211080" name="Group 54"/>
              <p:cNvGrpSpPr/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88206" name="Line 55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88207" name="Line 56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88208" name="Line 57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  <p:grpSp>
            <p:nvGrpSpPr>
              <p:cNvPr id="211081" name="Group 58"/>
              <p:cNvGrpSpPr/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88203" name="Line 59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88204" name="Line 60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88205" name="Line 61"/>
                <p:cNvSpPr>
                  <a:spLocks noChangeShapeType="1"/>
                </p:cNvSpPr>
                <p:nvPr/>
              </p:nvSpPr>
              <p:spPr bwMode="auto">
                <a:xfrm>
                  <a:off x="2894" y="854"/>
                  <a:ext cx="52" cy="9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</p:grpSp>
      </p:grpSp>
      <p:sp>
        <p:nvSpPr>
          <p:cNvPr id="88069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9525"/>
            <a:ext cx="8034338" cy="996950"/>
          </a:xfrm>
        </p:spPr>
        <p:txBody>
          <a:bodyPr/>
          <a:lstStyle/>
          <a:p>
            <a:pPr>
              <a:defRPr/>
            </a:pPr>
            <a:r>
              <a:rPr lang="en-US" sz="3200" dirty="0">
                <a:latin typeface="Gill Sans MT" pitchFamily="34" charset="0"/>
                <a:cs typeface="+mj-cs"/>
              </a:rPr>
              <a:t>A day in the life… connecting to the Internet</a:t>
            </a:r>
            <a:endParaRPr lang="en-US" sz="3200" dirty="0">
              <a:latin typeface="Gill Sans MT" pitchFamily="34" charset="0"/>
              <a:cs typeface="+mj-cs"/>
            </a:endParaRPr>
          </a:p>
        </p:txBody>
      </p:sp>
      <p:sp>
        <p:nvSpPr>
          <p:cNvPr id="701629" name="Rectangle 189"/>
          <p:cNvSpPr>
            <a:spLocks noGrp="1" noChangeArrowheads="1"/>
          </p:cNvSpPr>
          <p:nvPr>
            <p:ph type="body" idx="1"/>
          </p:nvPr>
        </p:nvSpPr>
        <p:spPr>
          <a:xfrm>
            <a:off x="5037138" y="1128713"/>
            <a:ext cx="3732212" cy="1262062"/>
          </a:xfrm>
        </p:spPr>
        <p:txBody>
          <a:bodyPr/>
          <a:lstStyle/>
          <a:p>
            <a:pPr marL="231775" indent="-231775">
              <a:defRPr/>
            </a:pPr>
            <a:r>
              <a:rPr lang="en-US" sz="2200" dirty="0">
                <a:latin typeface="Gill Sans MT" pitchFamily="34" charset="0"/>
                <a:cs typeface="+mn-cs"/>
              </a:rPr>
              <a:t>connecting laptop needs to get its own IP address, addr of first-hop router, addr of DNS server: use </a:t>
            </a:r>
            <a:r>
              <a:rPr lang="en-US" sz="2200" i="1" dirty="0">
                <a:solidFill>
                  <a:srgbClr val="C00000"/>
                </a:solidFill>
                <a:latin typeface="Gill Sans MT" pitchFamily="34" charset="0"/>
                <a:cs typeface="+mn-cs"/>
              </a:rPr>
              <a:t>DHCP</a:t>
            </a:r>
            <a:endParaRPr lang="en-US" sz="2200" i="1" dirty="0">
              <a:solidFill>
                <a:srgbClr val="C00000"/>
              </a:solidFill>
              <a:latin typeface="Gill Sans MT" pitchFamily="34" charset="0"/>
              <a:cs typeface="+mn-cs"/>
            </a:endParaRPr>
          </a:p>
        </p:txBody>
      </p:sp>
      <p:sp>
        <p:nvSpPr>
          <p:cNvPr id="701661" name="AutoShape 221"/>
          <p:cNvSpPr>
            <a:spLocks noChangeArrowheads="1"/>
          </p:cNvSpPr>
          <p:nvPr/>
        </p:nvSpPr>
        <p:spPr bwMode="auto">
          <a:xfrm>
            <a:off x="830263" y="2266950"/>
            <a:ext cx="976312" cy="485775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grpSp>
        <p:nvGrpSpPr>
          <p:cNvPr id="701690" name="Group 250"/>
          <p:cNvGrpSpPr/>
          <p:nvPr/>
        </p:nvGrpSpPr>
        <p:grpSpPr bwMode="auto">
          <a:xfrm>
            <a:off x="1195388" y="1081088"/>
            <a:ext cx="976312" cy="1460500"/>
            <a:chOff x="651" y="681"/>
            <a:chExt cx="615" cy="920"/>
          </a:xfrm>
        </p:grpSpPr>
        <p:sp>
          <p:nvSpPr>
            <p:cNvPr id="211054" name="Freeform 249"/>
            <p:cNvSpPr/>
            <p:nvPr/>
          </p:nvSpPr>
          <p:spPr bwMode="auto">
            <a:xfrm>
              <a:off x="662" y="698"/>
              <a:ext cx="604" cy="903"/>
            </a:xfrm>
            <a:custGeom>
              <a:avLst/>
              <a:gdLst>
                <a:gd name="T0" fmla="*/ 496 w 604"/>
                <a:gd name="T1" fmla="*/ 0 h 903"/>
                <a:gd name="T2" fmla="*/ 604 w 604"/>
                <a:gd name="T3" fmla="*/ 903 h 903"/>
                <a:gd name="T4" fmla="*/ 0 w 604"/>
                <a:gd name="T5" fmla="*/ 788 h 903"/>
                <a:gd name="T6" fmla="*/ 456 w 604"/>
                <a:gd name="T7" fmla="*/ 750 h 903"/>
                <a:gd name="T8" fmla="*/ 496 w 604"/>
                <a:gd name="T9" fmla="*/ 0 h 9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4" h="903">
                  <a:moveTo>
                    <a:pt x="496" y="0"/>
                  </a:moveTo>
                  <a:lnTo>
                    <a:pt x="604" y="903"/>
                  </a:lnTo>
                  <a:lnTo>
                    <a:pt x="0" y="788"/>
                  </a:lnTo>
                  <a:lnTo>
                    <a:pt x="456" y="750"/>
                  </a:lnTo>
                  <a:lnTo>
                    <a:pt x="496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2700000" scaled="1"/>
            </a:gradFill>
            <a:ln>
              <a:noFill/>
            </a:ln>
            <a:effectLst/>
          </p:spPr>
          <p:txBody>
            <a:bodyPr wrap="none"/>
            <a:lstStyle/>
            <a:p>
              <a:endParaRPr lang="en-US" dirty="0"/>
            </a:p>
          </p:txBody>
        </p:sp>
        <p:grpSp>
          <p:nvGrpSpPr>
            <p:cNvPr id="211055" name="Group 248"/>
            <p:cNvGrpSpPr/>
            <p:nvPr/>
          </p:nvGrpSpPr>
          <p:grpSpPr bwMode="auto">
            <a:xfrm>
              <a:off x="651" y="681"/>
              <a:ext cx="501" cy="828"/>
              <a:chOff x="569" y="2954"/>
              <a:chExt cx="501" cy="828"/>
            </a:xfrm>
          </p:grpSpPr>
          <p:sp>
            <p:nvSpPr>
              <p:cNvPr id="88177" name="Rectangle 242"/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88178" name="Text Box 241"/>
              <p:cNvSpPr txBox="1">
                <a:spLocks noChangeArrowheads="1"/>
              </p:cNvSpPr>
              <p:nvPr/>
            </p:nvSpPr>
            <p:spPr bwMode="auto">
              <a:xfrm>
                <a:off x="593" y="2954"/>
                <a:ext cx="477" cy="82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9pPr>
              </a:lstStyle>
              <a:p>
                <a:pPr algn="ctr">
                  <a:defRPr/>
                </a:pPr>
                <a:r>
                  <a:rPr lang="en-US" sz="1600" i="0" dirty="0" smtClean="0">
                    <a:solidFill>
                      <a:srgbClr val="000000"/>
                    </a:solidFill>
                    <a:latin typeface="Arial" panose="020B0604020202090204" pitchFamily="34" charset="0"/>
                    <a:cs typeface="+mn-cs"/>
                  </a:rPr>
                  <a:t>DHCP</a:t>
                </a:r>
                <a:endParaRPr lang="en-US" sz="1600" i="0" dirty="0" smtClean="0">
                  <a:solidFill>
                    <a:srgbClr val="000000"/>
                  </a:solidFill>
                  <a:latin typeface="Arial" panose="020B0604020202090204" pitchFamily="34" charset="0"/>
                  <a:cs typeface="+mn-cs"/>
                </a:endParaRPr>
              </a:p>
              <a:p>
                <a:pPr algn="ctr">
                  <a:defRPr/>
                </a:pPr>
                <a:r>
                  <a:rPr lang="en-US" sz="1600" i="0" dirty="0" smtClean="0">
                    <a:solidFill>
                      <a:srgbClr val="000000"/>
                    </a:solidFill>
                    <a:latin typeface="Arial" panose="020B0604020202090204" pitchFamily="34" charset="0"/>
                    <a:cs typeface="+mn-cs"/>
                  </a:rPr>
                  <a:t>UDP</a:t>
                </a:r>
                <a:endParaRPr lang="en-US" sz="1600" i="0" dirty="0" smtClean="0">
                  <a:solidFill>
                    <a:srgbClr val="000000"/>
                  </a:solidFill>
                  <a:latin typeface="Arial" panose="020B0604020202090204" pitchFamily="34" charset="0"/>
                  <a:cs typeface="+mn-cs"/>
                </a:endParaRPr>
              </a:p>
              <a:p>
                <a:pPr algn="ctr">
                  <a:defRPr/>
                </a:pPr>
                <a:r>
                  <a:rPr lang="en-US" sz="1600" i="0" dirty="0" smtClean="0">
                    <a:solidFill>
                      <a:srgbClr val="000000"/>
                    </a:solidFill>
                    <a:latin typeface="Arial" panose="020B0604020202090204" pitchFamily="34" charset="0"/>
                    <a:cs typeface="+mn-cs"/>
                  </a:rPr>
                  <a:t>IP</a:t>
                </a:r>
                <a:endParaRPr lang="en-US" sz="1600" i="0" dirty="0" smtClean="0">
                  <a:solidFill>
                    <a:srgbClr val="000000"/>
                  </a:solidFill>
                  <a:latin typeface="Arial" panose="020B0604020202090204" pitchFamily="34" charset="0"/>
                  <a:cs typeface="+mn-cs"/>
                </a:endParaRPr>
              </a:p>
              <a:p>
                <a:pPr algn="ctr">
                  <a:defRPr/>
                </a:pPr>
                <a:r>
                  <a:rPr lang="en-US" sz="1600" i="0" dirty="0" smtClean="0">
                    <a:solidFill>
                      <a:srgbClr val="000000"/>
                    </a:solidFill>
                    <a:latin typeface="Arial" panose="020B0604020202090204" pitchFamily="34" charset="0"/>
                    <a:cs typeface="+mn-cs"/>
                  </a:rPr>
                  <a:t>Eth</a:t>
                </a:r>
                <a:endParaRPr lang="en-US" sz="1600" i="0" dirty="0" smtClean="0">
                  <a:solidFill>
                    <a:srgbClr val="000000"/>
                  </a:solidFill>
                  <a:latin typeface="Arial" panose="020B0604020202090204" pitchFamily="34" charset="0"/>
                  <a:cs typeface="+mn-cs"/>
                </a:endParaRPr>
              </a:p>
              <a:p>
                <a:pPr algn="ctr">
                  <a:defRPr/>
                </a:pPr>
                <a:r>
                  <a:rPr lang="en-US" sz="1600" i="0" dirty="0" smtClean="0">
                    <a:solidFill>
                      <a:srgbClr val="000000"/>
                    </a:solidFill>
                    <a:latin typeface="Arial" panose="020B0604020202090204" pitchFamily="34" charset="0"/>
                    <a:cs typeface="+mn-cs"/>
                  </a:rPr>
                  <a:t>Phy</a:t>
                </a:r>
                <a:endParaRPr lang="en-US" sz="1600" i="0" dirty="0" smtClean="0">
                  <a:solidFill>
                    <a:srgbClr val="000000"/>
                  </a:solidFill>
                  <a:latin typeface="Arial" panose="020B0604020202090204" pitchFamily="34" charset="0"/>
                  <a:cs typeface="+mn-cs"/>
                </a:endParaRPr>
              </a:p>
            </p:txBody>
          </p:sp>
          <p:sp>
            <p:nvSpPr>
              <p:cNvPr id="88179" name="Line 243"/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8180" name="Line 244"/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8181" name="Line 245"/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8182" name="Line 246"/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</p:grpSp>
      <p:grpSp>
        <p:nvGrpSpPr>
          <p:cNvPr id="701693" name="Group 253"/>
          <p:cNvGrpSpPr/>
          <p:nvPr/>
        </p:nvGrpSpPr>
        <p:grpSpPr bwMode="auto">
          <a:xfrm>
            <a:off x="520700" y="1162050"/>
            <a:ext cx="544513" cy="244475"/>
            <a:chOff x="844" y="3337"/>
            <a:chExt cx="343" cy="154"/>
          </a:xfrm>
        </p:grpSpPr>
        <p:sp>
          <p:nvSpPr>
            <p:cNvPr id="88173" name="Rectangle 251"/>
            <p:cNvSpPr>
              <a:spLocks noChangeArrowheads="1"/>
            </p:cNvSpPr>
            <p:nvPr/>
          </p:nvSpPr>
          <p:spPr bwMode="auto">
            <a:xfrm>
              <a:off x="889" y="3370"/>
              <a:ext cx="245" cy="86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bg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88174" name="Text Box 252"/>
            <p:cNvSpPr txBox="1">
              <a:spLocks noChangeArrowheads="1"/>
            </p:cNvSpPr>
            <p:nvPr/>
          </p:nvSpPr>
          <p:spPr bwMode="auto">
            <a:xfrm>
              <a:off x="844" y="3337"/>
              <a:ext cx="343" cy="15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000" i="0" dirty="0" smtClean="0">
                  <a:solidFill>
                    <a:srgbClr val="FFFFFF"/>
                  </a:solidFill>
                  <a:latin typeface="Arial" panose="020B0604020202090204" pitchFamily="34" charset="0"/>
                  <a:cs typeface="+mn-cs"/>
                </a:rPr>
                <a:t>DHCP</a:t>
              </a:r>
              <a:endParaRPr lang="en-US" sz="1000" i="0" dirty="0" smtClean="0">
                <a:solidFill>
                  <a:srgbClr val="FFFFFF"/>
                </a:solidFill>
                <a:latin typeface="Arial" panose="020B0604020202090204" pitchFamily="34" charset="0"/>
                <a:cs typeface="+mn-cs"/>
              </a:endParaRPr>
            </a:p>
          </p:txBody>
        </p:sp>
      </p:grpSp>
      <p:grpSp>
        <p:nvGrpSpPr>
          <p:cNvPr id="701739" name="Group 299"/>
          <p:cNvGrpSpPr/>
          <p:nvPr/>
        </p:nvGrpSpPr>
        <p:grpSpPr bwMode="auto">
          <a:xfrm>
            <a:off x="66675" y="1181100"/>
            <a:ext cx="1081088" cy="1166813"/>
            <a:chOff x="42" y="744"/>
            <a:chExt cx="681" cy="735"/>
          </a:xfrm>
        </p:grpSpPr>
        <p:grpSp>
          <p:nvGrpSpPr>
            <p:cNvPr id="211020" name="Group 296"/>
            <p:cNvGrpSpPr/>
            <p:nvPr/>
          </p:nvGrpSpPr>
          <p:grpSpPr bwMode="auto">
            <a:xfrm>
              <a:off x="42" y="886"/>
              <a:ext cx="681" cy="468"/>
              <a:chOff x="42" y="886"/>
              <a:chExt cx="681" cy="468"/>
            </a:xfrm>
          </p:grpSpPr>
          <p:grpSp>
            <p:nvGrpSpPr>
              <p:cNvPr id="211022" name="Group 295"/>
              <p:cNvGrpSpPr/>
              <p:nvPr/>
            </p:nvGrpSpPr>
            <p:grpSpPr bwMode="auto">
              <a:xfrm>
                <a:off x="278" y="886"/>
                <a:ext cx="397" cy="154"/>
                <a:chOff x="740" y="3209"/>
                <a:chExt cx="397" cy="154"/>
              </a:xfrm>
            </p:grpSpPr>
            <p:grpSp>
              <p:nvGrpSpPr>
                <p:cNvPr id="211047" name="Group 254"/>
                <p:cNvGrpSpPr/>
                <p:nvPr/>
              </p:nvGrpSpPr>
              <p:grpSpPr bwMode="auto">
                <a:xfrm>
                  <a:off x="794" y="3209"/>
                  <a:ext cx="343" cy="154"/>
                  <a:chOff x="844" y="3337"/>
                  <a:chExt cx="343" cy="154"/>
                </a:xfrm>
              </p:grpSpPr>
              <p:sp>
                <p:nvSpPr>
                  <p:cNvPr id="88171" name="Rectangle 255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  <p:sp>
                <p:nvSpPr>
                  <p:cNvPr id="88172" name="Text Box 25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sz="1000" i="0" dirty="0" smtClean="0">
                        <a:solidFill>
                          <a:srgbClr val="FFFFFF"/>
                        </a:solidFill>
                        <a:latin typeface="Arial" panose="020B0604020202090204" pitchFamily="34" charset="0"/>
                        <a:cs typeface="+mn-cs"/>
                      </a:rPr>
                      <a:t>DHCP</a:t>
                    </a:r>
                    <a:endParaRPr lang="en-US" sz="1000" i="0" dirty="0" smtClean="0">
                      <a:solidFill>
                        <a:srgbClr val="FFFFFF"/>
                      </a:solidFill>
                      <a:latin typeface="Arial" panose="020B0604020202090204" pitchFamily="34" charset="0"/>
                      <a:cs typeface="+mn-cs"/>
                    </a:endParaRPr>
                  </a:p>
                </p:txBody>
              </p:sp>
            </p:grpSp>
            <p:sp>
              <p:nvSpPr>
                <p:cNvPr id="88169" name="Rectangle 266"/>
                <p:cNvSpPr>
                  <a:spLocks noChangeArrowheads="1"/>
                </p:cNvSpPr>
                <p:nvPr/>
              </p:nvSpPr>
              <p:spPr bwMode="auto">
                <a:xfrm>
                  <a:off x="750" y="3244"/>
                  <a:ext cx="88" cy="82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bg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88170" name="Rectangle 267"/>
                <p:cNvSpPr>
                  <a:spLocks noChangeArrowheads="1"/>
                </p:cNvSpPr>
                <p:nvPr/>
              </p:nvSpPr>
              <p:spPr bwMode="auto">
                <a:xfrm>
                  <a:off x="740" y="3238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grpSp>
            <p:nvGrpSpPr>
              <p:cNvPr id="211023" name="Group 274"/>
              <p:cNvGrpSpPr/>
              <p:nvPr/>
            </p:nvGrpSpPr>
            <p:grpSpPr bwMode="auto">
              <a:xfrm>
                <a:off x="278" y="1034"/>
                <a:ext cx="397" cy="154"/>
                <a:chOff x="836" y="3305"/>
                <a:chExt cx="397" cy="154"/>
              </a:xfrm>
            </p:grpSpPr>
            <p:grpSp>
              <p:nvGrpSpPr>
                <p:cNvPr id="211041" name="Group 268"/>
                <p:cNvGrpSpPr/>
                <p:nvPr/>
              </p:nvGrpSpPr>
              <p:grpSpPr bwMode="auto">
                <a:xfrm>
                  <a:off x="890" y="3305"/>
                  <a:ext cx="343" cy="154"/>
                  <a:chOff x="844" y="3337"/>
                  <a:chExt cx="343" cy="154"/>
                </a:xfrm>
              </p:grpSpPr>
              <p:sp>
                <p:nvSpPr>
                  <p:cNvPr id="88166" name="Rectangle 269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  <p:sp>
                <p:nvSpPr>
                  <p:cNvPr id="88167" name="Text Box 27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sz="1000" i="0" dirty="0" smtClean="0">
                        <a:solidFill>
                          <a:srgbClr val="FFFFFF"/>
                        </a:solidFill>
                        <a:latin typeface="Arial" panose="020B0604020202090204" pitchFamily="34" charset="0"/>
                        <a:cs typeface="+mn-cs"/>
                      </a:rPr>
                      <a:t>DHCP</a:t>
                    </a:r>
                    <a:endParaRPr lang="en-US" sz="1000" i="0" dirty="0" smtClean="0">
                      <a:solidFill>
                        <a:srgbClr val="FFFFFF"/>
                      </a:solidFill>
                      <a:latin typeface="Arial" panose="020B0604020202090204" pitchFamily="34" charset="0"/>
                      <a:cs typeface="+mn-cs"/>
                    </a:endParaRPr>
                  </a:p>
                </p:txBody>
              </p:sp>
            </p:grpSp>
            <p:grpSp>
              <p:nvGrpSpPr>
                <p:cNvPr id="211042" name="Group 273"/>
                <p:cNvGrpSpPr/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88164" name="Rectangle 271"/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bg1"/>
                    </a:solidFill>
                    <a:miter lim="800000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  <p:sp>
                <p:nvSpPr>
                  <p:cNvPr id="88165" name="Rectangle 272"/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1"/>
                    </a:solidFill>
                    <a:miter lim="800000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</p:grpSp>
          </p:grpSp>
          <p:grpSp>
            <p:nvGrpSpPr>
              <p:cNvPr id="211024" name="Group 293"/>
              <p:cNvGrpSpPr/>
              <p:nvPr/>
            </p:nvGrpSpPr>
            <p:grpSpPr bwMode="auto">
              <a:xfrm>
                <a:off x="165" y="1054"/>
                <a:ext cx="480" cy="112"/>
                <a:chOff x="627" y="3377"/>
                <a:chExt cx="480" cy="112"/>
              </a:xfrm>
            </p:grpSpPr>
            <p:sp>
              <p:nvSpPr>
                <p:cNvPr id="88160" name="Rectangle 276"/>
                <p:cNvSpPr>
                  <a:spLocks noChangeArrowheads="1"/>
                </p:cNvSpPr>
                <p:nvPr/>
              </p:nvSpPr>
              <p:spPr bwMode="auto">
                <a:xfrm>
                  <a:off x="636" y="3388"/>
                  <a:ext cx="96" cy="93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88161" name="Rectangle 277"/>
                <p:cNvSpPr>
                  <a:spLocks noChangeArrowheads="1"/>
                </p:cNvSpPr>
                <p:nvPr/>
              </p:nvSpPr>
              <p:spPr bwMode="auto">
                <a:xfrm>
                  <a:off x="627" y="3377"/>
                  <a:ext cx="480" cy="112"/>
                </a:xfrm>
                <a:prstGeom prst="rect">
                  <a:avLst/>
                </a:prstGeom>
                <a:noFill/>
                <a:ln w="9525">
                  <a:solidFill>
                    <a:schemeClr val="accent2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grpSp>
            <p:nvGrpSpPr>
              <p:cNvPr id="211025" name="Group 294"/>
              <p:cNvGrpSpPr/>
              <p:nvPr/>
            </p:nvGrpSpPr>
            <p:grpSpPr bwMode="auto">
              <a:xfrm>
                <a:off x="42" y="1200"/>
                <a:ext cx="681" cy="154"/>
                <a:chOff x="504" y="3523"/>
                <a:chExt cx="681" cy="154"/>
              </a:xfrm>
            </p:grpSpPr>
            <p:grpSp>
              <p:nvGrpSpPr>
                <p:cNvPr id="211026" name="Group 287"/>
                <p:cNvGrpSpPr/>
                <p:nvPr/>
              </p:nvGrpSpPr>
              <p:grpSpPr bwMode="auto">
                <a:xfrm>
                  <a:off x="623" y="3523"/>
                  <a:ext cx="510" cy="154"/>
                  <a:chOff x="723" y="3453"/>
                  <a:chExt cx="510" cy="154"/>
                </a:xfrm>
              </p:grpSpPr>
              <p:grpSp>
                <p:nvGrpSpPr>
                  <p:cNvPr id="211030" name="Group 278"/>
                  <p:cNvGrpSpPr/>
                  <p:nvPr/>
                </p:nvGrpSpPr>
                <p:grpSpPr bwMode="auto">
                  <a:xfrm>
                    <a:off x="836" y="3453"/>
                    <a:ext cx="397" cy="154"/>
                    <a:chOff x="836" y="3305"/>
                    <a:chExt cx="397" cy="154"/>
                  </a:xfrm>
                </p:grpSpPr>
                <p:grpSp>
                  <p:nvGrpSpPr>
                    <p:cNvPr id="211033" name="Group 279"/>
                    <p:cNvGrpSpPr/>
                    <p:nvPr/>
                  </p:nvGrpSpPr>
                  <p:grpSpPr bwMode="auto">
                    <a:xfrm>
                      <a:off x="890" y="3305"/>
                      <a:ext cx="343" cy="154"/>
                      <a:chOff x="844" y="3337"/>
                      <a:chExt cx="343" cy="154"/>
                    </a:xfrm>
                  </p:grpSpPr>
                  <p:sp>
                    <p:nvSpPr>
                      <p:cNvPr id="88158" name="Rectangle 280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89" y="3370"/>
                        <a:ext cx="245" cy="8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w="9525">
                        <a:solidFill>
                          <a:schemeClr val="bg1"/>
                        </a:solidFill>
                        <a:miter lim="800000"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dirty="0">
                          <a:solidFill>
                            <a:srgbClr val="000000"/>
                          </a:solidFill>
                          <a:cs typeface="+mn-cs"/>
                        </a:endParaRPr>
                      </a:p>
                    </p:txBody>
                  </p:sp>
                  <p:sp>
                    <p:nvSpPr>
                      <p:cNvPr id="88159" name="Text Box 281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844" y="3337"/>
                        <a:ext cx="343" cy="1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  <p:txBody>
                      <a:bodyPr wrap="none">
                        <a:spAutoFit/>
                      </a:bodyPr>
                      <a:lstStyle>
                        <a:lvl1pPr>
                          <a:defRPr i="1">
                            <a:solidFill>
                              <a:schemeClr val="tx1"/>
                            </a:solidFill>
                            <a:latin typeface="Comic Sans MS" panose="030F0902030302020204" pitchFamily="66" charset="0"/>
                            <a:ea typeface="MS PGothic" charset="0"/>
                          </a:defRPr>
                        </a:lvl1pPr>
                        <a:lvl2pPr marL="742950" indent="-285750">
                          <a:defRPr i="1">
                            <a:solidFill>
                              <a:schemeClr val="tx1"/>
                            </a:solidFill>
                            <a:latin typeface="Comic Sans MS" panose="030F0902030302020204" pitchFamily="66" charset="0"/>
                            <a:ea typeface="MS PGothic" charset="0"/>
                          </a:defRPr>
                        </a:lvl2pPr>
                        <a:lvl3pPr marL="1143000" indent="-228600">
                          <a:defRPr i="1">
                            <a:solidFill>
                              <a:schemeClr val="tx1"/>
                            </a:solidFill>
                            <a:latin typeface="Comic Sans MS" panose="030F0902030302020204" pitchFamily="66" charset="0"/>
                            <a:ea typeface="MS PGothic" charset="0"/>
                          </a:defRPr>
                        </a:lvl3pPr>
                        <a:lvl4pPr marL="1600200" indent="-228600">
                          <a:defRPr i="1">
                            <a:solidFill>
                              <a:schemeClr val="tx1"/>
                            </a:solidFill>
                            <a:latin typeface="Comic Sans MS" panose="030F0902030302020204" pitchFamily="66" charset="0"/>
                            <a:ea typeface="MS PGothic" charset="0"/>
                          </a:defRPr>
                        </a:lvl4pPr>
                        <a:lvl5pPr marL="2057400" indent="-228600">
                          <a:defRPr i="1">
                            <a:solidFill>
                              <a:schemeClr val="tx1"/>
                            </a:solidFill>
                            <a:latin typeface="Comic Sans MS" panose="030F0902030302020204" pitchFamily="66" charset="0"/>
                            <a:ea typeface="MS PGothic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panose="030F0902030302020204" pitchFamily="66" charset="0"/>
                            <a:ea typeface="MS PGothic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panose="030F0902030302020204" pitchFamily="66" charset="0"/>
                            <a:ea typeface="MS PGothic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panose="030F0902030302020204" pitchFamily="66" charset="0"/>
                            <a:ea typeface="MS PGothic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panose="030F0902030302020204" pitchFamily="66" charset="0"/>
                            <a:ea typeface="MS PGothic" charset="0"/>
                          </a:defRPr>
                        </a:lvl9pPr>
                      </a:lstStyle>
                      <a:p>
                        <a:pPr>
                          <a:defRPr/>
                        </a:pPr>
                        <a:r>
                          <a:rPr lang="en-US" sz="1000" i="0" dirty="0" smtClean="0">
                            <a:solidFill>
                              <a:srgbClr val="FFFFFF"/>
                            </a:solidFill>
                            <a:latin typeface="Arial" panose="020B0604020202090204" pitchFamily="34" charset="0"/>
                            <a:cs typeface="+mn-cs"/>
                          </a:rPr>
                          <a:t>DHCP</a:t>
                        </a:r>
                        <a:endParaRPr lang="en-US" sz="1000" i="0" dirty="0" smtClean="0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cs typeface="+mn-cs"/>
                        </a:endParaRPr>
                      </a:p>
                    </p:txBody>
                  </p:sp>
                </p:grpSp>
                <p:grpSp>
                  <p:nvGrpSpPr>
                    <p:cNvPr id="211034" name="Group 282"/>
                    <p:cNvGrpSpPr/>
                    <p:nvPr/>
                  </p:nvGrpSpPr>
                  <p:grpSpPr bwMode="auto">
                    <a:xfrm>
                      <a:off x="836" y="3334"/>
                      <a:ext cx="354" cy="94"/>
                      <a:chOff x="836" y="3334"/>
                      <a:chExt cx="354" cy="94"/>
                    </a:xfrm>
                  </p:grpSpPr>
                  <p:sp>
                    <p:nvSpPr>
                      <p:cNvPr id="88156" name="Rectangle 283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46" y="3340"/>
                        <a:ext cx="88" cy="82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9525">
                        <a:solidFill>
                          <a:schemeClr val="bg1"/>
                        </a:solidFill>
                        <a:miter lim="800000"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dirty="0">
                          <a:solidFill>
                            <a:srgbClr val="000000"/>
                          </a:solidFill>
                          <a:cs typeface="+mn-cs"/>
                        </a:endParaRPr>
                      </a:p>
                    </p:txBody>
                  </p:sp>
                  <p:sp>
                    <p:nvSpPr>
                      <p:cNvPr id="88157" name="Rectangle 284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36" y="3334"/>
                        <a:ext cx="354" cy="94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accent1"/>
                        </a:solidFill>
                        <a:miter lim="800000"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dirty="0">
                          <a:solidFill>
                            <a:srgbClr val="000000"/>
                          </a:solidFill>
                          <a:cs typeface="+mn-cs"/>
                        </a:endParaRPr>
                      </a:p>
                    </p:txBody>
                  </p:sp>
                </p:grpSp>
              </p:grpSp>
              <p:sp>
                <p:nvSpPr>
                  <p:cNvPr id="88152" name="Rectangle 285"/>
                  <p:cNvSpPr>
                    <a:spLocks noChangeArrowheads="1"/>
                  </p:cNvSpPr>
                  <p:nvPr/>
                </p:nvSpPr>
                <p:spPr bwMode="auto">
                  <a:xfrm>
                    <a:off x="732" y="3484"/>
                    <a:ext cx="96" cy="93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  <p:sp>
                <p:nvSpPr>
                  <p:cNvPr id="88153" name="Rectangle 286"/>
                  <p:cNvSpPr>
                    <a:spLocks noChangeArrowheads="1"/>
                  </p:cNvSpPr>
                  <p:nvPr/>
                </p:nvSpPr>
                <p:spPr bwMode="auto">
                  <a:xfrm>
                    <a:off x="723" y="3473"/>
                    <a:ext cx="480" cy="112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2"/>
                    </a:solidFill>
                    <a:miter lim="800000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</p:grpSp>
            <p:sp>
              <p:nvSpPr>
                <p:cNvPr id="88148" name="Rectangle 288"/>
                <p:cNvSpPr>
                  <a:spLocks noChangeArrowheads="1"/>
                </p:cNvSpPr>
                <p:nvPr/>
              </p:nvSpPr>
              <p:spPr bwMode="auto">
                <a:xfrm>
                  <a:off x="517" y="3545"/>
                  <a:ext cx="94" cy="108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88149" name="Rectangle 290"/>
                <p:cNvSpPr>
                  <a:spLocks noChangeArrowheads="1"/>
                </p:cNvSpPr>
                <p:nvPr/>
              </p:nvSpPr>
              <p:spPr bwMode="auto">
                <a:xfrm>
                  <a:off x="1115" y="3544"/>
                  <a:ext cx="60" cy="108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88150" name="Rectangle 291"/>
                <p:cNvSpPr>
                  <a:spLocks noChangeArrowheads="1"/>
                </p:cNvSpPr>
                <p:nvPr/>
              </p:nvSpPr>
              <p:spPr bwMode="auto">
                <a:xfrm>
                  <a:off x="504" y="3529"/>
                  <a:ext cx="681" cy="138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</p:grpSp>
        <p:sp>
          <p:nvSpPr>
            <p:cNvPr id="88142" name="AutoShape 297"/>
            <p:cNvSpPr>
              <a:spLocks noChangeArrowheads="1"/>
            </p:cNvSpPr>
            <p:nvPr/>
          </p:nvSpPr>
          <p:spPr bwMode="auto">
            <a:xfrm>
              <a:off x="384" y="744"/>
              <a:ext cx="240" cy="735"/>
            </a:xfrm>
            <a:prstGeom prst="downArrow">
              <a:avLst>
                <a:gd name="adj1" fmla="val 54167"/>
                <a:gd name="adj2" fmla="val 49170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</p:grpSp>
      <p:grpSp>
        <p:nvGrpSpPr>
          <p:cNvPr id="701758" name="Group 318"/>
          <p:cNvGrpSpPr/>
          <p:nvPr/>
        </p:nvGrpSpPr>
        <p:grpSpPr bwMode="auto">
          <a:xfrm>
            <a:off x="650875" y="2389188"/>
            <a:ext cx="1081088" cy="244475"/>
            <a:chOff x="504" y="3523"/>
            <a:chExt cx="681" cy="154"/>
          </a:xfrm>
        </p:grpSpPr>
        <p:grpSp>
          <p:nvGrpSpPr>
            <p:cNvPr id="211007" name="Group 319"/>
            <p:cNvGrpSpPr/>
            <p:nvPr/>
          </p:nvGrpSpPr>
          <p:grpSpPr bwMode="auto">
            <a:xfrm>
              <a:off x="623" y="3523"/>
              <a:ext cx="510" cy="154"/>
              <a:chOff x="723" y="3453"/>
              <a:chExt cx="510" cy="154"/>
            </a:xfrm>
          </p:grpSpPr>
          <p:grpSp>
            <p:nvGrpSpPr>
              <p:cNvPr id="211011" name="Group 320"/>
              <p:cNvGrpSpPr/>
              <p:nvPr/>
            </p:nvGrpSpPr>
            <p:grpSpPr bwMode="auto">
              <a:xfrm>
                <a:off x="836" y="3453"/>
                <a:ext cx="397" cy="154"/>
                <a:chOff x="836" y="3305"/>
                <a:chExt cx="397" cy="154"/>
              </a:xfrm>
            </p:grpSpPr>
            <p:grpSp>
              <p:nvGrpSpPr>
                <p:cNvPr id="211014" name="Group 321"/>
                <p:cNvGrpSpPr/>
                <p:nvPr/>
              </p:nvGrpSpPr>
              <p:grpSpPr bwMode="auto">
                <a:xfrm>
                  <a:off x="890" y="3305"/>
                  <a:ext cx="343" cy="154"/>
                  <a:chOff x="844" y="3337"/>
                  <a:chExt cx="343" cy="154"/>
                </a:xfrm>
              </p:grpSpPr>
              <p:sp>
                <p:nvSpPr>
                  <p:cNvPr id="88139" name="Rectangle 322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  <p:sp>
                <p:nvSpPr>
                  <p:cNvPr id="88140" name="Text Box 32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sz="1000" i="0" dirty="0" smtClean="0">
                        <a:solidFill>
                          <a:srgbClr val="FFFFFF"/>
                        </a:solidFill>
                        <a:latin typeface="Arial" panose="020B0604020202090204" pitchFamily="34" charset="0"/>
                        <a:cs typeface="+mn-cs"/>
                      </a:rPr>
                      <a:t>DHCP</a:t>
                    </a:r>
                    <a:endParaRPr lang="en-US" sz="1000" i="0" dirty="0" smtClean="0">
                      <a:solidFill>
                        <a:srgbClr val="FFFFFF"/>
                      </a:solidFill>
                      <a:latin typeface="Arial" panose="020B0604020202090204" pitchFamily="34" charset="0"/>
                      <a:cs typeface="+mn-cs"/>
                    </a:endParaRPr>
                  </a:p>
                </p:txBody>
              </p:sp>
            </p:grpSp>
            <p:grpSp>
              <p:nvGrpSpPr>
                <p:cNvPr id="211015" name="Group 324"/>
                <p:cNvGrpSpPr/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88137" name="Rectangle 325"/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bg1"/>
                    </a:solidFill>
                    <a:miter lim="800000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  <p:sp>
                <p:nvSpPr>
                  <p:cNvPr id="88138" name="Rectangle 326"/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1"/>
                    </a:solidFill>
                    <a:miter lim="800000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</p:grpSp>
          </p:grpSp>
          <p:sp>
            <p:nvSpPr>
              <p:cNvPr id="88133" name="Rectangle 327"/>
              <p:cNvSpPr>
                <a:spLocks noChangeArrowheads="1"/>
              </p:cNvSpPr>
              <p:nvPr/>
            </p:nvSpPr>
            <p:spPr bwMode="auto">
              <a:xfrm>
                <a:off x="732" y="3484"/>
                <a:ext cx="96" cy="9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88134" name="Rectangle 328"/>
              <p:cNvSpPr>
                <a:spLocks noChangeArrowheads="1"/>
              </p:cNvSpPr>
              <p:nvPr/>
            </p:nvSpPr>
            <p:spPr bwMode="auto">
              <a:xfrm>
                <a:off x="723" y="3473"/>
                <a:ext cx="480" cy="112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sp>
          <p:nvSpPr>
            <p:cNvPr id="88129" name="Rectangle 329"/>
            <p:cNvSpPr>
              <a:spLocks noChangeArrowheads="1"/>
            </p:cNvSpPr>
            <p:nvPr/>
          </p:nvSpPr>
          <p:spPr bwMode="auto">
            <a:xfrm>
              <a:off x="517" y="3545"/>
              <a:ext cx="94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88130" name="Rectangle 330"/>
            <p:cNvSpPr>
              <a:spLocks noChangeArrowheads="1"/>
            </p:cNvSpPr>
            <p:nvPr/>
          </p:nvSpPr>
          <p:spPr bwMode="auto">
            <a:xfrm>
              <a:off x="1115" y="3544"/>
              <a:ext cx="60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88131" name="Rectangle 331"/>
            <p:cNvSpPr>
              <a:spLocks noChangeArrowheads="1"/>
            </p:cNvSpPr>
            <p:nvPr/>
          </p:nvSpPr>
          <p:spPr bwMode="auto">
            <a:xfrm>
              <a:off x="504" y="3529"/>
              <a:ext cx="681" cy="1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</p:grpSp>
      <p:grpSp>
        <p:nvGrpSpPr>
          <p:cNvPr id="701782" name="Group 342"/>
          <p:cNvGrpSpPr/>
          <p:nvPr/>
        </p:nvGrpSpPr>
        <p:grpSpPr bwMode="auto">
          <a:xfrm>
            <a:off x="1477963" y="3081338"/>
            <a:ext cx="1316037" cy="1314450"/>
            <a:chOff x="931" y="1941"/>
            <a:chExt cx="829" cy="828"/>
          </a:xfrm>
        </p:grpSpPr>
        <p:sp>
          <p:nvSpPr>
            <p:cNvPr id="210999" name="Freeform 334"/>
            <p:cNvSpPr/>
            <p:nvPr/>
          </p:nvSpPr>
          <p:spPr bwMode="auto">
            <a:xfrm>
              <a:off x="1424" y="1965"/>
              <a:ext cx="336" cy="801"/>
            </a:xfrm>
            <a:custGeom>
              <a:avLst/>
              <a:gdLst>
                <a:gd name="T0" fmla="*/ 1 w 551"/>
                <a:gd name="T1" fmla="*/ 0 h 801"/>
                <a:gd name="T2" fmla="*/ 28 w 551"/>
                <a:gd name="T3" fmla="*/ 402 h 801"/>
                <a:gd name="T4" fmla="*/ 1 w 551"/>
                <a:gd name="T5" fmla="*/ 801 h 801"/>
                <a:gd name="T6" fmla="*/ 1 w 551"/>
                <a:gd name="T7" fmla="*/ 535 h 801"/>
                <a:gd name="T8" fmla="*/ 0 w 551"/>
                <a:gd name="T9" fmla="*/ 371 h 801"/>
                <a:gd name="T10" fmla="*/ 1 w 551"/>
                <a:gd name="T11" fmla="*/ 0 h 80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51" h="801">
                  <a:moveTo>
                    <a:pt x="14" y="0"/>
                  </a:moveTo>
                  <a:lnTo>
                    <a:pt x="551" y="402"/>
                  </a:lnTo>
                  <a:lnTo>
                    <a:pt x="6" y="801"/>
                  </a:lnTo>
                  <a:lnTo>
                    <a:pt x="13" y="535"/>
                  </a:lnTo>
                  <a:lnTo>
                    <a:pt x="0" y="371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2700000" scaled="1"/>
            </a:gradFill>
            <a:ln>
              <a:noFill/>
            </a:ln>
            <a:effectLst/>
          </p:spPr>
          <p:txBody>
            <a:bodyPr wrap="none"/>
            <a:lstStyle/>
            <a:p>
              <a:endParaRPr lang="en-US" dirty="0"/>
            </a:p>
          </p:txBody>
        </p:sp>
        <p:grpSp>
          <p:nvGrpSpPr>
            <p:cNvPr id="211000" name="Group 335"/>
            <p:cNvGrpSpPr/>
            <p:nvPr/>
          </p:nvGrpSpPr>
          <p:grpSpPr bwMode="auto">
            <a:xfrm>
              <a:off x="931" y="1941"/>
              <a:ext cx="501" cy="828"/>
              <a:chOff x="569" y="2954"/>
              <a:chExt cx="501" cy="828"/>
            </a:xfrm>
          </p:grpSpPr>
          <p:sp>
            <p:nvSpPr>
              <p:cNvPr id="88122" name="Rectangle 336"/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88123" name="Text Box 337"/>
              <p:cNvSpPr txBox="1">
                <a:spLocks noChangeArrowheads="1"/>
              </p:cNvSpPr>
              <p:nvPr/>
            </p:nvSpPr>
            <p:spPr bwMode="auto">
              <a:xfrm>
                <a:off x="593" y="2954"/>
                <a:ext cx="477" cy="82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9pPr>
              </a:lstStyle>
              <a:p>
                <a:pPr algn="ctr">
                  <a:defRPr/>
                </a:pPr>
                <a:r>
                  <a:rPr lang="en-US" sz="1600" i="0" dirty="0" smtClean="0">
                    <a:solidFill>
                      <a:srgbClr val="000000"/>
                    </a:solidFill>
                    <a:latin typeface="Arial" panose="020B0604020202090204" pitchFamily="34" charset="0"/>
                    <a:cs typeface="+mn-cs"/>
                  </a:rPr>
                  <a:t>DHCP</a:t>
                </a:r>
                <a:endParaRPr lang="en-US" sz="1600" i="0" dirty="0" smtClean="0">
                  <a:solidFill>
                    <a:srgbClr val="000000"/>
                  </a:solidFill>
                  <a:latin typeface="Arial" panose="020B0604020202090204" pitchFamily="34" charset="0"/>
                  <a:cs typeface="+mn-cs"/>
                </a:endParaRPr>
              </a:p>
              <a:p>
                <a:pPr algn="ctr">
                  <a:defRPr/>
                </a:pPr>
                <a:r>
                  <a:rPr lang="en-US" sz="1600" i="0" dirty="0" smtClean="0">
                    <a:solidFill>
                      <a:srgbClr val="000000"/>
                    </a:solidFill>
                    <a:latin typeface="Arial" panose="020B0604020202090204" pitchFamily="34" charset="0"/>
                    <a:cs typeface="+mn-cs"/>
                  </a:rPr>
                  <a:t>UDP</a:t>
                </a:r>
                <a:endParaRPr lang="en-US" sz="1600" i="0" dirty="0" smtClean="0">
                  <a:solidFill>
                    <a:srgbClr val="000000"/>
                  </a:solidFill>
                  <a:latin typeface="Arial" panose="020B0604020202090204" pitchFamily="34" charset="0"/>
                  <a:cs typeface="+mn-cs"/>
                </a:endParaRPr>
              </a:p>
              <a:p>
                <a:pPr algn="ctr">
                  <a:defRPr/>
                </a:pPr>
                <a:r>
                  <a:rPr lang="en-US" sz="1600" i="0" dirty="0" smtClean="0">
                    <a:solidFill>
                      <a:srgbClr val="000000"/>
                    </a:solidFill>
                    <a:latin typeface="Arial" panose="020B0604020202090204" pitchFamily="34" charset="0"/>
                    <a:cs typeface="+mn-cs"/>
                  </a:rPr>
                  <a:t>IP</a:t>
                </a:r>
                <a:endParaRPr lang="en-US" sz="1600" i="0" dirty="0" smtClean="0">
                  <a:solidFill>
                    <a:srgbClr val="000000"/>
                  </a:solidFill>
                  <a:latin typeface="Arial" panose="020B0604020202090204" pitchFamily="34" charset="0"/>
                  <a:cs typeface="+mn-cs"/>
                </a:endParaRPr>
              </a:p>
              <a:p>
                <a:pPr algn="ctr">
                  <a:defRPr/>
                </a:pPr>
                <a:r>
                  <a:rPr lang="en-US" sz="1600" i="0" dirty="0" smtClean="0">
                    <a:solidFill>
                      <a:srgbClr val="000000"/>
                    </a:solidFill>
                    <a:latin typeface="Arial" panose="020B0604020202090204" pitchFamily="34" charset="0"/>
                    <a:cs typeface="+mn-cs"/>
                  </a:rPr>
                  <a:t>Eth</a:t>
                </a:r>
                <a:endParaRPr lang="en-US" sz="1600" i="0" dirty="0" smtClean="0">
                  <a:solidFill>
                    <a:srgbClr val="000000"/>
                  </a:solidFill>
                  <a:latin typeface="Arial" panose="020B0604020202090204" pitchFamily="34" charset="0"/>
                  <a:cs typeface="+mn-cs"/>
                </a:endParaRPr>
              </a:p>
              <a:p>
                <a:pPr algn="ctr">
                  <a:defRPr/>
                </a:pPr>
                <a:r>
                  <a:rPr lang="en-US" sz="1600" i="0" dirty="0" smtClean="0">
                    <a:solidFill>
                      <a:srgbClr val="000000"/>
                    </a:solidFill>
                    <a:latin typeface="Arial" panose="020B0604020202090204" pitchFamily="34" charset="0"/>
                    <a:cs typeface="+mn-cs"/>
                  </a:rPr>
                  <a:t>Phy</a:t>
                </a:r>
                <a:endParaRPr lang="en-US" sz="1600" i="0" dirty="0" smtClean="0">
                  <a:solidFill>
                    <a:srgbClr val="000000"/>
                  </a:solidFill>
                  <a:latin typeface="Arial" panose="020B0604020202090204" pitchFamily="34" charset="0"/>
                  <a:cs typeface="+mn-cs"/>
                </a:endParaRPr>
              </a:p>
            </p:txBody>
          </p:sp>
          <p:sp>
            <p:nvSpPr>
              <p:cNvPr id="88124" name="Line 338"/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8125" name="Line 339"/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8126" name="Line 340"/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8127" name="Line 341"/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</p:grpSp>
      <p:grpSp>
        <p:nvGrpSpPr>
          <p:cNvPr id="701882" name="Group 442"/>
          <p:cNvGrpSpPr/>
          <p:nvPr/>
        </p:nvGrpSpPr>
        <p:grpSpPr bwMode="auto">
          <a:xfrm>
            <a:off x="339725" y="2981325"/>
            <a:ext cx="1081088" cy="1217613"/>
            <a:chOff x="1404" y="3105"/>
            <a:chExt cx="681" cy="767"/>
          </a:xfrm>
        </p:grpSpPr>
        <p:grpSp>
          <p:nvGrpSpPr>
            <p:cNvPr id="210964" name="Group 344"/>
            <p:cNvGrpSpPr/>
            <p:nvPr/>
          </p:nvGrpSpPr>
          <p:grpSpPr bwMode="auto">
            <a:xfrm>
              <a:off x="1404" y="3355"/>
              <a:ext cx="681" cy="468"/>
              <a:chOff x="42" y="886"/>
              <a:chExt cx="681" cy="468"/>
            </a:xfrm>
          </p:grpSpPr>
          <p:grpSp>
            <p:nvGrpSpPr>
              <p:cNvPr id="210969" name="Group 345"/>
              <p:cNvGrpSpPr/>
              <p:nvPr/>
            </p:nvGrpSpPr>
            <p:grpSpPr bwMode="auto">
              <a:xfrm>
                <a:off x="278" y="886"/>
                <a:ext cx="397" cy="154"/>
                <a:chOff x="740" y="3209"/>
                <a:chExt cx="397" cy="154"/>
              </a:xfrm>
            </p:grpSpPr>
            <p:grpSp>
              <p:nvGrpSpPr>
                <p:cNvPr id="210994" name="Group 346"/>
                <p:cNvGrpSpPr/>
                <p:nvPr/>
              </p:nvGrpSpPr>
              <p:grpSpPr bwMode="auto">
                <a:xfrm>
                  <a:off x="794" y="3209"/>
                  <a:ext cx="343" cy="154"/>
                  <a:chOff x="844" y="3337"/>
                  <a:chExt cx="343" cy="154"/>
                </a:xfrm>
              </p:grpSpPr>
              <p:sp>
                <p:nvSpPr>
                  <p:cNvPr id="88118" name="Rectangle 347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  <p:sp>
                <p:nvSpPr>
                  <p:cNvPr id="88119" name="Text Box 34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sz="1000" i="0" dirty="0" smtClean="0">
                        <a:solidFill>
                          <a:srgbClr val="FFFFFF"/>
                        </a:solidFill>
                        <a:latin typeface="Arial" panose="020B0604020202090204" pitchFamily="34" charset="0"/>
                        <a:cs typeface="+mn-cs"/>
                      </a:rPr>
                      <a:t>DHCP</a:t>
                    </a:r>
                    <a:endParaRPr lang="en-US" sz="1000" i="0" dirty="0" smtClean="0">
                      <a:solidFill>
                        <a:srgbClr val="FFFFFF"/>
                      </a:solidFill>
                      <a:latin typeface="Arial" panose="020B0604020202090204" pitchFamily="34" charset="0"/>
                      <a:cs typeface="+mn-cs"/>
                    </a:endParaRPr>
                  </a:p>
                </p:txBody>
              </p:sp>
            </p:grpSp>
            <p:sp>
              <p:nvSpPr>
                <p:cNvPr id="88116" name="Rectangle 349"/>
                <p:cNvSpPr>
                  <a:spLocks noChangeArrowheads="1"/>
                </p:cNvSpPr>
                <p:nvPr/>
              </p:nvSpPr>
              <p:spPr bwMode="auto">
                <a:xfrm>
                  <a:off x="750" y="3244"/>
                  <a:ext cx="88" cy="82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bg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88117" name="Rectangle 350"/>
                <p:cNvSpPr>
                  <a:spLocks noChangeArrowheads="1"/>
                </p:cNvSpPr>
                <p:nvPr/>
              </p:nvSpPr>
              <p:spPr bwMode="auto">
                <a:xfrm>
                  <a:off x="740" y="3238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grpSp>
            <p:nvGrpSpPr>
              <p:cNvPr id="210970" name="Group 351"/>
              <p:cNvGrpSpPr/>
              <p:nvPr/>
            </p:nvGrpSpPr>
            <p:grpSpPr bwMode="auto">
              <a:xfrm>
                <a:off x="278" y="1034"/>
                <a:ext cx="397" cy="154"/>
                <a:chOff x="836" y="3305"/>
                <a:chExt cx="397" cy="154"/>
              </a:xfrm>
            </p:grpSpPr>
            <p:grpSp>
              <p:nvGrpSpPr>
                <p:cNvPr id="210988" name="Group 352"/>
                <p:cNvGrpSpPr/>
                <p:nvPr/>
              </p:nvGrpSpPr>
              <p:grpSpPr bwMode="auto">
                <a:xfrm>
                  <a:off x="890" y="3305"/>
                  <a:ext cx="343" cy="154"/>
                  <a:chOff x="844" y="3337"/>
                  <a:chExt cx="343" cy="154"/>
                </a:xfrm>
              </p:grpSpPr>
              <p:sp>
                <p:nvSpPr>
                  <p:cNvPr id="88113" name="Rectangle 353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  <p:sp>
                <p:nvSpPr>
                  <p:cNvPr id="88114" name="Text Box 35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sz="1000" i="0" dirty="0" smtClean="0">
                        <a:solidFill>
                          <a:srgbClr val="FFFFFF"/>
                        </a:solidFill>
                        <a:latin typeface="Arial" panose="020B0604020202090204" pitchFamily="34" charset="0"/>
                        <a:cs typeface="+mn-cs"/>
                      </a:rPr>
                      <a:t>DHCP</a:t>
                    </a:r>
                    <a:endParaRPr lang="en-US" sz="1000" i="0" dirty="0" smtClean="0">
                      <a:solidFill>
                        <a:srgbClr val="FFFFFF"/>
                      </a:solidFill>
                      <a:latin typeface="Arial" panose="020B0604020202090204" pitchFamily="34" charset="0"/>
                      <a:cs typeface="+mn-cs"/>
                    </a:endParaRPr>
                  </a:p>
                </p:txBody>
              </p:sp>
            </p:grpSp>
            <p:grpSp>
              <p:nvGrpSpPr>
                <p:cNvPr id="210989" name="Group 355"/>
                <p:cNvGrpSpPr/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88111" name="Rectangle 356"/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bg1"/>
                    </a:solidFill>
                    <a:miter lim="800000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  <p:sp>
                <p:nvSpPr>
                  <p:cNvPr id="88112" name="Rectangle 357"/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1"/>
                    </a:solidFill>
                    <a:miter lim="800000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</p:grpSp>
          </p:grpSp>
          <p:grpSp>
            <p:nvGrpSpPr>
              <p:cNvPr id="210971" name="Group 358"/>
              <p:cNvGrpSpPr/>
              <p:nvPr/>
            </p:nvGrpSpPr>
            <p:grpSpPr bwMode="auto">
              <a:xfrm>
                <a:off x="165" y="1054"/>
                <a:ext cx="480" cy="112"/>
                <a:chOff x="627" y="3377"/>
                <a:chExt cx="480" cy="112"/>
              </a:xfrm>
            </p:grpSpPr>
            <p:sp>
              <p:nvSpPr>
                <p:cNvPr id="88107" name="Rectangle 359"/>
                <p:cNvSpPr>
                  <a:spLocks noChangeArrowheads="1"/>
                </p:cNvSpPr>
                <p:nvPr/>
              </p:nvSpPr>
              <p:spPr bwMode="auto">
                <a:xfrm>
                  <a:off x="636" y="3388"/>
                  <a:ext cx="96" cy="93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88108" name="Rectangle 360"/>
                <p:cNvSpPr>
                  <a:spLocks noChangeArrowheads="1"/>
                </p:cNvSpPr>
                <p:nvPr/>
              </p:nvSpPr>
              <p:spPr bwMode="auto">
                <a:xfrm>
                  <a:off x="627" y="3377"/>
                  <a:ext cx="480" cy="112"/>
                </a:xfrm>
                <a:prstGeom prst="rect">
                  <a:avLst/>
                </a:prstGeom>
                <a:noFill/>
                <a:ln w="9525">
                  <a:solidFill>
                    <a:schemeClr val="accent2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grpSp>
            <p:nvGrpSpPr>
              <p:cNvPr id="210972" name="Group 361"/>
              <p:cNvGrpSpPr/>
              <p:nvPr/>
            </p:nvGrpSpPr>
            <p:grpSpPr bwMode="auto">
              <a:xfrm>
                <a:off x="42" y="1200"/>
                <a:ext cx="681" cy="154"/>
                <a:chOff x="504" y="3523"/>
                <a:chExt cx="681" cy="154"/>
              </a:xfrm>
            </p:grpSpPr>
            <p:grpSp>
              <p:nvGrpSpPr>
                <p:cNvPr id="210973" name="Group 362"/>
                <p:cNvGrpSpPr/>
                <p:nvPr/>
              </p:nvGrpSpPr>
              <p:grpSpPr bwMode="auto">
                <a:xfrm>
                  <a:off x="623" y="3523"/>
                  <a:ext cx="510" cy="154"/>
                  <a:chOff x="723" y="3453"/>
                  <a:chExt cx="510" cy="154"/>
                </a:xfrm>
              </p:grpSpPr>
              <p:grpSp>
                <p:nvGrpSpPr>
                  <p:cNvPr id="210977" name="Group 363"/>
                  <p:cNvGrpSpPr/>
                  <p:nvPr/>
                </p:nvGrpSpPr>
                <p:grpSpPr bwMode="auto">
                  <a:xfrm>
                    <a:off x="836" y="3453"/>
                    <a:ext cx="397" cy="154"/>
                    <a:chOff x="836" y="3305"/>
                    <a:chExt cx="397" cy="154"/>
                  </a:xfrm>
                </p:grpSpPr>
                <p:grpSp>
                  <p:nvGrpSpPr>
                    <p:cNvPr id="210980" name="Group 364"/>
                    <p:cNvGrpSpPr/>
                    <p:nvPr/>
                  </p:nvGrpSpPr>
                  <p:grpSpPr bwMode="auto">
                    <a:xfrm>
                      <a:off x="890" y="3305"/>
                      <a:ext cx="343" cy="154"/>
                      <a:chOff x="844" y="3337"/>
                      <a:chExt cx="343" cy="154"/>
                    </a:xfrm>
                  </p:grpSpPr>
                  <p:sp>
                    <p:nvSpPr>
                      <p:cNvPr id="88105" name="Rectangle 365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89" y="3370"/>
                        <a:ext cx="245" cy="8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w="9525">
                        <a:solidFill>
                          <a:schemeClr val="bg1"/>
                        </a:solidFill>
                        <a:miter lim="800000"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dirty="0">
                          <a:solidFill>
                            <a:srgbClr val="000000"/>
                          </a:solidFill>
                          <a:cs typeface="+mn-cs"/>
                        </a:endParaRPr>
                      </a:p>
                    </p:txBody>
                  </p:sp>
                  <p:sp>
                    <p:nvSpPr>
                      <p:cNvPr id="88106" name="Text Box 366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844" y="3337"/>
                        <a:ext cx="343" cy="1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  <p:txBody>
                      <a:bodyPr wrap="none">
                        <a:spAutoFit/>
                      </a:bodyPr>
                      <a:lstStyle>
                        <a:lvl1pPr>
                          <a:defRPr i="1">
                            <a:solidFill>
                              <a:schemeClr val="tx1"/>
                            </a:solidFill>
                            <a:latin typeface="Comic Sans MS" panose="030F0902030302020204" pitchFamily="66" charset="0"/>
                            <a:ea typeface="MS PGothic" charset="0"/>
                          </a:defRPr>
                        </a:lvl1pPr>
                        <a:lvl2pPr marL="742950" indent="-285750">
                          <a:defRPr i="1">
                            <a:solidFill>
                              <a:schemeClr val="tx1"/>
                            </a:solidFill>
                            <a:latin typeface="Comic Sans MS" panose="030F0902030302020204" pitchFamily="66" charset="0"/>
                            <a:ea typeface="MS PGothic" charset="0"/>
                          </a:defRPr>
                        </a:lvl2pPr>
                        <a:lvl3pPr marL="1143000" indent="-228600">
                          <a:defRPr i="1">
                            <a:solidFill>
                              <a:schemeClr val="tx1"/>
                            </a:solidFill>
                            <a:latin typeface="Comic Sans MS" panose="030F0902030302020204" pitchFamily="66" charset="0"/>
                            <a:ea typeface="MS PGothic" charset="0"/>
                          </a:defRPr>
                        </a:lvl3pPr>
                        <a:lvl4pPr marL="1600200" indent="-228600">
                          <a:defRPr i="1">
                            <a:solidFill>
                              <a:schemeClr val="tx1"/>
                            </a:solidFill>
                            <a:latin typeface="Comic Sans MS" panose="030F0902030302020204" pitchFamily="66" charset="0"/>
                            <a:ea typeface="MS PGothic" charset="0"/>
                          </a:defRPr>
                        </a:lvl4pPr>
                        <a:lvl5pPr marL="2057400" indent="-228600">
                          <a:defRPr i="1">
                            <a:solidFill>
                              <a:schemeClr val="tx1"/>
                            </a:solidFill>
                            <a:latin typeface="Comic Sans MS" panose="030F0902030302020204" pitchFamily="66" charset="0"/>
                            <a:ea typeface="MS PGothic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panose="030F0902030302020204" pitchFamily="66" charset="0"/>
                            <a:ea typeface="MS PGothic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panose="030F0902030302020204" pitchFamily="66" charset="0"/>
                            <a:ea typeface="MS PGothic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panose="030F0902030302020204" pitchFamily="66" charset="0"/>
                            <a:ea typeface="MS PGothic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panose="030F0902030302020204" pitchFamily="66" charset="0"/>
                            <a:ea typeface="MS PGothic" charset="0"/>
                          </a:defRPr>
                        </a:lvl9pPr>
                      </a:lstStyle>
                      <a:p>
                        <a:pPr>
                          <a:defRPr/>
                        </a:pPr>
                        <a:r>
                          <a:rPr lang="en-US" sz="1000" i="0" dirty="0" smtClean="0">
                            <a:solidFill>
                              <a:srgbClr val="FFFFFF"/>
                            </a:solidFill>
                            <a:latin typeface="Arial" panose="020B0604020202090204" pitchFamily="34" charset="0"/>
                            <a:cs typeface="+mn-cs"/>
                          </a:rPr>
                          <a:t>DHCP</a:t>
                        </a:r>
                        <a:endParaRPr lang="en-US" sz="1000" i="0" dirty="0" smtClean="0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cs typeface="+mn-cs"/>
                        </a:endParaRPr>
                      </a:p>
                    </p:txBody>
                  </p:sp>
                </p:grpSp>
                <p:grpSp>
                  <p:nvGrpSpPr>
                    <p:cNvPr id="210981" name="Group 367"/>
                    <p:cNvGrpSpPr/>
                    <p:nvPr/>
                  </p:nvGrpSpPr>
                  <p:grpSpPr bwMode="auto">
                    <a:xfrm>
                      <a:off x="836" y="3334"/>
                      <a:ext cx="354" cy="94"/>
                      <a:chOff x="836" y="3334"/>
                      <a:chExt cx="354" cy="94"/>
                    </a:xfrm>
                  </p:grpSpPr>
                  <p:sp>
                    <p:nvSpPr>
                      <p:cNvPr id="88103" name="Rectangle 368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46" y="3340"/>
                        <a:ext cx="88" cy="82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9525">
                        <a:solidFill>
                          <a:schemeClr val="bg1"/>
                        </a:solidFill>
                        <a:miter lim="800000"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dirty="0">
                          <a:solidFill>
                            <a:srgbClr val="000000"/>
                          </a:solidFill>
                          <a:cs typeface="+mn-cs"/>
                        </a:endParaRPr>
                      </a:p>
                    </p:txBody>
                  </p:sp>
                  <p:sp>
                    <p:nvSpPr>
                      <p:cNvPr id="88104" name="Rectangle 36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36" y="3334"/>
                        <a:ext cx="354" cy="94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accent1"/>
                        </a:solidFill>
                        <a:miter lim="800000"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dirty="0">
                          <a:solidFill>
                            <a:srgbClr val="000000"/>
                          </a:solidFill>
                          <a:cs typeface="+mn-cs"/>
                        </a:endParaRPr>
                      </a:p>
                    </p:txBody>
                  </p:sp>
                </p:grpSp>
              </p:grpSp>
              <p:sp>
                <p:nvSpPr>
                  <p:cNvPr id="88099" name="Rectangle 370"/>
                  <p:cNvSpPr>
                    <a:spLocks noChangeArrowheads="1"/>
                  </p:cNvSpPr>
                  <p:nvPr/>
                </p:nvSpPr>
                <p:spPr bwMode="auto">
                  <a:xfrm>
                    <a:off x="732" y="3484"/>
                    <a:ext cx="96" cy="93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  <p:sp>
                <p:nvSpPr>
                  <p:cNvPr id="88100" name="Rectangle 371"/>
                  <p:cNvSpPr>
                    <a:spLocks noChangeArrowheads="1"/>
                  </p:cNvSpPr>
                  <p:nvPr/>
                </p:nvSpPr>
                <p:spPr bwMode="auto">
                  <a:xfrm>
                    <a:off x="723" y="3473"/>
                    <a:ext cx="480" cy="112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2"/>
                    </a:solidFill>
                    <a:miter lim="800000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</p:grpSp>
            <p:sp>
              <p:nvSpPr>
                <p:cNvPr id="88095" name="Rectangle 372"/>
                <p:cNvSpPr>
                  <a:spLocks noChangeArrowheads="1"/>
                </p:cNvSpPr>
                <p:nvPr/>
              </p:nvSpPr>
              <p:spPr bwMode="auto">
                <a:xfrm>
                  <a:off x="517" y="3545"/>
                  <a:ext cx="94" cy="108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88096" name="Rectangle 373"/>
                <p:cNvSpPr>
                  <a:spLocks noChangeArrowheads="1"/>
                </p:cNvSpPr>
                <p:nvPr/>
              </p:nvSpPr>
              <p:spPr bwMode="auto">
                <a:xfrm>
                  <a:off x="1115" y="3544"/>
                  <a:ext cx="60" cy="108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88097" name="Rectangle 374"/>
                <p:cNvSpPr>
                  <a:spLocks noChangeArrowheads="1"/>
                </p:cNvSpPr>
                <p:nvPr/>
              </p:nvSpPr>
              <p:spPr bwMode="auto">
                <a:xfrm>
                  <a:off x="504" y="3529"/>
                  <a:ext cx="681" cy="138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</p:grpSp>
        <p:sp>
          <p:nvSpPr>
            <p:cNvPr id="88086" name="AutoShape 375"/>
            <p:cNvSpPr>
              <a:spLocks noChangeArrowheads="1"/>
            </p:cNvSpPr>
            <p:nvPr/>
          </p:nvSpPr>
          <p:spPr bwMode="auto">
            <a:xfrm rot="10800000">
              <a:off x="1727" y="3105"/>
              <a:ext cx="240" cy="767"/>
            </a:xfrm>
            <a:prstGeom prst="downArrow">
              <a:avLst>
                <a:gd name="adj1" fmla="val 54167"/>
                <a:gd name="adj2" fmla="val 51311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grpSp>
          <p:nvGrpSpPr>
            <p:cNvPr id="210966" name="Group 379"/>
            <p:cNvGrpSpPr/>
            <p:nvPr/>
          </p:nvGrpSpPr>
          <p:grpSpPr bwMode="auto">
            <a:xfrm>
              <a:off x="1695" y="3227"/>
              <a:ext cx="343" cy="154"/>
              <a:chOff x="844" y="3337"/>
              <a:chExt cx="343" cy="154"/>
            </a:xfrm>
          </p:grpSpPr>
          <p:sp>
            <p:nvSpPr>
              <p:cNvPr id="88088" name="Rectangle 380"/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88089" name="Text Box 381"/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343" cy="15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1000" i="0" dirty="0" smtClean="0">
                    <a:solidFill>
                      <a:srgbClr val="FFFFFF"/>
                    </a:solidFill>
                    <a:latin typeface="Arial" panose="020B0604020202090204" pitchFamily="34" charset="0"/>
                    <a:cs typeface="+mn-cs"/>
                  </a:rPr>
                  <a:t>DHCP</a:t>
                </a:r>
                <a:endParaRPr lang="en-US" sz="1000" i="0" dirty="0" smtClean="0">
                  <a:solidFill>
                    <a:srgbClr val="FFFFFF"/>
                  </a:solidFill>
                  <a:latin typeface="Arial" panose="020B0604020202090204" pitchFamily="34" charset="0"/>
                  <a:cs typeface="+mn-cs"/>
                </a:endParaRPr>
              </a:p>
            </p:txBody>
          </p:sp>
        </p:grpSp>
      </p:grpSp>
      <p:grpSp>
        <p:nvGrpSpPr>
          <p:cNvPr id="701916" name="Group 476"/>
          <p:cNvGrpSpPr/>
          <p:nvPr/>
        </p:nvGrpSpPr>
        <p:grpSpPr bwMode="auto">
          <a:xfrm>
            <a:off x="803275" y="3178175"/>
            <a:ext cx="544513" cy="244475"/>
            <a:chOff x="844" y="3337"/>
            <a:chExt cx="343" cy="154"/>
          </a:xfrm>
        </p:grpSpPr>
        <p:sp>
          <p:nvSpPr>
            <p:cNvPr id="88083" name="Rectangle 477"/>
            <p:cNvSpPr>
              <a:spLocks noChangeArrowheads="1"/>
            </p:cNvSpPr>
            <p:nvPr/>
          </p:nvSpPr>
          <p:spPr bwMode="auto">
            <a:xfrm>
              <a:off x="889" y="3370"/>
              <a:ext cx="245" cy="86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bg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88084" name="Text Box 478"/>
            <p:cNvSpPr txBox="1">
              <a:spLocks noChangeArrowheads="1"/>
            </p:cNvSpPr>
            <p:nvPr/>
          </p:nvSpPr>
          <p:spPr bwMode="auto">
            <a:xfrm>
              <a:off x="844" y="3337"/>
              <a:ext cx="343" cy="15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000" i="0" dirty="0" smtClean="0">
                  <a:solidFill>
                    <a:srgbClr val="FFFFFF"/>
                  </a:solidFill>
                  <a:latin typeface="Arial" panose="020B0604020202090204" pitchFamily="34" charset="0"/>
                  <a:cs typeface="+mn-cs"/>
                </a:rPr>
                <a:t>DHCP</a:t>
              </a:r>
              <a:endParaRPr lang="en-US" sz="1000" i="0" dirty="0" smtClean="0">
                <a:solidFill>
                  <a:srgbClr val="FFFFFF"/>
                </a:solidFill>
                <a:latin typeface="Arial" panose="020B0604020202090204" pitchFamily="34" charset="0"/>
                <a:cs typeface="+mn-cs"/>
              </a:endParaRPr>
            </a:p>
          </p:txBody>
        </p:sp>
      </p:grpSp>
      <p:sp>
        <p:nvSpPr>
          <p:cNvPr id="701919" name="Rectangle 479"/>
          <p:cNvSpPr>
            <a:spLocks noChangeArrowheads="1"/>
          </p:cNvSpPr>
          <p:nvPr/>
        </p:nvSpPr>
        <p:spPr bwMode="auto">
          <a:xfrm>
            <a:off x="5037138" y="2568575"/>
            <a:ext cx="3892550" cy="1306513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/>
          <a:p>
            <a:pPr marL="231775" indent="-231775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200" i="0" dirty="0">
                <a:solidFill>
                  <a:srgbClr val="000000"/>
                </a:solidFill>
                <a:latin typeface="Gill Sans MT" pitchFamily="34" charset="0"/>
                <a:cs typeface="+mn-cs"/>
              </a:rPr>
              <a:t>DHCP request </a:t>
            </a:r>
            <a:r>
              <a:rPr lang="en-US" sz="2200" dirty="0">
                <a:solidFill>
                  <a:srgbClr val="3333CC"/>
                </a:solidFill>
                <a:latin typeface="Gill Sans MT" pitchFamily="34" charset="0"/>
                <a:cs typeface="+mn-cs"/>
              </a:rPr>
              <a:t>encapsulated</a:t>
            </a:r>
            <a:r>
              <a:rPr lang="en-US" sz="2200" i="0" dirty="0">
                <a:solidFill>
                  <a:srgbClr val="3333CC"/>
                </a:solidFill>
                <a:latin typeface="Gill Sans MT" pitchFamily="34" charset="0"/>
                <a:cs typeface="+mn-cs"/>
              </a:rPr>
              <a:t> </a:t>
            </a:r>
            <a:r>
              <a:rPr lang="en-US" sz="2200" i="0" dirty="0">
                <a:solidFill>
                  <a:srgbClr val="000000"/>
                </a:solidFill>
                <a:latin typeface="Gill Sans MT" pitchFamily="34" charset="0"/>
                <a:cs typeface="+mn-cs"/>
              </a:rPr>
              <a:t>in </a:t>
            </a:r>
            <a:r>
              <a:rPr lang="en-US" sz="2200" dirty="0">
                <a:solidFill>
                  <a:srgbClr val="C00000"/>
                </a:solidFill>
                <a:latin typeface="Gill Sans MT" pitchFamily="34" charset="0"/>
                <a:cs typeface="+mn-cs"/>
              </a:rPr>
              <a:t>UDP</a:t>
            </a:r>
            <a:r>
              <a:rPr lang="en-US" sz="2200" i="0" dirty="0">
                <a:solidFill>
                  <a:srgbClr val="000000"/>
                </a:solidFill>
                <a:latin typeface="Gill Sans MT" pitchFamily="34" charset="0"/>
                <a:cs typeface="+mn-cs"/>
              </a:rPr>
              <a:t>, encapsulated in </a:t>
            </a:r>
            <a:r>
              <a:rPr lang="en-US" sz="2200" dirty="0">
                <a:solidFill>
                  <a:srgbClr val="C00000"/>
                </a:solidFill>
                <a:latin typeface="Gill Sans MT" pitchFamily="34" charset="0"/>
                <a:cs typeface="+mn-cs"/>
              </a:rPr>
              <a:t>IP</a:t>
            </a:r>
            <a:r>
              <a:rPr lang="en-US" sz="2200" i="0" dirty="0">
                <a:solidFill>
                  <a:srgbClr val="000000"/>
                </a:solidFill>
                <a:latin typeface="Gill Sans MT" pitchFamily="34" charset="0"/>
                <a:cs typeface="+mn-cs"/>
              </a:rPr>
              <a:t>, encapsulated in </a:t>
            </a:r>
            <a:r>
              <a:rPr lang="en-US" sz="2200" dirty="0">
                <a:solidFill>
                  <a:srgbClr val="C00000"/>
                </a:solidFill>
                <a:latin typeface="Gill Sans MT" pitchFamily="34" charset="0"/>
                <a:cs typeface="+mn-cs"/>
              </a:rPr>
              <a:t>802.3</a:t>
            </a:r>
            <a:r>
              <a:rPr lang="en-US" sz="2200" i="0" dirty="0">
                <a:solidFill>
                  <a:srgbClr val="C00000"/>
                </a:solidFill>
                <a:latin typeface="Gill Sans MT" pitchFamily="34" charset="0"/>
                <a:cs typeface="+mn-cs"/>
              </a:rPr>
              <a:t> </a:t>
            </a:r>
            <a:r>
              <a:rPr lang="en-US" sz="2200" i="0" dirty="0">
                <a:solidFill>
                  <a:srgbClr val="000000"/>
                </a:solidFill>
                <a:latin typeface="Gill Sans MT" pitchFamily="34" charset="0"/>
                <a:cs typeface="+mn-cs"/>
              </a:rPr>
              <a:t>Ethernet</a:t>
            </a:r>
            <a:endParaRPr lang="en-US" sz="2200" i="0" dirty="0">
              <a:solidFill>
                <a:srgbClr val="000000"/>
              </a:solidFill>
              <a:latin typeface="Gill Sans MT" pitchFamily="34" charset="0"/>
              <a:cs typeface="+mn-cs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charset="0"/>
              <a:buNone/>
              <a:defRPr/>
            </a:pPr>
            <a:endParaRPr lang="en-US" sz="2200" i="0" dirty="0">
              <a:solidFill>
                <a:srgbClr val="000000"/>
              </a:solidFill>
              <a:latin typeface="Gill Sans MT" pitchFamily="34" charset="0"/>
              <a:cs typeface="+mn-cs"/>
            </a:endParaRPr>
          </a:p>
        </p:txBody>
      </p:sp>
      <p:sp>
        <p:nvSpPr>
          <p:cNvPr id="701920" name="Rectangle 480"/>
          <p:cNvSpPr>
            <a:spLocks noChangeArrowheads="1"/>
          </p:cNvSpPr>
          <p:nvPr/>
        </p:nvSpPr>
        <p:spPr bwMode="auto">
          <a:xfrm>
            <a:off x="5035550" y="3979863"/>
            <a:ext cx="3924300" cy="1563687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/>
          <a:p>
            <a:pPr marL="231775" indent="-231775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200" i="0" dirty="0">
                <a:solidFill>
                  <a:srgbClr val="000000"/>
                </a:solidFill>
                <a:latin typeface="Gill Sans MT" pitchFamily="34" charset="0"/>
                <a:cs typeface="+mn-cs"/>
              </a:rPr>
              <a:t>Ethernet frame </a:t>
            </a:r>
            <a:r>
              <a:rPr lang="en-US" sz="2200" dirty="0">
                <a:solidFill>
                  <a:srgbClr val="000099"/>
                </a:solidFill>
                <a:latin typeface="Gill Sans MT" pitchFamily="34" charset="0"/>
                <a:cs typeface="+mn-cs"/>
              </a:rPr>
              <a:t>broadcast</a:t>
            </a:r>
            <a:r>
              <a:rPr lang="en-US" sz="2200" i="0" dirty="0">
                <a:solidFill>
                  <a:srgbClr val="000000"/>
                </a:solidFill>
                <a:latin typeface="Gill Sans MT" pitchFamily="34" charset="0"/>
                <a:cs typeface="+mn-cs"/>
              </a:rPr>
              <a:t> (dest: FFFFFFFFFFFF) on LAN, received at router running </a:t>
            </a:r>
            <a:r>
              <a:rPr lang="en-US" sz="2200" dirty="0">
                <a:solidFill>
                  <a:srgbClr val="C00000"/>
                </a:solidFill>
                <a:latin typeface="Gill Sans MT" pitchFamily="34" charset="0"/>
                <a:cs typeface="+mn-cs"/>
              </a:rPr>
              <a:t>DHCP</a:t>
            </a:r>
            <a:r>
              <a:rPr lang="en-US" sz="2200" i="0" dirty="0">
                <a:solidFill>
                  <a:srgbClr val="C00000"/>
                </a:solidFill>
                <a:latin typeface="Gill Sans MT" pitchFamily="34" charset="0"/>
                <a:cs typeface="+mn-cs"/>
              </a:rPr>
              <a:t> </a:t>
            </a:r>
            <a:r>
              <a:rPr lang="en-US" sz="2200" i="0" dirty="0">
                <a:solidFill>
                  <a:srgbClr val="000000"/>
                </a:solidFill>
                <a:latin typeface="Gill Sans MT" pitchFamily="34" charset="0"/>
                <a:cs typeface="+mn-cs"/>
              </a:rPr>
              <a:t>server</a:t>
            </a:r>
            <a:endParaRPr lang="en-US" sz="2200" i="0" dirty="0">
              <a:solidFill>
                <a:srgbClr val="000000"/>
              </a:solidFill>
              <a:latin typeface="Gill Sans MT" pitchFamily="34" charset="0"/>
              <a:cs typeface="+mn-cs"/>
            </a:endParaRPr>
          </a:p>
        </p:txBody>
      </p:sp>
      <p:sp>
        <p:nvSpPr>
          <p:cNvPr id="701921" name="Rectangle 481"/>
          <p:cNvSpPr>
            <a:spLocks noChangeArrowheads="1"/>
          </p:cNvSpPr>
          <p:nvPr/>
        </p:nvSpPr>
        <p:spPr bwMode="auto">
          <a:xfrm>
            <a:off x="5033963" y="5316538"/>
            <a:ext cx="3802062" cy="1292225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/>
          <a:p>
            <a:pPr marL="231775" indent="-231775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200" i="0" dirty="0">
                <a:solidFill>
                  <a:srgbClr val="000000"/>
                </a:solidFill>
                <a:latin typeface="Gill Sans MT" pitchFamily="34" charset="0"/>
                <a:cs typeface="+mn-cs"/>
              </a:rPr>
              <a:t>Ethernet </a:t>
            </a:r>
            <a:r>
              <a:rPr lang="en-US" sz="2200" dirty="0">
                <a:solidFill>
                  <a:srgbClr val="000099"/>
                </a:solidFill>
                <a:latin typeface="Gill Sans MT" pitchFamily="34" charset="0"/>
                <a:cs typeface="+mn-cs"/>
              </a:rPr>
              <a:t>demuxed</a:t>
            </a:r>
            <a:r>
              <a:rPr lang="en-US" sz="2200" i="0" dirty="0">
                <a:solidFill>
                  <a:srgbClr val="000000"/>
                </a:solidFill>
                <a:latin typeface="Gill Sans MT" pitchFamily="34" charset="0"/>
                <a:cs typeface="+mn-cs"/>
              </a:rPr>
              <a:t> to IP demuxed, UDP demuxed to DHCP </a:t>
            </a:r>
            <a:endParaRPr lang="en-US" sz="2200" i="0" dirty="0">
              <a:solidFill>
                <a:srgbClr val="000000"/>
              </a:solidFill>
              <a:latin typeface="Gill Sans MT" pitchFamily="34" charset="0"/>
              <a:cs typeface="+mn-cs"/>
            </a:endParaRPr>
          </a:p>
        </p:txBody>
      </p:sp>
      <p:pic>
        <p:nvPicPr>
          <p:cNvPr id="210961" name="Picture 15" descr="underline_base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950" y="671513"/>
            <a:ext cx="7769225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r>
              <a:rPr lang="en-US" sz="1200" dirty="0">
                <a:latin typeface="Tahoma" panose="020B0604030504040204" charset="0"/>
              </a:rPr>
              <a:t>6</a:t>
            </a:r>
            <a:r>
              <a:rPr lang="en-US" sz="1200" dirty="0" smtClean="0">
                <a:latin typeface="Tahoma" panose="020B0604030504040204" charset="0"/>
              </a:rPr>
              <a:t>-</a:t>
            </a:r>
            <a:fld id="{8E8C6E93-DF5B-BC4B-80F9-500DED1EEDCC}" type="slidenum">
              <a:rPr lang="en-US" sz="1200">
                <a:latin typeface="Tahoma" panose="020B0604030504040204" charset="0"/>
              </a:rPr>
            </a:fld>
            <a:endParaRPr lang="en-US" sz="1200" dirty="0">
              <a:latin typeface="Tahoma" panose="020B0604030504040204" charset="0"/>
            </a:endParaRPr>
          </a:p>
        </p:txBody>
      </p:sp>
      <p:sp>
        <p:nvSpPr>
          <p:cNvPr id="180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pPr algn="r"/>
            <a:r>
              <a:rPr lang="en-US" sz="1200" dirty="0" smtClean="0">
                <a:solidFill>
                  <a:srgbClr val="000000"/>
                </a:solidFill>
                <a:latin typeface="Tahoma" panose="020B0604030504040204" charset="0"/>
                <a:cs typeface="Arial" panose="020B0604020202090204" pitchFamily="34" charset="0"/>
              </a:rPr>
              <a:t>Link Layer and LANs</a:t>
            </a:r>
            <a:endParaRPr lang="en-US" sz="1200" dirty="0">
              <a:solidFill>
                <a:srgbClr val="000000"/>
              </a:solidFill>
              <a:latin typeface="Tahoma" panose="020B060403050404020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01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0" dur="500"/>
                                        <p:tgtEl>
                                          <p:spTgt spid="7016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1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701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701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6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701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1.81144E-6 L 0.26823 -0.00139 L 0.10833 0.27287 L -0.01806 0.27125 " pathEditMode="relative" rAng="0" ptsTypes="AAAA">
                                      <p:cBhvr>
                                        <p:cTn id="43" dur="2000" fill="hold"/>
                                        <p:tgtEl>
                                          <p:spTgt spid="7017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1357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4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701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1000"/>
                                        <p:tgtEl>
                                          <p:spTgt spid="701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1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1629" grpId="0" build="p"/>
      <p:bldP spid="701661" grpId="0" animBg="1"/>
      <p:bldP spid="701661" grpId="1" animBg="1"/>
      <p:bldP spid="701919" grpId="0"/>
      <p:bldP spid="701920" grpId="0"/>
      <p:bldP spid="701921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1969" name="Group 152"/>
          <p:cNvGrpSpPr/>
          <p:nvPr/>
        </p:nvGrpSpPr>
        <p:grpSpPr bwMode="auto">
          <a:xfrm>
            <a:off x="773113" y="1273175"/>
            <a:ext cx="3554412" cy="3067050"/>
            <a:chOff x="773113" y="1273175"/>
            <a:chExt cx="3554412" cy="3066395"/>
          </a:xfrm>
        </p:grpSpPr>
        <p:sp>
          <p:nvSpPr>
            <p:cNvPr id="212082" name="Freeform 3"/>
            <p:cNvSpPr/>
            <p:nvPr/>
          </p:nvSpPr>
          <p:spPr bwMode="auto">
            <a:xfrm>
              <a:off x="773113" y="1273175"/>
              <a:ext cx="3554412" cy="2754313"/>
            </a:xfrm>
            <a:custGeom>
              <a:avLst/>
              <a:gdLst>
                <a:gd name="T0" fmla="*/ 2147483647 w 2406"/>
                <a:gd name="T1" fmla="*/ 2147483647 h 958"/>
                <a:gd name="T2" fmla="*/ 2147483647 w 2406"/>
                <a:gd name="T3" fmla="*/ 2147483647 h 958"/>
                <a:gd name="T4" fmla="*/ 2147483647 w 2406"/>
                <a:gd name="T5" fmla="*/ 2147483647 h 958"/>
                <a:gd name="T6" fmla="*/ 2147483647 w 2406"/>
                <a:gd name="T7" fmla="*/ 2147483647 h 958"/>
                <a:gd name="T8" fmla="*/ 2147483647 w 2406"/>
                <a:gd name="T9" fmla="*/ 2147483647 h 958"/>
                <a:gd name="T10" fmla="*/ 2147483647 w 2406"/>
                <a:gd name="T11" fmla="*/ 2147483647 h 958"/>
                <a:gd name="T12" fmla="*/ 2147483647 w 2406"/>
                <a:gd name="T13" fmla="*/ 2147483647 h 958"/>
                <a:gd name="T14" fmla="*/ 2147483647 w 2406"/>
                <a:gd name="T15" fmla="*/ 2147483647 h 958"/>
                <a:gd name="T16" fmla="*/ 2147483647 w 2406"/>
                <a:gd name="T17" fmla="*/ 2147483647 h 958"/>
                <a:gd name="T18" fmla="*/ 2147483647 w 2406"/>
                <a:gd name="T19" fmla="*/ 2147483647 h 958"/>
                <a:gd name="T20" fmla="*/ 2147483647 w 2406"/>
                <a:gd name="T21" fmla="*/ 2147483647 h 958"/>
                <a:gd name="T22" fmla="*/ 2147483647 w 2406"/>
                <a:gd name="T23" fmla="*/ 2147483647 h 958"/>
                <a:gd name="T24" fmla="*/ 2147483647 w 2406"/>
                <a:gd name="T25" fmla="*/ 2147483647 h 95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406"/>
                <a:gd name="T40" fmla="*/ 0 h 958"/>
                <a:gd name="T41" fmla="*/ 2406 w 2406"/>
                <a:gd name="T42" fmla="*/ 958 h 958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406" h="958">
                  <a:moveTo>
                    <a:pt x="2192" y="274"/>
                  </a:moveTo>
                  <a:cubicBezTo>
                    <a:pt x="1978" y="94"/>
                    <a:pt x="1990" y="122"/>
                    <a:pt x="1857" y="77"/>
                  </a:cubicBezTo>
                  <a:cubicBezTo>
                    <a:pt x="1724" y="32"/>
                    <a:pt x="1584" y="0"/>
                    <a:pt x="1393" y="7"/>
                  </a:cubicBezTo>
                  <a:cubicBezTo>
                    <a:pt x="1202" y="14"/>
                    <a:pt x="898" y="84"/>
                    <a:pt x="713" y="122"/>
                  </a:cubicBezTo>
                  <a:cubicBezTo>
                    <a:pt x="528" y="160"/>
                    <a:pt x="395" y="168"/>
                    <a:pt x="280" y="234"/>
                  </a:cubicBezTo>
                  <a:cubicBezTo>
                    <a:pt x="166" y="301"/>
                    <a:pt x="52" y="432"/>
                    <a:pt x="26" y="522"/>
                  </a:cubicBezTo>
                  <a:cubicBezTo>
                    <a:pt x="0" y="612"/>
                    <a:pt x="81" y="711"/>
                    <a:pt x="122" y="773"/>
                  </a:cubicBezTo>
                  <a:cubicBezTo>
                    <a:pt x="163" y="835"/>
                    <a:pt x="99" y="877"/>
                    <a:pt x="273" y="894"/>
                  </a:cubicBezTo>
                  <a:cubicBezTo>
                    <a:pt x="447" y="911"/>
                    <a:pt x="938" y="866"/>
                    <a:pt x="1169" y="876"/>
                  </a:cubicBezTo>
                  <a:cubicBezTo>
                    <a:pt x="1400" y="886"/>
                    <a:pt x="1499" y="950"/>
                    <a:pt x="1659" y="954"/>
                  </a:cubicBezTo>
                  <a:cubicBezTo>
                    <a:pt x="1819" y="958"/>
                    <a:pt x="2014" y="958"/>
                    <a:pt x="2129" y="897"/>
                  </a:cubicBezTo>
                  <a:cubicBezTo>
                    <a:pt x="2244" y="836"/>
                    <a:pt x="2327" y="856"/>
                    <a:pt x="2350" y="591"/>
                  </a:cubicBezTo>
                  <a:cubicBezTo>
                    <a:pt x="2373" y="326"/>
                    <a:pt x="2406" y="454"/>
                    <a:pt x="2192" y="274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2083" name="Line 36"/>
            <p:cNvSpPr>
              <a:spLocks noChangeShapeType="1"/>
            </p:cNvSpPr>
            <p:nvPr/>
          </p:nvSpPr>
          <p:spPr bwMode="auto">
            <a:xfrm flipV="1">
              <a:off x="3775075" y="2344738"/>
              <a:ext cx="155575" cy="1428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2084" name="Line 43"/>
            <p:cNvSpPr>
              <a:spLocks noChangeShapeType="1"/>
            </p:cNvSpPr>
            <p:nvPr/>
          </p:nvSpPr>
          <p:spPr bwMode="auto">
            <a:xfrm flipV="1">
              <a:off x="2665413" y="2517775"/>
              <a:ext cx="69532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2085" name="Line 44"/>
            <p:cNvSpPr>
              <a:spLocks noChangeShapeType="1"/>
            </p:cNvSpPr>
            <p:nvPr/>
          </p:nvSpPr>
          <p:spPr bwMode="auto">
            <a:xfrm flipV="1">
              <a:off x="3924300" y="2201863"/>
              <a:ext cx="138113" cy="1428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2086" name="Line 48"/>
            <p:cNvSpPr>
              <a:spLocks noChangeShapeType="1"/>
            </p:cNvSpPr>
            <p:nvPr/>
          </p:nvSpPr>
          <p:spPr bwMode="auto">
            <a:xfrm flipV="1">
              <a:off x="3279775" y="2736850"/>
              <a:ext cx="512763" cy="6127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9208" name="Text Box 240"/>
            <p:cNvSpPr txBox="1">
              <a:spLocks noChangeArrowheads="1"/>
            </p:cNvSpPr>
            <p:nvPr/>
          </p:nvSpPr>
          <p:spPr bwMode="auto">
            <a:xfrm>
              <a:off x="2562225" y="3815807"/>
              <a:ext cx="1211263" cy="52376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400" dirty="0" smtClean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router</a:t>
              </a:r>
              <a:endParaRPr lang="en-US" sz="1400" dirty="0" smtClean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  <a:p>
              <a:pPr>
                <a:defRPr/>
              </a:pPr>
              <a:r>
                <a:rPr lang="en-US" sz="1400" dirty="0" smtClean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(runs DHCP)</a:t>
              </a:r>
              <a:endParaRPr lang="en-US" sz="1400" dirty="0" smtClean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grpSp>
          <p:nvGrpSpPr>
            <p:cNvPr id="212088" name="Group 356"/>
            <p:cNvGrpSpPr/>
            <p:nvPr/>
          </p:nvGrpSpPr>
          <p:grpSpPr bwMode="auto">
            <a:xfrm>
              <a:off x="1653422" y="1982680"/>
              <a:ext cx="843032" cy="814871"/>
              <a:chOff x="313" y="1497"/>
              <a:chExt cx="1152" cy="1014"/>
            </a:xfrm>
          </p:grpSpPr>
          <p:pic>
            <p:nvPicPr>
              <p:cNvPr id="212140" name="Picture 354" descr="laptop_stylized_small"/>
              <p:cNvPicPr>
                <a:picLocks noChangeAspect="1"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3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12141" name="Picture 355" descr="antenna_stylized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89210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36925" y="2423867"/>
              <a:ext cx="879475" cy="349175"/>
            </a:xfrm>
            <a:prstGeom prst="rect">
              <a:avLst/>
            </a:prstGeom>
            <a:noFill/>
            <a:ln>
              <a:noFill/>
            </a:ln>
            <a:effectLst/>
          </p:spPr>
        </p:pic>
        <p:sp>
          <p:nvSpPr>
            <p:cNvPr id="162" name="Rectangle 43"/>
            <p:cNvSpPr>
              <a:spLocks noChangeArrowheads="1"/>
            </p:cNvSpPr>
            <p:nvPr/>
          </p:nvSpPr>
          <p:spPr bwMode="auto">
            <a:xfrm rot="16200000" flipH="1">
              <a:off x="3589349" y="3549138"/>
              <a:ext cx="104753" cy="244475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Comic Sans MS" panose="030F0902030302020204" pitchFamily="66" charset="0"/>
                <a:ea typeface="+mn-ea"/>
                <a:cs typeface="+mn-cs"/>
              </a:endParaRPr>
            </a:p>
          </p:txBody>
        </p:sp>
        <p:sp>
          <p:nvSpPr>
            <p:cNvPr id="163" name="Rectangle 43"/>
            <p:cNvSpPr>
              <a:spLocks noChangeArrowheads="1"/>
            </p:cNvSpPr>
            <p:nvPr/>
          </p:nvSpPr>
          <p:spPr bwMode="auto">
            <a:xfrm rot="2460490">
              <a:off x="3206750" y="3274585"/>
              <a:ext cx="82550" cy="247597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Comic Sans MS" panose="030F0902030302020204" pitchFamily="66" charset="0"/>
                <a:ea typeface="+mn-ea"/>
                <a:cs typeface="+mn-cs"/>
              </a:endParaRPr>
            </a:p>
          </p:txBody>
        </p:sp>
        <p:sp>
          <p:nvSpPr>
            <p:cNvPr id="164" name="Rectangle 43"/>
            <p:cNvSpPr>
              <a:spLocks noChangeArrowheads="1"/>
            </p:cNvSpPr>
            <p:nvPr/>
          </p:nvSpPr>
          <p:spPr bwMode="auto">
            <a:xfrm rot="16200000">
              <a:off x="2499531" y="2388124"/>
              <a:ext cx="111101" cy="296863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Comic Sans MS" panose="030F0902030302020204" pitchFamily="66" charset="0"/>
                <a:ea typeface="+mn-ea"/>
                <a:cs typeface="+mn-cs"/>
              </a:endParaRPr>
            </a:p>
          </p:txBody>
        </p:sp>
        <p:grpSp>
          <p:nvGrpSpPr>
            <p:cNvPr id="212093" name="Group 248"/>
            <p:cNvGrpSpPr/>
            <p:nvPr/>
          </p:nvGrpSpPr>
          <p:grpSpPr bwMode="auto">
            <a:xfrm>
              <a:off x="2597285" y="3210128"/>
              <a:ext cx="332569" cy="581078"/>
              <a:chOff x="4140" y="429"/>
              <a:chExt cx="1425" cy="2396"/>
            </a:xfrm>
          </p:grpSpPr>
          <p:sp>
            <p:nvSpPr>
              <p:cNvPr id="212108" name="Freeform 148"/>
              <p:cNvSpPr/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1 w 354"/>
                  <a:gd name="T1" fmla="*/ 0 h 2742"/>
                  <a:gd name="T2" fmla="*/ 116 w 354"/>
                  <a:gd name="T3" fmla="*/ 137 h 2742"/>
                  <a:gd name="T4" fmla="*/ 114 w 354"/>
                  <a:gd name="T5" fmla="*/ 1057 h 2742"/>
                  <a:gd name="T6" fmla="*/ 0 w 354"/>
                  <a:gd name="T7" fmla="*/ 1105 h 2742"/>
                  <a:gd name="T8" fmla="*/ 21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9230" name="Rectangle 149"/>
              <p:cNvSpPr>
                <a:spLocks noChangeArrowheads="1"/>
              </p:cNvSpPr>
              <p:nvPr/>
            </p:nvSpPr>
            <p:spPr bwMode="auto">
              <a:xfrm>
                <a:off x="4207" y="426"/>
                <a:ext cx="1048" cy="2291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212110" name="Freeform 150"/>
              <p:cNvSpPr/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70 w 211"/>
                  <a:gd name="T3" fmla="*/ 88 h 2537"/>
                  <a:gd name="T4" fmla="*/ 2 w 211"/>
                  <a:gd name="T5" fmla="*/ 1007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12111" name="Freeform 151"/>
              <p:cNvSpPr/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09 w 328"/>
                  <a:gd name="T3" fmla="*/ 52 h 226"/>
                  <a:gd name="T4" fmla="*/ 108 w 328"/>
                  <a:gd name="T5" fmla="*/ 92 h 226"/>
                  <a:gd name="T6" fmla="*/ 0 w 328"/>
                  <a:gd name="T7" fmla="*/ 41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9233" name="Rectangle 152"/>
              <p:cNvSpPr>
                <a:spLocks noChangeArrowheads="1"/>
              </p:cNvSpPr>
              <p:nvPr/>
            </p:nvSpPr>
            <p:spPr bwMode="auto">
              <a:xfrm>
                <a:off x="4214" y="688"/>
                <a:ext cx="592" cy="5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grpSp>
            <p:nvGrpSpPr>
              <p:cNvPr id="212113" name="Group 153"/>
              <p:cNvGrpSpPr/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89259" name="AutoShape 154"/>
                <p:cNvSpPr>
                  <a:spLocks noChangeArrowheads="1"/>
                </p:cNvSpPr>
                <p:nvPr/>
              </p:nvSpPr>
              <p:spPr bwMode="auto">
                <a:xfrm>
                  <a:off x="617" y="2569"/>
                  <a:ext cx="721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89260" name="AutoShape 155"/>
                <p:cNvSpPr>
                  <a:spLocks noChangeArrowheads="1"/>
                </p:cNvSpPr>
                <p:nvPr/>
              </p:nvSpPr>
              <p:spPr bwMode="auto">
                <a:xfrm>
                  <a:off x="634" y="2587"/>
                  <a:ext cx="688" cy="10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sp>
            <p:nvSpPr>
              <p:cNvPr id="89235" name="Rectangle 156"/>
              <p:cNvSpPr>
                <a:spLocks noChangeArrowheads="1"/>
              </p:cNvSpPr>
              <p:nvPr/>
            </p:nvSpPr>
            <p:spPr bwMode="auto">
              <a:xfrm>
                <a:off x="4221" y="1015"/>
                <a:ext cx="599" cy="5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grpSp>
            <p:nvGrpSpPr>
              <p:cNvPr id="212115" name="Group 157"/>
              <p:cNvGrpSpPr/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89257" name="AutoShape 158"/>
                <p:cNvSpPr>
                  <a:spLocks noChangeArrowheads="1"/>
                </p:cNvSpPr>
                <p:nvPr/>
              </p:nvSpPr>
              <p:spPr bwMode="auto">
                <a:xfrm>
                  <a:off x="611" y="2570"/>
                  <a:ext cx="730" cy="13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89258" name="AutoShape 159"/>
                <p:cNvSpPr>
                  <a:spLocks noChangeArrowheads="1"/>
                </p:cNvSpPr>
                <p:nvPr/>
              </p:nvSpPr>
              <p:spPr bwMode="auto">
                <a:xfrm>
                  <a:off x="628" y="2583"/>
                  <a:ext cx="696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sp>
            <p:nvSpPr>
              <p:cNvPr id="89237" name="Rectangle 160"/>
              <p:cNvSpPr>
                <a:spLocks noChangeArrowheads="1"/>
              </p:cNvSpPr>
              <p:nvPr/>
            </p:nvSpPr>
            <p:spPr bwMode="auto">
              <a:xfrm>
                <a:off x="4214" y="1356"/>
                <a:ext cx="599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89238" name="Rectangle 161"/>
              <p:cNvSpPr>
                <a:spLocks noChangeArrowheads="1"/>
              </p:cNvSpPr>
              <p:nvPr/>
            </p:nvSpPr>
            <p:spPr bwMode="auto">
              <a:xfrm>
                <a:off x="4228" y="1657"/>
                <a:ext cx="599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grpSp>
            <p:nvGrpSpPr>
              <p:cNvPr id="212118" name="Group 162"/>
              <p:cNvGrpSpPr/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89255" name="AutoShape 163"/>
                <p:cNvSpPr>
                  <a:spLocks noChangeArrowheads="1"/>
                </p:cNvSpPr>
                <p:nvPr/>
              </p:nvSpPr>
              <p:spPr bwMode="auto">
                <a:xfrm>
                  <a:off x="618" y="2571"/>
                  <a:ext cx="720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89256" name="AutoShape 164"/>
                <p:cNvSpPr>
                  <a:spLocks noChangeArrowheads="1"/>
                </p:cNvSpPr>
                <p:nvPr/>
              </p:nvSpPr>
              <p:spPr bwMode="auto">
                <a:xfrm>
                  <a:off x="635" y="2589"/>
                  <a:ext cx="686" cy="102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sp>
            <p:nvSpPr>
              <p:cNvPr id="212119" name="Freeform 165"/>
              <p:cNvSpPr/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09 w 328"/>
                  <a:gd name="T3" fmla="*/ 51 h 226"/>
                  <a:gd name="T4" fmla="*/ 108 w 328"/>
                  <a:gd name="T5" fmla="*/ 90 h 226"/>
                  <a:gd name="T6" fmla="*/ 0 w 328"/>
                  <a:gd name="T7" fmla="*/ 39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grpSp>
            <p:nvGrpSpPr>
              <p:cNvPr id="212120" name="Group 166"/>
              <p:cNvGrpSpPr/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89253" name="AutoShape 167"/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29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89254" name="AutoShape 168"/>
                <p:cNvSpPr>
                  <a:spLocks noChangeArrowheads="1"/>
                </p:cNvSpPr>
                <p:nvPr/>
              </p:nvSpPr>
              <p:spPr bwMode="auto">
                <a:xfrm>
                  <a:off x="630" y="2584"/>
                  <a:ext cx="695" cy="105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sp>
            <p:nvSpPr>
              <p:cNvPr id="89242" name="Rectangle 169"/>
              <p:cNvSpPr>
                <a:spLocks noChangeArrowheads="1"/>
              </p:cNvSpPr>
              <p:nvPr/>
            </p:nvSpPr>
            <p:spPr bwMode="auto">
              <a:xfrm>
                <a:off x="5255" y="426"/>
                <a:ext cx="68" cy="2297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212122" name="Freeform 170"/>
              <p:cNvSpPr/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96 w 296"/>
                  <a:gd name="T3" fmla="*/ 57 h 256"/>
                  <a:gd name="T4" fmla="*/ 98 w 296"/>
                  <a:gd name="T5" fmla="*/ 102 h 256"/>
                  <a:gd name="T6" fmla="*/ 0 w 296"/>
                  <a:gd name="T7" fmla="*/ 39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12123" name="Freeform 171"/>
              <p:cNvSpPr/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01 w 304"/>
                  <a:gd name="T3" fmla="*/ 66 h 288"/>
                  <a:gd name="T4" fmla="*/ 95 w 304"/>
                  <a:gd name="T5" fmla="*/ 116 h 288"/>
                  <a:gd name="T6" fmla="*/ 2 w 304"/>
                  <a:gd name="T7" fmla="*/ 5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9245" name="Oval 172"/>
              <p:cNvSpPr>
                <a:spLocks noChangeArrowheads="1"/>
              </p:cNvSpPr>
              <p:nvPr/>
            </p:nvSpPr>
            <p:spPr bwMode="auto">
              <a:xfrm>
                <a:off x="5520" y="2612"/>
                <a:ext cx="48" cy="9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212125" name="Freeform 173"/>
              <p:cNvSpPr/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43 h 240"/>
                  <a:gd name="T2" fmla="*/ 2 w 306"/>
                  <a:gd name="T3" fmla="*/ 97 h 240"/>
                  <a:gd name="T4" fmla="*/ 101 w 306"/>
                  <a:gd name="T5" fmla="*/ 44 h 240"/>
                  <a:gd name="T6" fmla="*/ 98 w 306"/>
                  <a:gd name="T7" fmla="*/ 0 h 240"/>
                  <a:gd name="T8" fmla="*/ 0 w 306"/>
                  <a:gd name="T9" fmla="*/ 43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9247" name="AutoShape 174"/>
              <p:cNvSpPr>
                <a:spLocks noChangeArrowheads="1"/>
              </p:cNvSpPr>
              <p:nvPr/>
            </p:nvSpPr>
            <p:spPr bwMode="auto">
              <a:xfrm>
                <a:off x="4139" y="2678"/>
                <a:ext cx="1204" cy="17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89248" name="AutoShape 175"/>
              <p:cNvSpPr>
                <a:spLocks noChangeArrowheads="1"/>
              </p:cNvSpPr>
              <p:nvPr/>
            </p:nvSpPr>
            <p:spPr bwMode="auto">
              <a:xfrm>
                <a:off x="4207" y="2717"/>
                <a:ext cx="1068" cy="8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89249" name="Oval 176"/>
              <p:cNvSpPr>
                <a:spLocks noChangeArrowheads="1"/>
              </p:cNvSpPr>
              <p:nvPr/>
            </p:nvSpPr>
            <p:spPr bwMode="auto">
              <a:xfrm>
                <a:off x="4309" y="2383"/>
                <a:ext cx="156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89250" name="Oval 177"/>
              <p:cNvSpPr>
                <a:spLocks noChangeArrowheads="1"/>
              </p:cNvSpPr>
              <p:nvPr/>
            </p:nvSpPr>
            <p:spPr bwMode="auto">
              <a:xfrm>
                <a:off x="4486" y="2383"/>
                <a:ext cx="163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en-US" dirty="0">
                  <a:solidFill>
                    <a:srgbClr val="FF0000"/>
                  </a:solidFill>
                  <a:cs typeface="+mn-cs"/>
                </a:endParaRPr>
              </a:p>
            </p:txBody>
          </p:sp>
          <p:sp>
            <p:nvSpPr>
              <p:cNvPr id="89251" name="Oval 178"/>
              <p:cNvSpPr>
                <a:spLocks noChangeArrowheads="1"/>
              </p:cNvSpPr>
              <p:nvPr/>
            </p:nvSpPr>
            <p:spPr bwMode="auto">
              <a:xfrm>
                <a:off x="4663" y="2383"/>
                <a:ext cx="156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89252" name="Rectangle 179"/>
              <p:cNvSpPr>
                <a:spLocks noChangeArrowheads="1"/>
              </p:cNvSpPr>
              <p:nvPr/>
            </p:nvSpPr>
            <p:spPr bwMode="auto">
              <a:xfrm>
                <a:off x="5065" y="1834"/>
                <a:ext cx="82" cy="772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grpSp>
          <p:nvGrpSpPr>
            <p:cNvPr id="212094" name="Group 48"/>
            <p:cNvGrpSpPr/>
            <p:nvPr/>
          </p:nvGrpSpPr>
          <p:grpSpPr bwMode="auto">
            <a:xfrm>
              <a:off x="2795471" y="3465563"/>
              <a:ext cx="735669" cy="376863"/>
              <a:chOff x="3600" y="219"/>
              <a:chExt cx="360" cy="175"/>
            </a:xfrm>
          </p:grpSpPr>
          <p:sp>
            <p:nvSpPr>
              <p:cNvPr id="89216" name="Oval 49"/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89217" name="Line 50"/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9218" name="Line 51"/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9219" name="Rectangle 52"/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3" cy="5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en-US" sz="2400" i="0" dirty="0">
                  <a:solidFill>
                    <a:srgbClr val="000000"/>
                  </a:solidFill>
                  <a:latin typeface="Times New Roman" panose="02020503050405090304" charset="0"/>
                  <a:cs typeface="+mn-cs"/>
                </a:endParaRPr>
              </a:p>
            </p:txBody>
          </p:sp>
          <p:sp>
            <p:nvSpPr>
              <p:cNvPr id="89220" name="Oval 53"/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grpSp>
            <p:nvGrpSpPr>
              <p:cNvPr id="212100" name="Group 54"/>
              <p:cNvGrpSpPr/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89226" name="Line 55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89227" name="Line 56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89228" name="Line 57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  <p:grpSp>
            <p:nvGrpSpPr>
              <p:cNvPr id="212101" name="Group 58"/>
              <p:cNvGrpSpPr/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89223" name="Line 59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89224" name="Line 60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89225" name="Line 61"/>
                <p:cNvSpPr>
                  <a:spLocks noChangeShapeType="1"/>
                </p:cNvSpPr>
                <p:nvPr/>
              </p:nvSpPr>
              <p:spPr bwMode="auto">
                <a:xfrm>
                  <a:off x="2894" y="854"/>
                  <a:ext cx="52" cy="9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</p:grpSp>
      </p:grpSp>
      <p:sp>
        <p:nvSpPr>
          <p:cNvPr id="703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37138" y="1158875"/>
            <a:ext cx="3430587" cy="1573213"/>
          </a:xfrm>
        </p:spPr>
        <p:txBody>
          <a:bodyPr/>
          <a:lstStyle/>
          <a:p>
            <a:pPr marL="231775" indent="-231775">
              <a:lnSpc>
                <a:spcPct val="80000"/>
              </a:lnSpc>
              <a:defRPr/>
            </a:pPr>
            <a:r>
              <a:rPr lang="en-US" sz="2000" dirty="0">
                <a:latin typeface="Gill Sans MT" pitchFamily="34" charset="0"/>
                <a:cs typeface="+mn-cs"/>
              </a:rPr>
              <a:t>DHCP server formulates </a:t>
            </a:r>
            <a:r>
              <a:rPr lang="en-US" sz="2000" i="1" dirty="0">
                <a:solidFill>
                  <a:srgbClr val="C00000"/>
                </a:solidFill>
                <a:latin typeface="Gill Sans MT" pitchFamily="34" charset="0"/>
                <a:cs typeface="+mn-cs"/>
              </a:rPr>
              <a:t>DHCP ACK</a:t>
            </a:r>
            <a:r>
              <a:rPr lang="en-US" sz="2000" dirty="0">
                <a:solidFill>
                  <a:srgbClr val="C00000"/>
                </a:solidFill>
                <a:latin typeface="Gill Sans MT" pitchFamily="34" charset="0"/>
                <a:cs typeface="+mn-cs"/>
              </a:rPr>
              <a:t> </a:t>
            </a:r>
            <a:r>
              <a:rPr lang="en-US" sz="2000" dirty="0">
                <a:latin typeface="Gill Sans MT" pitchFamily="34" charset="0"/>
                <a:cs typeface="+mn-cs"/>
              </a:rPr>
              <a:t>containing client</a:t>
            </a:r>
            <a:r>
              <a:rPr lang="ja-JP" altLang="en-US" sz="2000" dirty="0">
                <a:latin typeface="Gill Sans MT" pitchFamily="34" charset="0"/>
                <a:cs typeface="+mn-cs"/>
              </a:rPr>
              <a:t>’</a:t>
            </a:r>
            <a:r>
              <a:rPr lang="en-US" sz="2000" dirty="0">
                <a:latin typeface="Gill Sans MT" pitchFamily="34" charset="0"/>
                <a:cs typeface="+mn-cs"/>
              </a:rPr>
              <a:t>s IP address, IP address of first-hop router for client, name &amp; IP address of DNS server</a:t>
            </a:r>
            <a:endParaRPr lang="en-US" sz="2000" dirty="0">
              <a:latin typeface="Gill Sans MT" pitchFamily="34" charset="0"/>
              <a:cs typeface="+mn-cs"/>
            </a:endParaRPr>
          </a:p>
          <a:p>
            <a:pPr>
              <a:lnSpc>
                <a:spcPct val="80000"/>
              </a:lnSpc>
              <a:defRPr/>
            </a:pPr>
            <a:endParaRPr lang="en-US" sz="2000" dirty="0">
              <a:latin typeface="Gill Sans MT" pitchFamily="34" charset="0"/>
              <a:cs typeface="+mn-cs"/>
            </a:endParaRPr>
          </a:p>
        </p:txBody>
      </p:sp>
      <p:grpSp>
        <p:nvGrpSpPr>
          <p:cNvPr id="703533" name="Group 45"/>
          <p:cNvGrpSpPr/>
          <p:nvPr/>
        </p:nvGrpSpPr>
        <p:grpSpPr bwMode="auto">
          <a:xfrm>
            <a:off x="1195388" y="1081088"/>
            <a:ext cx="976312" cy="1460500"/>
            <a:chOff x="651" y="681"/>
            <a:chExt cx="615" cy="920"/>
          </a:xfrm>
        </p:grpSpPr>
        <p:sp>
          <p:nvSpPr>
            <p:cNvPr id="212074" name="Freeform 46"/>
            <p:cNvSpPr/>
            <p:nvPr/>
          </p:nvSpPr>
          <p:spPr bwMode="auto">
            <a:xfrm>
              <a:off x="662" y="698"/>
              <a:ext cx="604" cy="903"/>
            </a:xfrm>
            <a:custGeom>
              <a:avLst/>
              <a:gdLst>
                <a:gd name="T0" fmla="*/ 496 w 604"/>
                <a:gd name="T1" fmla="*/ 0 h 903"/>
                <a:gd name="T2" fmla="*/ 604 w 604"/>
                <a:gd name="T3" fmla="*/ 903 h 903"/>
                <a:gd name="T4" fmla="*/ 0 w 604"/>
                <a:gd name="T5" fmla="*/ 788 h 903"/>
                <a:gd name="T6" fmla="*/ 456 w 604"/>
                <a:gd name="T7" fmla="*/ 750 h 903"/>
                <a:gd name="T8" fmla="*/ 496 w 604"/>
                <a:gd name="T9" fmla="*/ 0 h 9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4" h="903">
                  <a:moveTo>
                    <a:pt x="496" y="0"/>
                  </a:moveTo>
                  <a:lnTo>
                    <a:pt x="604" y="903"/>
                  </a:lnTo>
                  <a:lnTo>
                    <a:pt x="0" y="788"/>
                  </a:lnTo>
                  <a:lnTo>
                    <a:pt x="456" y="750"/>
                  </a:lnTo>
                  <a:lnTo>
                    <a:pt x="496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2700000" scaled="1"/>
            </a:gradFill>
            <a:ln>
              <a:noFill/>
            </a:ln>
            <a:effectLst/>
          </p:spPr>
          <p:txBody>
            <a:bodyPr wrap="none"/>
            <a:lstStyle/>
            <a:p>
              <a:endParaRPr lang="en-US" dirty="0"/>
            </a:p>
          </p:txBody>
        </p:sp>
        <p:grpSp>
          <p:nvGrpSpPr>
            <p:cNvPr id="212075" name="Group 47"/>
            <p:cNvGrpSpPr/>
            <p:nvPr/>
          </p:nvGrpSpPr>
          <p:grpSpPr bwMode="auto">
            <a:xfrm>
              <a:off x="651" y="681"/>
              <a:ext cx="501" cy="828"/>
              <a:chOff x="569" y="2954"/>
              <a:chExt cx="501" cy="828"/>
            </a:xfrm>
          </p:grpSpPr>
          <p:sp>
            <p:nvSpPr>
              <p:cNvPr id="89197" name="Rectangle 48"/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89198" name="Text Box 49"/>
              <p:cNvSpPr txBox="1">
                <a:spLocks noChangeArrowheads="1"/>
              </p:cNvSpPr>
              <p:nvPr/>
            </p:nvSpPr>
            <p:spPr bwMode="auto">
              <a:xfrm>
                <a:off x="593" y="2954"/>
                <a:ext cx="477" cy="82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9pPr>
              </a:lstStyle>
              <a:p>
                <a:pPr algn="ctr">
                  <a:defRPr/>
                </a:pPr>
                <a:r>
                  <a:rPr lang="en-US" sz="1600" i="0" dirty="0" smtClean="0">
                    <a:solidFill>
                      <a:srgbClr val="000000"/>
                    </a:solidFill>
                    <a:latin typeface="Arial" panose="020B0604020202090204" pitchFamily="34" charset="0"/>
                    <a:cs typeface="+mn-cs"/>
                  </a:rPr>
                  <a:t>DHCP</a:t>
                </a:r>
                <a:endParaRPr lang="en-US" sz="1600" i="0" dirty="0" smtClean="0">
                  <a:solidFill>
                    <a:srgbClr val="000000"/>
                  </a:solidFill>
                  <a:latin typeface="Arial" panose="020B0604020202090204" pitchFamily="34" charset="0"/>
                  <a:cs typeface="+mn-cs"/>
                </a:endParaRPr>
              </a:p>
              <a:p>
                <a:pPr algn="ctr">
                  <a:defRPr/>
                </a:pPr>
                <a:r>
                  <a:rPr lang="en-US" sz="1600" i="0" dirty="0" smtClean="0">
                    <a:solidFill>
                      <a:srgbClr val="000000"/>
                    </a:solidFill>
                    <a:latin typeface="Arial" panose="020B0604020202090204" pitchFamily="34" charset="0"/>
                    <a:cs typeface="+mn-cs"/>
                  </a:rPr>
                  <a:t>UDP</a:t>
                </a:r>
                <a:endParaRPr lang="en-US" sz="1600" i="0" dirty="0" smtClean="0">
                  <a:solidFill>
                    <a:srgbClr val="000000"/>
                  </a:solidFill>
                  <a:latin typeface="Arial" panose="020B0604020202090204" pitchFamily="34" charset="0"/>
                  <a:cs typeface="+mn-cs"/>
                </a:endParaRPr>
              </a:p>
              <a:p>
                <a:pPr algn="ctr">
                  <a:defRPr/>
                </a:pPr>
                <a:r>
                  <a:rPr lang="en-US" sz="1600" i="0" dirty="0" smtClean="0">
                    <a:solidFill>
                      <a:srgbClr val="000000"/>
                    </a:solidFill>
                    <a:latin typeface="Arial" panose="020B0604020202090204" pitchFamily="34" charset="0"/>
                    <a:cs typeface="+mn-cs"/>
                  </a:rPr>
                  <a:t>IP</a:t>
                </a:r>
                <a:endParaRPr lang="en-US" sz="1600" i="0" dirty="0" smtClean="0">
                  <a:solidFill>
                    <a:srgbClr val="000000"/>
                  </a:solidFill>
                  <a:latin typeface="Arial" panose="020B0604020202090204" pitchFamily="34" charset="0"/>
                  <a:cs typeface="+mn-cs"/>
                </a:endParaRPr>
              </a:p>
              <a:p>
                <a:pPr algn="ctr">
                  <a:defRPr/>
                </a:pPr>
                <a:r>
                  <a:rPr lang="en-US" sz="1600" i="0" dirty="0" smtClean="0">
                    <a:solidFill>
                      <a:srgbClr val="000000"/>
                    </a:solidFill>
                    <a:latin typeface="Arial" panose="020B0604020202090204" pitchFamily="34" charset="0"/>
                    <a:cs typeface="+mn-cs"/>
                  </a:rPr>
                  <a:t>Eth</a:t>
                </a:r>
                <a:endParaRPr lang="en-US" sz="1600" i="0" dirty="0" smtClean="0">
                  <a:solidFill>
                    <a:srgbClr val="000000"/>
                  </a:solidFill>
                  <a:latin typeface="Arial" panose="020B0604020202090204" pitchFamily="34" charset="0"/>
                  <a:cs typeface="+mn-cs"/>
                </a:endParaRPr>
              </a:p>
              <a:p>
                <a:pPr algn="ctr">
                  <a:defRPr/>
                </a:pPr>
                <a:r>
                  <a:rPr lang="en-US" sz="1600" i="0" dirty="0" smtClean="0">
                    <a:solidFill>
                      <a:srgbClr val="000000"/>
                    </a:solidFill>
                    <a:latin typeface="Arial" panose="020B0604020202090204" pitchFamily="34" charset="0"/>
                    <a:cs typeface="+mn-cs"/>
                  </a:rPr>
                  <a:t>Phy</a:t>
                </a:r>
                <a:endParaRPr lang="en-US" sz="1600" i="0" dirty="0" smtClean="0">
                  <a:solidFill>
                    <a:srgbClr val="000000"/>
                  </a:solidFill>
                  <a:latin typeface="Arial" panose="020B0604020202090204" pitchFamily="34" charset="0"/>
                  <a:cs typeface="+mn-cs"/>
                </a:endParaRPr>
              </a:p>
            </p:txBody>
          </p:sp>
          <p:sp>
            <p:nvSpPr>
              <p:cNvPr id="89199" name="Line 50"/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9200" name="Line 51"/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9201" name="Line 52"/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9202" name="Line 53"/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</p:grpSp>
      <p:grpSp>
        <p:nvGrpSpPr>
          <p:cNvPr id="703545" name="Group 57"/>
          <p:cNvGrpSpPr/>
          <p:nvPr/>
        </p:nvGrpSpPr>
        <p:grpSpPr bwMode="auto">
          <a:xfrm>
            <a:off x="352425" y="3152775"/>
            <a:ext cx="1081088" cy="1166813"/>
            <a:chOff x="42" y="744"/>
            <a:chExt cx="681" cy="735"/>
          </a:xfrm>
        </p:grpSpPr>
        <p:grpSp>
          <p:nvGrpSpPr>
            <p:cNvPr id="212042" name="Group 58"/>
            <p:cNvGrpSpPr/>
            <p:nvPr/>
          </p:nvGrpSpPr>
          <p:grpSpPr bwMode="auto">
            <a:xfrm>
              <a:off x="42" y="886"/>
              <a:ext cx="681" cy="468"/>
              <a:chOff x="42" y="886"/>
              <a:chExt cx="681" cy="468"/>
            </a:xfrm>
          </p:grpSpPr>
          <p:grpSp>
            <p:nvGrpSpPr>
              <p:cNvPr id="212044" name="Group 59"/>
              <p:cNvGrpSpPr/>
              <p:nvPr/>
            </p:nvGrpSpPr>
            <p:grpSpPr bwMode="auto">
              <a:xfrm>
                <a:off x="278" y="886"/>
                <a:ext cx="397" cy="154"/>
                <a:chOff x="740" y="3209"/>
                <a:chExt cx="397" cy="154"/>
              </a:xfrm>
            </p:grpSpPr>
            <p:grpSp>
              <p:nvGrpSpPr>
                <p:cNvPr id="212069" name="Group 60"/>
                <p:cNvGrpSpPr/>
                <p:nvPr/>
              </p:nvGrpSpPr>
              <p:grpSpPr bwMode="auto">
                <a:xfrm>
                  <a:off x="794" y="3209"/>
                  <a:ext cx="343" cy="154"/>
                  <a:chOff x="844" y="3337"/>
                  <a:chExt cx="343" cy="154"/>
                </a:xfrm>
              </p:grpSpPr>
              <p:sp>
                <p:nvSpPr>
                  <p:cNvPr id="89193" name="Rectangle 61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  <p:sp>
                <p:nvSpPr>
                  <p:cNvPr id="89194" name="Text Box 6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sz="1000" i="0" dirty="0" smtClean="0">
                        <a:solidFill>
                          <a:srgbClr val="FFFFFF"/>
                        </a:solidFill>
                        <a:latin typeface="Arial" panose="020B0604020202090204" pitchFamily="34" charset="0"/>
                        <a:cs typeface="+mn-cs"/>
                      </a:rPr>
                      <a:t>DHCP</a:t>
                    </a:r>
                    <a:endParaRPr lang="en-US" sz="1000" i="0" dirty="0" smtClean="0">
                      <a:solidFill>
                        <a:srgbClr val="FFFFFF"/>
                      </a:solidFill>
                      <a:latin typeface="Arial" panose="020B0604020202090204" pitchFamily="34" charset="0"/>
                      <a:cs typeface="+mn-cs"/>
                    </a:endParaRPr>
                  </a:p>
                </p:txBody>
              </p:sp>
            </p:grpSp>
            <p:sp>
              <p:nvSpPr>
                <p:cNvPr id="89191" name="Rectangle 63"/>
                <p:cNvSpPr>
                  <a:spLocks noChangeArrowheads="1"/>
                </p:cNvSpPr>
                <p:nvPr/>
              </p:nvSpPr>
              <p:spPr bwMode="auto">
                <a:xfrm>
                  <a:off x="750" y="3244"/>
                  <a:ext cx="88" cy="82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bg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89192" name="Rectangle 64"/>
                <p:cNvSpPr>
                  <a:spLocks noChangeArrowheads="1"/>
                </p:cNvSpPr>
                <p:nvPr/>
              </p:nvSpPr>
              <p:spPr bwMode="auto">
                <a:xfrm>
                  <a:off x="740" y="3238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grpSp>
            <p:nvGrpSpPr>
              <p:cNvPr id="212045" name="Group 65"/>
              <p:cNvGrpSpPr/>
              <p:nvPr/>
            </p:nvGrpSpPr>
            <p:grpSpPr bwMode="auto">
              <a:xfrm>
                <a:off x="278" y="1034"/>
                <a:ext cx="397" cy="154"/>
                <a:chOff x="836" y="3305"/>
                <a:chExt cx="397" cy="154"/>
              </a:xfrm>
            </p:grpSpPr>
            <p:grpSp>
              <p:nvGrpSpPr>
                <p:cNvPr id="212063" name="Group 66"/>
                <p:cNvGrpSpPr/>
                <p:nvPr/>
              </p:nvGrpSpPr>
              <p:grpSpPr bwMode="auto">
                <a:xfrm>
                  <a:off x="890" y="3305"/>
                  <a:ext cx="343" cy="154"/>
                  <a:chOff x="844" y="3337"/>
                  <a:chExt cx="343" cy="154"/>
                </a:xfrm>
              </p:grpSpPr>
              <p:sp>
                <p:nvSpPr>
                  <p:cNvPr id="89188" name="Rectangle 67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  <p:sp>
                <p:nvSpPr>
                  <p:cNvPr id="89189" name="Text Box 6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sz="1000" i="0" dirty="0" smtClean="0">
                        <a:solidFill>
                          <a:srgbClr val="FFFFFF"/>
                        </a:solidFill>
                        <a:latin typeface="Arial" panose="020B0604020202090204" pitchFamily="34" charset="0"/>
                        <a:cs typeface="+mn-cs"/>
                      </a:rPr>
                      <a:t>DHCP</a:t>
                    </a:r>
                    <a:endParaRPr lang="en-US" sz="1000" i="0" dirty="0" smtClean="0">
                      <a:solidFill>
                        <a:srgbClr val="FFFFFF"/>
                      </a:solidFill>
                      <a:latin typeface="Arial" panose="020B0604020202090204" pitchFamily="34" charset="0"/>
                      <a:cs typeface="+mn-cs"/>
                    </a:endParaRPr>
                  </a:p>
                </p:txBody>
              </p:sp>
            </p:grpSp>
            <p:grpSp>
              <p:nvGrpSpPr>
                <p:cNvPr id="212064" name="Group 69"/>
                <p:cNvGrpSpPr/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89186" name="Rectangle 70"/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bg1"/>
                    </a:solidFill>
                    <a:miter lim="800000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  <p:sp>
                <p:nvSpPr>
                  <p:cNvPr id="89187" name="Rectangle 71"/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1"/>
                    </a:solidFill>
                    <a:miter lim="800000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</p:grpSp>
          </p:grpSp>
          <p:grpSp>
            <p:nvGrpSpPr>
              <p:cNvPr id="212046" name="Group 72"/>
              <p:cNvGrpSpPr/>
              <p:nvPr/>
            </p:nvGrpSpPr>
            <p:grpSpPr bwMode="auto">
              <a:xfrm>
                <a:off x="165" y="1054"/>
                <a:ext cx="480" cy="112"/>
                <a:chOff x="627" y="3377"/>
                <a:chExt cx="480" cy="112"/>
              </a:xfrm>
            </p:grpSpPr>
            <p:sp>
              <p:nvSpPr>
                <p:cNvPr id="89182" name="Rectangle 73"/>
                <p:cNvSpPr>
                  <a:spLocks noChangeArrowheads="1"/>
                </p:cNvSpPr>
                <p:nvPr/>
              </p:nvSpPr>
              <p:spPr bwMode="auto">
                <a:xfrm>
                  <a:off x="636" y="3388"/>
                  <a:ext cx="96" cy="93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89183" name="Rectangle 74"/>
                <p:cNvSpPr>
                  <a:spLocks noChangeArrowheads="1"/>
                </p:cNvSpPr>
                <p:nvPr/>
              </p:nvSpPr>
              <p:spPr bwMode="auto">
                <a:xfrm>
                  <a:off x="627" y="3377"/>
                  <a:ext cx="480" cy="112"/>
                </a:xfrm>
                <a:prstGeom prst="rect">
                  <a:avLst/>
                </a:prstGeom>
                <a:noFill/>
                <a:ln w="9525">
                  <a:solidFill>
                    <a:schemeClr val="accent2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grpSp>
            <p:nvGrpSpPr>
              <p:cNvPr id="212047" name="Group 75"/>
              <p:cNvGrpSpPr/>
              <p:nvPr/>
            </p:nvGrpSpPr>
            <p:grpSpPr bwMode="auto">
              <a:xfrm>
                <a:off x="42" y="1200"/>
                <a:ext cx="681" cy="154"/>
                <a:chOff x="504" y="3523"/>
                <a:chExt cx="681" cy="154"/>
              </a:xfrm>
            </p:grpSpPr>
            <p:grpSp>
              <p:nvGrpSpPr>
                <p:cNvPr id="212048" name="Group 76"/>
                <p:cNvGrpSpPr/>
                <p:nvPr/>
              </p:nvGrpSpPr>
              <p:grpSpPr bwMode="auto">
                <a:xfrm>
                  <a:off x="623" y="3523"/>
                  <a:ext cx="510" cy="154"/>
                  <a:chOff x="723" y="3453"/>
                  <a:chExt cx="510" cy="154"/>
                </a:xfrm>
              </p:grpSpPr>
              <p:grpSp>
                <p:nvGrpSpPr>
                  <p:cNvPr id="212052" name="Group 77"/>
                  <p:cNvGrpSpPr/>
                  <p:nvPr/>
                </p:nvGrpSpPr>
                <p:grpSpPr bwMode="auto">
                  <a:xfrm>
                    <a:off x="836" y="3453"/>
                    <a:ext cx="397" cy="154"/>
                    <a:chOff x="836" y="3305"/>
                    <a:chExt cx="397" cy="154"/>
                  </a:xfrm>
                </p:grpSpPr>
                <p:grpSp>
                  <p:nvGrpSpPr>
                    <p:cNvPr id="212055" name="Group 78"/>
                    <p:cNvGrpSpPr/>
                    <p:nvPr/>
                  </p:nvGrpSpPr>
                  <p:grpSpPr bwMode="auto">
                    <a:xfrm>
                      <a:off x="890" y="3305"/>
                      <a:ext cx="343" cy="154"/>
                      <a:chOff x="844" y="3337"/>
                      <a:chExt cx="343" cy="154"/>
                    </a:xfrm>
                  </p:grpSpPr>
                  <p:sp>
                    <p:nvSpPr>
                      <p:cNvPr id="89180" name="Rectangle 7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89" y="3370"/>
                        <a:ext cx="245" cy="8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w="9525">
                        <a:solidFill>
                          <a:schemeClr val="bg1"/>
                        </a:solidFill>
                        <a:miter lim="800000"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dirty="0">
                          <a:solidFill>
                            <a:srgbClr val="000000"/>
                          </a:solidFill>
                          <a:cs typeface="+mn-cs"/>
                        </a:endParaRPr>
                      </a:p>
                    </p:txBody>
                  </p:sp>
                  <p:sp>
                    <p:nvSpPr>
                      <p:cNvPr id="89181" name="Text Box 80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844" y="3337"/>
                        <a:ext cx="343" cy="1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  <p:txBody>
                      <a:bodyPr wrap="none">
                        <a:spAutoFit/>
                      </a:bodyPr>
                      <a:lstStyle>
                        <a:lvl1pPr>
                          <a:defRPr i="1">
                            <a:solidFill>
                              <a:schemeClr val="tx1"/>
                            </a:solidFill>
                            <a:latin typeface="Comic Sans MS" panose="030F0902030302020204" pitchFamily="66" charset="0"/>
                            <a:ea typeface="MS PGothic" charset="0"/>
                          </a:defRPr>
                        </a:lvl1pPr>
                        <a:lvl2pPr marL="742950" indent="-285750">
                          <a:defRPr i="1">
                            <a:solidFill>
                              <a:schemeClr val="tx1"/>
                            </a:solidFill>
                            <a:latin typeface="Comic Sans MS" panose="030F0902030302020204" pitchFamily="66" charset="0"/>
                            <a:ea typeface="MS PGothic" charset="0"/>
                          </a:defRPr>
                        </a:lvl2pPr>
                        <a:lvl3pPr marL="1143000" indent="-228600">
                          <a:defRPr i="1">
                            <a:solidFill>
                              <a:schemeClr val="tx1"/>
                            </a:solidFill>
                            <a:latin typeface="Comic Sans MS" panose="030F0902030302020204" pitchFamily="66" charset="0"/>
                            <a:ea typeface="MS PGothic" charset="0"/>
                          </a:defRPr>
                        </a:lvl3pPr>
                        <a:lvl4pPr marL="1600200" indent="-228600">
                          <a:defRPr i="1">
                            <a:solidFill>
                              <a:schemeClr val="tx1"/>
                            </a:solidFill>
                            <a:latin typeface="Comic Sans MS" panose="030F0902030302020204" pitchFamily="66" charset="0"/>
                            <a:ea typeface="MS PGothic" charset="0"/>
                          </a:defRPr>
                        </a:lvl4pPr>
                        <a:lvl5pPr marL="2057400" indent="-228600">
                          <a:defRPr i="1">
                            <a:solidFill>
                              <a:schemeClr val="tx1"/>
                            </a:solidFill>
                            <a:latin typeface="Comic Sans MS" panose="030F0902030302020204" pitchFamily="66" charset="0"/>
                            <a:ea typeface="MS PGothic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panose="030F0902030302020204" pitchFamily="66" charset="0"/>
                            <a:ea typeface="MS PGothic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panose="030F0902030302020204" pitchFamily="66" charset="0"/>
                            <a:ea typeface="MS PGothic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panose="030F0902030302020204" pitchFamily="66" charset="0"/>
                            <a:ea typeface="MS PGothic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panose="030F0902030302020204" pitchFamily="66" charset="0"/>
                            <a:ea typeface="MS PGothic" charset="0"/>
                          </a:defRPr>
                        </a:lvl9pPr>
                      </a:lstStyle>
                      <a:p>
                        <a:pPr>
                          <a:defRPr/>
                        </a:pPr>
                        <a:r>
                          <a:rPr lang="en-US" sz="1000" i="0" dirty="0" smtClean="0">
                            <a:solidFill>
                              <a:srgbClr val="FFFFFF"/>
                            </a:solidFill>
                            <a:latin typeface="Arial" panose="020B0604020202090204" pitchFamily="34" charset="0"/>
                            <a:cs typeface="+mn-cs"/>
                          </a:rPr>
                          <a:t>DHCP</a:t>
                        </a:r>
                        <a:endParaRPr lang="en-US" sz="1000" i="0" dirty="0" smtClean="0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cs typeface="+mn-cs"/>
                        </a:endParaRPr>
                      </a:p>
                    </p:txBody>
                  </p:sp>
                </p:grpSp>
                <p:grpSp>
                  <p:nvGrpSpPr>
                    <p:cNvPr id="212056" name="Group 81"/>
                    <p:cNvGrpSpPr/>
                    <p:nvPr/>
                  </p:nvGrpSpPr>
                  <p:grpSpPr bwMode="auto">
                    <a:xfrm>
                      <a:off x="836" y="3334"/>
                      <a:ext cx="354" cy="94"/>
                      <a:chOff x="836" y="3334"/>
                      <a:chExt cx="354" cy="94"/>
                    </a:xfrm>
                  </p:grpSpPr>
                  <p:sp>
                    <p:nvSpPr>
                      <p:cNvPr id="89178" name="Rectangle 82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46" y="3340"/>
                        <a:ext cx="88" cy="82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9525">
                        <a:solidFill>
                          <a:schemeClr val="bg1"/>
                        </a:solidFill>
                        <a:miter lim="800000"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dirty="0">
                          <a:solidFill>
                            <a:srgbClr val="000000"/>
                          </a:solidFill>
                          <a:cs typeface="+mn-cs"/>
                        </a:endParaRPr>
                      </a:p>
                    </p:txBody>
                  </p:sp>
                  <p:sp>
                    <p:nvSpPr>
                      <p:cNvPr id="89179" name="Rectangle 83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36" y="3334"/>
                        <a:ext cx="354" cy="94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accent1"/>
                        </a:solidFill>
                        <a:miter lim="800000"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dirty="0">
                          <a:solidFill>
                            <a:srgbClr val="000000"/>
                          </a:solidFill>
                          <a:cs typeface="+mn-cs"/>
                        </a:endParaRPr>
                      </a:p>
                    </p:txBody>
                  </p:sp>
                </p:grpSp>
              </p:grpSp>
              <p:sp>
                <p:nvSpPr>
                  <p:cNvPr id="89174" name="Rectangle 84"/>
                  <p:cNvSpPr>
                    <a:spLocks noChangeArrowheads="1"/>
                  </p:cNvSpPr>
                  <p:nvPr/>
                </p:nvSpPr>
                <p:spPr bwMode="auto">
                  <a:xfrm>
                    <a:off x="732" y="3484"/>
                    <a:ext cx="96" cy="93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  <p:sp>
                <p:nvSpPr>
                  <p:cNvPr id="89175" name="Rectangle 85"/>
                  <p:cNvSpPr>
                    <a:spLocks noChangeArrowheads="1"/>
                  </p:cNvSpPr>
                  <p:nvPr/>
                </p:nvSpPr>
                <p:spPr bwMode="auto">
                  <a:xfrm>
                    <a:off x="723" y="3473"/>
                    <a:ext cx="480" cy="112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2"/>
                    </a:solidFill>
                    <a:miter lim="800000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</p:grpSp>
            <p:sp>
              <p:nvSpPr>
                <p:cNvPr id="89170" name="Rectangle 86"/>
                <p:cNvSpPr>
                  <a:spLocks noChangeArrowheads="1"/>
                </p:cNvSpPr>
                <p:nvPr/>
              </p:nvSpPr>
              <p:spPr bwMode="auto">
                <a:xfrm>
                  <a:off x="517" y="3545"/>
                  <a:ext cx="94" cy="108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89171" name="Rectangle 87"/>
                <p:cNvSpPr>
                  <a:spLocks noChangeArrowheads="1"/>
                </p:cNvSpPr>
                <p:nvPr/>
              </p:nvSpPr>
              <p:spPr bwMode="auto">
                <a:xfrm>
                  <a:off x="1115" y="3544"/>
                  <a:ext cx="60" cy="108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89172" name="Rectangle 88"/>
                <p:cNvSpPr>
                  <a:spLocks noChangeArrowheads="1"/>
                </p:cNvSpPr>
                <p:nvPr/>
              </p:nvSpPr>
              <p:spPr bwMode="auto">
                <a:xfrm>
                  <a:off x="504" y="3529"/>
                  <a:ext cx="681" cy="138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</p:grpSp>
        <p:sp>
          <p:nvSpPr>
            <p:cNvPr id="89164" name="AutoShape 89"/>
            <p:cNvSpPr>
              <a:spLocks noChangeArrowheads="1"/>
            </p:cNvSpPr>
            <p:nvPr/>
          </p:nvSpPr>
          <p:spPr bwMode="auto">
            <a:xfrm>
              <a:off x="384" y="744"/>
              <a:ext cx="240" cy="735"/>
            </a:xfrm>
            <a:prstGeom prst="downArrow">
              <a:avLst>
                <a:gd name="adj1" fmla="val 54167"/>
                <a:gd name="adj2" fmla="val 49170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</p:grpSp>
      <p:grpSp>
        <p:nvGrpSpPr>
          <p:cNvPr id="703578" name="Group 90"/>
          <p:cNvGrpSpPr/>
          <p:nvPr/>
        </p:nvGrpSpPr>
        <p:grpSpPr bwMode="auto">
          <a:xfrm>
            <a:off x="449263" y="4238625"/>
            <a:ext cx="1081087" cy="244475"/>
            <a:chOff x="504" y="3523"/>
            <a:chExt cx="681" cy="154"/>
          </a:xfrm>
        </p:grpSpPr>
        <p:grpSp>
          <p:nvGrpSpPr>
            <p:cNvPr id="212029" name="Group 91"/>
            <p:cNvGrpSpPr/>
            <p:nvPr/>
          </p:nvGrpSpPr>
          <p:grpSpPr bwMode="auto">
            <a:xfrm>
              <a:off x="623" y="3523"/>
              <a:ext cx="510" cy="154"/>
              <a:chOff x="723" y="3453"/>
              <a:chExt cx="510" cy="154"/>
            </a:xfrm>
          </p:grpSpPr>
          <p:grpSp>
            <p:nvGrpSpPr>
              <p:cNvPr id="212033" name="Group 92"/>
              <p:cNvGrpSpPr/>
              <p:nvPr/>
            </p:nvGrpSpPr>
            <p:grpSpPr bwMode="auto">
              <a:xfrm>
                <a:off x="836" y="3453"/>
                <a:ext cx="397" cy="154"/>
                <a:chOff x="836" y="3305"/>
                <a:chExt cx="397" cy="154"/>
              </a:xfrm>
            </p:grpSpPr>
            <p:grpSp>
              <p:nvGrpSpPr>
                <p:cNvPr id="212036" name="Group 93"/>
                <p:cNvGrpSpPr/>
                <p:nvPr/>
              </p:nvGrpSpPr>
              <p:grpSpPr bwMode="auto">
                <a:xfrm>
                  <a:off x="890" y="3305"/>
                  <a:ext cx="343" cy="154"/>
                  <a:chOff x="844" y="3337"/>
                  <a:chExt cx="343" cy="154"/>
                </a:xfrm>
              </p:grpSpPr>
              <p:sp>
                <p:nvSpPr>
                  <p:cNvPr id="89161" name="Rectangle 94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  <p:sp>
                <p:nvSpPr>
                  <p:cNvPr id="89162" name="Text Box 9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sz="1000" i="0" dirty="0" smtClean="0">
                        <a:solidFill>
                          <a:srgbClr val="FFFFFF"/>
                        </a:solidFill>
                        <a:latin typeface="Arial" panose="020B0604020202090204" pitchFamily="34" charset="0"/>
                        <a:cs typeface="+mn-cs"/>
                      </a:rPr>
                      <a:t>DHCP</a:t>
                    </a:r>
                    <a:endParaRPr lang="en-US" sz="1000" i="0" dirty="0" smtClean="0">
                      <a:solidFill>
                        <a:srgbClr val="FFFFFF"/>
                      </a:solidFill>
                      <a:latin typeface="Arial" panose="020B0604020202090204" pitchFamily="34" charset="0"/>
                      <a:cs typeface="+mn-cs"/>
                    </a:endParaRPr>
                  </a:p>
                </p:txBody>
              </p:sp>
            </p:grpSp>
            <p:grpSp>
              <p:nvGrpSpPr>
                <p:cNvPr id="212037" name="Group 96"/>
                <p:cNvGrpSpPr/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89159" name="Rectangle 97"/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bg1"/>
                    </a:solidFill>
                    <a:miter lim="800000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  <p:sp>
                <p:nvSpPr>
                  <p:cNvPr id="89160" name="Rectangle 98"/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1"/>
                    </a:solidFill>
                    <a:miter lim="800000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</p:grpSp>
          </p:grpSp>
          <p:sp>
            <p:nvSpPr>
              <p:cNvPr id="89155" name="Rectangle 99"/>
              <p:cNvSpPr>
                <a:spLocks noChangeArrowheads="1"/>
              </p:cNvSpPr>
              <p:nvPr/>
            </p:nvSpPr>
            <p:spPr bwMode="auto">
              <a:xfrm>
                <a:off x="732" y="3484"/>
                <a:ext cx="96" cy="9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89156" name="Rectangle 100"/>
              <p:cNvSpPr>
                <a:spLocks noChangeArrowheads="1"/>
              </p:cNvSpPr>
              <p:nvPr/>
            </p:nvSpPr>
            <p:spPr bwMode="auto">
              <a:xfrm>
                <a:off x="723" y="3473"/>
                <a:ext cx="480" cy="112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sp>
          <p:nvSpPr>
            <p:cNvPr id="89151" name="Rectangle 101"/>
            <p:cNvSpPr>
              <a:spLocks noChangeArrowheads="1"/>
            </p:cNvSpPr>
            <p:nvPr/>
          </p:nvSpPr>
          <p:spPr bwMode="auto">
            <a:xfrm>
              <a:off x="517" y="3545"/>
              <a:ext cx="94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89152" name="Rectangle 102"/>
            <p:cNvSpPr>
              <a:spLocks noChangeArrowheads="1"/>
            </p:cNvSpPr>
            <p:nvPr/>
          </p:nvSpPr>
          <p:spPr bwMode="auto">
            <a:xfrm>
              <a:off x="1115" y="3544"/>
              <a:ext cx="60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89153" name="Rectangle 103"/>
            <p:cNvSpPr>
              <a:spLocks noChangeArrowheads="1"/>
            </p:cNvSpPr>
            <p:nvPr/>
          </p:nvSpPr>
          <p:spPr bwMode="auto">
            <a:xfrm>
              <a:off x="504" y="3529"/>
              <a:ext cx="681" cy="1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</p:grpSp>
      <p:grpSp>
        <p:nvGrpSpPr>
          <p:cNvPr id="703592" name="Group 104"/>
          <p:cNvGrpSpPr/>
          <p:nvPr/>
        </p:nvGrpSpPr>
        <p:grpSpPr bwMode="auto">
          <a:xfrm>
            <a:off x="1477963" y="3081338"/>
            <a:ext cx="1316037" cy="1314450"/>
            <a:chOff x="931" y="1941"/>
            <a:chExt cx="829" cy="828"/>
          </a:xfrm>
        </p:grpSpPr>
        <p:sp>
          <p:nvSpPr>
            <p:cNvPr id="212021" name="Freeform 105"/>
            <p:cNvSpPr/>
            <p:nvPr/>
          </p:nvSpPr>
          <p:spPr bwMode="auto">
            <a:xfrm>
              <a:off x="1424" y="1965"/>
              <a:ext cx="336" cy="801"/>
            </a:xfrm>
            <a:custGeom>
              <a:avLst/>
              <a:gdLst>
                <a:gd name="T0" fmla="*/ 1 w 551"/>
                <a:gd name="T1" fmla="*/ 0 h 801"/>
                <a:gd name="T2" fmla="*/ 28 w 551"/>
                <a:gd name="T3" fmla="*/ 402 h 801"/>
                <a:gd name="T4" fmla="*/ 1 w 551"/>
                <a:gd name="T5" fmla="*/ 801 h 801"/>
                <a:gd name="T6" fmla="*/ 1 w 551"/>
                <a:gd name="T7" fmla="*/ 535 h 801"/>
                <a:gd name="T8" fmla="*/ 0 w 551"/>
                <a:gd name="T9" fmla="*/ 371 h 801"/>
                <a:gd name="T10" fmla="*/ 1 w 551"/>
                <a:gd name="T11" fmla="*/ 0 h 80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51" h="801">
                  <a:moveTo>
                    <a:pt x="14" y="0"/>
                  </a:moveTo>
                  <a:lnTo>
                    <a:pt x="551" y="402"/>
                  </a:lnTo>
                  <a:lnTo>
                    <a:pt x="6" y="801"/>
                  </a:lnTo>
                  <a:lnTo>
                    <a:pt x="13" y="535"/>
                  </a:lnTo>
                  <a:lnTo>
                    <a:pt x="0" y="371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2700000" scaled="1"/>
            </a:gradFill>
            <a:ln>
              <a:noFill/>
            </a:ln>
            <a:effectLst/>
          </p:spPr>
          <p:txBody>
            <a:bodyPr wrap="none"/>
            <a:lstStyle/>
            <a:p>
              <a:endParaRPr lang="en-US" dirty="0"/>
            </a:p>
          </p:txBody>
        </p:sp>
        <p:grpSp>
          <p:nvGrpSpPr>
            <p:cNvPr id="212022" name="Group 106"/>
            <p:cNvGrpSpPr/>
            <p:nvPr/>
          </p:nvGrpSpPr>
          <p:grpSpPr bwMode="auto">
            <a:xfrm>
              <a:off x="931" y="1941"/>
              <a:ext cx="501" cy="828"/>
              <a:chOff x="569" y="2954"/>
              <a:chExt cx="501" cy="828"/>
            </a:xfrm>
          </p:grpSpPr>
          <p:sp>
            <p:nvSpPr>
              <p:cNvPr id="89144" name="Rectangle 107"/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89145" name="Text Box 108"/>
              <p:cNvSpPr txBox="1">
                <a:spLocks noChangeArrowheads="1"/>
              </p:cNvSpPr>
              <p:nvPr/>
            </p:nvSpPr>
            <p:spPr bwMode="auto">
              <a:xfrm>
                <a:off x="593" y="2954"/>
                <a:ext cx="477" cy="82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9pPr>
              </a:lstStyle>
              <a:p>
                <a:pPr algn="ctr">
                  <a:defRPr/>
                </a:pPr>
                <a:r>
                  <a:rPr lang="en-US" sz="1600" i="0" dirty="0" smtClean="0">
                    <a:solidFill>
                      <a:srgbClr val="000000"/>
                    </a:solidFill>
                    <a:latin typeface="Arial" panose="020B0604020202090204" pitchFamily="34" charset="0"/>
                    <a:cs typeface="+mn-cs"/>
                  </a:rPr>
                  <a:t>DHCP</a:t>
                </a:r>
                <a:endParaRPr lang="en-US" sz="1600" i="0" dirty="0" smtClean="0">
                  <a:solidFill>
                    <a:srgbClr val="000000"/>
                  </a:solidFill>
                  <a:latin typeface="Arial" panose="020B0604020202090204" pitchFamily="34" charset="0"/>
                  <a:cs typeface="+mn-cs"/>
                </a:endParaRPr>
              </a:p>
              <a:p>
                <a:pPr algn="ctr">
                  <a:defRPr/>
                </a:pPr>
                <a:r>
                  <a:rPr lang="en-US" sz="1600" i="0" dirty="0" smtClean="0">
                    <a:solidFill>
                      <a:srgbClr val="000000"/>
                    </a:solidFill>
                    <a:latin typeface="Arial" panose="020B0604020202090204" pitchFamily="34" charset="0"/>
                    <a:cs typeface="+mn-cs"/>
                  </a:rPr>
                  <a:t>UDP</a:t>
                </a:r>
                <a:endParaRPr lang="en-US" sz="1600" i="0" dirty="0" smtClean="0">
                  <a:solidFill>
                    <a:srgbClr val="000000"/>
                  </a:solidFill>
                  <a:latin typeface="Arial" panose="020B0604020202090204" pitchFamily="34" charset="0"/>
                  <a:cs typeface="+mn-cs"/>
                </a:endParaRPr>
              </a:p>
              <a:p>
                <a:pPr algn="ctr">
                  <a:defRPr/>
                </a:pPr>
                <a:r>
                  <a:rPr lang="en-US" sz="1600" i="0" dirty="0" smtClean="0">
                    <a:solidFill>
                      <a:srgbClr val="000000"/>
                    </a:solidFill>
                    <a:latin typeface="Arial" panose="020B0604020202090204" pitchFamily="34" charset="0"/>
                    <a:cs typeface="+mn-cs"/>
                  </a:rPr>
                  <a:t>IP</a:t>
                </a:r>
                <a:endParaRPr lang="en-US" sz="1600" i="0" dirty="0" smtClean="0">
                  <a:solidFill>
                    <a:srgbClr val="000000"/>
                  </a:solidFill>
                  <a:latin typeface="Arial" panose="020B0604020202090204" pitchFamily="34" charset="0"/>
                  <a:cs typeface="+mn-cs"/>
                </a:endParaRPr>
              </a:p>
              <a:p>
                <a:pPr algn="ctr">
                  <a:defRPr/>
                </a:pPr>
                <a:r>
                  <a:rPr lang="en-US" sz="1600" i="0" dirty="0" smtClean="0">
                    <a:solidFill>
                      <a:srgbClr val="000000"/>
                    </a:solidFill>
                    <a:latin typeface="Arial" panose="020B0604020202090204" pitchFamily="34" charset="0"/>
                    <a:cs typeface="+mn-cs"/>
                  </a:rPr>
                  <a:t>Eth</a:t>
                </a:r>
                <a:endParaRPr lang="en-US" sz="1600" i="0" dirty="0" smtClean="0">
                  <a:solidFill>
                    <a:srgbClr val="000000"/>
                  </a:solidFill>
                  <a:latin typeface="Arial" panose="020B0604020202090204" pitchFamily="34" charset="0"/>
                  <a:cs typeface="+mn-cs"/>
                </a:endParaRPr>
              </a:p>
              <a:p>
                <a:pPr algn="ctr">
                  <a:defRPr/>
                </a:pPr>
                <a:r>
                  <a:rPr lang="en-US" sz="1600" i="0" dirty="0" smtClean="0">
                    <a:solidFill>
                      <a:srgbClr val="000000"/>
                    </a:solidFill>
                    <a:latin typeface="Arial" panose="020B0604020202090204" pitchFamily="34" charset="0"/>
                    <a:cs typeface="+mn-cs"/>
                  </a:rPr>
                  <a:t>Phy</a:t>
                </a:r>
                <a:endParaRPr lang="en-US" sz="1600" i="0" dirty="0" smtClean="0">
                  <a:solidFill>
                    <a:srgbClr val="000000"/>
                  </a:solidFill>
                  <a:latin typeface="Arial" panose="020B0604020202090204" pitchFamily="34" charset="0"/>
                  <a:cs typeface="+mn-cs"/>
                </a:endParaRPr>
              </a:p>
            </p:txBody>
          </p:sp>
          <p:sp>
            <p:nvSpPr>
              <p:cNvPr id="89146" name="Line 109"/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9147" name="Line 110"/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9148" name="Line 111"/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89149" name="Line 112"/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</p:grpSp>
      <p:grpSp>
        <p:nvGrpSpPr>
          <p:cNvPr id="703601" name="Group 113"/>
          <p:cNvGrpSpPr/>
          <p:nvPr/>
        </p:nvGrpSpPr>
        <p:grpSpPr bwMode="auto">
          <a:xfrm>
            <a:off x="71438" y="969963"/>
            <a:ext cx="1081087" cy="1217612"/>
            <a:chOff x="1404" y="3105"/>
            <a:chExt cx="681" cy="767"/>
          </a:xfrm>
        </p:grpSpPr>
        <p:grpSp>
          <p:nvGrpSpPr>
            <p:cNvPr id="211986" name="Group 114"/>
            <p:cNvGrpSpPr/>
            <p:nvPr/>
          </p:nvGrpSpPr>
          <p:grpSpPr bwMode="auto">
            <a:xfrm>
              <a:off x="1404" y="3355"/>
              <a:ext cx="681" cy="468"/>
              <a:chOff x="42" y="886"/>
              <a:chExt cx="681" cy="468"/>
            </a:xfrm>
          </p:grpSpPr>
          <p:grpSp>
            <p:nvGrpSpPr>
              <p:cNvPr id="211991" name="Group 115"/>
              <p:cNvGrpSpPr/>
              <p:nvPr/>
            </p:nvGrpSpPr>
            <p:grpSpPr bwMode="auto">
              <a:xfrm>
                <a:off x="278" y="886"/>
                <a:ext cx="397" cy="154"/>
                <a:chOff x="740" y="3209"/>
                <a:chExt cx="397" cy="154"/>
              </a:xfrm>
            </p:grpSpPr>
            <p:grpSp>
              <p:nvGrpSpPr>
                <p:cNvPr id="212016" name="Group 116"/>
                <p:cNvGrpSpPr/>
                <p:nvPr/>
              </p:nvGrpSpPr>
              <p:grpSpPr bwMode="auto">
                <a:xfrm>
                  <a:off x="794" y="3209"/>
                  <a:ext cx="343" cy="154"/>
                  <a:chOff x="844" y="3337"/>
                  <a:chExt cx="343" cy="154"/>
                </a:xfrm>
              </p:grpSpPr>
              <p:sp>
                <p:nvSpPr>
                  <p:cNvPr id="89140" name="Rectangle 117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  <p:sp>
                <p:nvSpPr>
                  <p:cNvPr id="89141" name="Text Box 11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sz="1000" i="0" dirty="0" smtClean="0">
                        <a:solidFill>
                          <a:srgbClr val="FFFFFF"/>
                        </a:solidFill>
                        <a:latin typeface="Arial" panose="020B0604020202090204" pitchFamily="34" charset="0"/>
                        <a:cs typeface="+mn-cs"/>
                      </a:rPr>
                      <a:t>DHCP</a:t>
                    </a:r>
                    <a:endParaRPr lang="en-US" sz="1000" i="0" dirty="0" smtClean="0">
                      <a:solidFill>
                        <a:srgbClr val="FFFFFF"/>
                      </a:solidFill>
                      <a:latin typeface="Arial" panose="020B0604020202090204" pitchFamily="34" charset="0"/>
                      <a:cs typeface="+mn-cs"/>
                    </a:endParaRPr>
                  </a:p>
                </p:txBody>
              </p:sp>
            </p:grpSp>
            <p:sp>
              <p:nvSpPr>
                <p:cNvPr id="89138" name="Rectangle 119"/>
                <p:cNvSpPr>
                  <a:spLocks noChangeArrowheads="1"/>
                </p:cNvSpPr>
                <p:nvPr/>
              </p:nvSpPr>
              <p:spPr bwMode="auto">
                <a:xfrm>
                  <a:off x="750" y="3244"/>
                  <a:ext cx="88" cy="82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bg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89139" name="Rectangle 120"/>
                <p:cNvSpPr>
                  <a:spLocks noChangeArrowheads="1"/>
                </p:cNvSpPr>
                <p:nvPr/>
              </p:nvSpPr>
              <p:spPr bwMode="auto">
                <a:xfrm>
                  <a:off x="740" y="3238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grpSp>
            <p:nvGrpSpPr>
              <p:cNvPr id="211992" name="Group 121"/>
              <p:cNvGrpSpPr/>
              <p:nvPr/>
            </p:nvGrpSpPr>
            <p:grpSpPr bwMode="auto">
              <a:xfrm>
                <a:off x="278" y="1034"/>
                <a:ext cx="397" cy="154"/>
                <a:chOff x="836" y="3305"/>
                <a:chExt cx="397" cy="154"/>
              </a:xfrm>
            </p:grpSpPr>
            <p:grpSp>
              <p:nvGrpSpPr>
                <p:cNvPr id="212010" name="Group 122"/>
                <p:cNvGrpSpPr/>
                <p:nvPr/>
              </p:nvGrpSpPr>
              <p:grpSpPr bwMode="auto">
                <a:xfrm>
                  <a:off x="890" y="3305"/>
                  <a:ext cx="343" cy="154"/>
                  <a:chOff x="844" y="3337"/>
                  <a:chExt cx="343" cy="154"/>
                </a:xfrm>
              </p:grpSpPr>
              <p:sp>
                <p:nvSpPr>
                  <p:cNvPr id="89135" name="Rectangle 123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  <p:sp>
                <p:nvSpPr>
                  <p:cNvPr id="89136" name="Text Box 12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sz="1000" i="0" dirty="0" smtClean="0">
                        <a:solidFill>
                          <a:srgbClr val="FFFFFF"/>
                        </a:solidFill>
                        <a:latin typeface="Arial" panose="020B0604020202090204" pitchFamily="34" charset="0"/>
                        <a:cs typeface="+mn-cs"/>
                      </a:rPr>
                      <a:t>DHCP</a:t>
                    </a:r>
                    <a:endParaRPr lang="en-US" sz="1000" i="0" dirty="0" smtClean="0">
                      <a:solidFill>
                        <a:srgbClr val="FFFFFF"/>
                      </a:solidFill>
                      <a:latin typeface="Arial" panose="020B0604020202090204" pitchFamily="34" charset="0"/>
                      <a:cs typeface="+mn-cs"/>
                    </a:endParaRPr>
                  </a:p>
                </p:txBody>
              </p:sp>
            </p:grpSp>
            <p:grpSp>
              <p:nvGrpSpPr>
                <p:cNvPr id="212011" name="Group 125"/>
                <p:cNvGrpSpPr/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89133" name="Rectangle 126"/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bg1"/>
                    </a:solidFill>
                    <a:miter lim="800000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  <p:sp>
                <p:nvSpPr>
                  <p:cNvPr id="89134" name="Rectangle 127"/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1"/>
                    </a:solidFill>
                    <a:miter lim="800000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</p:grpSp>
          </p:grpSp>
          <p:grpSp>
            <p:nvGrpSpPr>
              <p:cNvPr id="211993" name="Group 128"/>
              <p:cNvGrpSpPr/>
              <p:nvPr/>
            </p:nvGrpSpPr>
            <p:grpSpPr bwMode="auto">
              <a:xfrm>
                <a:off x="165" y="1054"/>
                <a:ext cx="480" cy="112"/>
                <a:chOff x="627" y="3377"/>
                <a:chExt cx="480" cy="112"/>
              </a:xfrm>
            </p:grpSpPr>
            <p:sp>
              <p:nvSpPr>
                <p:cNvPr id="89129" name="Rectangle 129"/>
                <p:cNvSpPr>
                  <a:spLocks noChangeArrowheads="1"/>
                </p:cNvSpPr>
                <p:nvPr/>
              </p:nvSpPr>
              <p:spPr bwMode="auto">
                <a:xfrm>
                  <a:off x="636" y="3388"/>
                  <a:ext cx="96" cy="93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89130" name="Rectangle 130"/>
                <p:cNvSpPr>
                  <a:spLocks noChangeArrowheads="1"/>
                </p:cNvSpPr>
                <p:nvPr/>
              </p:nvSpPr>
              <p:spPr bwMode="auto">
                <a:xfrm>
                  <a:off x="627" y="3377"/>
                  <a:ext cx="480" cy="112"/>
                </a:xfrm>
                <a:prstGeom prst="rect">
                  <a:avLst/>
                </a:prstGeom>
                <a:noFill/>
                <a:ln w="9525">
                  <a:solidFill>
                    <a:schemeClr val="accent2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grpSp>
            <p:nvGrpSpPr>
              <p:cNvPr id="211994" name="Group 131"/>
              <p:cNvGrpSpPr/>
              <p:nvPr/>
            </p:nvGrpSpPr>
            <p:grpSpPr bwMode="auto">
              <a:xfrm>
                <a:off x="42" y="1200"/>
                <a:ext cx="681" cy="154"/>
                <a:chOff x="504" y="3523"/>
                <a:chExt cx="681" cy="154"/>
              </a:xfrm>
            </p:grpSpPr>
            <p:grpSp>
              <p:nvGrpSpPr>
                <p:cNvPr id="211995" name="Group 132"/>
                <p:cNvGrpSpPr/>
                <p:nvPr/>
              </p:nvGrpSpPr>
              <p:grpSpPr bwMode="auto">
                <a:xfrm>
                  <a:off x="623" y="3523"/>
                  <a:ext cx="510" cy="154"/>
                  <a:chOff x="723" y="3453"/>
                  <a:chExt cx="510" cy="154"/>
                </a:xfrm>
              </p:grpSpPr>
              <p:grpSp>
                <p:nvGrpSpPr>
                  <p:cNvPr id="211999" name="Group 133"/>
                  <p:cNvGrpSpPr/>
                  <p:nvPr/>
                </p:nvGrpSpPr>
                <p:grpSpPr bwMode="auto">
                  <a:xfrm>
                    <a:off x="836" y="3453"/>
                    <a:ext cx="397" cy="154"/>
                    <a:chOff x="836" y="3305"/>
                    <a:chExt cx="397" cy="154"/>
                  </a:xfrm>
                </p:grpSpPr>
                <p:grpSp>
                  <p:nvGrpSpPr>
                    <p:cNvPr id="212002" name="Group 134"/>
                    <p:cNvGrpSpPr/>
                    <p:nvPr/>
                  </p:nvGrpSpPr>
                  <p:grpSpPr bwMode="auto">
                    <a:xfrm>
                      <a:off x="890" y="3305"/>
                      <a:ext cx="343" cy="154"/>
                      <a:chOff x="844" y="3337"/>
                      <a:chExt cx="343" cy="154"/>
                    </a:xfrm>
                  </p:grpSpPr>
                  <p:sp>
                    <p:nvSpPr>
                      <p:cNvPr id="89127" name="Rectangle 135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89" y="3370"/>
                        <a:ext cx="245" cy="8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w="9525">
                        <a:solidFill>
                          <a:schemeClr val="bg1"/>
                        </a:solidFill>
                        <a:miter lim="800000"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dirty="0">
                          <a:solidFill>
                            <a:srgbClr val="000000"/>
                          </a:solidFill>
                          <a:cs typeface="+mn-cs"/>
                        </a:endParaRPr>
                      </a:p>
                    </p:txBody>
                  </p:sp>
                  <p:sp>
                    <p:nvSpPr>
                      <p:cNvPr id="89128" name="Text Box 136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844" y="3337"/>
                        <a:ext cx="343" cy="1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  <p:txBody>
                      <a:bodyPr wrap="none">
                        <a:spAutoFit/>
                      </a:bodyPr>
                      <a:lstStyle>
                        <a:lvl1pPr>
                          <a:defRPr i="1">
                            <a:solidFill>
                              <a:schemeClr val="tx1"/>
                            </a:solidFill>
                            <a:latin typeface="Comic Sans MS" panose="030F0902030302020204" pitchFamily="66" charset="0"/>
                            <a:ea typeface="MS PGothic" charset="0"/>
                          </a:defRPr>
                        </a:lvl1pPr>
                        <a:lvl2pPr marL="742950" indent="-285750">
                          <a:defRPr i="1">
                            <a:solidFill>
                              <a:schemeClr val="tx1"/>
                            </a:solidFill>
                            <a:latin typeface="Comic Sans MS" panose="030F0902030302020204" pitchFamily="66" charset="0"/>
                            <a:ea typeface="MS PGothic" charset="0"/>
                          </a:defRPr>
                        </a:lvl2pPr>
                        <a:lvl3pPr marL="1143000" indent="-228600">
                          <a:defRPr i="1">
                            <a:solidFill>
                              <a:schemeClr val="tx1"/>
                            </a:solidFill>
                            <a:latin typeface="Comic Sans MS" panose="030F0902030302020204" pitchFamily="66" charset="0"/>
                            <a:ea typeface="MS PGothic" charset="0"/>
                          </a:defRPr>
                        </a:lvl3pPr>
                        <a:lvl4pPr marL="1600200" indent="-228600">
                          <a:defRPr i="1">
                            <a:solidFill>
                              <a:schemeClr val="tx1"/>
                            </a:solidFill>
                            <a:latin typeface="Comic Sans MS" panose="030F0902030302020204" pitchFamily="66" charset="0"/>
                            <a:ea typeface="MS PGothic" charset="0"/>
                          </a:defRPr>
                        </a:lvl4pPr>
                        <a:lvl5pPr marL="2057400" indent="-228600">
                          <a:defRPr i="1">
                            <a:solidFill>
                              <a:schemeClr val="tx1"/>
                            </a:solidFill>
                            <a:latin typeface="Comic Sans MS" panose="030F0902030302020204" pitchFamily="66" charset="0"/>
                            <a:ea typeface="MS PGothic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panose="030F0902030302020204" pitchFamily="66" charset="0"/>
                            <a:ea typeface="MS PGothic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panose="030F0902030302020204" pitchFamily="66" charset="0"/>
                            <a:ea typeface="MS PGothic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panose="030F0902030302020204" pitchFamily="66" charset="0"/>
                            <a:ea typeface="MS PGothic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panose="030F0902030302020204" pitchFamily="66" charset="0"/>
                            <a:ea typeface="MS PGothic" charset="0"/>
                          </a:defRPr>
                        </a:lvl9pPr>
                      </a:lstStyle>
                      <a:p>
                        <a:pPr>
                          <a:defRPr/>
                        </a:pPr>
                        <a:r>
                          <a:rPr lang="en-US" sz="1000" i="0" dirty="0" smtClean="0">
                            <a:solidFill>
                              <a:srgbClr val="FFFFFF"/>
                            </a:solidFill>
                            <a:latin typeface="Arial" panose="020B0604020202090204" pitchFamily="34" charset="0"/>
                            <a:cs typeface="+mn-cs"/>
                          </a:rPr>
                          <a:t>DHCP</a:t>
                        </a:r>
                        <a:endParaRPr lang="en-US" sz="1000" i="0" dirty="0" smtClean="0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cs typeface="+mn-cs"/>
                        </a:endParaRPr>
                      </a:p>
                    </p:txBody>
                  </p:sp>
                </p:grpSp>
                <p:grpSp>
                  <p:nvGrpSpPr>
                    <p:cNvPr id="212003" name="Group 137"/>
                    <p:cNvGrpSpPr/>
                    <p:nvPr/>
                  </p:nvGrpSpPr>
                  <p:grpSpPr bwMode="auto">
                    <a:xfrm>
                      <a:off x="836" y="3334"/>
                      <a:ext cx="354" cy="94"/>
                      <a:chOff x="836" y="3334"/>
                      <a:chExt cx="354" cy="94"/>
                    </a:xfrm>
                  </p:grpSpPr>
                  <p:sp>
                    <p:nvSpPr>
                      <p:cNvPr id="89125" name="Rectangle 138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46" y="3340"/>
                        <a:ext cx="88" cy="82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9525">
                        <a:solidFill>
                          <a:schemeClr val="bg1"/>
                        </a:solidFill>
                        <a:miter lim="800000"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dirty="0">
                          <a:solidFill>
                            <a:srgbClr val="000000"/>
                          </a:solidFill>
                          <a:cs typeface="+mn-cs"/>
                        </a:endParaRPr>
                      </a:p>
                    </p:txBody>
                  </p:sp>
                  <p:sp>
                    <p:nvSpPr>
                      <p:cNvPr id="89126" name="Rectangle 13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36" y="3334"/>
                        <a:ext cx="354" cy="94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accent1"/>
                        </a:solidFill>
                        <a:miter lim="800000"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dirty="0">
                          <a:solidFill>
                            <a:srgbClr val="000000"/>
                          </a:solidFill>
                          <a:cs typeface="+mn-cs"/>
                        </a:endParaRPr>
                      </a:p>
                    </p:txBody>
                  </p:sp>
                </p:grpSp>
              </p:grpSp>
              <p:sp>
                <p:nvSpPr>
                  <p:cNvPr id="89121" name="Rectangle 140"/>
                  <p:cNvSpPr>
                    <a:spLocks noChangeArrowheads="1"/>
                  </p:cNvSpPr>
                  <p:nvPr/>
                </p:nvSpPr>
                <p:spPr bwMode="auto">
                  <a:xfrm>
                    <a:off x="732" y="3484"/>
                    <a:ext cx="96" cy="93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  <p:sp>
                <p:nvSpPr>
                  <p:cNvPr id="89122" name="Rectangle 141"/>
                  <p:cNvSpPr>
                    <a:spLocks noChangeArrowheads="1"/>
                  </p:cNvSpPr>
                  <p:nvPr/>
                </p:nvSpPr>
                <p:spPr bwMode="auto">
                  <a:xfrm>
                    <a:off x="723" y="3473"/>
                    <a:ext cx="480" cy="112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2"/>
                    </a:solidFill>
                    <a:miter lim="800000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</p:grpSp>
            <p:sp>
              <p:nvSpPr>
                <p:cNvPr id="89117" name="Rectangle 142"/>
                <p:cNvSpPr>
                  <a:spLocks noChangeArrowheads="1"/>
                </p:cNvSpPr>
                <p:nvPr/>
              </p:nvSpPr>
              <p:spPr bwMode="auto">
                <a:xfrm>
                  <a:off x="517" y="3545"/>
                  <a:ext cx="94" cy="108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89118" name="Rectangle 143"/>
                <p:cNvSpPr>
                  <a:spLocks noChangeArrowheads="1"/>
                </p:cNvSpPr>
                <p:nvPr/>
              </p:nvSpPr>
              <p:spPr bwMode="auto">
                <a:xfrm>
                  <a:off x="1115" y="3544"/>
                  <a:ext cx="60" cy="108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89119" name="Rectangle 144"/>
                <p:cNvSpPr>
                  <a:spLocks noChangeArrowheads="1"/>
                </p:cNvSpPr>
                <p:nvPr/>
              </p:nvSpPr>
              <p:spPr bwMode="auto">
                <a:xfrm>
                  <a:off x="504" y="3529"/>
                  <a:ext cx="681" cy="138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</p:grpSp>
        <p:sp>
          <p:nvSpPr>
            <p:cNvPr id="89108" name="AutoShape 145"/>
            <p:cNvSpPr>
              <a:spLocks noChangeArrowheads="1"/>
            </p:cNvSpPr>
            <p:nvPr/>
          </p:nvSpPr>
          <p:spPr bwMode="auto">
            <a:xfrm rot="10800000">
              <a:off x="1727" y="3105"/>
              <a:ext cx="240" cy="767"/>
            </a:xfrm>
            <a:prstGeom prst="downArrow">
              <a:avLst>
                <a:gd name="adj1" fmla="val 54167"/>
                <a:gd name="adj2" fmla="val 51311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grpSp>
          <p:nvGrpSpPr>
            <p:cNvPr id="211988" name="Group 146"/>
            <p:cNvGrpSpPr/>
            <p:nvPr/>
          </p:nvGrpSpPr>
          <p:grpSpPr bwMode="auto">
            <a:xfrm>
              <a:off x="1695" y="3227"/>
              <a:ext cx="343" cy="154"/>
              <a:chOff x="844" y="3337"/>
              <a:chExt cx="343" cy="154"/>
            </a:xfrm>
          </p:grpSpPr>
          <p:sp>
            <p:nvSpPr>
              <p:cNvPr id="89110" name="Rectangle 147"/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89111" name="Text Box 148"/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343" cy="15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1000" i="0" dirty="0" smtClean="0">
                    <a:solidFill>
                      <a:srgbClr val="FFFFFF"/>
                    </a:solidFill>
                    <a:latin typeface="Arial" panose="020B0604020202090204" pitchFamily="34" charset="0"/>
                    <a:cs typeface="+mn-cs"/>
                  </a:rPr>
                  <a:t>DHCP</a:t>
                </a:r>
                <a:endParaRPr lang="en-US" sz="1000" i="0" dirty="0" smtClean="0">
                  <a:solidFill>
                    <a:srgbClr val="FFFFFF"/>
                  </a:solidFill>
                  <a:latin typeface="Arial" panose="020B0604020202090204" pitchFamily="34" charset="0"/>
                  <a:cs typeface="+mn-cs"/>
                </a:endParaRPr>
              </a:p>
            </p:txBody>
          </p:sp>
        </p:grpSp>
      </p:grpSp>
      <p:grpSp>
        <p:nvGrpSpPr>
          <p:cNvPr id="703637" name="Group 149"/>
          <p:cNvGrpSpPr/>
          <p:nvPr/>
        </p:nvGrpSpPr>
        <p:grpSpPr bwMode="auto">
          <a:xfrm>
            <a:off x="803275" y="3178175"/>
            <a:ext cx="544513" cy="244475"/>
            <a:chOff x="844" y="3337"/>
            <a:chExt cx="343" cy="154"/>
          </a:xfrm>
        </p:grpSpPr>
        <p:sp>
          <p:nvSpPr>
            <p:cNvPr id="89105" name="Rectangle 150"/>
            <p:cNvSpPr>
              <a:spLocks noChangeArrowheads="1"/>
            </p:cNvSpPr>
            <p:nvPr/>
          </p:nvSpPr>
          <p:spPr bwMode="auto">
            <a:xfrm>
              <a:off x="889" y="3370"/>
              <a:ext cx="245" cy="86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bg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89106" name="Text Box 151"/>
            <p:cNvSpPr txBox="1">
              <a:spLocks noChangeArrowheads="1"/>
            </p:cNvSpPr>
            <p:nvPr/>
          </p:nvSpPr>
          <p:spPr bwMode="auto">
            <a:xfrm>
              <a:off x="844" y="3337"/>
              <a:ext cx="343" cy="15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000" i="0" dirty="0" smtClean="0">
                  <a:solidFill>
                    <a:srgbClr val="FFFFFF"/>
                  </a:solidFill>
                  <a:latin typeface="Arial" panose="020B0604020202090204" pitchFamily="34" charset="0"/>
                  <a:cs typeface="+mn-cs"/>
                </a:rPr>
                <a:t>DHCP</a:t>
              </a:r>
              <a:endParaRPr lang="en-US" sz="1000" i="0" dirty="0" smtClean="0">
                <a:solidFill>
                  <a:srgbClr val="FFFFFF"/>
                </a:solidFill>
                <a:latin typeface="Arial" panose="020B0604020202090204" pitchFamily="34" charset="0"/>
                <a:cs typeface="+mn-cs"/>
              </a:endParaRPr>
            </a:p>
          </p:txBody>
        </p:sp>
      </p:grpSp>
      <p:sp>
        <p:nvSpPr>
          <p:cNvPr id="703643" name="Rectangle 155"/>
          <p:cNvSpPr>
            <a:spLocks noChangeArrowheads="1"/>
          </p:cNvSpPr>
          <p:nvPr/>
        </p:nvSpPr>
        <p:spPr bwMode="auto">
          <a:xfrm>
            <a:off x="4997450" y="2709863"/>
            <a:ext cx="3421063" cy="1362075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/>
          <a:p>
            <a:pPr marL="231775" indent="-231775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000" i="0" dirty="0">
                <a:solidFill>
                  <a:srgbClr val="000000"/>
                </a:solidFill>
                <a:latin typeface="Gill Sans MT" pitchFamily="34" charset="0"/>
                <a:cs typeface="+mn-cs"/>
              </a:rPr>
              <a:t>encapsulation at DHCP server, frame forwarded (</a:t>
            </a:r>
            <a:r>
              <a:rPr lang="en-US" sz="2000" dirty="0">
                <a:solidFill>
                  <a:srgbClr val="C00000"/>
                </a:solidFill>
                <a:latin typeface="Gill Sans MT" pitchFamily="34" charset="0"/>
                <a:cs typeface="+mn-cs"/>
              </a:rPr>
              <a:t>switch learning</a:t>
            </a:r>
            <a:r>
              <a:rPr lang="en-US" sz="2000" i="0" dirty="0">
                <a:solidFill>
                  <a:srgbClr val="000000"/>
                </a:solidFill>
                <a:latin typeface="Gill Sans MT" pitchFamily="34" charset="0"/>
                <a:cs typeface="+mn-cs"/>
              </a:rPr>
              <a:t>) through LAN, demultiplexing at client</a:t>
            </a:r>
            <a:endParaRPr lang="en-US" sz="2000" i="0" dirty="0">
              <a:solidFill>
                <a:srgbClr val="000000"/>
              </a:solidFill>
              <a:latin typeface="Gill Sans MT" pitchFamily="34" charset="0"/>
              <a:cs typeface="+mn-cs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charset="0"/>
              <a:buChar char="v"/>
              <a:defRPr/>
            </a:pPr>
            <a:endParaRPr lang="en-US" i="0" dirty="0">
              <a:solidFill>
                <a:srgbClr val="000000"/>
              </a:solidFill>
              <a:latin typeface="Gill Sans MT" pitchFamily="34" charset="0"/>
              <a:cs typeface="+mn-cs"/>
            </a:endParaRPr>
          </a:p>
        </p:txBody>
      </p:sp>
      <p:sp>
        <p:nvSpPr>
          <p:cNvPr id="703644" name="Text Box 156"/>
          <p:cNvSpPr txBox="1">
            <a:spLocks noChangeArrowheads="1"/>
          </p:cNvSpPr>
          <p:nvPr/>
        </p:nvSpPr>
        <p:spPr bwMode="auto">
          <a:xfrm>
            <a:off x="1379538" y="5260975"/>
            <a:ext cx="6643687" cy="83026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 algn="ctr">
              <a:defRPr/>
            </a:pPr>
            <a:r>
              <a:rPr lang="en-US" sz="2400" dirty="0" smtClean="0">
                <a:solidFill>
                  <a:srgbClr val="000000"/>
                </a:solidFill>
                <a:latin typeface="Gill Sans MT" pitchFamily="34" charset="0"/>
                <a:cs typeface="+mn-cs"/>
              </a:rPr>
              <a:t>Client now has IP address, knows name &amp; addr of DNS </a:t>
            </a:r>
            <a:endParaRPr lang="en-US" sz="2400" dirty="0" smtClean="0">
              <a:solidFill>
                <a:srgbClr val="000000"/>
              </a:solidFill>
              <a:latin typeface="Gill Sans MT" pitchFamily="34" charset="0"/>
              <a:cs typeface="+mn-cs"/>
            </a:endParaRPr>
          </a:p>
          <a:p>
            <a:pPr algn="ctr">
              <a:defRPr/>
            </a:pPr>
            <a:r>
              <a:rPr lang="en-US" sz="2400" dirty="0" smtClean="0">
                <a:solidFill>
                  <a:srgbClr val="000000"/>
                </a:solidFill>
                <a:latin typeface="Gill Sans MT" pitchFamily="34" charset="0"/>
                <a:cs typeface="+mn-cs"/>
              </a:rPr>
              <a:t>server, IP address of its first-hop router</a:t>
            </a:r>
            <a:endParaRPr lang="en-US" sz="2400" dirty="0" smtClean="0">
              <a:solidFill>
                <a:srgbClr val="000000"/>
              </a:solidFill>
              <a:latin typeface="Gill Sans MT" pitchFamily="34" charset="0"/>
              <a:cs typeface="+mn-cs"/>
            </a:endParaRPr>
          </a:p>
        </p:txBody>
      </p:sp>
      <p:sp>
        <p:nvSpPr>
          <p:cNvPr id="703645" name="Rectangle 157"/>
          <p:cNvSpPr>
            <a:spLocks noChangeArrowheads="1"/>
          </p:cNvSpPr>
          <p:nvPr/>
        </p:nvSpPr>
        <p:spPr bwMode="auto">
          <a:xfrm>
            <a:off x="4989513" y="4111625"/>
            <a:ext cx="3421062" cy="733425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/>
          <a:p>
            <a:pPr marL="231775" indent="-231775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000" i="0" dirty="0">
                <a:solidFill>
                  <a:srgbClr val="000000"/>
                </a:solidFill>
                <a:latin typeface="Gill Sans MT" pitchFamily="34" charset="0"/>
                <a:cs typeface="+mn-cs"/>
              </a:rPr>
              <a:t>DHCP client receives DHCP ACK reply</a:t>
            </a:r>
            <a:endParaRPr lang="en-US" sz="2000" i="0" dirty="0">
              <a:solidFill>
                <a:srgbClr val="000000"/>
              </a:solidFill>
              <a:latin typeface="Gill Sans MT" pitchFamily="34" charset="0"/>
              <a:cs typeface="+mn-cs"/>
            </a:endParaRPr>
          </a:p>
        </p:txBody>
      </p:sp>
      <p:sp>
        <p:nvSpPr>
          <p:cNvPr id="89103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9525"/>
            <a:ext cx="8034338" cy="996950"/>
          </a:xfrm>
        </p:spPr>
        <p:txBody>
          <a:bodyPr/>
          <a:lstStyle/>
          <a:p>
            <a:pPr>
              <a:defRPr/>
            </a:pPr>
            <a:r>
              <a:rPr lang="en-US" sz="3200" dirty="0">
                <a:latin typeface="Gill Sans MT" pitchFamily="34" charset="0"/>
                <a:cs typeface="+mj-cs"/>
              </a:rPr>
              <a:t>A day in the life… connecting to the Internet</a:t>
            </a:r>
            <a:endParaRPr lang="en-US" sz="3200" dirty="0">
              <a:latin typeface="Gill Sans MT" pitchFamily="34" charset="0"/>
              <a:cs typeface="+mj-cs"/>
            </a:endParaRPr>
          </a:p>
        </p:txBody>
      </p:sp>
      <p:pic>
        <p:nvPicPr>
          <p:cNvPr id="211983" name="Picture 15" descr="underline_base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950" y="671513"/>
            <a:ext cx="7769225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r>
              <a:rPr lang="en-US" sz="1200" dirty="0">
                <a:latin typeface="Tahoma" panose="020B0604030504040204" charset="0"/>
              </a:rPr>
              <a:t>6</a:t>
            </a:r>
            <a:r>
              <a:rPr lang="en-US" sz="1200" dirty="0" smtClean="0">
                <a:latin typeface="Tahoma" panose="020B0604030504040204" charset="0"/>
              </a:rPr>
              <a:t>-</a:t>
            </a:r>
            <a:fld id="{8E8C6E93-DF5B-BC4B-80F9-500DED1EEDCC}" type="slidenum">
              <a:rPr lang="en-US" sz="1200">
                <a:latin typeface="Tahoma" panose="020B0604030504040204" charset="0"/>
              </a:rPr>
            </a:fld>
            <a:endParaRPr lang="en-US" sz="1200" dirty="0">
              <a:latin typeface="Tahoma" panose="020B0604030504040204" charset="0"/>
            </a:endParaRPr>
          </a:p>
        </p:txBody>
      </p:sp>
      <p:sp>
        <p:nvSpPr>
          <p:cNvPr id="176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pPr algn="r"/>
            <a:r>
              <a:rPr lang="en-US" sz="1200" dirty="0" smtClean="0">
                <a:solidFill>
                  <a:srgbClr val="000000"/>
                </a:solidFill>
                <a:latin typeface="Tahoma" panose="020B0604030504040204" charset="0"/>
                <a:cs typeface="Arial" panose="020B0604020202090204" pitchFamily="34" charset="0"/>
              </a:rPr>
              <a:t>Link Layer and LANs</a:t>
            </a:r>
            <a:endParaRPr lang="en-US" sz="1200" dirty="0">
              <a:solidFill>
                <a:srgbClr val="000000"/>
              </a:solidFill>
              <a:latin typeface="Tahoma" panose="020B060403050404020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703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569 0.03081 L 0.1533 0.0322 L 0.34896 -0.28446 L -0.04115 -0.28886 " pathEditMode="relative" rAng="0" ptsTypes="AAAA">
                                      <p:cBhvr>
                                        <p:cTn id="21" dur="2000" fill="hold"/>
                                        <p:tgtEl>
                                          <p:spTgt spid="7035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951" y="-1591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703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1000"/>
                                        <p:tgtEl>
                                          <p:spTgt spid="703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6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3491" grpId="0" build="p"/>
      <p:bldP spid="703643" grpId="0" build="p"/>
      <p:bldP spid="703644" grpId="0"/>
      <p:bldP spid="703645" grpId="0" build="p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2993" name="Group 92"/>
          <p:cNvGrpSpPr/>
          <p:nvPr/>
        </p:nvGrpSpPr>
        <p:grpSpPr bwMode="auto">
          <a:xfrm>
            <a:off x="773113" y="1273175"/>
            <a:ext cx="3554412" cy="3067050"/>
            <a:chOff x="773113" y="1273175"/>
            <a:chExt cx="3554412" cy="3066395"/>
          </a:xfrm>
        </p:grpSpPr>
        <p:sp>
          <p:nvSpPr>
            <p:cNvPr id="213057" name="Freeform 3"/>
            <p:cNvSpPr/>
            <p:nvPr/>
          </p:nvSpPr>
          <p:spPr bwMode="auto">
            <a:xfrm>
              <a:off x="773113" y="1273175"/>
              <a:ext cx="3554412" cy="2754313"/>
            </a:xfrm>
            <a:custGeom>
              <a:avLst/>
              <a:gdLst>
                <a:gd name="T0" fmla="*/ 2147483647 w 2406"/>
                <a:gd name="T1" fmla="*/ 2147483647 h 958"/>
                <a:gd name="T2" fmla="*/ 2147483647 w 2406"/>
                <a:gd name="T3" fmla="*/ 2147483647 h 958"/>
                <a:gd name="T4" fmla="*/ 2147483647 w 2406"/>
                <a:gd name="T5" fmla="*/ 2147483647 h 958"/>
                <a:gd name="T6" fmla="*/ 2147483647 w 2406"/>
                <a:gd name="T7" fmla="*/ 2147483647 h 958"/>
                <a:gd name="T8" fmla="*/ 2147483647 w 2406"/>
                <a:gd name="T9" fmla="*/ 2147483647 h 958"/>
                <a:gd name="T10" fmla="*/ 2147483647 w 2406"/>
                <a:gd name="T11" fmla="*/ 2147483647 h 958"/>
                <a:gd name="T12" fmla="*/ 2147483647 w 2406"/>
                <a:gd name="T13" fmla="*/ 2147483647 h 958"/>
                <a:gd name="T14" fmla="*/ 2147483647 w 2406"/>
                <a:gd name="T15" fmla="*/ 2147483647 h 958"/>
                <a:gd name="T16" fmla="*/ 2147483647 w 2406"/>
                <a:gd name="T17" fmla="*/ 2147483647 h 958"/>
                <a:gd name="T18" fmla="*/ 2147483647 w 2406"/>
                <a:gd name="T19" fmla="*/ 2147483647 h 958"/>
                <a:gd name="T20" fmla="*/ 2147483647 w 2406"/>
                <a:gd name="T21" fmla="*/ 2147483647 h 958"/>
                <a:gd name="T22" fmla="*/ 2147483647 w 2406"/>
                <a:gd name="T23" fmla="*/ 2147483647 h 958"/>
                <a:gd name="T24" fmla="*/ 2147483647 w 2406"/>
                <a:gd name="T25" fmla="*/ 2147483647 h 95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406"/>
                <a:gd name="T40" fmla="*/ 0 h 958"/>
                <a:gd name="T41" fmla="*/ 2406 w 2406"/>
                <a:gd name="T42" fmla="*/ 958 h 958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406" h="958">
                  <a:moveTo>
                    <a:pt x="2192" y="274"/>
                  </a:moveTo>
                  <a:cubicBezTo>
                    <a:pt x="1978" y="94"/>
                    <a:pt x="1990" y="122"/>
                    <a:pt x="1857" y="77"/>
                  </a:cubicBezTo>
                  <a:cubicBezTo>
                    <a:pt x="1724" y="32"/>
                    <a:pt x="1584" y="0"/>
                    <a:pt x="1393" y="7"/>
                  </a:cubicBezTo>
                  <a:cubicBezTo>
                    <a:pt x="1202" y="14"/>
                    <a:pt x="898" y="84"/>
                    <a:pt x="713" y="122"/>
                  </a:cubicBezTo>
                  <a:cubicBezTo>
                    <a:pt x="528" y="160"/>
                    <a:pt x="395" y="168"/>
                    <a:pt x="280" y="234"/>
                  </a:cubicBezTo>
                  <a:cubicBezTo>
                    <a:pt x="166" y="301"/>
                    <a:pt x="52" y="432"/>
                    <a:pt x="26" y="522"/>
                  </a:cubicBezTo>
                  <a:cubicBezTo>
                    <a:pt x="0" y="612"/>
                    <a:pt x="81" y="711"/>
                    <a:pt x="122" y="773"/>
                  </a:cubicBezTo>
                  <a:cubicBezTo>
                    <a:pt x="163" y="835"/>
                    <a:pt x="99" y="877"/>
                    <a:pt x="273" y="894"/>
                  </a:cubicBezTo>
                  <a:cubicBezTo>
                    <a:pt x="447" y="911"/>
                    <a:pt x="938" y="866"/>
                    <a:pt x="1169" y="876"/>
                  </a:cubicBezTo>
                  <a:cubicBezTo>
                    <a:pt x="1400" y="886"/>
                    <a:pt x="1499" y="950"/>
                    <a:pt x="1659" y="954"/>
                  </a:cubicBezTo>
                  <a:cubicBezTo>
                    <a:pt x="1819" y="958"/>
                    <a:pt x="2014" y="958"/>
                    <a:pt x="2129" y="897"/>
                  </a:cubicBezTo>
                  <a:cubicBezTo>
                    <a:pt x="2244" y="836"/>
                    <a:pt x="2327" y="856"/>
                    <a:pt x="2350" y="591"/>
                  </a:cubicBezTo>
                  <a:cubicBezTo>
                    <a:pt x="2373" y="326"/>
                    <a:pt x="2406" y="454"/>
                    <a:pt x="2192" y="274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3058" name="Line 36"/>
            <p:cNvSpPr>
              <a:spLocks noChangeShapeType="1"/>
            </p:cNvSpPr>
            <p:nvPr/>
          </p:nvSpPr>
          <p:spPr bwMode="auto">
            <a:xfrm flipV="1">
              <a:off x="3775075" y="2344738"/>
              <a:ext cx="155575" cy="1428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3059" name="Line 43"/>
            <p:cNvSpPr>
              <a:spLocks noChangeShapeType="1"/>
            </p:cNvSpPr>
            <p:nvPr/>
          </p:nvSpPr>
          <p:spPr bwMode="auto">
            <a:xfrm flipV="1">
              <a:off x="2665413" y="2517775"/>
              <a:ext cx="69532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3060" name="Line 44"/>
            <p:cNvSpPr>
              <a:spLocks noChangeShapeType="1"/>
            </p:cNvSpPr>
            <p:nvPr/>
          </p:nvSpPr>
          <p:spPr bwMode="auto">
            <a:xfrm flipV="1">
              <a:off x="3924300" y="2201863"/>
              <a:ext cx="138113" cy="1428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3061" name="Line 48"/>
            <p:cNvSpPr>
              <a:spLocks noChangeShapeType="1"/>
            </p:cNvSpPr>
            <p:nvPr/>
          </p:nvSpPr>
          <p:spPr bwMode="auto">
            <a:xfrm flipV="1">
              <a:off x="3279775" y="2736850"/>
              <a:ext cx="512763" cy="6127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0183" name="Text Box 240"/>
            <p:cNvSpPr txBox="1">
              <a:spLocks noChangeArrowheads="1"/>
            </p:cNvSpPr>
            <p:nvPr/>
          </p:nvSpPr>
          <p:spPr bwMode="auto">
            <a:xfrm>
              <a:off x="2562225" y="3815807"/>
              <a:ext cx="1211263" cy="52376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400" dirty="0" smtClean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router</a:t>
              </a:r>
              <a:endParaRPr lang="en-US" sz="1400" dirty="0" smtClean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  <a:p>
              <a:pPr>
                <a:defRPr/>
              </a:pPr>
              <a:r>
                <a:rPr lang="en-US" sz="1400" dirty="0" smtClean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(runs DHCP)</a:t>
              </a:r>
              <a:endParaRPr lang="en-US" sz="1400" dirty="0" smtClean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grpSp>
          <p:nvGrpSpPr>
            <p:cNvPr id="213063" name="Group 356"/>
            <p:cNvGrpSpPr/>
            <p:nvPr/>
          </p:nvGrpSpPr>
          <p:grpSpPr bwMode="auto">
            <a:xfrm>
              <a:off x="1653422" y="1982680"/>
              <a:ext cx="843032" cy="814871"/>
              <a:chOff x="313" y="1497"/>
              <a:chExt cx="1152" cy="1014"/>
            </a:xfrm>
          </p:grpSpPr>
          <p:pic>
            <p:nvPicPr>
              <p:cNvPr id="213115" name="Picture 354" descr="laptop_stylized_small"/>
              <p:cNvPicPr>
                <a:picLocks noChangeAspect="1"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3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13116" name="Picture 355" descr="antenna_stylized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90185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36925" y="2423867"/>
              <a:ext cx="879475" cy="349175"/>
            </a:xfrm>
            <a:prstGeom prst="rect">
              <a:avLst/>
            </a:prstGeom>
            <a:noFill/>
            <a:ln>
              <a:noFill/>
            </a:ln>
            <a:effectLst/>
          </p:spPr>
        </p:pic>
        <p:sp>
          <p:nvSpPr>
            <p:cNvPr id="102" name="Rectangle 43"/>
            <p:cNvSpPr>
              <a:spLocks noChangeArrowheads="1"/>
            </p:cNvSpPr>
            <p:nvPr/>
          </p:nvSpPr>
          <p:spPr bwMode="auto">
            <a:xfrm rot="16200000" flipH="1">
              <a:off x="3589349" y="3549138"/>
              <a:ext cx="104753" cy="244475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Comic Sans MS" panose="030F0902030302020204" pitchFamily="66" charset="0"/>
                <a:ea typeface="+mn-ea"/>
                <a:cs typeface="+mn-cs"/>
              </a:endParaRPr>
            </a:p>
          </p:txBody>
        </p:sp>
        <p:sp>
          <p:nvSpPr>
            <p:cNvPr id="103" name="Rectangle 43"/>
            <p:cNvSpPr>
              <a:spLocks noChangeArrowheads="1"/>
            </p:cNvSpPr>
            <p:nvPr/>
          </p:nvSpPr>
          <p:spPr bwMode="auto">
            <a:xfrm rot="2460490">
              <a:off x="3206750" y="3274585"/>
              <a:ext cx="82550" cy="247597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Comic Sans MS" panose="030F0902030302020204" pitchFamily="66" charset="0"/>
                <a:ea typeface="+mn-ea"/>
                <a:cs typeface="+mn-cs"/>
              </a:endParaRPr>
            </a:p>
          </p:txBody>
        </p:sp>
        <p:sp>
          <p:nvSpPr>
            <p:cNvPr id="104" name="Rectangle 43"/>
            <p:cNvSpPr>
              <a:spLocks noChangeArrowheads="1"/>
            </p:cNvSpPr>
            <p:nvPr/>
          </p:nvSpPr>
          <p:spPr bwMode="auto">
            <a:xfrm rot="16200000">
              <a:off x="2499531" y="2388124"/>
              <a:ext cx="111101" cy="296863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Comic Sans MS" panose="030F0902030302020204" pitchFamily="66" charset="0"/>
                <a:ea typeface="+mn-ea"/>
                <a:cs typeface="+mn-cs"/>
              </a:endParaRPr>
            </a:p>
          </p:txBody>
        </p:sp>
        <p:grpSp>
          <p:nvGrpSpPr>
            <p:cNvPr id="213068" name="Group 248"/>
            <p:cNvGrpSpPr/>
            <p:nvPr/>
          </p:nvGrpSpPr>
          <p:grpSpPr bwMode="auto">
            <a:xfrm>
              <a:off x="2597285" y="3210128"/>
              <a:ext cx="332569" cy="581078"/>
              <a:chOff x="4140" y="429"/>
              <a:chExt cx="1425" cy="2396"/>
            </a:xfrm>
          </p:grpSpPr>
          <p:sp>
            <p:nvSpPr>
              <p:cNvPr id="213083" name="Freeform 148"/>
              <p:cNvSpPr/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1 w 354"/>
                  <a:gd name="T1" fmla="*/ 0 h 2742"/>
                  <a:gd name="T2" fmla="*/ 116 w 354"/>
                  <a:gd name="T3" fmla="*/ 137 h 2742"/>
                  <a:gd name="T4" fmla="*/ 114 w 354"/>
                  <a:gd name="T5" fmla="*/ 1057 h 2742"/>
                  <a:gd name="T6" fmla="*/ 0 w 354"/>
                  <a:gd name="T7" fmla="*/ 1105 h 2742"/>
                  <a:gd name="T8" fmla="*/ 21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0205" name="Rectangle 149"/>
              <p:cNvSpPr>
                <a:spLocks noChangeArrowheads="1"/>
              </p:cNvSpPr>
              <p:nvPr/>
            </p:nvSpPr>
            <p:spPr bwMode="auto">
              <a:xfrm>
                <a:off x="4207" y="426"/>
                <a:ext cx="1048" cy="2291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213085" name="Freeform 150"/>
              <p:cNvSpPr/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70 w 211"/>
                  <a:gd name="T3" fmla="*/ 88 h 2537"/>
                  <a:gd name="T4" fmla="*/ 2 w 211"/>
                  <a:gd name="T5" fmla="*/ 1007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13086" name="Freeform 151"/>
              <p:cNvSpPr/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09 w 328"/>
                  <a:gd name="T3" fmla="*/ 52 h 226"/>
                  <a:gd name="T4" fmla="*/ 108 w 328"/>
                  <a:gd name="T5" fmla="*/ 92 h 226"/>
                  <a:gd name="T6" fmla="*/ 0 w 328"/>
                  <a:gd name="T7" fmla="*/ 41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0208" name="Rectangle 152"/>
              <p:cNvSpPr>
                <a:spLocks noChangeArrowheads="1"/>
              </p:cNvSpPr>
              <p:nvPr/>
            </p:nvSpPr>
            <p:spPr bwMode="auto">
              <a:xfrm>
                <a:off x="4214" y="688"/>
                <a:ext cx="592" cy="5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grpSp>
            <p:nvGrpSpPr>
              <p:cNvPr id="213088" name="Group 153"/>
              <p:cNvGrpSpPr/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90234" name="AutoShape 154"/>
                <p:cNvSpPr>
                  <a:spLocks noChangeArrowheads="1"/>
                </p:cNvSpPr>
                <p:nvPr/>
              </p:nvSpPr>
              <p:spPr bwMode="auto">
                <a:xfrm>
                  <a:off x="617" y="2569"/>
                  <a:ext cx="721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0235" name="AutoShape 155"/>
                <p:cNvSpPr>
                  <a:spLocks noChangeArrowheads="1"/>
                </p:cNvSpPr>
                <p:nvPr/>
              </p:nvSpPr>
              <p:spPr bwMode="auto">
                <a:xfrm>
                  <a:off x="634" y="2587"/>
                  <a:ext cx="688" cy="10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sp>
            <p:nvSpPr>
              <p:cNvPr id="90210" name="Rectangle 156"/>
              <p:cNvSpPr>
                <a:spLocks noChangeArrowheads="1"/>
              </p:cNvSpPr>
              <p:nvPr/>
            </p:nvSpPr>
            <p:spPr bwMode="auto">
              <a:xfrm>
                <a:off x="4221" y="1015"/>
                <a:ext cx="599" cy="5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grpSp>
            <p:nvGrpSpPr>
              <p:cNvPr id="213090" name="Group 157"/>
              <p:cNvGrpSpPr/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90232" name="AutoShape 158"/>
                <p:cNvSpPr>
                  <a:spLocks noChangeArrowheads="1"/>
                </p:cNvSpPr>
                <p:nvPr/>
              </p:nvSpPr>
              <p:spPr bwMode="auto">
                <a:xfrm>
                  <a:off x="611" y="2570"/>
                  <a:ext cx="730" cy="13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0233" name="AutoShape 159"/>
                <p:cNvSpPr>
                  <a:spLocks noChangeArrowheads="1"/>
                </p:cNvSpPr>
                <p:nvPr/>
              </p:nvSpPr>
              <p:spPr bwMode="auto">
                <a:xfrm>
                  <a:off x="628" y="2583"/>
                  <a:ext cx="696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sp>
            <p:nvSpPr>
              <p:cNvPr id="90212" name="Rectangle 160"/>
              <p:cNvSpPr>
                <a:spLocks noChangeArrowheads="1"/>
              </p:cNvSpPr>
              <p:nvPr/>
            </p:nvSpPr>
            <p:spPr bwMode="auto">
              <a:xfrm>
                <a:off x="4214" y="1356"/>
                <a:ext cx="599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0213" name="Rectangle 161"/>
              <p:cNvSpPr>
                <a:spLocks noChangeArrowheads="1"/>
              </p:cNvSpPr>
              <p:nvPr/>
            </p:nvSpPr>
            <p:spPr bwMode="auto">
              <a:xfrm>
                <a:off x="4228" y="1657"/>
                <a:ext cx="599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grpSp>
            <p:nvGrpSpPr>
              <p:cNvPr id="213093" name="Group 162"/>
              <p:cNvGrpSpPr/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90230" name="AutoShape 163"/>
                <p:cNvSpPr>
                  <a:spLocks noChangeArrowheads="1"/>
                </p:cNvSpPr>
                <p:nvPr/>
              </p:nvSpPr>
              <p:spPr bwMode="auto">
                <a:xfrm>
                  <a:off x="618" y="2571"/>
                  <a:ext cx="720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0231" name="AutoShape 164"/>
                <p:cNvSpPr>
                  <a:spLocks noChangeArrowheads="1"/>
                </p:cNvSpPr>
                <p:nvPr/>
              </p:nvSpPr>
              <p:spPr bwMode="auto">
                <a:xfrm>
                  <a:off x="635" y="2589"/>
                  <a:ext cx="686" cy="102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sp>
            <p:nvSpPr>
              <p:cNvPr id="213094" name="Freeform 165"/>
              <p:cNvSpPr/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09 w 328"/>
                  <a:gd name="T3" fmla="*/ 51 h 226"/>
                  <a:gd name="T4" fmla="*/ 108 w 328"/>
                  <a:gd name="T5" fmla="*/ 90 h 226"/>
                  <a:gd name="T6" fmla="*/ 0 w 328"/>
                  <a:gd name="T7" fmla="*/ 39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grpSp>
            <p:nvGrpSpPr>
              <p:cNvPr id="213095" name="Group 166"/>
              <p:cNvGrpSpPr/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90228" name="AutoShape 167"/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29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0229" name="AutoShape 168"/>
                <p:cNvSpPr>
                  <a:spLocks noChangeArrowheads="1"/>
                </p:cNvSpPr>
                <p:nvPr/>
              </p:nvSpPr>
              <p:spPr bwMode="auto">
                <a:xfrm>
                  <a:off x="630" y="2584"/>
                  <a:ext cx="695" cy="105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sp>
            <p:nvSpPr>
              <p:cNvPr id="90217" name="Rectangle 169"/>
              <p:cNvSpPr>
                <a:spLocks noChangeArrowheads="1"/>
              </p:cNvSpPr>
              <p:nvPr/>
            </p:nvSpPr>
            <p:spPr bwMode="auto">
              <a:xfrm>
                <a:off x="5255" y="426"/>
                <a:ext cx="68" cy="2297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213097" name="Freeform 170"/>
              <p:cNvSpPr/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96 w 296"/>
                  <a:gd name="T3" fmla="*/ 57 h 256"/>
                  <a:gd name="T4" fmla="*/ 98 w 296"/>
                  <a:gd name="T5" fmla="*/ 102 h 256"/>
                  <a:gd name="T6" fmla="*/ 0 w 296"/>
                  <a:gd name="T7" fmla="*/ 39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13098" name="Freeform 171"/>
              <p:cNvSpPr/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01 w 304"/>
                  <a:gd name="T3" fmla="*/ 66 h 288"/>
                  <a:gd name="T4" fmla="*/ 95 w 304"/>
                  <a:gd name="T5" fmla="*/ 116 h 288"/>
                  <a:gd name="T6" fmla="*/ 2 w 304"/>
                  <a:gd name="T7" fmla="*/ 5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0220" name="Oval 172"/>
              <p:cNvSpPr>
                <a:spLocks noChangeArrowheads="1"/>
              </p:cNvSpPr>
              <p:nvPr/>
            </p:nvSpPr>
            <p:spPr bwMode="auto">
              <a:xfrm>
                <a:off x="5520" y="2612"/>
                <a:ext cx="48" cy="9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213100" name="Freeform 173"/>
              <p:cNvSpPr/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43 h 240"/>
                  <a:gd name="T2" fmla="*/ 2 w 306"/>
                  <a:gd name="T3" fmla="*/ 97 h 240"/>
                  <a:gd name="T4" fmla="*/ 101 w 306"/>
                  <a:gd name="T5" fmla="*/ 44 h 240"/>
                  <a:gd name="T6" fmla="*/ 98 w 306"/>
                  <a:gd name="T7" fmla="*/ 0 h 240"/>
                  <a:gd name="T8" fmla="*/ 0 w 306"/>
                  <a:gd name="T9" fmla="*/ 43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0222" name="AutoShape 174"/>
              <p:cNvSpPr>
                <a:spLocks noChangeArrowheads="1"/>
              </p:cNvSpPr>
              <p:nvPr/>
            </p:nvSpPr>
            <p:spPr bwMode="auto">
              <a:xfrm>
                <a:off x="4139" y="2678"/>
                <a:ext cx="1204" cy="17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0223" name="AutoShape 175"/>
              <p:cNvSpPr>
                <a:spLocks noChangeArrowheads="1"/>
              </p:cNvSpPr>
              <p:nvPr/>
            </p:nvSpPr>
            <p:spPr bwMode="auto">
              <a:xfrm>
                <a:off x="4207" y="2717"/>
                <a:ext cx="1068" cy="8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0224" name="Oval 176"/>
              <p:cNvSpPr>
                <a:spLocks noChangeArrowheads="1"/>
              </p:cNvSpPr>
              <p:nvPr/>
            </p:nvSpPr>
            <p:spPr bwMode="auto">
              <a:xfrm>
                <a:off x="4309" y="2383"/>
                <a:ext cx="156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0225" name="Oval 177"/>
              <p:cNvSpPr>
                <a:spLocks noChangeArrowheads="1"/>
              </p:cNvSpPr>
              <p:nvPr/>
            </p:nvSpPr>
            <p:spPr bwMode="auto">
              <a:xfrm>
                <a:off x="4486" y="2383"/>
                <a:ext cx="163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en-US" dirty="0">
                  <a:solidFill>
                    <a:srgbClr val="FF0000"/>
                  </a:solidFill>
                  <a:cs typeface="+mn-cs"/>
                </a:endParaRPr>
              </a:p>
            </p:txBody>
          </p:sp>
          <p:sp>
            <p:nvSpPr>
              <p:cNvPr id="90226" name="Oval 178"/>
              <p:cNvSpPr>
                <a:spLocks noChangeArrowheads="1"/>
              </p:cNvSpPr>
              <p:nvPr/>
            </p:nvSpPr>
            <p:spPr bwMode="auto">
              <a:xfrm>
                <a:off x="4663" y="2383"/>
                <a:ext cx="156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0227" name="Rectangle 179"/>
              <p:cNvSpPr>
                <a:spLocks noChangeArrowheads="1"/>
              </p:cNvSpPr>
              <p:nvPr/>
            </p:nvSpPr>
            <p:spPr bwMode="auto">
              <a:xfrm>
                <a:off x="5065" y="1834"/>
                <a:ext cx="82" cy="772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grpSp>
          <p:nvGrpSpPr>
            <p:cNvPr id="213069" name="Group 48"/>
            <p:cNvGrpSpPr/>
            <p:nvPr/>
          </p:nvGrpSpPr>
          <p:grpSpPr bwMode="auto">
            <a:xfrm>
              <a:off x="2795471" y="3465563"/>
              <a:ext cx="735669" cy="376863"/>
              <a:chOff x="3600" y="219"/>
              <a:chExt cx="360" cy="175"/>
            </a:xfrm>
          </p:grpSpPr>
          <p:sp>
            <p:nvSpPr>
              <p:cNvPr id="90191" name="Oval 49"/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0192" name="Line 50"/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0193" name="Line 51"/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0194" name="Rectangle 52"/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3" cy="5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en-US" sz="2400" i="0" dirty="0">
                  <a:solidFill>
                    <a:srgbClr val="000000"/>
                  </a:solidFill>
                  <a:latin typeface="Times New Roman" panose="02020503050405090304" charset="0"/>
                  <a:cs typeface="+mn-cs"/>
                </a:endParaRPr>
              </a:p>
            </p:txBody>
          </p:sp>
          <p:sp>
            <p:nvSpPr>
              <p:cNvPr id="90195" name="Oval 53"/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grpSp>
            <p:nvGrpSpPr>
              <p:cNvPr id="213075" name="Group 54"/>
              <p:cNvGrpSpPr/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90201" name="Line 55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90202" name="Line 56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90203" name="Line 57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  <p:grpSp>
            <p:nvGrpSpPr>
              <p:cNvPr id="213076" name="Group 58"/>
              <p:cNvGrpSpPr/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90198" name="Line 59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90199" name="Line 60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90200" name="Line 61"/>
                <p:cNvSpPr>
                  <a:spLocks noChangeShapeType="1"/>
                </p:cNvSpPr>
                <p:nvPr/>
              </p:nvSpPr>
              <p:spPr bwMode="auto">
                <a:xfrm>
                  <a:off x="2894" y="854"/>
                  <a:ext cx="52" cy="9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</p:grpSp>
      </p:grpSp>
      <p:sp>
        <p:nvSpPr>
          <p:cNvPr id="90117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0"/>
            <a:ext cx="8853488" cy="1001713"/>
          </a:xfrm>
        </p:spPr>
        <p:txBody>
          <a:bodyPr/>
          <a:lstStyle/>
          <a:p>
            <a:pPr>
              <a:defRPr/>
            </a:pPr>
            <a:r>
              <a:rPr lang="en-US" sz="3200" dirty="0">
                <a:latin typeface="Gill Sans MT" pitchFamily="34" charset="0"/>
                <a:cs typeface="+mj-cs"/>
              </a:rPr>
              <a:t>A day in the life… ARP (before DNS, before HTTP)</a:t>
            </a:r>
            <a:endParaRPr lang="en-US" sz="3200" dirty="0">
              <a:latin typeface="Gill Sans MT" pitchFamily="34" charset="0"/>
              <a:cs typeface="+mj-cs"/>
            </a:endParaRPr>
          </a:p>
        </p:txBody>
      </p:sp>
      <p:sp>
        <p:nvSpPr>
          <p:cNvPr id="901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91025" y="1014413"/>
            <a:ext cx="4667250" cy="1262062"/>
          </a:xfrm>
        </p:spPr>
        <p:txBody>
          <a:bodyPr/>
          <a:lstStyle/>
          <a:p>
            <a:pPr>
              <a:defRPr/>
            </a:pPr>
            <a:r>
              <a:rPr lang="en-US" sz="2200" dirty="0">
                <a:latin typeface="Gill Sans MT" pitchFamily="34" charset="0"/>
                <a:cs typeface="+mn-cs"/>
              </a:rPr>
              <a:t>before sending </a:t>
            </a:r>
            <a:r>
              <a:rPr lang="en-US" sz="2200" i="1" dirty="0">
                <a:solidFill>
                  <a:srgbClr val="C00000"/>
                </a:solidFill>
                <a:latin typeface="Gill Sans MT" pitchFamily="34" charset="0"/>
                <a:cs typeface="+mn-cs"/>
              </a:rPr>
              <a:t>HTTP</a:t>
            </a:r>
            <a:r>
              <a:rPr lang="en-US" sz="2200" b="1" i="1" dirty="0">
                <a:solidFill>
                  <a:srgbClr val="C00000"/>
                </a:solidFill>
                <a:latin typeface="Gill Sans MT" pitchFamily="34" charset="0"/>
                <a:cs typeface="+mn-cs"/>
              </a:rPr>
              <a:t> </a:t>
            </a:r>
            <a:r>
              <a:rPr lang="en-US" sz="2200" dirty="0">
                <a:latin typeface="Gill Sans MT" pitchFamily="34" charset="0"/>
                <a:cs typeface="+mn-cs"/>
              </a:rPr>
              <a:t>request, need IP address of www.google.com:  </a:t>
            </a:r>
            <a:r>
              <a:rPr lang="en-US" sz="2200" i="1" dirty="0">
                <a:solidFill>
                  <a:srgbClr val="C00000"/>
                </a:solidFill>
                <a:latin typeface="Gill Sans MT" pitchFamily="34" charset="0"/>
                <a:cs typeface="+mn-cs"/>
              </a:rPr>
              <a:t>DNS</a:t>
            </a:r>
            <a:endParaRPr lang="en-US" sz="2200" i="1" dirty="0">
              <a:solidFill>
                <a:srgbClr val="C00000"/>
              </a:solidFill>
              <a:latin typeface="Gill Sans MT" pitchFamily="34" charset="0"/>
              <a:cs typeface="+mn-cs"/>
            </a:endParaRPr>
          </a:p>
        </p:txBody>
      </p:sp>
      <p:sp>
        <p:nvSpPr>
          <p:cNvPr id="212998" name="Line 43"/>
          <p:cNvSpPr>
            <a:spLocks noChangeShapeType="1"/>
          </p:cNvSpPr>
          <p:nvPr/>
        </p:nvSpPr>
        <p:spPr bwMode="auto">
          <a:xfrm flipV="1">
            <a:off x="2665413" y="2517775"/>
            <a:ext cx="6953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704557" name="Group 45"/>
          <p:cNvGrpSpPr/>
          <p:nvPr/>
        </p:nvGrpSpPr>
        <p:grpSpPr bwMode="auto">
          <a:xfrm>
            <a:off x="1195388" y="1081088"/>
            <a:ext cx="976312" cy="1460500"/>
            <a:chOff x="651" y="681"/>
            <a:chExt cx="615" cy="920"/>
          </a:xfrm>
        </p:grpSpPr>
        <p:sp>
          <p:nvSpPr>
            <p:cNvPr id="213049" name="Freeform 46"/>
            <p:cNvSpPr/>
            <p:nvPr/>
          </p:nvSpPr>
          <p:spPr bwMode="auto">
            <a:xfrm>
              <a:off x="662" y="698"/>
              <a:ext cx="604" cy="903"/>
            </a:xfrm>
            <a:custGeom>
              <a:avLst/>
              <a:gdLst>
                <a:gd name="T0" fmla="*/ 496 w 604"/>
                <a:gd name="T1" fmla="*/ 0 h 903"/>
                <a:gd name="T2" fmla="*/ 604 w 604"/>
                <a:gd name="T3" fmla="*/ 903 h 903"/>
                <a:gd name="T4" fmla="*/ 0 w 604"/>
                <a:gd name="T5" fmla="*/ 788 h 903"/>
                <a:gd name="T6" fmla="*/ 456 w 604"/>
                <a:gd name="T7" fmla="*/ 750 h 903"/>
                <a:gd name="T8" fmla="*/ 496 w 604"/>
                <a:gd name="T9" fmla="*/ 0 h 9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4" h="903">
                  <a:moveTo>
                    <a:pt x="496" y="0"/>
                  </a:moveTo>
                  <a:lnTo>
                    <a:pt x="604" y="903"/>
                  </a:lnTo>
                  <a:lnTo>
                    <a:pt x="0" y="788"/>
                  </a:lnTo>
                  <a:lnTo>
                    <a:pt x="456" y="750"/>
                  </a:lnTo>
                  <a:lnTo>
                    <a:pt x="496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2700000" scaled="1"/>
            </a:gradFill>
            <a:ln>
              <a:noFill/>
            </a:ln>
            <a:effectLst/>
          </p:spPr>
          <p:txBody>
            <a:bodyPr wrap="none"/>
            <a:lstStyle/>
            <a:p>
              <a:endParaRPr lang="en-US" dirty="0"/>
            </a:p>
          </p:txBody>
        </p:sp>
        <p:grpSp>
          <p:nvGrpSpPr>
            <p:cNvPr id="213050" name="Group 47"/>
            <p:cNvGrpSpPr/>
            <p:nvPr/>
          </p:nvGrpSpPr>
          <p:grpSpPr bwMode="auto">
            <a:xfrm>
              <a:off x="651" y="681"/>
              <a:ext cx="500" cy="828"/>
              <a:chOff x="569" y="2954"/>
              <a:chExt cx="500" cy="828"/>
            </a:xfrm>
          </p:grpSpPr>
          <p:sp>
            <p:nvSpPr>
              <p:cNvPr id="90172" name="Rectangle 48"/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0173" name="Text Box 49"/>
              <p:cNvSpPr txBox="1">
                <a:spLocks noChangeArrowheads="1"/>
              </p:cNvSpPr>
              <p:nvPr/>
            </p:nvSpPr>
            <p:spPr bwMode="auto">
              <a:xfrm>
                <a:off x="639" y="2954"/>
                <a:ext cx="385" cy="82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9pPr>
              </a:lstStyle>
              <a:p>
                <a:pPr algn="ctr">
                  <a:defRPr/>
                </a:pPr>
                <a:r>
                  <a:rPr lang="en-US" sz="1600" i="0" dirty="0" smtClean="0">
                    <a:solidFill>
                      <a:srgbClr val="000000"/>
                    </a:solidFill>
                    <a:latin typeface="Arial" panose="020B0604020202090204" pitchFamily="34" charset="0"/>
                    <a:cs typeface="+mn-cs"/>
                  </a:rPr>
                  <a:t>DNS</a:t>
                </a:r>
                <a:endParaRPr lang="en-US" sz="1600" i="0" dirty="0" smtClean="0">
                  <a:solidFill>
                    <a:srgbClr val="000000"/>
                  </a:solidFill>
                  <a:latin typeface="Arial" panose="020B0604020202090204" pitchFamily="34" charset="0"/>
                  <a:cs typeface="+mn-cs"/>
                </a:endParaRPr>
              </a:p>
              <a:p>
                <a:pPr algn="ctr">
                  <a:defRPr/>
                </a:pPr>
                <a:r>
                  <a:rPr lang="en-US" sz="1600" i="0" dirty="0" smtClean="0">
                    <a:solidFill>
                      <a:srgbClr val="000000"/>
                    </a:solidFill>
                    <a:latin typeface="Arial" panose="020B0604020202090204" pitchFamily="34" charset="0"/>
                    <a:cs typeface="+mn-cs"/>
                  </a:rPr>
                  <a:t>UDP</a:t>
                </a:r>
                <a:endParaRPr lang="en-US" sz="1600" i="0" dirty="0" smtClean="0">
                  <a:solidFill>
                    <a:srgbClr val="000000"/>
                  </a:solidFill>
                  <a:latin typeface="Arial" panose="020B0604020202090204" pitchFamily="34" charset="0"/>
                  <a:cs typeface="+mn-cs"/>
                </a:endParaRPr>
              </a:p>
              <a:p>
                <a:pPr algn="ctr">
                  <a:defRPr/>
                </a:pPr>
                <a:r>
                  <a:rPr lang="en-US" sz="1600" i="0" dirty="0" smtClean="0">
                    <a:solidFill>
                      <a:srgbClr val="000000"/>
                    </a:solidFill>
                    <a:latin typeface="Arial" panose="020B0604020202090204" pitchFamily="34" charset="0"/>
                    <a:cs typeface="+mn-cs"/>
                  </a:rPr>
                  <a:t>IP</a:t>
                </a:r>
                <a:endParaRPr lang="en-US" sz="1600" i="0" dirty="0" smtClean="0">
                  <a:solidFill>
                    <a:srgbClr val="000000"/>
                  </a:solidFill>
                  <a:latin typeface="Arial" panose="020B0604020202090204" pitchFamily="34" charset="0"/>
                  <a:cs typeface="+mn-cs"/>
                </a:endParaRPr>
              </a:p>
              <a:p>
                <a:pPr algn="ctr">
                  <a:defRPr/>
                </a:pPr>
                <a:r>
                  <a:rPr lang="en-US" sz="1600" i="0" dirty="0" smtClean="0">
                    <a:solidFill>
                      <a:srgbClr val="000000"/>
                    </a:solidFill>
                    <a:latin typeface="Arial" panose="020B0604020202090204" pitchFamily="34" charset="0"/>
                    <a:cs typeface="+mn-cs"/>
                  </a:rPr>
                  <a:t>Eth</a:t>
                </a:r>
                <a:endParaRPr lang="en-US" sz="1600" i="0" dirty="0" smtClean="0">
                  <a:solidFill>
                    <a:srgbClr val="000000"/>
                  </a:solidFill>
                  <a:latin typeface="Arial" panose="020B0604020202090204" pitchFamily="34" charset="0"/>
                  <a:cs typeface="+mn-cs"/>
                </a:endParaRPr>
              </a:p>
              <a:p>
                <a:pPr algn="ctr">
                  <a:defRPr/>
                </a:pPr>
                <a:r>
                  <a:rPr lang="en-US" sz="1600" i="0" dirty="0" smtClean="0">
                    <a:solidFill>
                      <a:srgbClr val="000000"/>
                    </a:solidFill>
                    <a:latin typeface="Arial" panose="020B0604020202090204" pitchFamily="34" charset="0"/>
                    <a:cs typeface="+mn-cs"/>
                  </a:rPr>
                  <a:t>Phy</a:t>
                </a:r>
                <a:endParaRPr lang="en-US" sz="1600" i="0" dirty="0" smtClean="0">
                  <a:solidFill>
                    <a:srgbClr val="000000"/>
                  </a:solidFill>
                  <a:latin typeface="Arial" panose="020B0604020202090204" pitchFamily="34" charset="0"/>
                  <a:cs typeface="+mn-cs"/>
                </a:endParaRPr>
              </a:p>
            </p:txBody>
          </p:sp>
          <p:sp>
            <p:nvSpPr>
              <p:cNvPr id="90174" name="Line 50"/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0175" name="Line 51"/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0176" name="Line 52"/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0177" name="Line 53"/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</p:grpSp>
      <p:grpSp>
        <p:nvGrpSpPr>
          <p:cNvPr id="704788" name="Group 276"/>
          <p:cNvGrpSpPr/>
          <p:nvPr/>
        </p:nvGrpSpPr>
        <p:grpSpPr bwMode="auto">
          <a:xfrm>
            <a:off x="280988" y="1157288"/>
            <a:ext cx="762000" cy="876300"/>
            <a:chOff x="177" y="729"/>
            <a:chExt cx="480" cy="552"/>
          </a:xfrm>
        </p:grpSpPr>
        <p:grpSp>
          <p:nvGrpSpPr>
            <p:cNvPr id="213029" name="Group 54"/>
            <p:cNvGrpSpPr/>
            <p:nvPr/>
          </p:nvGrpSpPr>
          <p:grpSpPr bwMode="auto">
            <a:xfrm>
              <a:off x="343" y="732"/>
              <a:ext cx="290" cy="154"/>
              <a:chOff x="844" y="3337"/>
              <a:chExt cx="290" cy="154"/>
            </a:xfrm>
          </p:grpSpPr>
          <p:sp>
            <p:nvSpPr>
              <p:cNvPr id="90168" name="Rectangle 55"/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0169" name="Text Box 56"/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285" cy="15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1000" i="0" dirty="0" smtClean="0">
                    <a:solidFill>
                      <a:srgbClr val="FFFFFF"/>
                    </a:solidFill>
                    <a:latin typeface="Arial" panose="020B0604020202090204" pitchFamily="34" charset="0"/>
                    <a:cs typeface="+mn-cs"/>
                  </a:rPr>
                  <a:t>DNS</a:t>
                </a:r>
                <a:endParaRPr lang="en-US" sz="1000" i="0" dirty="0" smtClean="0">
                  <a:solidFill>
                    <a:srgbClr val="FFFFFF"/>
                  </a:solidFill>
                  <a:latin typeface="Arial" panose="020B0604020202090204" pitchFamily="34" charset="0"/>
                  <a:cs typeface="+mn-cs"/>
                </a:endParaRPr>
              </a:p>
            </p:txBody>
          </p:sp>
        </p:grpSp>
        <p:grpSp>
          <p:nvGrpSpPr>
            <p:cNvPr id="213030" name="Group 59"/>
            <p:cNvGrpSpPr/>
            <p:nvPr/>
          </p:nvGrpSpPr>
          <p:grpSpPr bwMode="auto">
            <a:xfrm>
              <a:off x="290" y="874"/>
              <a:ext cx="354" cy="154"/>
              <a:chOff x="740" y="3209"/>
              <a:chExt cx="354" cy="154"/>
            </a:xfrm>
          </p:grpSpPr>
          <p:grpSp>
            <p:nvGrpSpPr>
              <p:cNvPr id="213042" name="Group 60"/>
              <p:cNvGrpSpPr/>
              <p:nvPr/>
            </p:nvGrpSpPr>
            <p:grpSpPr bwMode="auto">
              <a:xfrm>
                <a:off x="794" y="3209"/>
                <a:ext cx="290" cy="154"/>
                <a:chOff x="844" y="3337"/>
                <a:chExt cx="290" cy="154"/>
              </a:xfrm>
            </p:grpSpPr>
            <p:sp>
              <p:nvSpPr>
                <p:cNvPr id="90166" name="Rectangle 61"/>
                <p:cNvSpPr>
                  <a:spLocks noChangeArrowheads="1"/>
                </p:cNvSpPr>
                <p:nvPr/>
              </p:nvSpPr>
              <p:spPr bwMode="auto"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chemeClr val="bg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0167" name="Text Box 62"/>
                <p:cNvSpPr txBox="1">
                  <a:spLocks noChangeArrowheads="1"/>
                </p:cNvSpPr>
                <p:nvPr/>
              </p:nvSpPr>
              <p:spPr bwMode="auto">
                <a:xfrm>
                  <a:off x="844" y="3337"/>
                  <a:ext cx="285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none">
                  <a:spAutoFit/>
                </a:bodyPr>
                <a:lstStyle>
                  <a:lvl1pPr>
                    <a:defRPr i="1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MS PGothic" charset="0"/>
                    </a:defRPr>
                  </a:lvl1pPr>
                  <a:lvl2pPr marL="742950" indent="-285750">
                    <a:defRPr i="1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MS PGothic" charset="0"/>
                    </a:defRPr>
                  </a:lvl2pPr>
                  <a:lvl3pPr marL="1143000" indent="-228600">
                    <a:defRPr i="1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MS PGothic" charset="0"/>
                    </a:defRPr>
                  </a:lvl3pPr>
                  <a:lvl4pPr marL="1600200" indent="-228600">
                    <a:defRPr i="1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MS PGothic" charset="0"/>
                    </a:defRPr>
                  </a:lvl4pPr>
                  <a:lvl5pPr marL="2057400" indent="-228600">
                    <a:defRPr i="1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MS PGothic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MS PGothic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MS PGothic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MS PGothic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MS PGothic" charset="0"/>
                    </a:defRPr>
                  </a:lvl9pPr>
                </a:lstStyle>
                <a:p>
                  <a:pPr>
                    <a:defRPr/>
                  </a:pPr>
                  <a:r>
                    <a:rPr lang="en-US" sz="1000" i="0" dirty="0" smtClean="0">
                      <a:solidFill>
                        <a:srgbClr val="FFFFFF"/>
                      </a:solidFill>
                      <a:latin typeface="Arial" panose="020B0604020202090204" pitchFamily="34" charset="0"/>
                      <a:cs typeface="+mn-cs"/>
                    </a:rPr>
                    <a:t>DNS</a:t>
                  </a:r>
                  <a:endParaRPr lang="en-US" sz="1000" i="0" dirty="0" smtClean="0">
                    <a:solidFill>
                      <a:srgbClr val="FFFFFF"/>
                    </a:solidFill>
                    <a:latin typeface="Arial" panose="020B0604020202090204" pitchFamily="34" charset="0"/>
                    <a:cs typeface="+mn-cs"/>
                  </a:endParaRPr>
                </a:p>
              </p:txBody>
            </p:sp>
          </p:grpSp>
          <p:sp>
            <p:nvSpPr>
              <p:cNvPr id="90164" name="Rectangle 63"/>
              <p:cNvSpPr>
                <a:spLocks noChangeArrowheads="1"/>
              </p:cNvSpPr>
              <p:nvPr/>
            </p:nvSpPr>
            <p:spPr bwMode="auto">
              <a:xfrm>
                <a:off x="750" y="3244"/>
                <a:ext cx="88" cy="8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0165" name="Rectangle 64"/>
              <p:cNvSpPr>
                <a:spLocks noChangeArrowheads="1"/>
              </p:cNvSpPr>
              <p:nvPr/>
            </p:nvSpPr>
            <p:spPr bwMode="auto">
              <a:xfrm>
                <a:off x="740" y="3238"/>
                <a:ext cx="354" cy="94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grpSp>
          <p:nvGrpSpPr>
            <p:cNvPr id="213031" name="Group 65"/>
            <p:cNvGrpSpPr/>
            <p:nvPr/>
          </p:nvGrpSpPr>
          <p:grpSpPr bwMode="auto">
            <a:xfrm>
              <a:off x="290" y="1022"/>
              <a:ext cx="354" cy="154"/>
              <a:chOff x="836" y="3305"/>
              <a:chExt cx="354" cy="154"/>
            </a:xfrm>
          </p:grpSpPr>
          <p:grpSp>
            <p:nvGrpSpPr>
              <p:cNvPr id="213036" name="Group 66"/>
              <p:cNvGrpSpPr/>
              <p:nvPr/>
            </p:nvGrpSpPr>
            <p:grpSpPr bwMode="auto">
              <a:xfrm>
                <a:off x="890" y="3305"/>
                <a:ext cx="290" cy="154"/>
                <a:chOff x="844" y="3337"/>
                <a:chExt cx="290" cy="154"/>
              </a:xfrm>
            </p:grpSpPr>
            <p:sp>
              <p:nvSpPr>
                <p:cNvPr id="90161" name="Rectangle 67"/>
                <p:cNvSpPr>
                  <a:spLocks noChangeArrowheads="1"/>
                </p:cNvSpPr>
                <p:nvPr/>
              </p:nvSpPr>
              <p:spPr bwMode="auto"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chemeClr val="bg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0162" name="Text Box 68"/>
                <p:cNvSpPr txBox="1">
                  <a:spLocks noChangeArrowheads="1"/>
                </p:cNvSpPr>
                <p:nvPr/>
              </p:nvSpPr>
              <p:spPr bwMode="auto">
                <a:xfrm>
                  <a:off x="844" y="3337"/>
                  <a:ext cx="285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none">
                  <a:spAutoFit/>
                </a:bodyPr>
                <a:lstStyle>
                  <a:lvl1pPr>
                    <a:defRPr i="1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MS PGothic" charset="0"/>
                    </a:defRPr>
                  </a:lvl1pPr>
                  <a:lvl2pPr marL="742950" indent="-285750">
                    <a:defRPr i="1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MS PGothic" charset="0"/>
                    </a:defRPr>
                  </a:lvl2pPr>
                  <a:lvl3pPr marL="1143000" indent="-228600">
                    <a:defRPr i="1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MS PGothic" charset="0"/>
                    </a:defRPr>
                  </a:lvl3pPr>
                  <a:lvl4pPr marL="1600200" indent="-228600">
                    <a:defRPr i="1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MS PGothic" charset="0"/>
                    </a:defRPr>
                  </a:lvl4pPr>
                  <a:lvl5pPr marL="2057400" indent="-228600">
                    <a:defRPr i="1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MS PGothic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MS PGothic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MS PGothic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MS PGothic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MS PGothic" charset="0"/>
                    </a:defRPr>
                  </a:lvl9pPr>
                </a:lstStyle>
                <a:p>
                  <a:pPr>
                    <a:defRPr/>
                  </a:pPr>
                  <a:r>
                    <a:rPr lang="en-US" sz="1000" i="0" dirty="0" smtClean="0">
                      <a:solidFill>
                        <a:srgbClr val="FFFFFF"/>
                      </a:solidFill>
                      <a:latin typeface="Arial" panose="020B0604020202090204" pitchFamily="34" charset="0"/>
                      <a:cs typeface="+mn-cs"/>
                    </a:rPr>
                    <a:t>DNS</a:t>
                  </a:r>
                  <a:endParaRPr lang="en-US" sz="1000" i="0" dirty="0" smtClean="0">
                    <a:solidFill>
                      <a:srgbClr val="FFFFFF"/>
                    </a:solidFill>
                    <a:latin typeface="Arial" panose="020B0604020202090204" pitchFamily="34" charset="0"/>
                    <a:cs typeface="+mn-cs"/>
                  </a:endParaRPr>
                </a:p>
              </p:txBody>
            </p:sp>
          </p:grpSp>
          <p:grpSp>
            <p:nvGrpSpPr>
              <p:cNvPr id="213037" name="Group 69"/>
              <p:cNvGrpSpPr/>
              <p:nvPr/>
            </p:nvGrpSpPr>
            <p:grpSpPr bwMode="auto">
              <a:xfrm>
                <a:off x="836" y="3334"/>
                <a:ext cx="354" cy="94"/>
                <a:chOff x="836" y="3334"/>
                <a:chExt cx="354" cy="94"/>
              </a:xfrm>
            </p:grpSpPr>
            <p:sp>
              <p:nvSpPr>
                <p:cNvPr id="90159" name="Rectangle 70"/>
                <p:cNvSpPr>
                  <a:spLocks noChangeArrowheads="1"/>
                </p:cNvSpPr>
                <p:nvPr/>
              </p:nvSpPr>
              <p:spPr bwMode="auto">
                <a:xfrm>
                  <a:off x="846" y="3340"/>
                  <a:ext cx="88" cy="82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bg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0160" name="Rectangle 71"/>
                <p:cNvSpPr>
                  <a:spLocks noChangeArrowheads="1"/>
                </p:cNvSpPr>
                <p:nvPr/>
              </p:nvSpPr>
              <p:spPr bwMode="auto">
                <a:xfrm>
                  <a:off x="836" y="3334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</p:grpSp>
        <p:grpSp>
          <p:nvGrpSpPr>
            <p:cNvPr id="213032" name="Group 72"/>
            <p:cNvGrpSpPr/>
            <p:nvPr/>
          </p:nvGrpSpPr>
          <p:grpSpPr bwMode="auto">
            <a:xfrm>
              <a:off x="177" y="1042"/>
              <a:ext cx="480" cy="112"/>
              <a:chOff x="627" y="3377"/>
              <a:chExt cx="480" cy="112"/>
            </a:xfrm>
          </p:grpSpPr>
          <p:sp>
            <p:nvSpPr>
              <p:cNvPr id="90155" name="Rectangle 73"/>
              <p:cNvSpPr>
                <a:spLocks noChangeArrowheads="1"/>
              </p:cNvSpPr>
              <p:nvPr/>
            </p:nvSpPr>
            <p:spPr bwMode="auto">
              <a:xfrm>
                <a:off x="636" y="3388"/>
                <a:ext cx="96" cy="9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0156" name="Rectangle 74"/>
              <p:cNvSpPr>
                <a:spLocks noChangeArrowheads="1"/>
              </p:cNvSpPr>
              <p:nvPr/>
            </p:nvSpPr>
            <p:spPr bwMode="auto">
              <a:xfrm>
                <a:off x="627" y="3377"/>
                <a:ext cx="480" cy="112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sp>
          <p:nvSpPr>
            <p:cNvPr id="90154" name="AutoShape 89"/>
            <p:cNvSpPr>
              <a:spLocks noChangeArrowheads="1"/>
            </p:cNvSpPr>
            <p:nvPr/>
          </p:nvSpPr>
          <p:spPr bwMode="auto">
            <a:xfrm>
              <a:off x="393" y="729"/>
              <a:ext cx="240" cy="552"/>
            </a:xfrm>
            <a:prstGeom prst="downArrow">
              <a:avLst>
                <a:gd name="adj1" fmla="val 54167"/>
                <a:gd name="adj2" fmla="val 36928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</p:grpSp>
      <p:sp>
        <p:nvSpPr>
          <p:cNvPr id="704664" name="Rectangle 152"/>
          <p:cNvSpPr>
            <a:spLocks noChangeArrowheads="1"/>
          </p:cNvSpPr>
          <p:nvPr/>
        </p:nvSpPr>
        <p:spPr bwMode="auto">
          <a:xfrm>
            <a:off x="4387850" y="2051050"/>
            <a:ext cx="4586288" cy="1306513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200" i="0" dirty="0">
                <a:solidFill>
                  <a:srgbClr val="000000"/>
                </a:solidFill>
                <a:latin typeface="Gill Sans MT" pitchFamily="34" charset="0"/>
                <a:cs typeface="+mn-cs"/>
              </a:rPr>
              <a:t>DNS query created, encapsulated in UDP, encapsulated in IP, encapsulated in Eth.  To send frame to router, need MAC address of router interface: </a:t>
            </a:r>
            <a:r>
              <a:rPr lang="en-US" sz="2200" dirty="0">
                <a:solidFill>
                  <a:srgbClr val="C00000"/>
                </a:solidFill>
                <a:latin typeface="Gill Sans MT" pitchFamily="34" charset="0"/>
                <a:cs typeface="+mn-cs"/>
              </a:rPr>
              <a:t>ARP</a:t>
            </a:r>
            <a:endParaRPr lang="en-US" sz="2200" dirty="0">
              <a:solidFill>
                <a:srgbClr val="C00000"/>
              </a:solidFill>
              <a:latin typeface="Gill Sans MT" pitchFamily="34" charset="0"/>
              <a:cs typeface="+mn-cs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100000"/>
              <a:defRPr/>
            </a:pPr>
            <a:endParaRPr lang="en-US" sz="2200" b="1" dirty="0">
              <a:solidFill>
                <a:srgbClr val="000000"/>
              </a:solidFill>
              <a:latin typeface="Gill Sans MT" pitchFamily="34" charset="0"/>
              <a:cs typeface="+mn-cs"/>
            </a:endParaRPr>
          </a:p>
        </p:txBody>
      </p:sp>
      <p:sp>
        <p:nvSpPr>
          <p:cNvPr id="704665" name="Rectangle 153"/>
          <p:cNvSpPr>
            <a:spLocks noChangeArrowheads="1"/>
          </p:cNvSpPr>
          <p:nvPr/>
        </p:nvSpPr>
        <p:spPr bwMode="auto">
          <a:xfrm>
            <a:off x="4419600" y="3608388"/>
            <a:ext cx="4386263" cy="1563687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200" dirty="0">
                <a:solidFill>
                  <a:srgbClr val="C00000"/>
                </a:solidFill>
                <a:latin typeface="Gill Sans MT" pitchFamily="34" charset="0"/>
                <a:cs typeface="+mn-cs"/>
              </a:rPr>
              <a:t>ARP query</a:t>
            </a:r>
            <a:r>
              <a:rPr lang="en-US" sz="2200" i="0" dirty="0">
                <a:solidFill>
                  <a:srgbClr val="C00000"/>
                </a:solidFill>
                <a:latin typeface="Gill Sans MT" pitchFamily="34" charset="0"/>
                <a:cs typeface="+mn-cs"/>
              </a:rPr>
              <a:t> </a:t>
            </a:r>
            <a:r>
              <a:rPr lang="en-US" sz="2200" i="0" dirty="0">
                <a:solidFill>
                  <a:srgbClr val="000000"/>
                </a:solidFill>
                <a:latin typeface="Gill Sans MT" pitchFamily="34" charset="0"/>
                <a:cs typeface="+mn-cs"/>
              </a:rPr>
              <a:t>broadcast, received by router, which replies with </a:t>
            </a:r>
            <a:r>
              <a:rPr lang="en-US" sz="2200" dirty="0">
                <a:solidFill>
                  <a:srgbClr val="C00000"/>
                </a:solidFill>
                <a:latin typeface="Gill Sans MT" pitchFamily="34" charset="0"/>
                <a:cs typeface="+mn-cs"/>
              </a:rPr>
              <a:t>ARP reply</a:t>
            </a:r>
            <a:r>
              <a:rPr lang="en-US" sz="2200" i="0" dirty="0">
                <a:solidFill>
                  <a:srgbClr val="C00000"/>
                </a:solidFill>
                <a:latin typeface="Gill Sans MT" pitchFamily="34" charset="0"/>
                <a:cs typeface="+mn-cs"/>
              </a:rPr>
              <a:t> </a:t>
            </a:r>
            <a:r>
              <a:rPr lang="en-US" sz="2200" i="0" dirty="0">
                <a:solidFill>
                  <a:srgbClr val="000000"/>
                </a:solidFill>
                <a:latin typeface="Gill Sans MT" pitchFamily="34" charset="0"/>
                <a:cs typeface="+mn-cs"/>
              </a:rPr>
              <a:t>giving MAC address of router interface</a:t>
            </a:r>
            <a:endParaRPr lang="en-US" sz="2200" i="0" dirty="0">
              <a:solidFill>
                <a:srgbClr val="000000"/>
              </a:solidFill>
              <a:latin typeface="Gill Sans MT" pitchFamily="34" charset="0"/>
              <a:cs typeface="+mn-cs"/>
            </a:endParaRPr>
          </a:p>
        </p:txBody>
      </p:sp>
      <p:sp>
        <p:nvSpPr>
          <p:cNvPr id="704666" name="Rectangle 154"/>
          <p:cNvSpPr>
            <a:spLocks noChangeArrowheads="1"/>
          </p:cNvSpPr>
          <p:nvPr/>
        </p:nvSpPr>
        <p:spPr bwMode="auto">
          <a:xfrm>
            <a:off x="4471988" y="5000625"/>
            <a:ext cx="4286250" cy="1292225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200" i="0" dirty="0">
                <a:solidFill>
                  <a:srgbClr val="000000"/>
                </a:solidFill>
                <a:latin typeface="Gill Sans MT" pitchFamily="34" charset="0"/>
                <a:cs typeface="+mn-cs"/>
              </a:rPr>
              <a:t>client now knows MAC address of first hop router, so can now send frame containing DNS query </a:t>
            </a:r>
            <a:endParaRPr lang="en-US" sz="2200" i="0" dirty="0">
              <a:solidFill>
                <a:srgbClr val="000000"/>
              </a:solidFill>
              <a:latin typeface="Gill Sans MT" pitchFamily="34" charset="0"/>
              <a:cs typeface="+mn-cs"/>
            </a:endParaRPr>
          </a:p>
        </p:txBody>
      </p:sp>
      <p:grpSp>
        <p:nvGrpSpPr>
          <p:cNvPr id="704775" name="Group 263"/>
          <p:cNvGrpSpPr/>
          <p:nvPr/>
        </p:nvGrpSpPr>
        <p:grpSpPr bwMode="auto">
          <a:xfrm>
            <a:off x="92075" y="1868488"/>
            <a:ext cx="1081088" cy="244475"/>
            <a:chOff x="76" y="2296"/>
            <a:chExt cx="681" cy="154"/>
          </a:xfrm>
        </p:grpSpPr>
        <p:sp>
          <p:nvSpPr>
            <p:cNvPr id="90145" name="Rectangle 103"/>
            <p:cNvSpPr>
              <a:spLocks noChangeArrowheads="1"/>
            </p:cNvSpPr>
            <p:nvPr/>
          </p:nvSpPr>
          <p:spPr bwMode="auto">
            <a:xfrm>
              <a:off x="76" y="2305"/>
              <a:ext cx="681" cy="13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0146" name="Rectangle 101"/>
            <p:cNvSpPr>
              <a:spLocks noChangeArrowheads="1"/>
            </p:cNvSpPr>
            <p:nvPr/>
          </p:nvSpPr>
          <p:spPr bwMode="auto">
            <a:xfrm>
              <a:off x="89" y="2321"/>
              <a:ext cx="94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0147" name="Rectangle 102"/>
            <p:cNvSpPr>
              <a:spLocks noChangeArrowheads="1"/>
            </p:cNvSpPr>
            <p:nvPr/>
          </p:nvSpPr>
          <p:spPr bwMode="auto">
            <a:xfrm>
              <a:off x="687" y="2320"/>
              <a:ext cx="60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0148" name="Rectangle 100"/>
            <p:cNvSpPr>
              <a:spLocks noChangeArrowheads="1"/>
            </p:cNvSpPr>
            <p:nvPr/>
          </p:nvSpPr>
          <p:spPr bwMode="auto">
            <a:xfrm>
              <a:off x="195" y="2319"/>
              <a:ext cx="480" cy="11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FFFF00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0149" name="Text Box 95"/>
            <p:cNvSpPr txBox="1">
              <a:spLocks noChangeArrowheads="1"/>
            </p:cNvSpPr>
            <p:nvPr/>
          </p:nvSpPr>
          <p:spPr bwMode="auto">
            <a:xfrm>
              <a:off x="182" y="2296"/>
              <a:ext cx="501" cy="15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000" i="0" dirty="0" smtClean="0">
                  <a:solidFill>
                    <a:srgbClr val="000000"/>
                  </a:solidFill>
                  <a:latin typeface="Arial" panose="020B0604020202090204" pitchFamily="34" charset="0"/>
                  <a:cs typeface="+mn-cs"/>
                </a:rPr>
                <a:t>ARP query</a:t>
              </a:r>
              <a:endParaRPr lang="en-US" sz="1000" i="0" dirty="0" smtClean="0">
                <a:solidFill>
                  <a:srgbClr val="000000"/>
                </a:solidFill>
                <a:latin typeface="Arial" panose="020B0604020202090204" pitchFamily="34" charset="0"/>
                <a:cs typeface="+mn-cs"/>
              </a:endParaRPr>
            </a:p>
          </p:txBody>
        </p:sp>
      </p:grpSp>
      <p:grpSp>
        <p:nvGrpSpPr>
          <p:cNvPr id="704767" name="Group 255"/>
          <p:cNvGrpSpPr/>
          <p:nvPr/>
        </p:nvGrpSpPr>
        <p:grpSpPr bwMode="auto">
          <a:xfrm>
            <a:off x="2241550" y="2982913"/>
            <a:ext cx="1016000" cy="877887"/>
            <a:chOff x="719" y="2137"/>
            <a:chExt cx="640" cy="553"/>
          </a:xfrm>
        </p:grpSpPr>
        <p:sp>
          <p:nvSpPr>
            <p:cNvPr id="213016" name="Freeform 244"/>
            <p:cNvSpPr/>
            <p:nvPr/>
          </p:nvSpPr>
          <p:spPr bwMode="auto">
            <a:xfrm>
              <a:off x="755" y="2268"/>
              <a:ext cx="604" cy="422"/>
            </a:xfrm>
            <a:custGeom>
              <a:avLst/>
              <a:gdLst>
                <a:gd name="T0" fmla="*/ 493 w 604"/>
                <a:gd name="T1" fmla="*/ 0 h 422"/>
                <a:gd name="T2" fmla="*/ 604 w 604"/>
                <a:gd name="T3" fmla="*/ 422 h 422"/>
                <a:gd name="T4" fmla="*/ 0 w 604"/>
                <a:gd name="T5" fmla="*/ 307 h 422"/>
                <a:gd name="T6" fmla="*/ 220 w 604"/>
                <a:gd name="T7" fmla="*/ 3 h 422"/>
                <a:gd name="T8" fmla="*/ 493 w 604"/>
                <a:gd name="T9" fmla="*/ 0 h 4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4" h="422">
                  <a:moveTo>
                    <a:pt x="493" y="0"/>
                  </a:moveTo>
                  <a:lnTo>
                    <a:pt x="604" y="422"/>
                  </a:lnTo>
                  <a:lnTo>
                    <a:pt x="0" y="307"/>
                  </a:lnTo>
                  <a:lnTo>
                    <a:pt x="220" y="3"/>
                  </a:lnTo>
                  <a:lnTo>
                    <a:pt x="493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2700000" scaled="1"/>
            </a:gradFill>
            <a:ln>
              <a:noFill/>
            </a:ln>
            <a:effectLst/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90138" name="Rectangle 246"/>
            <p:cNvSpPr>
              <a:spLocks noChangeArrowheads="1"/>
            </p:cNvSpPr>
            <p:nvPr/>
          </p:nvSpPr>
          <p:spPr bwMode="auto">
            <a:xfrm>
              <a:off x="751" y="2266"/>
              <a:ext cx="493" cy="31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0139" name="Text Box 247"/>
            <p:cNvSpPr txBox="1">
              <a:spLocks noChangeArrowheads="1"/>
            </p:cNvSpPr>
            <p:nvPr/>
          </p:nvSpPr>
          <p:spPr bwMode="auto">
            <a:xfrm>
              <a:off x="835" y="2235"/>
              <a:ext cx="336" cy="36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 algn="ctr">
                <a:defRPr/>
              </a:pPr>
              <a:r>
                <a:rPr lang="en-US" sz="1600" i="0" dirty="0" smtClean="0">
                  <a:solidFill>
                    <a:srgbClr val="000000"/>
                  </a:solidFill>
                  <a:latin typeface="Arial" panose="020B0604020202090204" pitchFamily="34" charset="0"/>
                  <a:cs typeface="+mn-cs"/>
                </a:rPr>
                <a:t>Eth</a:t>
              </a:r>
              <a:endParaRPr lang="en-US" sz="1600" i="0" dirty="0" smtClean="0">
                <a:solidFill>
                  <a:srgbClr val="000000"/>
                </a:solidFill>
                <a:latin typeface="Arial" panose="020B0604020202090204" pitchFamily="34" charset="0"/>
                <a:cs typeface="+mn-cs"/>
              </a:endParaRPr>
            </a:p>
            <a:p>
              <a:pPr algn="ctr">
                <a:defRPr/>
              </a:pPr>
              <a:r>
                <a:rPr lang="en-US" sz="1600" i="0" dirty="0" smtClean="0">
                  <a:solidFill>
                    <a:srgbClr val="000000"/>
                  </a:solidFill>
                  <a:latin typeface="Arial" panose="020B0604020202090204" pitchFamily="34" charset="0"/>
                  <a:cs typeface="+mn-cs"/>
                </a:rPr>
                <a:t>Phy</a:t>
              </a:r>
              <a:endParaRPr lang="en-US" sz="1600" i="0" dirty="0" smtClean="0">
                <a:solidFill>
                  <a:srgbClr val="000000"/>
                </a:solidFill>
                <a:latin typeface="Arial" panose="020B0604020202090204" pitchFamily="34" charset="0"/>
                <a:cs typeface="+mn-cs"/>
              </a:endParaRPr>
            </a:p>
          </p:txBody>
        </p:sp>
        <p:sp>
          <p:nvSpPr>
            <p:cNvPr id="90140" name="Line 250"/>
            <p:cNvSpPr>
              <a:spLocks noChangeShapeType="1"/>
            </p:cNvSpPr>
            <p:nvPr/>
          </p:nvSpPr>
          <p:spPr bwMode="auto">
            <a:xfrm>
              <a:off x="747" y="2264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90141" name="Line 251"/>
            <p:cNvSpPr>
              <a:spLocks noChangeShapeType="1"/>
            </p:cNvSpPr>
            <p:nvPr/>
          </p:nvSpPr>
          <p:spPr bwMode="auto">
            <a:xfrm>
              <a:off x="744" y="2423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213021" name="Group 252"/>
            <p:cNvGrpSpPr/>
            <p:nvPr/>
          </p:nvGrpSpPr>
          <p:grpSpPr bwMode="auto">
            <a:xfrm>
              <a:off x="719" y="2137"/>
              <a:ext cx="280" cy="154"/>
              <a:chOff x="161" y="1354"/>
              <a:chExt cx="280" cy="154"/>
            </a:xfrm>
          </p:grpSpPr>
          <p:sp>
            <p:nvSpPr>
              <p:cNvPr id="90143" name="Rectangle 253"/>
              <p:cNvSpPr>
                <a:spLocks noChangeArrowheads="1"/>
              </p:cNvSpPr>
              <p:nvPr/>
            </p:nvSpPr>
            <p:spPr bwMode="auto">
              <a:xfrm>
                <a:off x="192" y="1365"/>
                <a:ext cx="228" cy="141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0144" name="Text Box 254"/>
              <p:cNvSpPr txBox="1">
                <a:spLocks noChangeArrowheads="1"/>
              </p:cNvSpPr>
              <p:nvPr/>
            </p:nvSpPr>
            <p:spPr bwMode="auto">
              <a:xfrm>
                <a:off x="161" y="1354"/>
                <a:ext cx="280" cy="15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1000" i="0" dirty="0" smtClean="0">
                    <a:solidFill>
                      <a:srgbClr val="000000"/>
                    </a:solidFill>
                    <a:latin typeface="Arial" panose="020B0604020202090204" pitchFamily="34" charset="0"/>
                    <a:cs typeface="+mn-cs"/>
                  </a:rPr>
                  <a:t>ARP</a:t>
                </a:r>
                <a:endParaRPr lang="en-US" sz="1000" i="0" dirty="0" smtClean="0">
                  <a:solidFill>
                    <a:srgbClr val="000000"/>
                  </a:solidFill>
                  <a:latin typeface="Arial" panose="020B0604020202090204" pitchFamily="34" charset="0"/>
                  <a:cs typeface="+mn-cs"/>
                </a:endParaRPr>
              </a:p>
            </p:txBody>
          </p:sp>
        </p:grpSp>
      </p:grpSp>
      <p:grpSp>
        <p:nvGrpSpPr>
          <p:cNvPr id="704754" name="Group 242"/>
          <p:cNvGrpSpPr/>
          <p:nvPr/>
        </p:nvGrpSpPr>
        <p:grpSpPr bwMode="auto">
          <a:xfrm>
            <a:off x="1150938" y="1720850"/>
            <a:ext cx="444500" cy="244475"/>
            <a:chOff x="161" y="1354"/>
            <a:chExt cx="280" cy="154"/>
          </a:xfrm>
        </p:grpSpPr>
        <p:sp>
          <p:nvSpPr>
            <p:cNvPr id="90135" name="Rectangle 241"/>
            <p:cNvSpPr>
              <a:spLocks noChangeArrowheads="1"/>
            </p:cNvSpPr>
            <p:nvPr/>
          </p:nvSpPr>
          <p:spPr bwMode="auto">
            <a:xfrm>
              <a:off x="192" y="1365"/>
              <a:ext cx="228" cy="14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0136" name="Text Box 240"/>
            <p:cNvSpPr txBox="1">
              <a:spLocks noChangeArrowheads="1"/>
            </p:cNvSpPr>
            <p:nvPr/>
          </p:nvSpPr>
          <p:spPr bwMode="auto">
            <a:xfrm>
              <a:off x="161" y="1354"/>
              <a:ext cx="280" cy="15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000" i="0" dirty="0" smtClean="0">
                  <a:solidFill>
                    <a:srgbClr val="000000"/>
                  </a:solidFill>
                  <a:latin typeface="Arial" panose="020B0604020202090204" pitchFamily="34" charset="0"/>
                  <a:cs typeface="+mn-cs"/>
                </a:rPr>
                <a:t>ARP</a:t>
              </a:r>
              <a:endParaRPr lang="en-US" sz="1000" i="0" dirty="0" smtClean="0">
                <a:solidFill>
                  <a:srgbClr val="000000"/>
                </a:solidFill>
                <a:latin typeface="Arial" panose="020B0604020202090204" pitchFamily="34" charset="0"/>
                <a:cs typeface="+mn-cs"/>
              </a:endParaRPr>
            </a:p>
          </p:txBody>
        </p:sp>
      </p:grpSp>
      <p:grpSp>
        <p:nvGrpSpPr>
          <p:cNvPr id="704782" name="Group 270"/>
          <p:cNvGrpSpPr/>
          <p:nvPr/>
        </p:nvGrpSpPr>
        <p:grpSpPr bwMode="auto">
          <a:xfrm>
            <a:off x="1177925" y="3187700"/>
            <a:ext cx="1081088" cy="244475"/>
            <a:chOff x="76" y="2296"/>
            <a:chExt cx="681" cy="154"/>
          </a:xfrm>
        </p:grpSpPr>
        <p:sp>
          <p:nvSpPr>
            <p:cNvPr id="90130" name="Rectangle 271"/>
            <p:cNvSpPr>
              <a:spLocks noChangeArrowheads="1"/>
            </p:cNvSpPr>
            <p:nvPr/>
          </p:nvSpPr>
          <p:spPr bwMode="auto">
            <a:xfrm>
              <a:off x="76" y="2305"/>
              <a:ext cx="681" cy="13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0131" name="Rectangle 272"/>
            <p:cNvSpPr>
              <a:spLocks noChangeArrowheads="1"/>
            </p:cNvSpPr>
            <p:nvPr/>
          </p:nvSpPr>
          <p:spPr bwMode="auto">
            <a:xfrm>
              <a:off x="89" y="2321"/>
              <a:ext cx="94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0132" name="Rectangle 273"/>
            <p:cNvSpPr>
              <a:spLocks noChangeArrowheads="1"/>
            </p:cNvSpPr>
            <p:nvPr/>
          </p:nvSpPr>
          <p:spPr bwMode="auto">
            <a:xfrm>
              <a:off x="687" y="2320"/>
              <a:ext cx="60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0133" name="Rectangle 274"/>
            <p:cNvSpPr>
              <a:spLocks noChangeArrowheads="1"/>
            </p:cNvSpPr>
            <p:nvPr/>
          </p:nvSpPr>
          <p:spPr bwMode="auto">
            <a:xfrm>
              <a:off x="195" y="2319"/>
              <a:ext cx="480" cy="11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FFFF00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0134" name="Text Box 275"/>
            <p:cNvSpPr txBox="1">
              <a:spLocks noChangeArrowheads="1"/>
            </p:cNvSpPr>
            <p:nvPr/>
          </p:nvSpPr>
          <p:spPr bwMode="auto">
            <a:xfrm>
              <a:off x="182" y="2296"/>
              <a:ext cx="475" cy="15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000" i="0" dirty="0" smtClean="0">
                  <a:solidFill>
                    <a:srgbClr val="000000"/>
                  </a:solidFill>
                  <a:latin typeface="Arial" panose="020B0604020202090204" pitchFamily="34" charset="0"/>
                  <a:cs typeface="+mn-cs"/>
                </a:rPr>
                <a:t>ARP reply</a:t>
              </a:r>
              <a:endParaRPr lang="en-US" sz="1000" i="0" dirty="0" smtClean="0">
                <a:solidFill>
                  <a:srgbClr val="000000"/>
                </a:solidFill>
                <a:latin typeface="Arial" panose="020B0604020202090204" pitchFamily="34" charset="0"/>
                <a:cs typeface="+mn-cs"/>
              </a:endParaRPr>
            </a:p>
          </p:txBody>
        </p:sp>
      </p:grpSp>
      <p:pic>
        <p:nvPicPr>
          <p:cNvPr id="213008" name="Picture 6" descr="underline_bas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263" y="641350"/>
            <a:ext cx="8228012" cy="173038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r>
              <a:rPr lang="en-US" sz="1200" dirty="0">
                <a:latin typeface="Tahoma" panose="020B0604030504040204" charset="0"/>
              </a:rPr>
              <a:t>6</a:t>
            </a:r>
            <a:r>
              <a:rPr lang="en-US" sz="1200" dirty="0" smtClean="0">
                <a:latin typeface="Tahoma" panose="020B0604030504040204" charset="0"/>
              </a:rPr>
              <a:t>-</a:t>
            </a:r>
            <a:fld id="{8E8C6E93-DF5B-BC4B-80F9-500DED1EEDCC}" type="slidenum">
              <a:rPr lang="en-US" sz="1200">
                <a:latin typeface="Tahoma" panose="020B0604030504040204" charset="0"/>
              </a:rPr>
            </a:fld>
            <a:endParaRPr lang="en-US" sz="1200" dirty="0">
              <a:latin typeface="Tahoma" panose="020B0604030504040204" charset="0"/>
            </a:endParaRPr>
          </a:p>
        </p:txBody>
      </p:sp>
      <p:sp>
        <p:nvSpPr>
          <p:cNvPr id="127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pPr algn="r"/>
            <a:r>
              <a:rPr lang="en-US" sz="1200" dirty="0" smtClean="0">
                <a:solidFill>
                  <a:srgbClr val="000000"/>
                </a:solidFill>
                <a:latin typeface="Tahoma" panose="020B0604030504040204" charset="0"/>
                <a:cs typeface="Arial" panose="020B0604020202090204" pitchFamily="34" charset="0"/>
              </a:rPr>
              <a:t>Link Layer and LANs</a:t>
            </a:r>
            <a:endParaRPr lang="en-US" sz="1200" dirty="0">
              <a:solidFill>
                <a:srgbClr val="000000"/>
              </a:solidFill>
              <a:latin typeface="Tahoma" panose="020B060403050404020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04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04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04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04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2.22222E-6 L -0.00052 0.08056 L 0.4151 0.075 L 0.26701 0.2757 L 0.1151 0.27431 L 0.1151 0.18889 " pathEditMode="relative" ptsTypes="AAAAAA">
                                      <p:cBhvr>
                                        <p:cTn id="25" dur="2000" fill="hold"/>
                                        <p:tgtEl>
                                          <p:spTgt spid="7047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704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6" dur="500"/>
                                        <p:tgtEl>
                                          <p:spTgt spid="7047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4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704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1.11111E-6 L 0.00052 0.0794 L 0.1467 0.08009 L 0.29444 -0.12222 L -0.11597 -0.12014 L -0.11597 -0.16181 L -0.11754 -0.1882 " pathEditMode="relative" rAng="0" ptsTypes="AAAAAAA">
                                      <p:cBhvr>
                                        <p:cTn id="43" dur="2000" fill="hold"/>
                                        <p:tgtEl>
                                          <p:spTgt spid="7047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37" y="-54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7" dur="500"/>
                                        <p:tgtEl>
                                          <p:spTgt spid="7047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4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0" dur="500"/>
                                        <p:tgtEl>
                                          <p:spTgt spid="7047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4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3" dur="500"/>
                                        <p:tgtEl>
                                          <p:spTgt spid="7047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4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4664" grpId="0"/>
      <p:bldP spid="704665" grpId="0"/>
      <p:bldP spid="704666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4017" name="Group 230"/>
          <p:cNvGrpSpPr/>
          <p:nvPr/>
        </p:nvGrpSpPr>
        <p:grpSpPr bwMode="auto">
          <a:xfrm>
            <a:off x="773113" y="1273175"/>
            <a:ext cx="3554412" cy="3067050"/>
            <a:chOff x="773113" y="1273175"/>
            <a:chExt cx="3554412" cy="3066395"/>
          </a:xfrm>
        </p:grpSpPr>
        <p:sp>
          <p:nvSpPr>
            <p:cNvPr id="214233" name="Freeform 3"/>
            <p:cNvSpPr/>
            <p:nvPr/>
          </p:nvSpPr>
          <p:spPr bwMode="auto">
            <a:xfrm>
              <a:off x="773113" y="1273175"/>
              <a:ext cx="3554412" cy="2754313"/>
            </a:xfrm>
            <a:custGeom>
              <a:avLst/>
              <a:gdLst>
                <a:gd name="T0" fmla="*/ 2147483647 w 2406"/>
                <a:gd name="T1" fmla="*/ 2147483647 h 958"/>
                <a:gd name="T2" fmla="*/ 2147483647 w 2406"/>
                <a:gd name="T3" fmla="*/ 2147483647 h 958"/>
                <a:gd name="T4" fmla="*/ 2147483647 w 2406"/>
                <a:gd name="T5" fmla="*/ 2147483647 h 958"/>
                <a:gd name="T6" fmla="*/ 2147483647 w 2406"/>
                <a:gd name="T7" fmla="*/ 2147483647 h 958"/>
                <a:gd name="T8" fmla="*/ 2147483647 w 2406"/>
                <a:gd name="T9" fmla="*/ 2147483647 h 958"/>
                <a:gd name="T10" fmla="*/ 2147483647 w 2406"/>
                <a:gd name="T11" fmla="*/ 2147483647 h 958"/>
                <a:gd name="T12" fmla="*/ 2147483647 w 2406"/>
                <a:gd name="T13" fmla="*/ 2147483647 h 958"/>
                <a:gd name="T14" fmla="*/ 2147483647 w 2406"/>
                <a:gd name="T15" fmla="*/ 2147483647 h 958"/>
                <a:gd name="T16" fmla="*/ 2147483647 w 2406"/>
                <a:gd name="T17" fmla="*/ 2147483647 h 958"/>
                <a:gd name="T18" fmla="*/ 2147483647 w 2406"/>
                <a:gd name="T19" fmla="*/ 2147483647 h 958"/>
                <a:gd name="T20" fmla="*/ 2147483647 w 2406"/>
                <a:gd name="T21" fmla="*/ 2147483647 h 958"/>
                <a:gd name="T22" fmla="*/ 2147483647 w 2406"/>
                <a:gd name="T23" fmla="*/ 2147483647 h 958"/>
                <a:gd name="T24" fmla="*/ 2147483647 w 2406"/>
                <a:gd name="T25" fmla="*/ 2147483647 h 95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406"/>
                <a:gd name="T40" fmla="*/ 0 h 958"/>
                <a:gd name="T41" fmla="*/ 2406 w 2406"/>
                <a:gd name="T42" fmla="*/ 958 h 958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406" h="958">
                  <a:moveTo>
                    <a:pt x="2192" y="274"/>
                  </a:moveTo>
                  <a:cubicBezTo>
                    <a:pt x="1978" y="94"/>
                    <a:pt x="1990" y="122"/>
                    <a:pt x="1857" y="77"/>
                  </a:cubicBezTo>
                  <a:cubicBezTo>
                    <a:pt x="1724" y="32"/>
                    <a:pt x="1584" y="0"/>
                    <a:pt x="1393" y="7"/>
                  </a:cubicBezTo>
                  <a:cubicBezTo>
                    <a:pt x="1202" y="14"/>
                    <a:pt x="898" y="84"/>
                    <a:pt x="713" y="122"/>
                  </a:cubicBezTo>
                  <a:cubicBezTo>
                    <a:pt x="528" y="160"/>
                    <a:pt x="395" y="168"/>
                    <a:pt x="280" y="234"/>
                  </a:cubicBezTo>
                  <a:cubicBezTo>
                    <a:pt x="166" y="301"/>
                    <a:pt x="52" y="432"/>
                    <a:pt x="26" y="522"/>
                  </a:cubicBezTo>
                  <a:cubicBezTo>
                    <a:pt x="0" y="612"/>
                    <a:pt x="81" y="711"/>
                    <a:pt x="122" y="773"/>
                  </a:cubicBezTo>
                  <a:cubicBezTo>
                    <a:pt x="163" y="835"/>
                    <a:pt x="99" y="877"/>
                    <a:pt x="273" y="894"/>
                  </a:cubicBezTo>
                  <a:cubicBezTo>
                    <a:pt x="447" y="911"/>
                    <a:pt x="938" y="866"/>
                    <a:pt x="1169" y="876"/>
                  </a:cubicBezTo>
                  <a:cubicBezTo>
                    <a:pt x="1400" y="886"/>
                    <a:pt x="1499" y="950"/>
                    <a:pt x="1659" y="954"/>
                  </a:cubicBezTo>
                  <a:cubicBezTo>
                    <a:pt x="1819" y="958"/>
                    <a:pt x="2014" y="958"/>
                    <a:pt x="2129" y="897"/>
                  </a:cubicBezTo>
                  <a:cubicBezTo>
                    <a:pt x="2244" y="836"/>
                    <a:pt x="2327" y="856"/>
                    <a:pt x="2350" y="591"/>
                  </a:cubicBezTo>
                  <a:cubicBezTo>
                    <a:pt x="2373" y="326"/>
                    <a:pt x="2406" y="454"/>
                    <a:pt x="2192" y="274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4234" name="Line 36"/>
            <p:cNvSpPr>
              <a:spLocks noChangeShapeType="1"/>
            </p:cNvSpPr>
            <p:nvPr/>
          </p:nvSpPr>
          <p:spPr bwMode="auto">
            <a:xfrm flipV="1">
              <a:off x="3775075" y="2344738"/>
              <a:ext cx="155575" cy="1428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4235" name="Line 43"/>
            <p:cNvSpPr>
              <a:spLocks noChangeShapeType="1"/>
            </p:cNvSpPr>
            <p:nvPr/>
          </p:nvSpPr>
          <p:spPr bwMode="auto">
            <a:xfrm flipV="1">
              <a:off x="2665413" y="2517775"/>
              <a:ext cx="69532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4236" name="Line 44"/>
            <p:cNvSpPr>
              <a:spLocks noChangeShapeType="1"/>
            </p:cNvSpPr>
            <p:nvPr/>
          </p:nvSpPr>
          <p:spPr bwMode="auto">
            <a:xfrm flipV="1">
              <a:off x="3924300" y="2201863"/>
              <a:ext cx="138113" cy="1428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4237" name="Line 48"/>
            <p:cNvSpPr>
              <a:spLocks noChangeShapeType="1"/>
            </p:cNvSpPr>
            <p:nvPr/>
          </p:nvSpPr>
          <p:spPr bwMode="auto">
            <a:xfrm flipV="1">
              <a:off x="3279775" y="2736850"/>
              <a:ext cx="512763" cy="6127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1359" name="Text Box 240"/>
            <p:cNvSpPr txBox="1">
              <a:spLocks noChangeArrowheads="1"/>
            </p:cNvSpPr>
            <p:nvPr/>
          </p:nvSpPr>
          <p:spPr bwMode="auto">
            <a:xfrm>
              <a:off x="2562225" y="3815807"/>
              <a:ext cx="1211263" cy="52376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400" dirty="0" smtClean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router</a:t>
              </a:r>
              <a:endParaRPr lang="en-US" sz="1400" dirty="0" smtClean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  <a:p>
              <a:pPr>
                <a:defRPr/>
              </a:pPr>
              <a:r>
                <a:rPr lang="en-US" sz="1400" dirty="0" smtClean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(runs DHCP)</a:t>
              </a:r>
              <a:endParaRPr lang="en-US" sz="1400" dirty="0" smtClean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grpSp>
          <p:nvGrpSpPr>
            <p:cNvPr id="214239" name="Group 356"/>
            <p:cNvGrpSpPr/>
            <p:nvPr/>
          </p:nvGrpSpPr>
          <p:grpSpPr bwMode="auto">
            <a:xfrm>
              <a:off x="1653422" y="1982680"/>
              <a:ext cx="843032" cy="814871"/>
              <a:chOff x="313" y="1497"/>
              <a:chExt cx="1152" cy="1014"/>
            </a:xfrm>
          </p:grpSpPr>
          <p:pic>
            <p:nvPicPr>
              <p:cNvPr id="214291" name="Picture 354" descr="laptop_stylized_small"/>
              <p:cNvPicPr>
                <a:picLocks noChangeAspect="1"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3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14292" name="Picture 355" descr="antenna_stylized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91361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36925" y="2423867"/>
              <a:ext cx="879475" cy="349175"/>
            </a:xfrm>
            <a:prstGeom prst="rect">
              <a:avLst/>
            </a:prstGeom>
            <a:noFill/>
            <a:ln>
              <a:noFill/>
            </a:ln>
            <a:effectLst/>
          </p:spPr>
        </p:pic>
        <p:sp>
          <p:nvSpPr>
            <p:cNvPr id="240" name="Rectangle 43"/>
            <p:cNvSpPr>
              <a:spLocks noChangeArrowheads="1"/>
            </p:cNvSpPr>
            <p:nvPr/>
          </p:nvSpPr>
          <p:spPr bwMode="auto">
            <a:xfrm rot="16200000" flipH="1">
              <a:off x="3589349" y="3549138"/>
              <a:ext cx="104753" cy="244475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Comic Sans MS" panose="030F0902030302020204" pitchFamily="66" charset="0"/>
                <a:ea typeface="+mn-ea"/>
                <a:cs typeface="+mn-cs"/>
              </a:endParaRPr>
            </a:p>
          </p:txBody>
        </p:sp>
        <p:sp>
          <p:nvSpPr>
            <p:cNvPr id="241" name="Rectangle 43"/>
            <p:cNvSpPr>
              <a:spLocks noChangeArrowheads="1"/>
            </p:cNvSpPr>
            <p:nvPr/>
          </p:nvSpPr>
          <p:spPr bwMode="auto">
            <a:xfrm rot="2460490">
              <a:off x="3206750" y="3274585"/>
              <a:ext cx="82550" cy="247597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Comic Sans MS" panose="030F0902030302020204" pitchFamily="66" charset="0"/>
                <a:ea typeface="+mn-ea"/>
                <a:cs typeface="+mn-cs"/>
              </a:endParaRPr>
            </a:p>
          </p:txBody>
        </p:sp>
        <p:sp>
          <p:nvSpPr>
            <p:cNvPr id="242" name="Rectangle 43"/>
            <p:cNvSpPr>
              <a:spLocks noChangeArrowheads="1"/>
            </p:cNvSpPr>
            <p:nvPr/>
          </p:nvSpPr>
          <p:spPr bwMode="auto">
            <a:xfrm rot="16200000">
              <a:off x="2499531" y="2388124"/>
              <a:ext cx="111101" cy="296863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Comic Sans MS" panose="030F0902030302020204" pitchFamily="66" charset="0"/>
                <a:ea typeface="+mn-ea"/>
                <a:cs typeface="+mn-cs"/>
              </a:endParaRPr>
            </a:p>
          </p:txBody>
        </p:sp>
        <p:grpSp>
          <p:nvGrpSpPr>
            <p:cNvPr id="214244" name="Group 248"/>
            <p:cNvGrpSpPr/>
            <p:nvPr/>
          </p:nvGrpSpPr>
          <p:grpSpPr bwMode="auto">
            <a:xfrm>
              <a:off x="2597285" y="3210128"/>
              <a:ext cx="332569" cy="581078"/>
              <a:chOff x="4140" y="429"/>
              <a:chExt cx="1425" cy="2396"/>
            </a:xfrm>
          </p:grpSpPr>
          <p:sp>
            <p:nvSpPr>
              <p:cNvPr id="214259" name="Freeform 148"/>
              <p:cNvSpPr/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1 w 354"/>
                  <a:gd name="T1" fmla="*/ 0 h 2742"/>
                  <a:gd name="T2" fmla="*/ 116 w 354"/>
                  <a:gd name="T3" fmla="*/ 137 h 2742"/>
                  <a:gd name="T4" fmla="*/ 114 w 354"/>
                  <a:gd name="T5" fmla="*/ 1057 h 2742"/>
                  <a:gd name="T6" fmla="*/ 0 w 354"/>
                  <a:gd name="T7" fmla="*/ 1105 h 2742"/>
                  <a:gd name="T8" fmla="*/ 21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1381" name="Rectangle 149"/>
              <p:cNvSpPr>
                <a:spLocks noChangeArrowheads="1"/>
              </p:cNvSpPr>
              <p:nvPr/>
            </p:nvSpPr>
            <p:spPr bwMode="auto">
              <a:xfrm>
                <a:off x="4207" y="426"/>
                <a:ext cx="1048" cy="2291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214261" name="Freeform 150"/>
              <p:cNvSpPr/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70 w 211"/>
                  <a:gd name="T3" fmla="*/ 88 h 2537"/>
                  <a:gd name="T4" fmla="*/ 2 w 211"/>
                  <a:gd name="T5" fmla="*/ 1007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14262" name="Freeform 151"/>
              <p:cNvSpPr/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09 w 328"/>
                  <a:gd name="T3" fmla="*/ 52 h 226"/>
                  <a:gd name="T4" fmla="*/ 108 w 328"/>
                  <a:gd name="T5" fmla="*/ 92 h 226"/>
                  <a:gd name="T6" fmla="*/ 0 w 328"/>
                  <a:gd name="T7" fmla="*/ 41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1384" name="Rectangle 152"/>
              <p:cNvSpPr>
                <a:spLocks noChangeArrowheads="1"/>
              </p:cNvSpPr>
              <p:nvPr/>
            </p:nvSpPr>
            <p:spPr bwMode="auto">
              <a:xfrm>
                <a:off x="4214" y="688"/>
                <a:ext cx="592" cy="5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grpSp>
            <p:nvGrpSpPr>
              <p:cNvPr id="214264" name="Group 153"/>
              <p:cNvGrpSpPr/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91410" name="AutoShape 154"/>
                <p:cNvSpPr>
                  <a:spLocks noChangeArrowheads="1"/>
                </p:cNvSpPr>
                <p:nvPr/>
              </p:nvSpPr>
              <p:spPr bwMode="auto">
                <a:xfrm>
                  <a:off x="617" y="2569"/>
                  <a:ext cx="721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1411" name="AutoShape 155"/>
                <p:cNvSpPr>
                  <a:spLocks noChangeArrowheads="1"/>
                </p:cNvSpPr>
                <p:nvPr/>
              </p:nvSpPr>
              <p:spPr bwMode="auto">
                <a:xfrm>
                  <a:off x="634" y="2587"/>
                  <a:ext cx="688" cy="10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sp>
            <p:nvSpPr>
              <p:cNvPr id="91386" name="Rectangle 156"/>
              <p:cNvSpPr>
                <a:spLocks noChangeArrowheads="1"/>
              </p:cNvSpPr>
              <p:nvPr/>
            </p:nvSpPr>
            <p:spPr bwMode="auto">
              <a:xfrm>
                <a:off x="4221" y="1015"/>
                <a:ext cx="599" cy="5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grpSp>
            <p:nvGrpSpPr>
              <p:cNvPr id="214266" name="Group 157"/>
              <p:cNvGrpSpPr/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91408" name="AutoShape 158"/>
                <p:cNvSpPr>
                  <a:spLocks noChangeArrowheads="1"/>
                </p:cNvSpPr>
                <p:nvPr/>
              </p:nvSpPr>
              <p:spPr bwMode="auto">
                <a:xfrm>
                  <a:off x="611" y="2570"/>
                  <a:ext cx="730" cy="13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1409" name="AutoShape 159"/>
                <p:cNvSpPr>
                  <a:spLocks noChangeArrowheads="1"/>
                </p:cNvSpPr>
                <p:nvPr/>
              </p:nvSpPr>
              <p:spPr bwMode="auto">
                <a:xfrm>
                  <a:off x="628" y="2583"/>
                  <a:ext cx="696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sp>
            <p:nvSpPr>
              <p:cNvPr id="91388" name="Rectangle 160"/>
              <p:cNvSpPr>
                <a:spLocks noChangeArrowheads="1"/>
              </p:cNvSpPr>
              <p:nvPr/>
            </p:nvSpPr>
            <p:spPr bwMode="auto">
              <a:xfrm>
                <a:off x="4214" y="1356"/>
                <a:ext cx="599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1389" name="Rectangle 161"/>
              <p:cNvSpPr>
                <a:spLocks noChangeArrowheads="1"/>
              </p:cNvSpPr>
              <p:nvPr/>
            </p:nvSpPr>
            <p:spPr bwMode="auto">
              <a:xfrm>
                <a:off x="4228" y="1657"/>
                <a:ext cx="599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grpSp>
            <p:nvGrpSpPr>
              <p:cNvPr id="214269" name="Group 162"/>
              <p:cNvGrpSpPr/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91406" name="AutoShape 163"/>
                <p:cNvSpPr>
                  <a:spLocks noChangeArrowheads="1"/>
                </p:cNvSpPr>
                <p:nvPr/>
              </p:nvSpPr>
              <p:spPr bwMode="auto">
                <a:xfrm>
                  <a:off x="618" y="2571"/>
                  <a:ext cx="720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1407" name="AutoShape 164"/>
                <p:cNvSpPr>
                  <a:spLocks noChangeArrowheads="1"/>
                </p:cNvSpPr>
                <p:nvPr/>
              </p:nvSpPr>
              <p:spPr bwMode="auto">
                <a:xfrm>
                  <a:off x="635" y="2589"/>
                  <a:ext cx="686" cy="102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sp>
            <p:nvSpPr>
              <p:cNvPr id="214270" name="Freeform 165"/>
              <p:cNvSpPr/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09 w 328"/>
                  <a:gd name="T3" fmla="*/ 51 h 226"/>
                  <a:gd name="T4" fmla="*/ 108 w 328"/>
                  <a:gd name="T5" fmla="*/ 90 h 226"/>
                  <a:gd name="T6" fmla="*/ 0 w 328"/>
                  <a:gd name="T7" fmla="*/ 39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grpSp>
            <p:nvGrpSpPr>
              <p:cNvPr id="214271" name="Group 166"/>
              <p:cNvGrpSpPr/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91404" name="AutoShape 167"/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29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1405" name="AutoShape 168"/>
                <p:cNvSpPr>
                  <a:spLocks noChangeArrowheads="1"/>
                </p:cNvSpPr>
                <p:nvPr/>
              </p:nvSpPr>
              <p:spPr bwMode="auto">
                <a:xfrm>
                  <a:off x="630" y="2584"/>
                  <a:ext cx="695" cy="105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sp>
            <p:nvSpPr>
              <p:cNvPr id="91393" name="Rectangle 169"/>
              <p:cNvSpPr>
                <a:spLocks noChangeArrowheads="1"/>
              </p:cNvSpPr>
              <p:nvPr/>
            </p:nvSpPr>
            <p:spPr bwMode="auto">
              <a:xfrm>
                <a:off x="5255" y="426"/>
                <a:ext cx="68" cy="2297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214273" name="Freeform 170"/>
              <p:cNvSpPr/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96 w 296"/>
                  <a:gd name="T3" fmla="*/ 57 h 256"/>
                  <a:gd name="T4" fmla="*/ 98 w 296"/>
                  <a:gd name="T5" fmla="*/ 102 h 256"/>
                  <a:gd name="T6" fmla="*/ 0 w 296"/>
                  <a:gd name="T7" fmla="*/ 39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14274" name="Freeform 171"/>
              <p:cNvSpPr/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01 w 304"/>
                  <a:gd name="T3" fmla="*/ 66 h 288"/>
                  <a:gd name="T4" fmla="*/ 95 w 304"/>
                  <a:gd name="T5" fmla="*/ 116 h 288"/>
                  <a:gd name="T6" fmla="*/ 2 w 304"/>
                  <a:gd name="T7" fmla="*/ 5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1396" name="Oval 172"/>
              <p:cNvSpPr>
                <a:spLocks noChangeArrowheads="1"/>
              </p:cNvSpPr>
              <p:nvPr/>
            </p:nvSpPr>
            <p:spPr bwMode="auto">
              <a:xfrm>
                <a:off x="5520" y="2612"/>
                <a:ext cx="48" cy="9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214276" name="Freeform 173"/>
              <p:cNvSpPr/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43 h 240"/>
                  <a:gd name="T2" fmla="*/ 2 w 306"/>
                  <a:gd name="T3" fmla="*/ 97 h 240"/>
                  <a:gd name="T4" fmla="*/ 101 w 306"/>
                  <a:gd name="T5" fmla="*/ 44 h 240"/>
                  <a:gd name="T6" fmla="*/ 98 w 306"/>
                  <a:gd name="T7" fmla="*/ 0 h 240"/>
                  <a:gd name="T8" fmla="*/ 0 w 306"/>
                  <a:gd name="T9" fmla="*/ 43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1398" name="AutoShape 174"/>
              <p:cNvSpPr>
                <a:spLocks noChangeArrowheads="1"/>
              </p:cNvSpPr>
              <p:nvPr/>
            </p:nvSpPr>
            <p:spPr bwMode="auto">
              <a:xfrm>
                <a:off x="4139" y="2678"/>
                <a:ext cx="1204" cy="17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1399" name="AutoShape 175"/>
              <p:cNvSpPr>
                <a:spLocks noChangeArrowheads="1"/>
              </p:cNvSpPr>
              <p:nvPr/>
            </p:nvSpPr>
            <p:spPr bwMode="auto">
              <a:xfrm>
                <a:off x="4207" y="2717"/>
                <a:ext cx="1068" cy="8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1400" name="Oval 176"/>
              <p:cNvSpPr>
                <a:spLocks noChangeArrowheads="1"/>
              </p:cNvSpPr>
              <p:nvPr/>
            </p:nvSpPr>
            <p:spPr bwMode="auto">
              <a:xfrm>
                <a:off x="4309" y="2383"/>
                <a:ext cx="156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1401" name="Oval 177"/>
              <p:cNvSpPr>
                <a:spLocks noChangeArrowheads="1"/>
              </p:cNvSpPr>
              <p:nvPr/>
            </p:nvSpPr>
            <p:spPr bwMode="auto">
              <a:xfrm>
                <a:off x="4486" y="2383"/>
                <a:ext cx="163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en-US" dirty="0">
                  <a:solidFill>
                    <a:srgbClr val="FF0000"/>
                  </a:solidFill>
                  <a:cs typeface="+mn-cs"/>
                </a:endParaRPr>
              </a:p>
            </p:txBody>
          </p:sp>
          <p:sp>
            <p:nvSpPr>
              <p:cNvPr id="91402" name="Oval 178"/>
              <p:cNvSpPr>
                <a:spLocks noChangeArrowheads="1"/>
              </p:cNvSpPr>
              <p:nvPr/>
            </p:nvSpPr>
            <p:spPr bwMode="auto">
              <a:xfrm>
                <a:off x="4663" y="2383"/>
                <a:ext cx="156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1403" name="Rectangle 179"/>
              <p:cNvSpPr>
                <a:spLocks noChangeArrowheads="1"/>
              </p:cNvSpPr>
              <p:nvPr/>
            </p:nvSpPr>
            <p:spPr bwMode="auto">
              <a:xfrm>
                <a:off x="5065" y="1834"/>
                <a:ext cx="82" cy="772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grpSp>
          <p:nvGrpSpPr>
            <p:cNvPr id="214245" name="Group 48"/>
            <p:cNvGrpSpPr/>
            <p:nvPr/>
          </p:nvGrpSpPr>
          <p:grpSpPr bwMode="auto">
            <a:xfrm>
              <a:off x="2795471" y="3465563"/>
              <a:ext cx="735669" cy="376863"/>
              <a:chOff x="3600" y="219"/>
              <a:chExt cx="360" cy="175"/>
            </a:xfrm>
          </p:grpSpPr>
          <p:sp>
            <p:nvSpPr>
              <p:cNvPr id="91367" name="Oval 49"/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1368" name="Line 50"/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1369" name="Line 51"/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1370" name="Rectangle 52"/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3" cy="5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en-US" sz="2400" i="0" dirty="0">
                  <a:solidFill>
                    <a:srgbClr val="000000"/>
                  </a:solidFill>
                  <a:latin typeface="Times New Roman" panose="02020503050405090304" charset="0"/>
                  <a:cs typeface="+mn-cs"/>
                </a:endParaRPr>
              </a:p>
            </p:txBody>
          </p:sp>
          <p:sp>
            <p:nvSpPr>
              <p:cNvPr id="91371" name="Oval 53"/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grpSp>
            <p:nvGrpSpPr>
              <p:cNvPr id="214251" name="Group 54"/>
              <p:cNvGrpSpPr/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91377" name="Line 55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91378" name="Line 56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91379" name="Line 57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  <p:grpSp>
            <p:nvGrpSpPr>
              <p:cNvPr id="214252" name="Group 58"/>
              <p:cNvGrpSpPr/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91374" name="Line 59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91375" name="Line 60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91376" name="Line 61"/>
                <p:cNvSpPr>
                  <a:spLocks noChangeShapeType="1"/>
                </p:cNvSpPr>
                <p:nvPr/>
              </p:nvSpPr>
              <p:spPr bwMode="auto">
                <a:xfrm>
                  <a:off x="2894" y="854"/>
                  <a:ext cx="52" cy="9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</p:grpSp>
      </p:grpSp>
      <p:sp>
        <p:nvSpPr>
          <p:cNvPr id="214020" name="Freeform 236"/>
          <p:cNvSpPr/>
          <p:nvPr/>
        </p:nvSpPr>
        <p:spPr bwMode="auto">
          <a:xfrm>
            <a:off x="4751388" y="706438"/>
            <a:ext cx="3759200" cy="2473325"/>
          </a:xfrm>
          <a:custGeom>
            <a:avLst/>
            <a:gdLst>
              <a:gd name="T0" fmla="*/ 2147483647 w 2368"/>
              <a:gd name="T1" fmla="*/ 2147483647 h 1558"/>
              <a:gd name="T2" fmla="*/ 2147483647 w 2368"/>
              <a:gd name="T3" fmla="*/ 2147483647 h 1558"/>
              <a:gd name="T4" fmla="*/ 2147483647 w 2368"/>
              <a:gd name="T5" fmla="*/ 2147483647 h 1558"/>
              <a:gd name="T6" fmla="*/ 2147483647 w 2368"/>
              <a:gd name="T7" fmla="*/ 2147483647 h 1558"/>
              <a:gd name="T8" fmla="*/ 2147483647 w 2368"/>
              <a:gd name="T9" fmla="*/ 2147483647 h 1558"/>
              <a:gd name="T10" fmla="*/ 2147483647 w 2368"/>
              <a:gd name="T11" fmla="*/ 2147483647 h 1558"/>
              <a:gd name="T12" fmla="*/ 2147483647 w 2368"/>
              <a:gd name="T13" fmla="*/ 2147483647 h 1558"/>
              <a:gd name="T14" fmla="*/ 2147483647 w 2368"/>
              <a:gd name="T15" fmla="*/ 2147483647 h 1558"/>
              <a:gd name="T16" fmla="*/ 2147483647 w 2368"/>
              <a:gd name="T17" fmla="*/ 2147483647 h 1558"/>
              <a:gd name="T18" fmla="*/ 2147483647 w 2368"/>
              <a:gd name="T19" fmla="*/ 2147483647 h 1558"/>
              <a:gd name="T20" fmla="*/ 2147483647 w 2368"/>
              <a:gd name="T21" fmla="*/ 2147483647 h 1558"/>
              <a:gd name="T22" fmla="*/ 2147483647 w 2368"/>
              <a:gd name="T23" fmla="*/ 2147483647 h 1558"/>
              <a:gd name="T24" fmla="*/ 2147483647 w 2368"/>
              <a:gd name="T25" fmla="*/ 2147483647 h 1558"/>
              <a:gd name="T26" fmla="*/ 2147483647 w 2368"/>
              <a:gd name="T27" fmla="*/ 2147483647 h 1558"/>
              <a:gd name="T28" fmla="*/ 2147483647 w 2368"/>
              <a:gd name="T29" fmla="*/ 2147483647 h 1558"/>
              <a:gd name="T30" fmla="*/ 2147483647 w 2368"/>
              <a:gd name="T31" fmla="*/ 2147483647 h 1558"/>
              <a:gd name="T32" fmla="*/ 2147483647 w 2368"/>
              <a:gd name="T33" fmla="*/ 2147483647 h 1558"/>
              <a:gd name="T34" fmla="*/ 2147483647 w 2368"/>
              <a:gd name="T35" fmla="*/ 2147483647 h 1558"/>
              <a:gd name="T36" fmla="*/ 2147483647 w 2368"/>
              <a:gd name="T37" fmla="*/ 2147483647 h 1558"/>
              <a:gd name="T38" fmla="*/ 2147483647 w 2368"/>
              <a:gd name="T39" fmla="*/ 2147483647 h 1558"/>
              <a:gd name="T40" fmla="*/ 2147483647 w 2368"/>
              <a:gd name="T41" fmla="*/ 2147483647 h 1558"/>
              <a:gd name="T42" fmla="*/ 2147483647 w 2368"/>
              <a:gd name="T43" fmla="*/ 2147483647 h 1558"/>
              <a:gd name="T44" fmla="*/ 2147483647 w 2368"/>
              <a:gd name="T45" fmla="*/ 2147483647 h 1558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2368" h="1558">
                <a:moveTo>
                  <a:pt x="84" y="632"/>
                </a:moveTo>
                <a:cubicBezTo>
                  <a:pt x="51" y="704"/>
                  <a:pt x="28" y="747"/>
                  <a:pt x="16" y="809"/>
                </a:cubicBezTo>
                <a:cubicBezTo>
                  <a:pt x="4" y="871"/>
                  <a:pt x="0" y="949"/>
                  <a:pt x="9" y="1005"/>
                </a:cubicBezTo>
                <a:cubicBezTo>
                  <a:pt x="18" y="1061"/>
                  <a:pt x="44" y="1087"/>
                  <a:pt x="70" y="1147"/>
                </a:cubicBezTo>
                <a:cubicBezTo>
                  <a:pt x="96" y="1207"/>
                  <a:pt x="130" y="1314"/>
                  <a:pt x="165" y="1364"/>
                </a:cubicBezTo>
                <a:cubicBezTo>
                  <a:pt x="200" y="1414"/>
                  <a:pt x="223" y="1428"/>
                  <a:pt x="280" y="1446"/>
                </a:cubicBezTo>
                <a:cubicBezTo>
                  <a:pt x="337" y="1464"/>
                  <a:pt x="397" y="1472"/>
                  <a:pt x="510" y="1473"/>
                </a:cubicBezTo>
                <a:cubicBezTo>
                  <a:pt x="623" y="1474"/>
                  <a:pt x="854" y="1457"/>
                  <a:pt x="958" y="1452"/>
                </a:cubicBezTo>
                <a:cubicBezTo>
                  <a:pt x="1062" y="1447"/>
                  <a:pt x="1065" y="1440"/>
                  <a:pt x="1134" y="1446"/>
                </a:cubicBezTo>
                <a:cubicBezTo>
                  <a:pt x="1203" y="1452"/>
                  <a:pt x="1293" y="1468"/>
                  <a:pt x="1371" y="1486"/>
                </a:cubicBezTo>
                <a:cubicBezTo>
                  <a:pt x="1449" y="1504"/>
                  <a:pt x="1495" y="1550"/>
                  <a:pt x="1601" y="1554"/>
                </a:cubicBezTo>
                <a:cubicBezTo>
                  <a:pt x="1707" y="1558"/>
                  <a:pt x="1893" y="1556"/>
                  <a:pt x="2008" y="1513"/>
                </a:cubicBezTo>
                <a:cubicBezTo>
                  <a:pt x="2123" y="1470"/>
                  <a:pt x="2236" y="1409"/>
                  <a:pt x="2293" y="1297"/>
                </a:cubicBezTo>
                <a:cubicBezTo>
                  <a:pt x="2350" y="1185"/>
                  <a:pt x="2339" y="950"/>
                  <a:pt x="2347" y="843"/>
                </a:cubicBezTo>
                <a:cubicBezTo>
                  <a:pt x="2355" y="736"/>
                  <a:pt x="2368" y="717"/>
                  <a:pt x="2340" y="653"/>
                </a:cubicBezTo>
                <a:cubicBezTo>
                  <a:pt x="2312" y="589"/>
                  <a:pt x="2247" y="537"/>
                  <a:pt x="2177" y="456"/>
                </a:cubicBezTo>
                <a:cubicBezTo>
                  <a:pt x="2107" y="375"/>
                  <a:pt x="2016" y="235"/>
                  <a:pt x="1920" y="165"/>
                </a:cubicBezTo>
                <a:cubicBezTo>
                  <a:pt x="1824" y="95"/>
                  <a:pt x="1716" y="61"/>
                  <a:pt x="1601" y="36"/>
                </a:cubicBezTo>
                <a:cubicBezTo>
                  <a:pt x="1486" y="11"/>
                  <a:pt x="1343" y="0"/>
                  <a:pt x="1229" y="16"/>
                </a:cubicBezTo>
                <a:cubicBezTo>
                  <a:pt x="1115" y="32"/>
                  <a:pt x="1042" y="90"/>
                  <a:pt x="917" y="131"/>
                </a:cubicBezTo>
                <a:cubicBezTo>
                  <a:pt x="792" y="172"/>
                  <a:pt x="595" y="219"/>
                  <a:pt x="477" y="260"/>
                </a:cubicBezTo>
                <a:cubicBezTo>
                  <a:pt x="359" y="301"/>
                  <a:pt x="280" y="311"/>
                  <a:pt x="212" y="375"/>
                </a:cubicBezTo>
                <a:cubicBezTo>
                  <a:pt x="144" y="439"/>
                  <a:pt x="117" y="560"/>
                  <a:pt x="84" y="632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ffectLst/>
        </p:spPr>
        <p:txBody>
          <a:bodyPr wrap="none"/>
          <a:lstStyle/>
          <a:p>
            <a:endParaRPr lang="en-US" dirty="0"/>
          </a:p>
        </p:txBody>
      </p:sp>
      <p:grpSp>
        <p:nvGrpSpPr>
          <p:cNvPr id="214021" name="Group 44"/>
          <p:cNvGrpSpPr/>
          <p:nvPr/>
        </p:nvGrpSpPr>
        <p:grpSpPr bwMode="auto">
          <a:xfrm>
            <a:off x="1195388" y="1081088"/>
            <a:ext cx="976312" cy="1460500"/>
            <a:chOff x="651" y="681"/>
            <a:chExt cx="615" cy="920"/>
          </a:xfrm>
        </p:grpSpPr>
        <p:sp>
          <p:nvSpPr>
            <p:cNvPr id="214225" name="Freeform 45"/>
            <p:cNvSpPr/>
            <p:nvPr/>
          </p:nvSpPr>
          <p:spPr bwMode="auto">
            <a:xfrm>
              <a:off x="662" y="698"/>
              <a:ext cx="604" cy="903"/>
            </a:xfrm>
            <a:custGeom>
              <a:avLst/>
              <a:gdLst>
                <a:gd name="T0" fmla="*/ 496 w 604"/>
                <a:gd name="T1" fmla="*/ 0 h 903"/>
                <a:gd name="T2" fmla="*/ 604 w 604"/>
                <a:gd name="T3" fmla="*/ 903 h 903"/>
                <a:gd name="T4" fmla="*/ 0 w 604"/>
                <a:gd name="T5" fmla="*/ 788 h 903"/>
                <a:gd name="T6" fmla="*/ 456 w 604"/>
                <a:gd name="T7" fmla="*/ 750 h 903"/>
                <a:gd name="T8" fmla="*/ 496 w 604"/>
                <a:gd name="T9" fmla="*/ 0 h 9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4" h="903">
                  <a:moveTo>
                    <a:pt x="496" y="0"/>
                  </a:moveTo>
                  <a:lnTo>
                    <a:pt x="604" y="903"/>
                  </a:lnTo>
                  <a:lnTo>
                    <a:pt x="0" y="788"/>
                  </a:lnTo>
                  <a:lnTo>
                    <a:pt x="456" y="750"/>
                  </a:lnTo>
                  <a:lnTo>
                    <a:pt x="496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2700000" scaled="1"/>
            </a:gradFill>
            <a:ln>
              <a:noFill/>
            </a:ln>
            <a:effectLst/>
          </p:spPr>
          <p:txBody>
            <a:bodyPr wrap="none"/>
            <a:lstStyle/>
            <a:p>
              <a:endParaRPr lang="en-US" dirty="0"/>
            </a:p>
          </p:txBody>
        </p:sp>
        <p:grpSp>
          <p:nvGrpSpPr>
            <p:cNvPr id="214226" name="Group 46"/>
            <p:cNvGrpSpPr/>
            <p:nvPr/>
          </p:nvGrpSpPr>
          <p:grpSpPr bwMode="auto">
            <a:xfrm>
              <a:off x="651" y="681"/>
              <a:ext cx="500" cy="828"/>
              <a:chOff x="569" y="2954"/>
              <a:chExt cx="500" cy="828"/>
            </a:xfrm>
          </p:grpSpPr>
          <p:sp>
            <p:nvSpPr>
              <p:cNvPr id="91348" name="Rectangle 47"/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1349" name="Text Box 48"/>
              <p:cNvSpPr txBox="1">
                <a:spLocks noChangeArrowheads="1"/>
              </p:cNvSpPr>
              <p:nvPr/>
            </p:nvSpPr>
            <p:spPr bwMode="auto">
              <a:xfrm>
                <a:off x="639" y="2954"/>
                <a:ext cx="385" cy="82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9pPr>
              </a:lstStyle>
              <a:p>
                <a:pPr algn="ctr">
                  <a:defRPr/>
                </a:pPr>
                <a:r>
                  <a:rPr lang="en-US" sz="1600" i="0" dirty="0" smtClean="0">
                    <a:latin typeface="Arial" panose="020B0604020202090204" pitchFamily="34" charset="0"/>
                    <a:cs typeface="+mn-cs"/>
                  </a:rPr>
                  <a:t>DNS</a:t>
                </a:r>
                <a:endParaRPr lang="en-US" sz="1600" i="0" dirty="0" smtClean="0">
                  <a:latin typeface="Arial" panose="020B0604020202090204" pitchFamily="34" charset="0"/>
                  <a:cs typeface="+mn-cs"/>
                </a:endParaRPr>
              </a:p>
              <a:p>
                <a:pPr algn="ctr">
                  <a:defRPr/>
                </a:pPr>
                <a:r>
                  <a:rPr lang="en-US" sz="1600" i="0" dirty="0" smtClean="0">
                    <a:latin typeface="Arial" panose="020B0604020202090204" pitchFamily="34" charset="0"/>
                    <a:cs typeface="+mn-cs"/>
                  </a:rPr>
                  <a:t>UDP</a:t>
                </a:r>
                <a:endParaRPr lang="en-US" sz="1600" i="0" dirty="0" smtClean="0">
                  <a:latin typeface="Arial" panose="020B0604020202090204" pitchFamily="34" charset="0"/>
                  <a:cs typeface="+mn-cs"/>
                </a:endParaRPr>
              </a:p>
              <a:p>
                <a:pPr algn="ctr">
                  <a:defRPr/>
                </a:pPr>
                <a:r>
                  <a:rPr lang="en-US" sz="1600" i="0" dirty="0" smtClean="0">
                    <a:latin typeface="Arial" panose="020B0604020202090204" pitchFamily="34" charset="0"/>
                    <a:cs typeface="+mn-cs"/>
                  </a:rPr>
                  <a:t>IP</a:t>
                </a:r>
                <a:endParaRPr lang="en-US" sz="1600" i="0" dirty="0" smtClean="0">
                  <a:latin typeface="Arial" panose="020B0604020202090204" pitchFamily="34" charset="0"/>
                  <a:cs typeface="+mn-cs"/>
                </a:endParaRPr>
              </a:p>
              <a:p>
                <a:pPr algn="ctr">
                  <a:defRPr/>
                </a:pPr>
                <a:r>
                  <a:rPr lang="en-US" sz="1600" i="0" dirty="0" smtClean="0">
                    <a:latin typeface="Arial" panose="020B0604020202090204" pitchFamily="34" charset="0"/>
                    <a:cs typeface="+mn-cs"/>
                  </a:rPr>
                  <a:t>Eth</a:t>
                </a:r>
                <a:endParaRPr lang="en-US" sz="1600" i="0" dirty="0" smtClean="0">
                  <a:latin typeface="Arial" panose="020B0604020202090204" pitchFamily="34" charset="0"/>
                  <a:cs typeface="+mn-cs"/>
                </a:endParaRPr>
              </a:p>
              <a:p>
                <a:pPr algn="ctr">
                  <a:defRPr/>
                </a:pPr>
                <a:r>
                  <a:rPr lang="en-US" sz="1600" i="0" dirty="0" smtClean="0">
                    <a:latin typeface="Arial" panose="020B0604020202090204" pitchFamily="34" charset="0"/>
                    <a:cs typeface="+mn-cs"/>
                  </a:rPr>
                  <a:t>Phy</a:t>
                </a:r>
                <a:endParaRPr lang="en-US" sz="1600" i="0" dirty="0" smtClean="0">
                  <a:latin typeface="Arial" panose="020B0604020202090204" pitchFamily="34" charset="0"/>
                  <a:cs typeface="+mn-cs"/>
                </a:endParaRPr>
              </a:p>
            </p:txBody>
          </p:sp>
          <p:sp>
            <p:nvSpPr>
              <p:cNvPr id="91350" name="Line 49"/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1351" name="Line 50"/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1352" name="Line 51"/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1353" name="Line 52"/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</p:grpSp>
      <p:grpSp>
        <p:nvGrpSpPr>
          <p:cNvPr id="705589" name="Group 53"/>
          <p:cNvGrpSpPr/>
          <p:nvPr/>
        </p:nvGrpSpPr>
        <p:grpSpPr bwMode="auto">
          <a:xfrm>
            <a:off x="520700" y="1162050"/>
            <a:ext cx="460375" cy="244475"/>
            <a:chOff x="844" y="3337"/>
            <a:chExt cx="290" cy="154"/>
          </a:xfrm>
        </p:grpSpPr>
        <p:sp>
          <p:nvSpPr>
            <p:cNvPr id="91344" name="Rectangle 54"/>
            <p:cNvSpPr>
              <a:spLocks noChangeArrowheads="1"/>
            </p:cNvSpPr>
            <p:nvPr/>
          </p:nvSpPr>
          <p:spPr bwMode="auto">
            <a:xfrm>
              <a:off x="889" y="3370"/>
              <a:ext cx="245" cy="86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bg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91345" name="Text Box 55"/>
            <p:cNvSpPr txBox="1">
              <a:spLocks noChangeArrowheads="1"/>
            </p:cNvSpPr>
            <p:nvPr/>
          </p:nvSpPr>
          <p:spPr bwMode="auto">
            <a:xfrm>
              <a:off x="844" y="3337"/>
              <a:ext cx="285" cy="15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000" i="0" dirty="0" smtClean="0">
                  <a:solidFill>
                    <a:schemeClr val="bg1"/>
                  </a:solidFill>
                  <a:latin typeface="Arial" panose="020B0604020202090204" pitchFamily="34" charset="0"/>
                  <a:cs typeface="+mn-cs"/>
                </a:rPr>
                <a:t>DNS</a:t>
              </a:r>
              <a:endParaRPr lang="en-US" sz="1000" i="0" dirty="0" smtClean="0">
                <a:solidFill>
                  <a:schemeClr val="bg1"/>
                </a:solidFill>
                <a:latin typeface="Arial" panose="020B0604020202090204" pitchFamily="34" charset="0"/>
                <a:cs typeface="+mn-cs"/>
              </a:endParaRPr>
            </a:p>
          </p:txBody>
        </p:sp>
      </p:grpSp>
      <p:grpSp>
        <p:nvGrpSpPr>
          <p:cNvPr id="214023" name="Group 58"/>
          <p:cNvGrpSpPr/>
          <p:nvPr/>
        </p:nvGrpSpPr>
        <p:grpSpPr bwMode="auto">
          <a:xfrm>
            <a:off x="460375" y="1387475"/>
            <a:ext cx="561975" cy="244475"/>
            <a:chOff x="740" y="3209"/>
            <a:chExt cx="354" cy="154"/>
          </a:xfrm>
        </p:grpSpPr>
        <p:grpSp>
          <p:nvGrpSpPr>
            <p:cNvPr id="214218" name="Group 59"/>
            <p:cNvGrpSpPr/>
            <p:nvPr/>
          </p:nvGrpSpPr>
          <p:grpSpPr bwMode="auto">
            <a:xfrm>
              <a:off x="794" y="3209"/>
              <a:ext cx="290" cy="154"/>
              <a:chOff x="844" y="3337"/>
              <a:chExt cx="290" cy="154"/>
            </a:xfrm>
          </p:grpSpPr>
          <p:sp>
            <p:nvSpPr>
              <p:cNvPr id="91342" name="Rectangle 60"/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1343" name="Text Box 61"/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285" cy="15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1000" i="0" dirty="0" smtClean="0">
                    <a:solidFill>
                      <a:schemeClr val="bg1"/>
                    </a:solidFill>
                    <a:latin typeface="Arial" panose="020B0604020202090204" pitchFamily="34" charset="0"/>
                    <a:cs typeface="+mn-cs"/>
                  </a:rPr>
                  <a:t>DNS</a:t>
                </a:r>
                <a:endParaRPr lang="en-US" sz="1000" i="0" dirty="0" smtClean="0">
                  <a:solidFill>
                    <a:schemeClr val="bg1"/>
                  </a:solidFill>
                  <a:latin typeface="Arial" panose="020B0604020202090204" pitchFamily="34" charset="0"/>
                  <a:cs typeface="+mn-cs"/>
                </a:endParaRPr>
              </a:p>
            </p:txBody>
          </p:sp>
        </p:grpSp>
        <p:sp>
          <p:nvSpPr>
            <p:cNvPr id="91340" name="Rectangle 62"/>
            <p:cNvSpPr>
              <a:spLocks noChangeArrowheads="1"/>
            </p:cNvSpPr>
            <p:nvPr/>
          </p:nvSpPr>
          <p:spPr bwMode="auto">
            <a:xfrm>
              <a:off x="750" y="3244"/>
              <a:ext cx="88" cy="8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bg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91341" name="Rectangle 63"/>
            <p:cNvSpPr>
              <a:spLocks noChangeArrowheads="1"/>
            </p:cNvSpPr>
            <p:nvPr/>
          </p:nvSpPr>
          <p:spPr bwMode="auto">
            <a:xfrm>
              <a:off x="740" y="3238"/>
              <a:ext cx="354" cy="94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grpSp>
        <p:nvGrpSpPr>
          <p:cNvPr id="214024" name="Group 64"/>
          <p:cNvGrpSpPr/>
          <p:nvPr/>
        </p:nvGrpSpPr>
        <p:grpSpPr bwMode="auto">
          <a:xfrm>
            <a:off x="460375" y="1622425"/>
            <a:ext cx="561975" cy="244475"/>
            <a:chOff x="836" y="3305"/>
            <a:chExt cx="354" cy="154"/>
          </a:xfrm>
        </p:grpSpPr>
        <p:grpSp>
          <p:nvGrpSpPr>
            <p:cNvPr id="214212" name="Group 65"/>
            <p:cNvGrpSpPr/>
            <p:nvPr/>
          </p:nvGrpSpPr>
          <p:grpSpPr bwMode="auto">
            <a:xfrm>
              <a:off x="890" y="3305"/>
              <a:ext cx="290" cy="154"/>
              <a:chOff x="844" y="3337"/>
              <a:chExt cx="290" cy="154"/>
            </a:xfrm>
          </p:grpSpPr>
          <p:sp>
            <p:nvSpPr>
              <p:cNvPr id="91337" name="Rectangle 66"/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1338" name="Text Box 67"/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285" cy="15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1000" i="0" dirty="0" smtClean="0">
                    <a:solidFill>
                      <a:schemeClr val="bg1"/>
                    </a:solidFill>
                    <a:latin typeface="Arial" panose="020B0604020202090204" pitchFamily="34" charset="0"/>
                    <a:cs typeface="+mn-cs"/>
                  </a:rPr>
                  <a:t>DNS</a:t>
                </a:r>
                <a:endParaRPr lang="en-US" sz="1000" i="0" dirty="0" smtClean="0">
                  <a:solidFill>
                    <a:schemeClr val="bg1"/>
                  </a:solidFill>
                  <a:latin typeface="Arial" panose="020B0604020202090204" pitchFamily="34" charset="0"/>
                  <a:cs typeface="+mn-cs"/>
                </a:endParaRPr>
              </a:p>
            </p:txBody>
          </p:sp>
        </p:grpSp>
        <p:grpSp>
          <p:nvGrpSpPr>
            <p:cNvPr id="214213" name="Group 68"/>
            <p:cNvGrpSpPr/>
            <p:nvPr/>
          </p:nvGrpSpPr>
          <p:grpSpPr bwMode="auto">
            <a:xfrm>
              <a:off x="836" y="3334"/>
              <a:ext cx="354" cy="94"/>
              <a:chOff x="836" y="3334"/>
              <a:chExt cx="354" cy="94"/>
            </a:xfrm>
          </p:grpSpPr>
          <p:sp>
            <p:nvSpPr>
              <p:cNvPr id="91335" name="Rectangle 69"/>
              <p:cNvSpPr>
                <a:spLocks noChangeArrowheads="1"/>
              </p:cNvSpPr>
              <p:nvPr/>
            </p:nvSpPr>
            <p:spPr bwMode="auto">
              <a:xfrm>
                <a:off x="846" y="3340"/>
                <a:ext cx="88" cy="8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1336" name="Rectangle 70"/>
              <p:cNvSpPr>
                <a:spLocks noChangeArrowheads="1"/>
              </p:cNvSpPr>
              <p:nvPr/>
            </p:nvSpPr>
            <p:spPr bwMode="auto">
              <a:xfrm>
                <a:off x="836" y="3334"/>
                <a:ext cx="354" cy="94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</p:grpSp>
      <p:grpSp>
        <p:nvGrpSpPr>
          <p:cNvPr id="214025" name="Group 71"/>
          <p:cNvGrpSpPr/>
          <p:nvPr/>
        </p:nvGrpSpPr>
        <p:grpSpPr bwMode="auto">
          <a:xfrm>
            <a:off x="280988" y="1654175"/>
            <a:ext cx="762000" cy="177800"/>
            <a:chOff x="627" y="3377"/>
            <a:chExt cx="480" cy="112"/>
          </a:xfrm>
        </p:grpSpPr>
        <p:sp>
          <p:nvSpPr>
            <p:cNvPr id="91331" name="Rectangle 72"/>
            <p:cNvSpPr>
              <a:spLocks noChangeArrowheads="1"/>
            </p:cNvSpPr>
            <p:nvPr/>
          </p:nvSpPr>
          <p:spPr bwMode="auto">
            <a:xfrm>
              <a:off x="636" y="3388"/>
              <a:ext cx="96" cy="9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91332" name="Rectangle 73"/>
            <p:cNvSpPr>
              <a:spLocks noChangeArrowheads="1"/>
            </p:cNvSpPr>
            <p:nvPr/>
          </p:nvSpPr>
          <p:spPr bwMode="auto">
            <a:xfrm>
              <a:off x="627" y="3377"/>
              <a:ext cx="480" cy="112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grpSp>
        <p:nvGrpSpPr>
          <p:cNvPr id="214026" name="Group 74"/>
          <p:cNvGrpSpPr/>
          <p:nvPr/>
        </p:nvGrpSpPr>
        <p:grpSpPr bwMode="auto">
          <a:xfrm>
            <a:off x="85725" y="1885950"/>
            <a:ext cx="1081088" cy="244475"/>
            <a:chOff x="504" y="3523"/>
            <a:chExt cx="681" cy="154"/>
          </a:xfrm>
        </p:grpSpPr>
        <p:grpSp>
          <p:nvGrpSpPr>
            <p:cNvPr id="214197" name="Group 75"/>
            <p:cNvGrpSpPr/>
            <p:nvPr/>
          </p:nvGrpSpPr>
          <p:grpSpPr bwMode="auto">
            <a:xfrm>
              <a:off x="623" y="3523"/>
              <a:ext cx="480" cy="154"/>
              <a:chOff x="723" y="3453"/>
              <a:chExt cx="480" cy="154"/>
            </a:xfrm>
          </p:grpSpPr>
          <p:grpSp>
            <p:nvGrpSpPr>
              <p:cNvPr id="214201" name="Group 76"/>
              <p:cNvGrpSpPr/>
              <p:nvPr/>
            </p:nvGrpSpPr>
            <p:grpSpPr bwMode="auto">
              <a:xfrm>
                <a:off x="836" y="3453"/>
                <a:ext cx="354" cy="154"/>
                <a:chOff x="836" y="3305"/>
                <a:chExt cx="354" cy="154"/>
              </a:xfrm>
            </p:grpSpPr>
            <p:grpSp>
              <p:nvGrpSpPr>
                <p:cNvPr id="214204" name="Group 77"/>
                <p:cNvGrpSpPr/>
                <p:nvPr/>
              </p:nvGrpSpPr>
              <p:grpSpPr bwMode="auto">
                <a:xfrm>
                  <a:off x="890" y="3305"/>
                  <a:ext cx="290" cy="154"/>
                  <a:chOff x="844" y="3337"/>
                  <a:chExt cx="290" cy="154"/>
                </a:xfrm>
              </p:grpSpPr>
              <p:sp>
                <p:nvSpPr>
                  <p:cNvPr id="91329" name="Rectangle 78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  <p:sp>
                <p:nvSpPr>
                  <p:cNvPr id="91330" name="Text Box 7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285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sz="1000" i="0" dirty="0" smtClean="0">
                        <a:solidFill>
                          <a:schemeClr val="bg1"/>
                        </a:solidFill>
                        <a:latin typeface="Arial" panose="020B0604020202090204" pitchFamily="34" charset="0"/>
                        <a:cs typeface="+mn-cs"/>
                      </a:rPr>
                      <a:t>DNS</a:t>
                    </a:r>
                    <a:endParaRPr lang="en-US" sz="1000" i="0" dirty="0" smtClean="0">
                      <a:solidFill>
                        <a:schemeClr val="bg1"/>
                      </a:solidFill>
                      <a:latin typeface="Arial" panose="020B0604020202090204" pitchFamily="34" charset="0"/>
                      <a:cs typeface="+mn-cs"/>
                    </a:endParaRPr>
                  </a:p>
                </p:txBody>
              </p:sp>
            </p:grpSp>
            <p:grpSp>
              <p:nvGrpSpPr>
                <p:cNvPr id="214205" name="Group 80"/>
                <p:cNvGrpSpPr/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91327" name="Rectangle 81"/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bg1"/>
                    </a:solidFill>
                    <a:miter lim="800000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  <p:sp>
                <p:nvSpPr>
                  <p:cNvPr id="91328" name="Rectangle 82"/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1"/>
                    </a:solidFill>
                    <a:miter lim="800000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</p:grpSp>
          </p:grpSp>
          <p:sp>
            <p:nvSpPr>
              <p:cNvPr id="91323" name="Rectangle 83"/>
              <p:cNvSpPr>
                <a:spLocks noChangeArrowheads="1"/>
              </p:cNvSpPr>
              <p:nvPr/>
            </p:nvSpPr>
            <p:spPr bwMode="auto">
              <a:xfrm>
                <a:off x="732" y="3484"/>
                <a:ext cx="96" cy="9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1324" name="Rectangle 84"/>
              <p:cNvSpPr>
                <a:spLocks noChangeArrowheads="1"/>
              </p:cNvSpPr>
              <p:nvPr/>
            </p:nvSpPr>
            <p:spPr bwMode="auto">
              <a:xfrm>
                <a:off x="723" y="3473"/>
                <a:ext cx="480" cy="112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  <p:sp>
          <p:nvSpPr>
            <p:cNvPr id="91319" name="Rectangle 85"/>
            <p:cNvSpPr>
              <a:spLocks noChangeArrowheads="1"/>
            </p:cNvSpPr>
            <p:nvPr/>
          </p:nvSpPr>
          <p:spPr bwMode="auto">
            <a:xfrm>
              <a:off x="517" y="3545"/>
              <a:ext cx="94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91320" name="Rectangle 86"/>
            <p:cNvSpPr>
              <a:spLocks noChangeArrowheads="1"/>
            </p:cNvSpPr>
            <p:nvPr/>
          </p:nvSpPr>
          <p:spPr bwMode="auto">
            <a:xfrm>
              <a:off x="1115" y="3544"/>
              <a:ext cx="60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91321" name="Rectangle 87"/>
            <p:cNvSpPr>
              <a:spLocks noChangeArrowheads="1"/>
            </p:cNvSpPr>
            <p:nvPr/>
          </p:nvSpPr>
          <p:spPr bwMode="auto">
            <a:xfrm>
              <a:off x="504" y="3529"/>
              <a:ext cx="681" cy="1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sp>
        <p:nvSpPr>
          <p:cNvPr id="91148" name="AutoShape 88"/>
          <p:cNvSpPr>
            <a:spLocks noChangeArrowheads="1"/>
          </p:cNvSpPr>
          <p:nvPr/>
        </p:nvSpPr>
        <p:spPr bwMode="auto">
          <a:xfrm>
            <a:off x="628650" y="1162050"/>
            <a:ext cx="381000" cy="1166813"/>
          </a:xfrm>
          <a:prstGeom prst="downArrow">
            <a:avLst>
              <a:gd name="adj1" fmla="val 54167"/>
              <a:gd name="adj2" fmla="val 49170"/>
            </a:avLst>
          </a:prstGeom>
          <a:gradFill rotWithShape="1">
            <a:gsLst>
              <a:gs pos="0">
                <a:srgbClr val="FF0000">
                  <a:alpha val="25000"/>
                </a:srgbClr>
              </a:gs>
              <a:gs pos="100000">
                <a:srgbClr val="FF0000">
                  <a:alpha val="25000"/>
                </a:srgbClr>
              </a:gs>
            </a:gsLst>
            <a:lin ang="5400000" scaled="1"/>
          </a:gradFill>
          <a:ln>
            <a:noFill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705625" name="Group 89"/>
          <p:cNvGrpSpPr/>
          <p:nvPr/>
        </p:nvGrpSpPr>
        <p:grpSpPr bwMode="auto">
          <a:xfrm>
            <a:off x="650875" y="2389188"/>
            <a:ext cx="1081088" cy="244475"/>
            <a:chOff x="504" y="3523"/>
            <a:chExt cx="681" cy="154"/>
          </a:xfrm>
        </p:grpSpPr>
        <p:grpSp>
          <p:nvGrpSpPr>
            <p:cNvPr id="214184" name="Group 90"/>
            <p:cNvGrpSpPr/>
            <p:nvPr/>
          </p:nvGrpSpPr>
          <p:grpSpPr bwMode="auto">
            <a:xfrm>
              <a:off x="623" y="3523"/>
              <a:ext cx="480" cy="154"/>
              <a:chOff x="723" y="3453"/>
              <a:chExt cx="480" cy="154"/>
            </a:xfrm>
          </p:grpSpPr>
          <p:grpSp>
            <p:nvGrpSpPr>
              <p:cNvPr id="214188" name="Group 91"/>
              <p:cNvGrpSpPr/>
              <p:nvPr/>
            </p:nvGrpSpPr>
            <p:grpSpPr bwMode="auto">
              <a:xfrm>
                <a:off x="836" y="3453"/>
                <a:ext cx="354" cy="154"/>
                <a:chOff x="836" y="3305"/>
                <a:chExt cx="354" cy="154"/>
              </a:xfrm>
            </p:grpSpPr>
            <p:grpSp>
              <p:nvGrpSpPr>
                <p:cNvPr id="214191" name="Group 92"/>
                <p:cNvGrpSpPr/>
                <p:nvPr/>
              </p:nvGrpSpPr>
              <p:grpSpPr bwMode="auto">
                <a:xfrm>
                  <a:off x="890" y="3305"/>
                  <a:ext cx="290" cy="154"/>
                  <a:chOff x="844" y="3337"/>
                  <a:chExt cx="290" cy="154"/>
                </a:xfrm>
              </p:grpSpPr>
              <p:sp>
                <p:nvSpPr>
                  <p:cNvPr id="91316" name="Rectangle 93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  <p:sp>
                <p:nvSpPr>
                  <p:cNvPr id="91317" name="Text Box 9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285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sz="1000" i="0" dirty="0" smtClean="0">
                        <a:solidFill>
                          <a:schemeClr val="bg1"/>
                        </a:solidFill>
                        <a:latin typeface="Arial" panose="020B0604020202090204" pitchFamily="34" charset="0"/>
                        <a:cs typeface="+mn-cs"/>
                      </a:rPr>
                      <a:t>DNS</a:t>
                    </a:r>
                    <a:endParaRPr lang="en-US" sz="1000" i="0" dirty="0" smtClean="0">
                      <a:solidFill>
                        <a:schemeClr val="bg1"/>
                      </a:solidFill>
                      <a:latin typeface="Arial" panose="020B0604020202090204" pitchFamily="34" charset="0"/>
                      <a:cs typeface="+mn-cs"/>
                    </a:endParaRPr>
                  </a:p>
                </p:txBody>
              </p:sp>
            </p:grpSp>
            <p:grpSp>
              <p:nvGrpSpPr>
                <p:cNvPr id="214192" name="Group 95"/>
                <p:cNvGrpSpPr/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91314" name="Rectangle 96"/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bg1"/>
                    </a:solidFill>
                    <a:miter lim="800000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  <p:sp>
                <p:nvSpPr>
                  <p:cNvPr id="91315" name="Rectangle 97"/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1"/>
                    </a:solidFill>
                    <a:miter lim="800000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</p:grpSp>
          </p:grpSp>
          <p:sp>
            <p:nvSpPr>
              <p:cNvPr id="91310" name="Rectangle 98"/>
              <p:cNvSpPr>
                <a:spLocks noChangeArrowheads="1"/>
              </p:cNvSpPr>
              <p:nvPr/>
            </p:nvSpPr>
            <p:spPr bwMode="auto">
              <a:xfrm>
                <a:off x="732" y="3484"/>
                <a:ext cx="96" cy="9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1311" name="Rectangle 99"/>
              <p:cNvSpPr>
                <a:spLocks noChangeArrowheads="1"/>
              </p:cNvSpPr>
              <p:nvPr/>
            </p:nvSpPr>
            <p:spPr bwMode="auto">
              <a:xfrm>
                <a:off x="723" y="3473"/>
                <a:ext cx="480" cy="112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  <p:sp>
          <p:nvSpPr>
            <p:cNvPr id="91306" name="Rectangle 100"/>
            <p:cNvSpPr>
              <a:spLocks noChangeArrowheads="1"/>
            </p:cNvSpPr>
            <p:nvPr/>
          </p:nvSpPr>
          <p:spPr bwMode="auto">
            <a:xfrm>
              <a:off x="517" y="3545"/>
              <a:ext cx="94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91307" name="Rectangle 101"/>
            <p:cNvSpPr>
              <a:spLocks noChangeArrowheads="1"/>
            </p:cNvSpPr>
            <p:nvPr/>
          </p:nvSpPr>
          <p:spPr bwMode="auto">
            <a:xfrm>
              <a:off x="1115" y="3544"/>
              <a:ext cx="60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91308" name="Rectangle 102"/>
            <p:cNvSpPr>
              <a:spLocks noChangeArrowheads="1"/>
            </p:cNvSpPr>
            <p:nvPr/>
          </p:nvSpPr>
          <p:spPr bwMode="auto">
            <a:xfrm>
              <a:off x="504" y="3529"/>
              <a:ext cx="681" cy="1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sp>
        <p:nvSpPr>
          <p:cNvPr id="705639" name="Rectangle 103"/>
          <p:cNvSpPr>
            <a:spLocks noChangeArrowheads="1"/>
          </p:cNvSpPr>
          <p:nvPr/>
        </p:nvSpPr>
        <p:spPr bwMode="auto">
          <a:xfrm>
            <a:off x="549275" y="4376738"/>
            <a:ext cx="3892550" cy="1306512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200" i="0" dirty="0">
                <a:latin typeface="+mn-lt"/>
                <a:ea typeface="+mn-ea"/>
                <a:cs typeface="+mn-cs"/>
              </a:rPr>
              <a:t>IP datagram containing DNS query forwarded via LAN switch from client to 1</a:t>
            </a:r>
            <a:r>
              <a:rPr lang="en-US" sz="2200" i="0" baseline="30000" dirty="0">
                <a:latin typeface="+mn-lt"/>
                <a:ea typeface="+mn-ea"/>
                <a:cs typeface="+mn-cs"/>
              </a:rPr>
              <a:t>st</a:t>
            </a:r>
            <a:r>
              <a:rPr lang="en-US" sz="2200" i="0" dirty="0">
                <a:latin typeface="+mn-lt"/>
                <a:ea typeface="+mn-ea"/>
                <a:cs typeface="+mn-cs"/>
              </a:rPr>
              <a:t> hop </a:t>
            </a:r>
            <a:r>
              <a:rPr lang="en-US" sz="2200" i="0" dirty="0" smtClean="0">
                <a:latin typeface="+mn-lt"/>
                <a:ea typeface="+mn-ea"/>
                <a:cs typeface="+mn-cs"/>
              </a:rPr>
              <a:t>router</a:t>
            </a:r>
            <a:endParaRPr lang="en-US" sz="2200" i="0" dirty="0">
              <a:latin typeface="+mn-lt"/>
              <a:ea typeface="+mn-ea"/>
              <a:cs typeface="+mn-cs"/>
            </a:endParaRPr>
          </a:p>
        </p:txBody>
      </p:sp>
      <p:sp>
        <p:nvSpPr>
          <p:cNvPr id="705640" name="Rectangle 104"/>
          <p:cNvSpPr>
            <a:spLocks noChangeArrowheads="1"/>
          </p:cNvSpPr>
          <p:nvPr/>
        </p:nvSpPr>
        <p:spPr bwMode="auto">
          <a:xfrm>
            <a:off x="4659313" y="3663950"/>
            <a:ext cx="4386262" cy="1563688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200" i="0" dirty="0">
                <a:latin typeface="+mn-lt"/>
                <a:ea typeface="+mn-ea"/>
                <a:cs typeface="+mn-cs"/>
              </a:rPr>
              <a:t>IP datagram forwarded from campus network into </a:t>
            </a:r>
            <a:r>
              <a:rPr lang="en-US" sz="2200" i="0" dirty="0" smtClean="0">
                <a:latin typeface="+mn-lt"/>
                <a:ea typeface="+mn-ea"/>
                <a:cs typeface="+mn-cs"/>
              </a:rPr>
              <a:t>Comcast </a:t>
            </a:r>
            <a:r>
              <a:rPr lang="en-US" sz="2200" i="0" dirty="0">
                <a:latin typeface="+mn-lt"/>
                <a:ea typeface="+mn-ea"/>
                <a:cs typeface="+mn-cs"/>
              </a:rPr>
              <a:t>network, routed (tables created by </a:t>
            </a:r>
            <a:r>
              <a:rPr lang="en-US" sz="2200" dirty="0">
                <a:solidFill>
                  <a:srgbClr val="C00000"/>
                </a:solidFill>
                <a:latin typeface="+mn-lt"/>
                <a:ea typeface="+mn-ea"/>
                <a:cs typeface="+mn-cs"/>
              </a:rPr>
              <a:t>RIP, OSPF, IS-IS</a:t>
            </a:r>
            <a:r>
              <a:rPr lang="en-US" sz="2200" i="0" dirty="0">
                <a:solidFill>
                  <a:srgbClr val="C00000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200" i="0" dirty="0">
                <a:latin typeface="+mn-lt"/>
                <a:ea typeface="+mn-ea"/>
                <a:cs typeface="+mn-cs"/>
              </a:rPr>
              <a:t>and/or </a:t>
            </a:r>
            <a:r>
              <a:rPr lang="en-US" sz="2200" dirty="0">
                <a:solidFill>
                  <a:srgbClr val="C00000"/>
                </a:solidFill>
                <a:latin typeface="+mn-lt"/>
                <a:ea typeface="+mn-ea"/>
                <a:cs typeface="+mn-cs"/>
              </a:rPr>
              <a:t>BGP</a:t>
            </a:r>
            <a:r>
              <a:rPr lang="en-US" sz="2200" i="0" dirty="0">
                <a:latin typeface="+mn-lt"/>
                <a:ea typeface="+mn-ea"/>
                <a:cs typeface="+mn-cs"/>
              </a:rPr>
              <a:t> routing protocols) to DNS server</a:t>
            </a:r>
            <a:endParaRPr lang="en-US" sz="2200" i="0" dirty="0">
              <a:latin typeface="+mn-lt"/>
              <a:ea typeface="+mn-ea"/>
              <a:cs typeface="+mn-cs"/>
            </a:endParaRPr>
          </a:p>
        </p:txBody>
      </p:sp>
      <p:sp>
        <p:nvSpPr>
          <p:cNvPr id="705641" name="Rectangle 105"/>
          <p:cNvSpPr>
            <a:spLocks noChangeArrowheads="1"/>
          </p:cNvSpPr>
          <p:nvPr/>
        </p:nvSpPr>
        <p:spPr bwMode="auto">
          <a:xfrm>
            <a:off x="4657725" y="5297488"/>
            <a:ext cx="3802063" cy="1292225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200" i="0" dirty="0" smtClean="0">
                <a:latin typeface="Gill Sans MT" pitchFamily="34" charset="0"/>
              </a:rPr>
              <a:t>demux</a:t>
            </a:r>
            <a:r>
              <a:rPr lang="en-US" altLang="ja-JP" sz="2200" i="0" dirty="0" smtClean="0">
                <a:latin typeface="Gill Sans MT" pitchFamily="34" charset="0"/>
              </a:rPr>
              <a:t>ed </a:t>
            </a:r>
            <a:r>
              <a:rPr lang="en-US" altLang="ja-JP" sz="2200" i="0" dirty="0">
                <a:latin typeface="Gill Sans MT" pitchFamily="34" charset="0"/>
              </a:rPr>
              <a:t>to DNS server</a:t>
            </a:r>
            <a:endParaRPr lang="en-US" altLang="ja-JP" sz="2200" i="0" dirty="0">
              <a:latin typeface="Gill Sans MT" pitchFamily="34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200" i="0" dirty="0">
                <a:latin typeface="Gill Sans MT" pitchFamily="34" charset="0"/>
              </a:rPr>
              <a:t>DNS server replies to client with IP address of www.google.com </a:t>
            </a:r>
            <a:endParaRPr lang="en-US" sz="2200" i="0" dirty="0">
              <a:latin typeface="Gill Sans MT" pitchFamily="34" charset="0"/>
            </a:endParaRPr>
          </a:p>
        </p:txBody>
      </p:sp>
      <p:grpSp>
        <p:nvGrpSpPr>
          <p:cNvPr id="214032" name="Group 4"/>
          <p:cNvGrpSpPr/>
          <p:nvPr/>
        </p:nvGrpSpPr>
        <p:grpSpPr bwMode="auto">
          <a:xfrm>
            <a:off x="5173663" y="2041525"/>
            <a:ext cx="757237" cy="379413"/>
            <a:chOff x="2466" y="2026"/>
            <a:chExt cx="477" cy="282"/>
          </a:xfrm>
        </p:grpSpPr>
        <p:sp>
          <p:nvSpPr>
            <p:cNvPr id="214170" name="Oval 5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eaLnBrk="1" hangingPunct="1"/>
              <a:endParaRPr lang="en-US" i="0" dirty="0">
                <a:latin typeface="Arial" panose="020B0604020202090204" pitchFamily="34" charset="0"/>
              </a:endParaRPr>
            </a:p>
          </p:txBody>
        </p:sp>
        <p:sp>
          <p:nvSpPr>
            <p:cNvPr id="214171" name="Line 6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4172" name="Rectangle 7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txBody>
            <a:bodyPr wrap="none" anchor="ctr"/>
            <a:lstStyle/>
            <a:p>
              <a:pPr algn="ctr"/>
              <a:endParaRPr lang="en-US" sz="2400" i="0" dirty="0">
                <a:latin typeface="Times New Roman" panose="02020503050405090304" charset="0"/>
              </a:endParaRPr>
            </a:p>
          </p:txBody>
        </p:sp>
        <p:sp>
          <p:nvSpPr>
            <p:cNvPr id="214173" name="Oval 8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eaLnBrk="1" hangingPunct="1"/>
              <a:endParaRPr lang="en-US" i="0" dirty="0">
                <a:latin typeface="Arial" panose="020B0604020202090204" pitchFamily="34" charset="0"/>
              </a:endParaRPr>
            </a:p>
          </p:txBody>
        </p:sp>
        <p:grpSp>
          <p:nvGrpSpPr>
            <p:cNvPr id="214174" name="Group 9"/>
            <p:cNvGrpSpPr/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214181" name="Line 10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4182" name="Line 11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4183" name="Line 12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214175" name="Group 13"/>
            <p:cNvGrpSpPr/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214178" name="Line 14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4179" name="Line 15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4180" name="Line 16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214176" name="Line 17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4177" name="Line 18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en-US" dirty="0"/>
            </a:p>
          </p:txBody>
        </p:sp>
      </p:grpSp>
      <p:grpSp>
        <p:nvGrpSpPr>
          <p:cNvPr id="214033" name="Group 19"/>
          <p:cNvGrpSpPr/>
          <p:nvPr/>
        </p:nvGrpSpPr>
        <p:grpSpPr bwMode="auto">
          <a:xfrm>
            <a:off x="6538913" y="1787525"/>
            <a:ext cx="757237" cy="379413"/>
            <a:chOff x="2466" y="2026"/>
            <a:chExt cx="477" cy="282"/>
          </a:xfrm>
        </p:grpSpPr>
        <p:sp>
          <p:nvSpPr>
            <p:cNvPr id="214156" name="Oval 20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eaLnBrk="1" hangingPunct="1"/>
              <a:endParaRPr lang="en-US" i="0" dirty="0">
                <a:latin typeface="Arial" panose="020B0604020202090204" pitchFamily="34" charset="0"/>
              </a:endParaRPr>
            </a:p>
          </p:txBody>
        </p:sp>
        <p:sp>
          <p:nvSpPr>
            <p:cNvPr id="214157" name="Line 21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4158" name="Rectangle 22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txBody>
            <a:bodyPr wrap="none" anchor="ctr"/>
            <a:lstStyle/>
            <a:p>
              <a:pPr algn="ctr"/>
              <a:endParaRPr lang="en-US" sz="2400" i="0" dirty="0">
                <a:latin typeface="Times New Roman" panose="02020503050405090304" charset="0"/>
              </a:endParaRPr>
            </a:p>
          </p:txBody>
        </p:sp>
        <p:sp>
          <p:nvSpPr>
            <p:cNvPr id="214159" name="Oval 23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eaLnBrk="1" hangingPunct="1"/>
              <a:endParaRPr lang="en-US" i="0" dirty="0">
                <a:latin typeface="Arial" panose="020B0604020202090204" pitchFamily="34" charset="0"/>
              </a:endParaRPr>
            </a:p>
          </p:txBody>
        </p:sp>
        <p:grpSp>
          <p:nvGrpSpPr>
            <p:cNvPr id="214160" name="Group 24"/>
            <p:cNvGrpSpPr/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214167" name="Line 25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4168" name="Line 26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4169" name="Line 27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214161" name="Group 28"/>
            <p:cNvGrpSpPr/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214164" name="Line 29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4165" name="Line 30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4166" name="Line 31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214162" name="Line 32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4163" name="Line 33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214034" name="Text Box 34"/>
          <p:cNvSpPr txBox="1">
            <a:spLocks noChangeArrowheads="1"/>
          </p:cNvSpPr>
          <p:nvPr/>
        </p:nvSpPr>
        <p:spPr bwMode="auto">
          <a:xfrm>
            <a:off x="5335588" y="2511425"/>
            <a:ext cx="1811337" cy="58102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  <a:cs typeface="MS PGothic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 eaLnBrk="1" hangingPunct="1"/>
            <a:r>
              <a:rPr lang="en-US" sz="1600" i="0" dirty="0">
                <a:solidFill>
                  <a:srgbClr val="000000"/>
                </a:solidFill>
                <a:latin typeface="Arial" panose="020B0604020202090204" pitchFamily="34" charset="0"/>
              </a:rPr>
              <a:t>Comcast network </a:t>
            </a:r>
            <a:endParaRPr lang="en-US" sz="1600" i="0" dirty="0">
              <a:solidFill>
                <a:srgbClr val="000000"/>
              </a:solidFill>
              <a:latin typeface="Arial" panose="020B0604020202090204" pitchFamily="34" charset="0"/>
            </a:endParaRPr>
          </a:p>
          <a:p>
            <a:pPr eaLnBrk="1" hangingPunct="1"/>
            <a:r>
              <a:rPr lang="en-US" sz="1600" i="0" dirty="0">
                <a:solidFill>
                  <a:srgbClr val="000000"/>
                </a:solidFill>
                <a:latin typeface="Arial" panose="020B0604020202090204" pitchFamily="34" charset="0"/>
              </a:rPr>
              <a:t>68.80.0.0/13</a:t>
            </a:r>
            <a:endParaRPr lang="en-US" sz="1600" i="0" dirty="0">
              <a:solidFill>
                <a:srgbClr val="000000"/>
              </a:solidFill>
              <a:latin typeface="Arial" panose="020B0604020202090204" pitchFamily="34" charset="0"/>
            </a:endParaRPr>
          </a:p>
        </p:txBody>
      </p:sp>
      <p:grpSp>
        <p:nvGrpSpPr>
          <p:cNvPr id="214035" name="Group 69"/>
          <p:cNvGrpSpPr/>
          <p:nvPr/>
        </p:nvGrpSpPr>
        <p:grpSpPr bwMode="auto">
          <a:xfrm>
            <a:off x="7196138" y="2703513"/>
            <a:ext cx="757237" cy="379412"/>
            <a:chOff x="2466" y="2026"/>
            <a:chExt cx="477" cy="282"/>
          </a:xfrm>
        </p:grpSpPr>
        <p:sp>
          <p:nvSpPr>
            <p:cNvPr id="214142" name="Oval 70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eaLnBrk="1" hangingPunct="1"/>
              <a:endParaRPr lang="en-US" i="0" dirty="0">
                <a:latin typeface="Arial" panose="020B0604020202090204" pitchFamily="34" charset="0"/>
              </a:endParaRPr>
            </a:p>
          </p:txBody>
        </p:sp>
        <p:sp>
          <p:nvSpPr>
            <p:cNvPr id="214143" name="Line 71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4144" name="Rectangle 72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txBody>
            <a:bodyPr wrap="none" anchor="ctr"/>
            <a:lstStyle/>
            <a:p>
              <a:pPr algn="ctr"/>
              <a:endParaRPr lang="en-US" sz="2400" i="0" dirty="0">
                <a:latin typeface="Times New Roman" panose="02020503050405090304" charset="0"/>
              </a:endParaRPr>
            </a:p>
          </p:txBody>
        </p:sp>
        <p:sp>
          <p:nvSpPr>
            <p:cNvPr id="214145" name="Oval 73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eaLnBrk="1" hangingPunct="1"/>
              <a:endParaRPr lang="en-US" i="0" dirty="0">
                <a:latin typeface="Arial" panose="020B0604020202090204" pitchFamily="34" charset="0"/>
              </a:endParaRPr>
            </a:p>
          </p:txBody>
        </p:sp>
        <p:grpSp>
          <p:nvGrpSpPr>
            <p:cNvPr id="214146" name="Group 74"/>
            <p:cNvGrpSpPr/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214153" name="Line 75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4154" name="Line 76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4155" name="Line 77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214147" name="Group 78"/>
            <p:cNvGrpSpPr/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214150" name="Line 79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4151" name="Line 80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4152" name="Line 81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214148" name="Line 82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4149" name="Line 83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214036" name="Line 93"/>
          <p:cNvSpPr>
            <a:spLocks noChangeShapeType="1"/>
          </p:cNvSpPr>
          <p:nvPr/>
        </p:nvSpPr>
        <p:spPr bwMode="auto">
          <a:xfrm flipH="1">
            <a:off x="6915150" y="1528763"/>
            <a:ext cx="260350" cy="2587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/>
          <a:lstStyle/>
          <a:p>
            <a:endParaRPr lang="en-US" dirty="0"/>
          </a:p>
        </p:txBody>
      </p:sp>
      <p:sp>
        <p:nvSpPr>
          <p:cNvPr id="214037" name="Text Box 139"/>
          <p:cNvSpPr txBox="1">
            <a:spLocks noChangeArrowheads="1"/>
          </p:cNvSpPr>
          <p:nvPr/>
        </p:nvSpPr>
        <p:spPr bwMode="auto">
          <a:xfrm>
            <a:off x="7367588" y="746125"/>
            <a:ext cx="1233487" cy="58102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  <a:cs typeface="MS PGothic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 eaLnBrk="1" hangingPunct="1"/>
            <a:r>
              <a:rPr lang="en-US" sz="1600" i="0" dirty="0">
                <a:solidFill>
                  <a:srgbClr val="000000"/>
                </a:solidFill>
                <a:latin typeface="Arial" panose="020B0604020202090204" pitchFamily="34" charset="0"/>
              </a:rPr>
              <a:t>DNS server</a:t>
            </a:r>
            <a:endParaRPr lang="en-US" sz="1600" i="0" dirty="0">
              <a:solidFill>
                <a:srgbClr val="000000"/>
              </a:solidFill>
              <a:latin typeface="Arial" panose="020B0604020202090204" pitchFamily="34" charset="0"/>
            </a:endParaRPr>
          </a:p>
          <a:p>
            <a:pPr eaLnBrk="1" hangingPunct="1"/>
            <a:endParaRPr lang="en-US" sz="1600" i="0" dirty="0">
              <a:solidFill>
                <a:srgbClr val="000000"/>
              </a:solidFill>
              <a:latin typeface="Arial" panose="020B0604020202090204" pitchFamily="34" charset="0"/>
            </a:endParaRPr>
          </a:p>
        </p:txBody>
      </p:sp>
      <p:grpSp>
        <p:nvGrpSpPr>
          <p:cNvPr id="214038" name="Group 166"/>
          <p:cNvGrpSpPr/>
          <p:nvPr/>
        </p:nvGrpSpPr>
        <p:grpSpPr bwMode="auto">
          <a:xfrm>
            <a:off x="3795713" y="2409825"/>
            <a:ext cx="1576387" cy="1287463"/>
            <a:chOff x="3228" y="1776"/>
            <a:chExt cx="252" cy="96"/>
          </a:xfrm>
        </p:grpSpPr>
        <p:sp>
          <p:nvSpPr>
            <p:cNvPr id="214140" name="Line 164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4141" name="Line 165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</a:ln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14039" name="Group 167"/>
          <p:cNvGrpSpPr/>
          <p:nvPr/>
        </p:nvGrpSpPr>
        <p:grpSpPr bwMode="auto">
          <a:xfrm flipH="1">
            <a:off x="5600700" y="2424113"/>
            <a:ext cx="400050" cy="152400"/>
            <a:chOff x="3228" y="1776"/>
            <a:chExt cx="252" cy="96"/>
          </a:xfrm>
        </p:grpSpPr>
        <p:sp>
          <p:nvSpPr>
            <p:cNvPr id="214138" name="Line 168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4139" name="Line 169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</a:ln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14040" name="Group 170"/>
          <p:cNvGrpSpPr/>
          <p:nvPr/>
        </p:nvGrpSpPr>
        <p:grpSpPr bwMode="auto">
          <a:xfrm flipH="1" flipV="1">
            <a:off x="5753100" y="1900238"/>
            <a:ext cx="400050" cy="152400"/>
            <a:chOff x="3228" y="1776"/>
            <a:chExt cx="252" cy="96"/>
          </a:xfrm>
        </p:grpSpPr>
        <p:sp>
          <p:nvSpPr>
            <p:cNvPr id="214136" name="Line 171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4137" name="Line 172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</a:ln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14041" name="Group 173"/>
          <p:cNvGrpSpPr/>
          <p:nvPr/>
        </p:nvGrpSpPr>
        <p:grpSpPr bwMode="auto">
          <a:xfrm flipH="1" flipV="1">
            <a:off x="7853363" y="2590800"/>
            <a:ext cx="400050" cy="152400"/>
            <a:chOff x="3228" y="1776"/>
            <a:chExt cx="252" cy="96"/>
          </a:xfrm>
        </p:grpSpPr>
        <p:sp>
          <p:nvSpPr>
            <p:cNvPr id="214134" name="Line 174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4135" name="Line 175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</a:ln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14042" name="Group 176"/>
          <p:cNvGrpSpPr/>
          <p:nvPr/>
        </p:nvGrpSpPr>
        <p:grpSpPr bwMode="auto">
          <a:xfrm flipV="1">
            <a:off x="7029450" y="2609850"/>
            <a:ext cx="295275" cy="114300"/>
            <a:chOff x="3228" y="1776"/>
            <a:chExt cx="252" cy="96"/>
          </a:xfrm>
        </p:grpSpPr>
        <p:sp>
          <p:nvSpPr>
            <p:cNvPr id="214132" name="Line 177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4133" name="Line 178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</a:ln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14043" name="Group 179"/>
          <p:cNvGrpSpPr/>
          <p:nvPr/>
        </p:nvGrpSpPr>
        <p:grpSpPr bwMode="auto">
          <a:xfrm rot="409689" flipH="1" flipV="1">
            <a:off x="7300913" y="1952625"/>
            <a:ext cx="452437" cy="57150"/>
            <a:chOff x="3228" y="1776"/>
            <a:chExt cx="252" cy="96"/>
          </a:xfrm>
        </p:grpSpPr>
        <p:sp>
          <p:nvSpPr>
            <p:cNvPr id="214130" name="Line 180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4131" name="Line 181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</a:ln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14044" name="Group 182"/>
          <p:cNvGrpSpPr/>
          <p:nvPr/>
        </p:nvGrpSpPr>
        <p:grpSpPr bwMode="auto">
          <a:xfrm>
            <a:off x="6443663" y="2157413"/>
            <a:ext cx="295275" cy="114300"/>
            <a:chOff x="3228" y="1776"/>
            <a:chExt cx="252" cy="96"/>
          </a:xfrm>
        </p:grpSpPr>
        <p:sp>
          <p:nvSpPr>
            <p:cNvPr id="214128" name="Line 183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4129" name="Line 184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</a:ln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14045" name="Group 185"/>
          <p:cNvGrpSpPr/>
          <p:nvPr/>
        </p:nvGrpSpPr>
        <p:grpSpPr bwMode="auto">
          <a:xfrm flipH="1">
            <a:off x="7081838" y="2157413"/>
            <a:ext cx="295275" cy="114300"/>
            <a:chOff x="3228" y="1776"/>
            <a:chExt cx="252" cy="96"/>
          </a:xfrm>
        </p:grpSpPr>
        <p:sp>
          <p:nvSpPr>
            <p:cNvPr id="214126" name="Line 186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4127" name="Line 187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</a:ln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705723" name="Group 187"/>
          <p:cNvGrpSpPr/>
          <p:nvPr/>
        </p:nvGrpSpPr>
        <p:grpSpPr bwMode="auto">
          <a:xfrm>
            <a:off x="5980113" y="438150"/>
            <a:ext cx="1316037" cy="1314450"/>
            <a:chOff x="931" y="1941"/>
            <a:chExt cx="829" cy="828"/>
          </a:xfrm>
        </p:grpSpPr>
        <p:sp>
          <p:nvSpPr>
            <p:cNvPr id="214118" name="Freeform 188"/>
            <p:cNvSpPr/>
            <p:nvPr/>
          </p:nvSpPr>
          <p:spPr bwMode="auto">
            <a:xfrm>
              <a:off x="1424" y="1965"/>
              <a:ext cx="336" cy="801"/>
            </a:xfrm>
            <a:custGeom>
              <a:avLst/>
              <a:gdLst>
                <a:gd name="T0" fmla="*/ 1 w 551"/>
                <a:gd name="T1" fmla="*/ 0 h 801"/>
                <a:gd name="T2" fmla="*/ 46 w 551"/>
                <a:gd name="T3" fmla="*/ 402 h 801"/>
                <a:gd name="T4" fmla="*/ 1 w 551"/>
                <a:gd name="T5" fmla="*/ 801 h 801"/>
                <a:gd name="T6" fmla="*/ 1 w 551"/>
                <a:gd name="T7" fmla="*/ 535 h 801"/>
                <a:gd name="T8" fmla="*/ 0 w 551"/>
                <a:gd name="T9" fmla="*/ 371 h 801"/>
                <a:gd name="T10" fmla="*/ 1 w 551"/>
                <a:gd name="T11" fmla="*/ 0 h 80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51" h="801">
                  <a:moveTo>
                    <a:pt x="14" y="0"/>
                  </a:moveTo>
                  <a:lnTo>
                    <a:pt x="551" y="402"/>
                  </a:lnTo>
                  <a:lnTo>
                    <a:pt x="6" y="801"/>
                  </a:lnTo>
                  <a:lnTo>
                    <a:pt x="13" y="535"/>
                  </a:lnTo>
                  <a:lnTo>
                    <a:pt x="0" y="371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2700000" scaled="1"/>
            </a:gradFill>
            <a:ln>
              <a:noFill/>
            </a:ln>
            <a:effectLst/>
          </p:spPr>
          <p:txBody>
            <a:bodyPr wrap="none"/>
            <a:lstStyle/>
            <a:p>
              <a:endParaRPr lang="en-US" dirty="0"/>
            </a:p>
          </p:txBody>
        </p:sp>
        <p:grpSp>
          <p:nvGrpSpPr>
            <p:cNvPr id="214119" name="Group 189"/>
            <p:cNvGrpSpPr/>
            <p:nvPr/>
          </p:nvGrpSpPr>
          <p:grpSpPr bwMode="auto">
            <a:xfrm>
              <a:off x="931" y="1941"/>
              <a:ext cx="500" cy="828"/>
              <a:chOff x="569" y="2954"/>
              <a:chExt cx="500" cy="828"/>
            </a:xfrm>
          </p:grpSpPr>
          <p:sp>
            <p:nvSpPr>
              <p:cNvPr id="91241" name="Rectangle 190"/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1242" name="Text Box 191"/>
              <p:cNvSpPr txBox="1">
                <a:spLocks noChangeArrowheads="1"/>
              </p:cNvSpPr>
              <p:nvPr/>
            </p:nvSpPr>
            <p:spPr bwMode="auto">
              <a:xfrm>
                <a:off x="639" y="2954"/>
                <a:ext cx="385" cy="82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9pPr>
              </a:lstStyle>
              <a:p>
                <a:pPr algn="ctr">
                  <a:defRPr/>
                </a:pPr>
                <a:r>
                  <a:rPr lang="en-US" sz="1600" i="0" dirty="0" smtClean="0">
                    <a:latin typeface="Arial" panose="020B0604020202090204" pitchFamily="34" charset="0"/>
                    <a:cs typeface="+mn-cs"/>
                  </a:rPr>
                  <a:t>DNS</a:t>
                </a:r>
                <a:endParaRPr lang="en-US" sz="1600" i="0" dirty="0" smtClean="0">
                  <a:latin typeface="Arial" panose="020B0604020202090204" pitchFamily="34" charset="0"/>
                  <a:cs typeface="+mn-cs"/>
                </a:endParaRPr>
              </a:p>
              <a:p>
                <a:pPr algn="ctr">
                  <a:defRPr/>
                </a:pPr>
                <a:r>
                  <a:rPr lang="en-US" sz="1600" i="0" dirty="0" smtClean="0">
                    <a:latin typeface="Arial" panose="020B0604020202090204" pitchFamily="34" charset="0"/>
                    <a:cs typeface="+mn-cs"/>
                  </a:rPr>
                  <a:t>UDP</a:t>
                </a:r>
                <a:endParaRPr lang="en-US" sz="1600" i="0" dirty="0" smtClean="0">
                  <a:latin typeface="Arial" panose="020B0604020202090204" pitchFamily="34" charset="0"/>
                  <a:cs typeface="+mn-cs"/>
                </a:endParaRPr>
              </a:p>
              <a:p>
                <a:pPr algn="ctr">
                  <a:defRPr/>
                </a:pPr>
                <a:r>
                  <a:rPr lang="en-US" sz="1600" i="0" dirty="0" smtClean="0">
                    <a:latin typeface="Arial" panose="020B0604020202090204" pitchFamily="34" charset="0"/>
                    <a:cs typeface="+mn-cs"/>
                  </a:rPr>
                  <a:t>IP</a:t>
                </a:r>
                <a:endParaRPr lang="en-US" sz="1600" i="0" dirty="0" smtClean="0">
                  <a:latin typeface="Arial" panose="020B0604020202090204" pitchFamily="34" charset="0"/>
                  <a:cs typeface="+mn-cs"/>
                </a:endParaRPr>
              </a:p>
              <a:p>
                <a:pPr algn="ctr">
                  <a:defRPr/>
                </a:pPr>
                <a:r>
                  <a:rPr lang="en-US" sz="1600" i="0" dirty="0" smtClean="0">
                    <a:latin typeface="Arial" panose="020B0604020202090204" pitchFamily="34" charset="0"/>
                    <a:cs typeface="+mn-cs"/>
                  </a:rPr>
                  <a:t>Eth</a:t>
                </a:r>
                <a:endParaRPr lang="en-US" sz="1600" i="0" dirty="0" smtClean="0">
                  <a:latin typeface="Arial" panose="020B0604020202090204" pitchFamily="34" charset="0"/>
                  <a:cs typeface="+mn-cs"/>
                </a:endParaRPr>
              </a:p>
              <a:p>
                <a:pPr algn="ctr">
                  <a:defRPr/>
                </a:pPr>
                <a:r>
                  <a:rPr lang="en-US" sz="1600" i="0" dirty="0" smtClean="0">
                    <a:latin typeface="Arial" panose="020B0604020202090204" pitchFamily="34" charset="0"/>
                    <a:cs typeface="+mn-cs"/>
                  </a:rPr>
                  <a:t>Phy</a:t>
                </a:r>
                <a:endParaRPr lang="en-US" sz="1600" i="0" dirty="0" smtClean="0">
                  <a:latin typeface="Arial" panose="020B0604020202090204" pitchFamily="34" charset="0"/>
                  <a:cs typeface="+mn-cs"/>
                </a:endParaRPr>
              </a:p>
            </p:txBody>
          </p:sp>
          <p:sp>
            <p:nvSpPr>
              <p:cNvPr id="91243" name="Line 192"/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1244" name="Line 193"/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1245" name="Line 194"/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1246" name="Line 195"/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</p:grpSp>
      <p:grpSp>
        <p:nvGrpSpPr>
          <p:cNvPr id="705732" name="Group 196"/>
          <p:cNvGrpSpPr/>
          <p:nvPr/>
        </p:nvGrpSpPr>
        <p:grpSpPr bwMode="auto">
          <a:xfrm>
            <a:off x="4881563" y="558800"/>
            <a:ext cx="1081087" cy="1217613"/>
            <a:chOff x="1404" y="3105"/>
            <a:chExt cx="681" cy="767"/>
          </a:xfrm>
        </p:grpSpPr>
        <p:grpSp>
          <p:nvGrpSpPr>
            <p:cNvPr id="214083" name="Group 197"/>
            <p:cNvGrpSpPr/>
            <p:nvPr/>
          </p:nvGrpSpPr>
          <p:grpSpPr bwMode="auto">
            <a:xfrm>
              <a:off x="1404" y="3355"/>
              <a:ext cx="681" cy="468"/>
              <a:chOff x="42" y="886"/>
              <a:chExt cx="681" cy="468"/>
            </a:xfrm>
          </p:grpSpPr>
          <p:grpSp>
            <p:nvGrpSpPr>
              <p:cNvPr id="214088" name="Group 198"/>
              <p:cNvGrpSpPr/>
              <p:nvPr/>
            </p:nvGrpSpPr>
            <p:grpSpPr bwMode="auto">
              <a:xfrm>
                <a:off x="278" y="886"/>
                <a:ext cx="354" cy="154"/>
                <a:chOff x="740" y="3209"/>
                <a:chExt cx="354" cy="154"/>
              </a:xfrm>
            </p:grpSpPr>
            <p:grpSp>
              <p:nvGrpSpPr>
                <p:cNvPr id="214113" name="Group 199"/>
                <p:cNvGrpSpPr/>
                <p:nvPr/>
              </p:nvGrpSpPr>
              <p:grpSpPr bwMode="auto">
                <a:xfrm>
                  <a:off x="794" y="3209"/>
                  <a:ext cx="290" cy="154"/>
                  <a:chOff x="844" y="3337"/>
                  <a:chExt cx="290" cy="154"/>
                </a:xfrm>
              </p:grpSpPr>
              <p:sp>
                <p:nvSpPr>
                  <p:cNvPr id="91237" name="Rectangle 200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  <p:sp>
                <p:nvSpPr>
                  <p:cNvPr id="91238" name="Text Box 20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285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sz="1000" i="0" dirty="0" smtClean="0">
                        <a:solidFill>
                          <a:schemeClr val="bg1"/>
                        </a:solidFill>
                        <a:latin typeface="Arial" panose="020B0604020202090204" pitchFamily="34" charset="0"/>
                        <a:cs typeface="+mn-cs"/>
                      </a:rPr>
                      <a:t>DNS</a:t>
                    </a:r>
                    <a:endParaRPr lang="en-US" sz="1000" i="0" dirty="0" smtClean="0">
                      <a:solidFill>
                        <a:schemeClr val="bg1"/>
                      </a:solidFill>
                      <a:latin typeface="Arial" panose="020B0604020202090204" pitchFamily="34" charset="0"/>
                      <a:cs typeface="+mn-cs"/>
                    </a:endParaRPr>
                  </a:p>
                </p:txBody>
              </p:sp>
            </p:grpSp>
            <p:sp>
              <p:nvSpPr>
                <p:cNvPr id="91235" name="Rectangle 202"/>
                <p:cNvSpPr>
                  <a:spLocks noChangeArrowheads="1"/>
                </p:cNvSpPr>
                <p:nvPr/>
              </p:nvSpPr>
              <p:spPr bwMode="auto">
                <a:xfrm>
                  <a:off x="750" y="3244"/>
                  <a:ext cx="88" cy="82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bg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91236" name="Rectangle 203"/>
                <p:cNvSpPr>
                  <a:spLocks noChangeArrowheads="1"/>
                </p:cNvSpPr>
                <p:nvPr/>
              </p:nvSpPr>
              <p:spPr bwMode="auto">
                <a:xfrm>
                  <a:off x="740" y="3238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  <p:grpSp>
            <p:nvGrpSpPr>
              <p:cNvPr id="214089" name="Group 204"/>
              <p:cNvGrpSpPr/>
              <p:nvPr/>
            </p:nvGrpSpPr>
            <p:grpSpPr bwMode="auto">
              <a:xfrm>
                <a:off x="278" y="1034"/>
                <a:ext cx="354" cy="154"/>
                <a:chOff x="836" y="3305"/>
                <a:chExt cx="354" cy="154"/>
              </a:xfrm>
            </p:grpSpPr>
            <p:grpSp>
              <p:nvGrpSpPr>
                <p:cNvPr id="214107" name="Group 205"/>
                <p:cNvGrpSpPr/>
                <p:nvPr/>
              </p:nvGrpSpPr>
              <p:grpSpPr bwMode="auto">
                <a:xfrm>
                  <a:off x="890" y="3305"/>
                  <a:ext cx="290" cy="154"/>
                  <a:chOff x="844" y="3337"/>
                  <a:chExt cx="290" cy="154"/>
                </a:xfrm>
              </p:grpSpPr>
              <p:sp>
                <p:nvSpPr>
                  <p:cNvPr id="91232" name="Rectangle 206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  <p:sp>
                <p:nvSpPr>
                  <p:cNvPr id="91233" name="Text Box 20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285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sz="1000" i="0" dirty="0" smtClean="0">
                        <a:solidFill>
                          <a:schemeClr val="bg1"/>
                        </a:solidFill>
                        <a:latin typeface="Arial" panose="020B0604020202090204" pitchFamily="34" charset="0"/>
                        <a:cs typeface="+mn-cs"/>
                      </a:rPr>
                      <a:t>DNS</a:t>
                    </a:r>
                    <a:endParaRPr lang="en-US" sz="1000" i="0" dirty="0" smtClean="0">
                      <a:solidFill>
                        <a:schemeClr val="bg1"/>
                      </a:solidFill>
                      <a:latin typeface="Arial" panose="020B0604020202090204" pitchFamily="34" charset="0"/>
                      <a:cs typeface="+mn-cs"/>
                    </a:endParaRPr>
                  </a:p>
                </p:txBody>
              </p:sp>
            </p:grpSp>
            <p:grpSp>
              <p:nvGrpSpPr>
                <p:cNvPr id="214108" name="Group 208"/>
                <p:cNvGrpSpPr/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91230" name="Rectangle 209"/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bg1"/>
                    </a:solidFill>
                    <a:miter lim="800000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  <p:sp>
                <p:nvSpPr>
                  <p:cNvPr id="91231" name="Rectangle 210"/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1"/>
                    </a:solidFill>
                    <a:miter lim="800000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</p:grpSp>
          </p:grpSp>
          <p:grpSp>
            <p:nvGrpSpPr>
              <p:cNvPr id="214090" name="Group 211"/>
              <p:cNvGrpSpPr/>
              <p:nvPr/>
            </p:nvGrpSpPr>
            <p:grpSpPr bwMode="auto">
              <a:xfrm>
                <a:off x="165" y="1054"/>
                <a:ext cx="480" cy="112"/>
                <a:chOff x="627" y="3377"/>
                <a:chExt cx="480" cy="112"/>
              </a:xfrm>
            </p:grpSpPr>
            <p:sp>
              <p:nvSpPr>
                <p:cNvPr id="91226" name="Rectangle 212"/>
                <p:cNvSpPr>
                  <a:spLocks noChangeArrowheads="1"/>
                </p:cNvSpPr>
                <p:nvPr/>
              </p:nvSpPr>
              <p:spPr bwMode="auto">
                <a:xfrm>
                  <a:off x="636" y="3388"/>
                  <a:ext cx="96" cy="93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91227" name="Rectangle 213"/>
                <p:cNvSpPr>
                  <a:spLocks noChangeArrowheads="1"/>
                </p:cNvSpPr>
                <p:nvPr/>
              </p:nvSpPr>
              <p:spPr bwMode="auto">
                <a:xfrm>
                  <a:off x="627" y="3377"/>
                  <a:ext cx="480" cy="112"/>
                </a:xfrm>
                <a:prstGeom prst="rect">
                  <a:avLst/>
                </a:prstGeom>
                <a:noFill/>
                <a:ln w="9525">
                  <a:solidFill>
                    <a:schemeClr val="accent2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  <p:grpSp>
            <p:nvGrpSpPr>
              <p:cNvPr id="214091" name="Group 214"/>
              <p:cNvGrpSpPr/>
              <p:nvPr/>
            </p:nvGrpSpPr>
            <p:grpSpPr bwMode="auto">
              <a:xfrm>
                <a:off x="42" y="1200"/>
                <a:ext cx="681" cy="154"/>
                <a:chOff x="504" y="3523"/>
                <a:chExt cx="681" cy="154"/>
              </a:xfrm>
            </p:grpSpPr>
            <p:grpSp>
              <p:nvGrpSpPr>
                <p:cNvPr id="214092" name="Group 215"/>
                <p:cNvGrpSpPr/>
                <p:nvPr/>
              </p:nvGrpSpPr>
              <p:grpSpPr bwMode="auto">
                <a:xfrm>
                  <a:off x="623" y="3523"/>
                  <a:ext cx="480" cy="154"/>
                  <a:chOff x="723" y="3453"/>
                  <a:chExt cx="480" cy="154"/>
                </a:xfrm>
              </p:grpSpPr>
              <p:grpSp>
                <p:nvGrpSpPr>
                  <p:cNvPr id="214096" name="Group 216"/>
                  <p:cNvGrpSpPr/>
                  <p:nvPr/>
                </p:nvGrpSpPr>
                <p:grpSpPr bwMode="auto">
                  <a:xfrm>
                    <a:off x="836" y="3453"/>
                    <a:ext cx="354" cy="154"/>
                    <a:chOff x="836" y="3305"/>
                    <a:chExt cx="354" cy="154"/>
                  </a:xfrm>
                </p:grpSpPr>
                <p:grpSp>
                  <p:nvGrpSpPr>
                    <p:cNvPr id="214099" name="Group 217"/>
                    <p:cNvGrpSpPr/>
                    <p:nvPr/>
                  </p:nvGrpSpPr>
                  <p:grpSpPr bwMode="auto">
                    <a:xfrm>
                      <a:off x="890" y="3305"/>
                      <a:ext cx="290" cy="154"/>
                      <a:chOff x="844" y="3337"/>
                      <a:chExt cx="290" cy="154"/>
                    </a:xfrm>
                  </p:grpSpPr>
                  <p:sp>
                    <p:nvSpPr>
                      <p:cNvPr id="91224" name="Rectangle 218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89" y="3370"/>
                        <a:ext cx="245" cy="8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w="9525">
                        <a:solidFill>
                          <a:schemeClr val="bg1"/>
                        </a:solidFill>
                        <a:miter lim="800000"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dirty="0">
                          <a:cs typeface="+mn-cs"/>
                        </a:endParaRPr>
                      </a:p>
                    </p:txBody>
                  </p:sp>
                  <p:sp>
                    <p:nvSpPr>
                      <p:cNvPr id="91225" name="Text Box 219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844" y="3337"/>
                        <a:ext cx="285" cy="1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  <p:txBody>
                      <a:bodyPr wrap="none">
                        <a:spAutoFit/>
                      </a:bodyPr>
                      <a:lstStyle>
                        <a:lvl1pPr>
                          <a:defRPr i="1">
                            <a:solidFill>
                              <a:schemeClr val="tx1"/>
                            </a:solidFill>
                            <a:latin typeface="Comic Sans MS" panose="030F0902030302020204" pitchFamily="66" charset="0"/>
                            <a:ea typeface="MS PGothic" charset="0"/>
                          </a:defRPr>
                        </a:lvl1pPr>
                        <a:lvl2pPr marL="742950" indent="-285750">
                          <a:defRPr i="1">
                            <a:solidFill>
                              <a:schemeClr val="tx1"/>
                            </a:solidFill>
                            <a:latin typeface="Comic Sans MS" panose="030F0902030302020204" pitchFamily="66" charset="0"/>
                            <a:ea typeface="MS PGothic" charset="0"/>
                          </a:defRPr>
                        </a:lvl2pPr>
                        <a:lvl3pPr marL="1143000" indent="-228600">
                          <a:defRPr i="1">
                            <a:solidFill>
                              <a:schemeClr val="tx1"/>
                            </a:solidFill>
                            <a:latin typeface="Comic Sans MS" panose="030F0902030302020204" pitchFamily="66" charset="0"/>
                            <a:ea typeface="MS PGothic" charset="0"/>
                          </a:defRPr>
                        </a:lvl3pPr>
                        <a:lvl4pPr marL="1600200" indent="-228600">
                          <a:defRPr i="1">
                            <a:solidFill>
                              <a:schemeClr val="tx1"/>
                            </a:solidFill>
                            <a:latin typeface="Comic Sans MS" panose="030F0902030302020204" pitchFamily="66" charset="0"/>
                            <a:ea typeface="MS PGothic" charset="0"/>
                          </a:defRPr>
                        </a:lvl4pPr>
                        <a:lvl5pPr marL="2057400" indent="-228600">
                          <a:defRPr i="1">
                            <a:solidFill>
                              <a:schemeClr val="tx1"/>
                            </a:solidFill>
                            <a:latin typeface="Comic Sans MS" panose="030F0902030302020204" pitchFamily="66" charset="0"/>
                            <a:ea typeface="MS PGothic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panose="030F0902030302020204" pitchFamily="66" charset="0"/>
                            <a:ea typeface="MS PGothic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panose="030F0902030302020204" pitchFamily="66" charset="0"/>
                            <a:ea typeface="MS PGothic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panose="030F0902030302020204" pitchFamily="66" charset="0"/>
                            <a:ea typeface="MS PGothic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panose="030F0902030302020204" pitchFamily="66" charset="0"/>
                            <a:ea typeface="MS PGothic" charset="0"/>
                          </a:defRPr>
                        </a:lvl9pPr>
                      </a:lstStyle>
                      <a:p>
                        <a:pPr>
                          <a:defRPr/>
                        </a:pPr>
                        <a:r>
                          <a:rPr lang="en-US" sz="1000" i="0" dirty="0" smtClean="0">
                            <a:solidFill>
                              <a:schemeClr val="bg1"/>
                            </a:solidFill>
                            <a:latin typeface="Arial" panose="020B0604020202090204" pitchFamily="34" charset="0"/>
                            <a:cs typeface="+mn-cs"/>
                          </a:rPr>
                          <a:t>DNS</a:t>
                        </a:r>
                        <a:endParaRPr lang="en-US" sz="1000" i="0" dirty="0" smtClean="0">
                          <a:solidFill>
                            <a:schemeClr val="bg1"/>
                          </a:solidFill>
                          <a:latin typeface="Arial" panose="020B0604020202090204" pitchFamily="34" charset="0"/>
                          <a:cs typeface="+mn-cs"/>
                        </a:endParaRPr>
                      </a:p>
                    </p:txBody>
                  </p:sp>
                </p:grpSp>
                <p:grpSp>
                  <p:nvGrpSpPr>
                    <p:cNvPr id="214100" name="Group 220"/>
                    <p:cNvGrpSpPr/>
                    <p:nvPr/>
                  </p:nvGrpSpPr>
                  <p:grpSpPr bwMode="auto">
                    <a:xfrm>
                      <a:off x="836" y="3334"/>
                      <a:ext cx="354" cy="94"/>
                      <a:chOff x="836" y="3334"/>
                      <a:chExt cx="354" cy="94"/>
                    </a:xfrm>
                  </p:grpSpPr>
                  <p:sp>
                    <p:nvSpPr>
                      <p:cNvPr id="91222" name="Rectangle 221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46" y="3340"/>
                        <a:ext cx="88" cy="82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9525">
                        <a:solidFill>
                          <a:schemeClr val="bg1"/>
                        </a:solidFill>
                        <a:miter lim="800000"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dirty="0">
                          <a:cs typeface="+mn-cs"/>
                        </a:endParaRPr>
                      </a:p>
                    </p:txBody>
                  </p:sp>
                  <p:sp>
                    <p:nvSpPr>
                      <p:cNvPr id="91223" name="Rectangle 222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36" y="3334"/>
                        <a:ext cx="354" cy="94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accent1"/>
                        </a:solidFill>
                        <a:miter lim="800000"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dirty="0">
                          <a:cs typeface="+mn-cs"/>
                        </a:endParaRPr>
                      </a:p>
                    </p:txBody>
                  </p:sp>
                </p:grpSp>
              </p:grpSp>
              <p:sp>
                <p:nvSpPr>
                  <p:cNvPr id="91218" name="Rectangle 223"/>
                  <p:cNvSpPr>
                    <a:spLocks noChangeArrowheads="1"/>
                  </p:cNvSpPr>
                  <p:nvPr/>
                </p:nvSpPr>
                <p:spPr bwMode="auto">
                  <a:xfrm>
                    <a:off x="732" y="3484"/>
                    <a:ext cx="96" cy="93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  <p:sp>
                <p:nvSpPr>
                  <p:cNvPr id="91219" name="Rectangle 224"/>
                  <p:cNvSpPr>
                    <a:spLocks noChangeArrowheads="1"/>
                  </p:cNvSpPr>
                  <p:nvPr/>
                </p:nvSpPr>
                <p:spPr bwMode="auto">
                  <a:xfrm>
                    <a:off x="723" y="3473"/>
                    <a:ext cx="480" cy="112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2"/>
                    </a:solidFill>
                    <a:miter lim="800000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cs typeface="+mn-cs"/>
                    </a:endParaRPr>
                  </a:p>
                </p:txBody>
              </p:sp>
            </p:grpSp>
            <p:sp>
              <p:nvSpPr>
                <p:cNvPr id="91214" name="Rectangle 225"/>
                <p:cNvSpPr>
                  <a:spLocks noChangeArrowheads="1"/>
                </p:cNvSpPr>
                <p:nvPr/>
              </p:nvSpPr>
              <p:spPr bwMode="auto">
                <a:xfrm>
                  <a:off x="517" y="3545"/>
                  <a:ext cx="94" cy="108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91215" name="Rectangle 226"/>
                <p:cNvSpPr>
                  <a:spLocks noChangeArrowheads="1"/>
                </p:cNvSpPr>
                <p:nvPr/>
              </p:nvSpPr>
              <p:spPr bwMode="auto">
                <a:xfrm>
                  <a:off x="1115" y="3544"/>
                  <a:ext cx="60" cy="108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91216" name="Rectangle 227"/>
                <p:cNvSpPr>
                  <a:spLocks noChangeArrowheads="1"/>
                </p:cNvSpPr>
                <p:nvPr/>
              </p:nvSpPr>
              <p:spPr bwMode="auto">
                <a:xfrm>
                  <a:off x="504" y="3529"/>
                  <a:ext cx="681" cy="138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</p:grpSp>
        <p:sp>
          <p:nvSpPr>
            <p:cNvPr id="91205" name="AutoShape 228"/>
            <p:cNvSpPr>
              <a:spLocks noChangeArrowheads="1"/>
            </p:cNvSpPr>
            <p:nvPr/>
          </p:nvSpPr>
          <p:spPr bwMode="auto">
            <a:xfrm rot="10800000">
              <a:off x="1727" y="3105"/>
              <a:ext cx="240" cy="767"/>
            </a:xfrm>
            <a:prstGeom prst="downArrow">
              <a:avLst>
                <a:gd name="adj1" fmla="val 54167"/>
                <a:gd name="adj2" fmla="val 51311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214085" name="Group 229"/>
            <p:cNvGrpSpPr/>
            <p:nvPr/>
          </p:nvGrpSpPr>
          <p:grpSpPr bwMode="auto">
            <a:xfrm>
              <a:off x="1695" y="3227"/>
              <a:ext cx="290" cy="154"/>
              <a:chOff x="844" y="3337"/>
              <a:chExt cx="290" cy="154"/>
            </a:xfrm>
          </p:grpSpPr>
          <p:sp>
            <p:nvSpPr>
              <p:cNvPr id="91207" name="Rectangle 230"/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1208" name="Text Box 231"/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285" cy="15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1000" i="0" dirty="0" smtClean="0">
                    <a:solidFill>
                      <a:schemeClr val="bg1"/>
                    </a:solidFill>
                    <a:latin typeface="Arial" panose="020B0604020202090204" pitchFamily="34" charset="0"/>
                    <a:cs typeface="+mn-cs"/>
                  </a:rPr>
                  <a:t>DNS</a:t>
                </a:r>
                <a:endParaRPr lang="en-US" sz="1000" i="0" dirty="0" smtClean="0">
                  <a:solidFill>
                    <a:schemeClr val="bg1"/>
                  </a:solidFill>
                  <a:latin typeface="Arial" panose="020B0604020202090204" pitchFamily="34" charset="0"/>
                  <a:cs typeface="+mn-cs"/>
                </a:endParaRPr>
              </a:p>
            </p:txBody>
          </p:sp>
        </p:grpSp>
      </p:grpSp>
      <p:grpSp>
        <p:nvGrpSpPr>
          <p:cNvPr id="214048" name="Group 248"/>
          <p:cNvGrpSpPr/>
          <p:nvPr/>
        </p:nvGrpSpPr>
        <p:grpSpPr bwMode="auto">
          <a:xfrm>
            <a:off x="7150100" y="963613"/>
            <a:ext cx="373063" cy="687387"/>
            <a:chOff x="4140" y="429"/>
            <a:chExt cx="1425" cy="2396"/>
          </a:xfrm>
        </p:grpSpPr>
        <p:sp>
          <p:nvSpPr>
            <p:cNvPr id="214051" name="Freeform 148"/>
            <p:cNvSpPr/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1 w 354"/>
                <a:gd name="T1" fmla="*/ 0 h 2742"/>
                <a:gd name="T2" fmla="*/ 116 w 354"/>
                <a:gd name="T3" fmla="*/ 137 h 2742"/>
                <a:gd name="T4" fmla="*/ 114 w 354"/>
                <a:gd name="T5" fmla="*/ 1057 h 2742"/>
                <a:gd name="T6" fmla="*/ 0 w 354"/>
                <a:gd name="T7" fmla="*/ 1105 h 2742"/>
                <a:gd name="T8" fmla="*/ 21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1173" name="Rectangle 149"/>
            <p:cNvSpPr>
              <a:spLocks noChangeArrowheads="1"/>
            </p:cNvSpPr>
            <p:nvPr/>
          </p:nvSpPr>
          <p:spPr bwMode="auto">
            <a:xfrm>
              <a:off x="4207" y="429"/>
              <a:ext cx="1049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214053" name="Freeform 150"/>
            <p:cNvSpPr/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0 w 211"/>
                <a:gd name="T3" fmla="*/ 88 h 2537"/>
                <a:gd name="T4" fmla="*/ 2 w 211"/>
                <a:gd name="T5" fmla="*/ 1007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4054" name="Freeform 151"/>
            <p:cNvSpPr/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2 h 226"/>
                <a:gd name="T4" fmla="*/ 108 w 328"/>
                <a:gd name="T5" fmla="*/ 92 h 226"/>
                <a:gd name="T6" fmla="*/ 0 w 328"/>
                <a:gd name="T7" fmla="*/ 4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1176" name="Rectangle 152"/>
            <p:cNvSpPr>
              <a:spLocks noChangeArrowheads="1"/>
            </p:cNvSpPr>
            <p:nvPr/>
          </p:nvSpPr>
          <p:spPr bwMode="auto">
            <a:xfrm>
              <a:off x="4213" y="695"/>
              <a:ext cx="594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214056" name="Group 153"/>
            <p:cNvGrpSpPr/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91202" name="AutoShape 154"/>
              <p:cNvSpPr>
                <a:spLocks noChangeArrowheads="1"/>
              </p:cNvSpPr>
              <p:nvPr/>
            </p:nvSpPr>
            <p:spPr bwMode="auto">
              <a:xfrm>
                <a:off x="611" y="2567"/>
                <a:ext cx="726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1203" name="AutoShape 155"/>
              <p:cNvSpPr>
                <a:spLocks noChangeArrowheads="1"/>
              </p:cNvSpPr>
              <p:nvPr/>
            </p:nvSpPr>
            <p:spPr bwMode="auto">
              <a:xfrm>
                <a:off x="626" y="2583"/>
                <a:ext cx="696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  <p:sp>
          <p:nvSpPr>
            <p:cNvPr id="91178" name="Rectangle 156"/>
            <p:cNvSpPr>
              <a:spLocks noChangeArrowheads="1"/>
            </p:cNvSpPr>
            <p:nvPr/>
          </p:nvSpPr>
          <p:spPr bwMode="auto">
            <a:xfrm>
              <a:off x="4225" y="1021"/>
              <a:ext cx="594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214058" name="Group 157"/>
            <p:cNvGrpSpPr/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91200" name="AutoShape 158"/>
              <p:cNvSpPr>
                <a:spLocks noChangeArrowheads="1"/>
              </p:cNvSpPr>
              <p:nvPr/>
            </p:nvSpPr>
            <p:spPr bwMode="auto">
              <a:xfrm>
                <a:off x="613" y="2567"/>
                <a:ext cx="726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1201" name="AutoShape 159"/>
              <p:cNvSpPr>
                <a:spLocks noChangeArrowheads="1"/>
              </p:cNvSpPr>
              <p:nvPr/>
            </p:nvSpPr>
            <p:spPr bwMode="auto">
              <a:xfrm>
                <a:off x="628" y="2585"/>
                <a:ext cx="696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  <p:sp>
          <p:nvSpPr>
            <p:cNvPr id="91180" name="Rectangle 160"/>
            <p:cNvSpPr>
              <a:spLocks noChangeArrowheads="1"/>
            </p:cNvSpPr>
            <p:nvPr/>
          </p:nvSpPr>
          <p:spPr bwMode="auto">
            <a:xfrm>
              <a:off x="4219" y="1359"/>
              <a:ext cx="594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91181" name="Rectangle 161"/>
            <p:cNvSpPr>
              <a:spLocks noChangeArrowheads="1"/>
            </p:cNvSpPr>
            <p:nvPr/>
          </p:nvSpPr>
          <p:spPr bwMode="auto">
            <a:xfrm>
              <a:off x="4231" y="1657"/>
              <a:ext cx="594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grpSp>
          <p:nvGrpSpPr>
            <p:cNvPr id="214061" name="Group 162"/>
            <p:cNvGrpSpPr/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91198" name="AutoShape 163"/>
              <p:cNvSpPr>
                <a:spLocks noChangeArrowheads="1"/>
              </p:cNvSpPr>
              <p:nvPr/>
            </p:nvSpPr>
            <p:spPr bwMode="auto">
              <a:xfrm>
                <a:off x="613" y="2586"/>
                <a:ext cx="725" cy="12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1199" name="AutoShape 164"/>
              <p:cNvSpPr>
                <a:spLocks noChangeArrowheads="1"/>
              </p:cNvSpPr>
              <p:nvPr/>
            </p:nvSpPr>
            <p:spPr bwMode="auto">
              <a:xfrm>
                <a:off x="628" y="2586"/>
                <a:ext cx="695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  <p:sp>
          <p:nvSpPr>
            <p:cNvPr id="214062" name="Freeform 165"/>
            <p:cNvSpPr/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1 h 226"/>
                <a:gd name="T4" fmla="*/ 108 w 328"/>
                <a:gd name="T5" fmla="*/ 90 h 226"/>
                <a:gd name="T6" fmla="*/ 0 w 328"/>
                <a:gd name="T7" fmla="*/ 3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214063" name="Group 166"/>
            <p:cNvGrpSpPr/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91196" name="AutoShape 167"/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5" cy="133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1197" name="AutoShape 168"/>
              <p:cNvSpPr>
                <a:spLocks noChangeArrowheads="1"/>
              </p:cNvSpPr>
              <p:nvPr/>
            </p:nvSpPr>
            <p:spPr bwMode="auto">
              <a:xfrm>
                <a:off x="631" y="2583"/>
                <a:ext cx="695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  <p:sp>
          <p:nvSpPr>
            <p:cNvPr id="91185" name="Rectangle 169"/>
            <p:cNvSpPr>
              <a:spLocks noChangeArrowheads="1"/>
            </p:cNvSpPr>
            <p:nvPr/>
          </p:nvSpPr>
          <p:spPr bwMode="auto">
            <a:xfrm>
              <a:off x="5250" y="429"/>
              <a:ext cx="67" cy="2291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214065" name="Freeform 170"/>
            <p:cNvSpPr/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6 w 296"/>
                <a:gd name="T3" fmla="*/ 57 h 256"/>
                <a:gd name="T4" fmla="*/ 98 w 296"/>
                <a:gd name="T5" fmla="*/ 102 h 256"/>
                <a:gd name="T6" fmla="*/ 0 w 296"/>
                <a:gd name="T7" fmla="*/ 39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4066" name="Freeform 171"/>
            <p:cNvSpPr/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01 w 304"/>
                <a:gd name="T3" fmla="*/ 66 h 288"/>
                <a:gd name="T4" fmla="*/ 95 w 304"/>
                <a:gd name="T5" fmla="*/ 116 h 288"/>
                <a:gd name="T6" fmla="*/ 2 w 304"/>
                <a:gd name="T7" fmla="*/ 5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1188" name="Oval 172"/>
            <p:cNvSpPr>
              <a:spLocks noChangeArrowheads="1"/>
            </p:cNvSpPr>
            <p:nvPr/>
          </p:nvSpPr>
          <p:spPr bwMode="auto">
            <a:xfrm>
              <a:off x="5516" y="2609"/>
              <a:ext cx="49" cy="100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214068" name="Freeform 173"/>
            <p:cNvSpPr/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43 h 240"/>
                <a:gd name="T2" fmla="*/ 2 w 306"/>
                <a:gd name="T3" fmla="*/ 97 h 240"/>
                <a:gd name="T4" fmla="*/ 101 w 306"/>
                <a:gd name="T5" fmla="*/ 44 h 240"/>
                <a:gd name="T6" fmla="*/ 98 w 306"/>
                <a:gd name="T7" fmla="*/ 0 h 240"/>
                <a:gd name="T8" fmla="*/ 0 w 306"/>
                <a:gd name="T9" fmla="*/ 4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1190" name="AutoShape 174"/>
            <p:cNvSpPr>
              <a:spLocks noChangeArrowheads="1"/>
            </p:cNvSpPr>
            <p:nvPr/>
          </p:nvSpPr>
          <p:spPr bwMode="auto">
            <a:xfrm>
              <a:off x="4140" y="2676"/>
              <a:ext cx="1201" cy="149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91191" name="AutoShape 175"/>
            <p:cNvSpPr>
              <a:spLocks noChangeArrowheads="1"/>
            </p:cNvSpPr>
            <p:nvPr/>
          </p:nvSpPr>
          <p:spPr bwMode="auto">
            <a:xfrm>
              <a:off x="4207" y="2709"/>
              <a:ext cx="1067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91192" name="Oval 176"/>
            <p:cNvSpPr>
              <a:spLocks noChangeArrowheads="1"/>
            </p:cNvSpPr>
            <p:nvPr/>
          </p:nvSpPr>
          <p:spPr bwMode="auto">
            <a:xfrm>
              <a:off x="4310" y="2382"/>
              <a:ext cx="158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91193" name="Oval 177"/>
            <p:cNvSpPr>
              <a:spLocks noChangeArrowheads="1"/>
            </p:cNvSpPr>
            <p:nvPr/>
          </p:nvSpPr>
          <p:spPr bwMode="auto">
            <a:xfrm>
              <a:off x="4486" y="2382"/>
              <a:ext cx="158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US" dirty="0">
                <a:solidFill>
                  <a:srgbClr val="FF0000"/>
                </a:solidFill>
                <a:cs typeface="+mn-cs"/>
              </a:endParaRPr>
            </a:p>
          </p:txBody>
        </p:sp>
        <p:sp>
          <p:nvSpPr>
            <p:cNvPr id="91194" name="Oval 178"/>
            <p:cNvSpPr>
              <a:spLocks noChangeArrowheads="1"/>
            </p:cNvSpPr>
            <p:nvPr/>
          </p:nvSpPr>
          <p:spPr bwMode="auto">
            <a:xfrm>
              <a:off x="4661" y="2382"/>
              <a:ext cx="158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91195" name="Rectangle 179"/>
            <p:cNvSpPr>
              <a:spLocks noChangeArrowheads="1"/>
            </p:cNvSpPr>
            <p:nvPr/>
          </p:nvSpPr>
          <p:spPr bwMode="auto">
            <a:xfrm>
              <a:off x="5062" y="1835"/>
              <a:ext cx="85" cy="764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+mn-cs"/>
              </a:endParaRPr>
            </a:p>
          </p:txBody>
        </p:sp>
      </p:grpSp>
      <p:sp>
        <p:nvSpPr>
          <p:cNvPr id="91170" name="Rectangle 3"/>
          <p:cNvSpPr>
            <a:spLocks noGrp="1" noChangeArrowheads="1"/>
          </p:cNvSpPr>
          <p:nvPr>
            <p:ph type="title"/>
          </p:nvPr>
        </p:nvSpPr>
        <p:spPr>
          <a:xfrm>
            <a:off x="246063" y="-39688"/>
            <a:ext cx="8034337" cy="1003301"/>
          </a:xfrm>
        </p:spPr>
        <p:txBody>
          <a:bodyPr/>
          <a:lstStyle/>
          <a:p>
            <a:pPr>
              <a:defRPr/>
            </a:pPr>
            <a:r>
              <a:rPr lang="en-US" sz="3200" dirty="0">
                <a:latin typeface="Gill Sans MT" pitchFamily="34" charset="0"/>
                <a:cs typeface="+mj-cs"/>
              </a:rPr>
              <a:t>A day in the life… using DNS</a:t>
            </a:r>
            <a:endParaRPr lang="en-US" sz="3200" dirty="0">
              <a:latin typeface="Gill Sans MT" pitchFamily="34" charset="0"/>
              <a:cs typeface="+mj-cs"/>
            </a:endParaRPr>
          </a:p>
        </p:txBody>
      </p:sp>
      <p:pic>
        <p:nvPicPr>
          <p:cNvPr id="214050" name="Picture 21" descr="underline_base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738" y="631825"/>
            <a:ext cx="5027612" cy="173038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pPr>
              <a:buClr>
                <a:srgbClr val="000090"/>
              </a:buClr>
            </a:pPr>
            <a:r>
              <a:rPr lang="en-US" sz="1200" dirty="0">
                <a:latin typeface="Tahoma" panose="020B0604030504040204" charset="0"/>
              </a:rPr>
              <a:t>6</a:t>
            </a:r>
            <a:r>
              <a:rPr lang="en-US" sz="1200" dirty="0" smtClean="0">
                <a:latin typeface="Tahoma" panose="020B0604030504040204" charset="0"/>
              </a:rPr>
              <a:t>-</a:t>
            </a:r>
            <a:fld id="{8E8C6E93-DF5B-BC4B-80F9-500DED1EEDCC}" type="slidenum">
              <a:rPr lang="en-US" sz="1200">
                <a:latin typeface="Tahoma" panose="020B0604030504040204" charset="0"/>
              </a:rPr>
            </a:fld>
            <a:endParaRPr lang="en-US" sz="1200" dirty="0">
              <a:latin typeface="Tahoma" panose="020B0604030504040204" charset="0"/>
            </a:endParaRPr>
          </a:p>
        </p:txBody>
      </p:sp>
      <p:sp>
        <p:nvSpPr>
          <p:cNvPr id="27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pPr algn="r">
              <a:buClr>
                <a:srgbClr val="000090"/>
              </a:buClr>
            </a:pPr>
            <a:r>
              <a:rPr lang="en-US" sz="1200" dirty="0" smtClean="0">
                <a:solidFill>
                  <a:srgbClr val="000000"/>
                </a:solidFill>
                <a:latin typeface="Tahoma" panose="020B0604030504040204" charset="0"/>
                <a:cs typeface="Arial" panose="020B0604020202090204" pitchFamily="34" charset="0"/>
              </a:rPr>
              <a:t>Link Layer and LANs</a:t>
            </a:r>
            <a:endParaRPr lang="en-US" sz="1200" dirty="0">
              <a:solidFill>
                <a:srgbClr val="000000"/>
              </a:solidFill>
              <a:latin typeface="Tahoma" panose="020B060403050404020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0.00995 L 0.32587 -0.01018 L 0.22726 0.14666 " pathEditMode="relative" rAng="0" ptsTypes="AAA">
                                      <p:cBhvr>
                                        <p:cTn id="12" dur="2000" fill="hold"/>
                                        <p:tgtEl>
                                          <p:spTgt spid="7056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285" y="7819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2726 0.14666 L 0.29844 0.14527 L 0.46528 -0.03516 L 0.46406 -0.16678 " pathEditMode="relative" rAng="0" ptsTypes="AAAA">
                                      <p:cBhvr>
                                        <p:cTn id="18" dur="2000" fill="hold"/>
                                        <p:tgtEl>
                                          <p:spTgt spid="7056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892" y="-15684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705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1000"/>
                                        <p:tgtEl>
                                          <p:spTgt spid="705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5639" grpId="0"/>
      <p:bldP spid="705640" grpId="0"/>
      <p:bldP spid="705641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041" name="Group 231"/>
          <p:cNvGrpSpPr/>
          <p:nvPr/>
        </p:nvGrpSpPr>
        <p:grpSpPr bwMode="auto">
          <a:xfrm>
            <a:off x="773113" y="1273175"/>
            <a:ext cx="3554412" cy="3067050"/>
            <a:chOff x="773113" y="1273175"/>
            <a:chExt cx="3554412" cy="3066395"/>
          </a:xfrm>
        </p:grpSpPr>
        <p:sp>
          <p:nvSpPr>
            <p:cNvPr id="215267" name="Freeform 3"/>
            <p:cNvSpPr/>
            <p:nvPr/>
          </p:nvSpPr>
          <p:spPr bwMode="auto">
            <a:xfrm>
              <a:off x="773113" y="1273175"/>
              <a:ext cx="3554412" cy="2754313"/>
            </a:xfrm>
            <a:custGeom>
              <a:avLst/>
              <a:gdLst>
                <a:gd name="T0" fmla="*/ 2147483647 w 2406"/>
                <a:gd name="T1" fmla="*/ 2147483647 h 958"/>
                <a:gd name="T2" fmla="*/ 2147483647 w 2406"/>
                <a:gd name="T3" fmla="*/ 2147483647 h 958"/>
                <a:gd name="T4" fmla="*/ 2147483647 w 2406"/>
                <a:gd name="T5" fmla="*/ 2147483647 h 958"/>
                <a:gd name="T6" fmla="*/ 2147483647 w 2406"/>
                <a:gd name="T7" fmla="*/ 2147483647 h 958"/>
                <a:gd name="T8" fmla="*/ 2147483647 w 2406"/>
                <a:gd name="T9" fmla="*/ 2147483647 h 958"/>
                <a:gd name="T10" fmla="*/ 2147483647 w 2406"/>
                <a:gd name="T11" fmla="*/ 2147483647 h 958"/>
                <a:gd name="T12" fmla="*/ 2147483647 w 2406"/>
                <a:gd name="T13" fmla="*/ 2147483647 h 958"/>
                <a:gd name="T14" fmla="*/ 2147483647 w 2406"/>
                <a:gd name="T15" fmla="*/ 2147483647 h 958"/>
                <a:gd name="T16" fmla="*/ 2147483647 w 2406"/>
                <a:gd name="T17" fmla="*/ 2147483647 h 958"/>
                <a:gd name="T18" fmla="*/ 2147483647 w 2406"/>
                <a:gd name="T19" fmla="*/ 2147483647 h 958"/>
                <a:gd name="T20" fmla="*/ 2147483647 w 2406"/>
                <a:gd name="T21" fmla="*/ 2147483647 h 958"/>
                <a:gd name="T22" fmla="*/ 2147483647 w 2406"/>
                <a:gd name="T23" fmla="*/ 2147483647 h 958"/>
                <a:gd name="T24" fmla="*/ 2147483647 w 2406"/>
                <a:gd name="T25" fmla="*/ 2147483647 h 95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406"/>
                <a:gd name="T40" fmla="*/ 0 h 958"/>
                <a:gd name="T41" fmla="*/ 2406 w 2406"/>
                <a:gd name="T42" fmla="*/ 958 h 958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406" h="958">
                  <a:moveTo>
                    <a:pt x="2192" y="274"/>
                  </a:moveTo>
                  <a:cubicBezTo>
                    <a:pt x="1978" y="94"/>
                    <a:pt x="1990" y="122"/>
                    <a:pt x="1857" y="77"/>
                  </a:cubicBezTo>
                  <a:cubicBezTo>
                    <a:pt x="1724" y="32"/>
                    <a:pt x="1584" y="0"/>
                    <a:pt x="1393" y="7"/>
                  </a:cubicBezTo>
                  <a:cubicBezTo>
                    <a:pt x="1202" y="14"/>
                    <a:pt x="898" y="84"/>
                    <a:pt x="713" y="122"/>
                  </a:cubicBezTo>
                  <a:cubicBezTo>
                    <a:pt x="528" y="160"/>
                    <a:pt x="395" y="168"/>
                    <a:pt x="280" y="234"/>
                  </a:cubicBezTo>
                  <a:cubicBezTo>
                    <a:pt x="166" y="301"/>
                    <a:pt x="52" y="432"/>
                    <a:pt x="26" y="522"/>
                  </a:cubicBezTo>
                  <a:cubicBezTo>
                    <a:pt x="0" y="612"/>
                    <a:pt x="81" y="711"/>
                    <a:pt x="122" y="773"/>
                  </a:cubicBezTo>
                  <a:cubicBezTo>
                    <a:pt x="163" y="835"/>
                    <a:pt x="99" y="877"/>
                    <a:pt x="273" y="894"/>
                  </a:cubicBezTo>
                  <a:cubicBezTo>
                    <a:pt x="447" y="911"/>
                    <a:pt x="938" y="866"/>
                    <a:pt x="1169" y="876"/>
                  </a:cubicBezTo>
                  <a:cubicBezTo>
                    <a:pt x="1400" y="886"/>
                    <a:pt x="1499" y="950"/>
                    <a:pt x="1659" y="954"/>
                  </a:cubicBezTo>
                  <a:cubicBezTo>
                    <a:pt x="1819" y="958"/>
                    <a:pt x="2014" y="958"/>
                    <a:pt x="2129" y="897"/>
                  </a:cubicBezTo>
                  <a:cubicBezTo>
                    <a:pt x="2244" y="836"/>
                    <a:pt x="2327" y="856"/>
                    <a:pt x="2350" y="591"/>
                  </a:cubicBezTo>
                  <a:cubicBezTo>
                    <a:pt x="2373" y="326"/>
                    <a:pt x="2406" y="454"/>
                    <a:pt x="2192" y="274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5268" name="Line 36"/>
            <p:cNvSpPr>
              <a:spLocks noChangeShapeType="1"/>
            </p:cNvSpPr>
            <p:nvPr/>
          </p:nvSpPr>
          <p:spPr bwMode="auto">
            <a:xfrm flipV="1">
              <a:off x="3775075" y="2344738"/>
              <a:ext cx="155575" cy="1428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5269" name="Line 43"/>
            <p:cNvSpPr>
              <a:spLocks noChangeShapeType="1"/>
            </p:cNvSpPr>
            <p:nvPr/>
          </p:nvSpPr>
          <p:spPr bwMode="auto">
            <a:xfrm flipV="1">
              <a:off x="2665413" y="2517775"/>
              <a:ext cx="69532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5270" name="Line 44"/>
            <p:cNvSpPr>
              <a:spLocks noChangeShapeType="1"/>
            </p:cNvSpPr>
            <p:nvPr/>
          </p:nvSpPr>
          <p:spPr bwMode="auto">
            <a:xfrm flipV="1">
              <a:off x="3924300" y="2201863"/>
              <a:ext cx="138113" cy="1428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5271" name="Line 48"/>
            <p:cNvSpPr>
              <a:spLocks noChangeShapeType="1"/>
            </p:cNvSpPr>
            <p:nvPr/>
          </p:nvSpPr>
          <p:spPr bwMode="auto">
            <a:xfrm flipV="1">
              <a:off x="3279775" y="2736850"/>
              <a:ext cx="512763" cy="6127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2393" name="Text Box 240"/>
            <p:cNvSpPr txBox="1">
              <a:spLocks noChangeArrowheads="1"/>
            </p:cNvSpPr>
            <p:nvPr/>
          </p:nvSpPr>
          <p:spPr bwMode="auto">
            <a:xfrm>
              <a:off x="2562225" y="3815807"/>
              <a:ext cx="1211263" cy="52376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400" dirty="0" smtClean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router</a:t>
              </a:r>
              <a:endParaRPr lang="en-US" sz="1400" dirty="0" smtClean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  <a:p>
              <a:pPr>
                <a:defRPr/>
              </a:pPr>
              <a:r>
                <a:rPr lang="en-US" sz="1400" dirty="0" smtClean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(runs DHCP)</a:t>
              </a:r>
              <a:endParaRPr lang="en-US" sz="1400" dirty="0" smtClean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grpSp>
          <p:nvGrpSpPr>
            <p:cNvPr id="215273" name="Group 356"/>
            <p:cNvGrpSpPr/>
            <p:nvPr/>
          </p:nvGrpSpPr>
          <p:grpSpPr bwMode="auto">
            <a:xfrm>
              <a:off x="1653422" y="1982680"/>
              <a:ext cx="843032" cy="814871"/>
              <a:chOff x="313" y="1497"/>
              <a:chExt cx="1152" cy="1014"/>
            </a:xfrm>
          </p:grpSpPr>
          <p:pic>
            <p:nvPicPr>
              <p:cNvPr id="215325" name="Picture 354" descr="laptop_stylized_small"/>
              <p:cNvPicPr>
                <a:picLocks noChangeAspect="1"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3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15326" name="Picture 355" descr="antenna_stylized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92395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36925" y="2423867"/>
              <a:ext cx="879475" cy="349175"/>
            </a:xfrm>
            <a:prstGeom prst="rect">
              <a:avLst/>
            </a:prstGeom>
            <a:noFill/>
            <a:ln>
              <a:noFill/>
            </a:ln>
            <a:effectLst/>
          </p:spPr>
        </p:pic>
        <p:sp>
          <p:nvSpPr>
            <p:cNvPr id="241" name="Rectangle 43"/>
            <p:cNvSpPr>
              <a:spLocks noChangeArrowheads="1"/>
            </p:cNvSpPr>
            <p:nvPr/>
          </p:nvSpPr>
          <p:spPr bwMode="auto">
            <a:xfrm rot="16200000" flipH="1">
              <a:off x="3589349" y="3549138"/>
              <a:ext cx="104753" cy="244475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Comic Sans MS" panose="030F0902030302020204" pitchFamily="66" charset="0"/>
                <a:ea typeface="+mn-ea"/>
                <a:cs typeface="+mn-cs"/>
              </a:endParaRPr>
            </a:p>
          </p:txBody>
        </p:sp>
        <p:sp>
          <p:nvSpPr>
            <p:cNvPr id="242" name="Rectangle 43"/>
            <p:cNvSpPr>
              <a:spLocks noChangeArrowheads="1"/>
            </p:cNvSpPr>
            <p:nvPr/>
          </p:nvSpPr>
          <p:spPr bwMode="auto">
            <a:xfrm rot="2460490">
              <a:off x="3206750" y="3274585"/>
              <a:ext cx="82550" cy="247597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Comic Sans MS" panose="030F0902030302020204" pitchFamily="66" charset="0"/>
                <a:ea typeface="+mn-ea"/>
                <a:cs typeface="+mn-cs"/>
              </a:endParaRPr>
            </a:p>
          </p:txBody>
        </p:sp>
        <p:sp>
          <p:nvSpPr>
            <p:cNvPr id="243" name="Rectangle 43"/>
            <p:cNvSpPr>
              <a:spLocks noChangeArrowheads="1"/>
            </p:cNvSpPr>
            <p:nvPr/>
          </p:nvSpPr>
          <p:spPr bwMode="auto">
            <a:xfrm rot="16200000">
              <a:off x="2499531" y="2388124"/>
              <a:ext cx="111101" cy="296863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Comic Sans MS" panose="030F0902030302020204" pitchFamily="66" charset="0"/>
                <a:ea typeface="+mn-ea"/>
                <a:cs typeface="+mn-cs"/>
              </a:endParaRPr>
            </a:p>
          </p:txBody>
        </p:sp>
        <p:grpSp>
          <p:nvGrpSpPr>
            <p:cNvPr id="215278" name="Group 248"/>
            <p:cNvGrpSpPr/>
            <p:nvPr/>
          </p:nvGrpSpPr>
          <p:grpSpPr bwMode="auto">
            <a:xfrm>
              <a:off x="2597285" y="3210128"/>
              <a:ext cx="332569" cy="581078"/>
              <a:chOff x="4140" y="429"/>
              <a:chExt cx="1425" cy="2396"/>
            </a:xfrm>
          </p:grpSpPr>
          <p:sp>
            <p:nvSpPr>
              <p:cNvPr id="215293" name="Freeform 148"/>
              <p:cNvSpPr/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1 w 354"/>
                  <a:gd name="T1" fmla="*/ 0 h 2742"/>
                  <a:gd name="T2" fmla="*/ 116 w 354"/>
                  <a:gd name="T3" fmla="*/ 137 h 2742"/>
                  <a:gd name="T4" fmla="*/ 114 w 354"/>
                  <a:gd name="T5" fmla="*/ 1057 h 2742"/>
                  <a:gd name="T6" fmla="*/ 0 w 354"/>
                  <a:gd name="T7" fmla="*/ 1105 h 2742"/>
                  <a:gd name="T8" fmla="*/ 21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2415" name="Rectangle 149"/>
              <p:cNvSpPr>
                <a:spLocks noChangeArrowheads="1"/>
              </p:cNvSpPr>
              <p:nvPr/>
            </p:nvSpPr>
            <p:spPr bwMode="auto">
              <a:xfrm>
                <a:off x="4207" y="426"/>
                <a:ext cx="1048" cy="2291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215295" name="Freeform 150"/>
              <p:cNvSpPr/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70 w 211"/>
                  <a:gd name="T3" fmla="*/ 88 h 2537"/>
                  <a:gd name="T4" fmla="*/ 2 w 211"/>
                  <a:gd name="T5" fmla="*/ 1007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15296" name="Freeform 151"/>
              <p:cNvSpPr/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09 w 328"/>
                  <a:gd name="T3" fmla="*/ 52 h 226"/>
                  <a:gd name="T4" fmla="*/ 108 w 328"/>
                  <a:gd name="T5" fmla="*/ 92 h 226"/>
                  <a:gd name="T6" fmla="*/ 0 w 328"/>
                  <a:gd name="T7" fmla="*/ 41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2418" name="Rectangle 152"/>
              <p:cNvSpPr>
                <a:spLocks noChangeArrowheads="1"/>
              </p:cNvSpPr>
              <p:nvPr/>
            </p:nvSpPr>
            <p:spPr bwMode="auto">
              <a:xfrm>
                <a:off x="4214" y="688"/>
                <a:ext cx="592" cy="5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grpSp>
            <p:nvGrpSpPr>
              <p:cNvPr id="215298" name="Group 153"/>
              <p:cNvGrpSpPr/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92444" name="AutoShape 154"/>
                <p:cNvSpPr>
                  <a:spLocks noChangeArrowheads="1"/>
                </p:cNvSpPr>
                <p:nvPr/>
              </p:nvSpPr>
              <p:spPr bwMode="auto">
                <a:xfrm>
                  <a:off x="617" y="2569"/>
                  <a:ext cx="721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2445" name="AutoShape 155"/>
                <p:cNvSpPr>
                  <a:spLocks noChangeArrowheads="1"/>
                </p:cNvSpPr>
                <p:nvPr/>
              </p:nvSpPr>
              <p:spPr bwMode="auto">
                <a:xfrm>
                  <a:off x="634" y="2587"/>
                  <a:ext cx="688" cy="10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sp>
            <p:nvSpPr>
              <p:cNvPr id="92420" name="Rectangle 156"/>
              <p:cNvSpPr>
                <a:spLocks noChangeArrowheads="1"/>
              </p:cNvSpPr>
              <p:nvPr/>
            </p:nvSpPr>
            <p:spPr bwMode="auto">
              <a:xfrm>
                <a:off x="4221" y="1015"/>
                <a:ext cx="599" cy="5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grpSp>
            <p:nvGrpSpPr>
              <p:cNvPr id="215300" name="Group 157"/>
              <p:cNvGrpSpPr/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92442" name="AutoShape 158"/>
                <p:cNvSpPr>
                  <a:spLocks noChangeArrowheads="1"/>
                </p:cNvSpPr>
                <p:nvPr/>
              </p:nvSpPr>
              <p:spPr bwMode="auto">
                <a:xfrm>
                  <a:off x="611" y="2570"/>
                  <a:ext cx="730" cy="13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2443" name="AutoShape 159"/>
                <p:cNvSpPr>
                  <a:spLocks noChangeArrowheads="1"/>
                </p:cNvSpPr>
                <p:nvPr/>
              </p:nvSpPr>
              <p:spPr bwMode="auto">
                <a:xfrm>
                  <a:off x="628" y="2583"/>
                  <a:ext cx="696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sp>
            <p:nvSpPr>
              <p:cNvPr id="92422" name="Rectangle 160"/>
              <p:cNvSpPr>
                <a:spLocks noChangeArrowheads="1"/>
              </p:cNvSpPr>
              <p:nvPr/>
            </p:nvSpPr>
            <p:spPr bwMode="auto">
              <a:xfrm>
                <a:off x="4214" y="1356"/>
                <a:ext cx="599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423" name="Rectangle 161"/>
              <p:cNvSpPr>
                <a:spLocks noChangeArrowheads="1"/>
              </p:cNvSpPr>
              <p:nvPr/>
            </p:nvSpPr>
            <p:spPr bwMode="auto">
              <a:xfrm>
                <a:off x="4228" y="1657"/>
                <a:ext cx="599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grpSp>
            <p:nvGrpSpPr>
              <p:cNvPr id="215303" name="Group 162"/>
              <p:cNvGrpSpPr/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92440" name="AutoShape 163"/>
                <p:cNvSpPr>
                  <a:spLocks noChangeArrowheads="1"/>
                </p:cNvSpPr>
                <p:nvPr/>
              </p:nvSpPr>
              <p:spPr bwMode="auto">
                <a:xfrm>
                  <a:off x="618" y="2571"/>
                  <a:ext cx="720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2441" name="AutoShape 164"/>
                <p:cNvSpPr>
                  <a:spLocks noChangeArrowheads="1"/>
                </p:cNvSpPr>
                <p:nvPr/>
              </p:nvSpPr>
              <p:spPr bwMode="auto">
                <a:xfrm>
                  <a:off x="635" y="2589"/>
                  <a:ext cx="686" cy="102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sp>
            <p:nvSpPr>
              <p:cNvPr id="215304" name="Freeform 165"/>
              <p:cNvSpPr/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09 w 328"/>
                  <a:gd name="T3" fmla="*/ 51 h 226"/>
                  <a:gd name="T4" fmla="*/ 108 w 328"/>
                  <a:gd name="T5" fmla="*/ 90 h 226"/>
                  <a:gd name="T6" fmla="*/ 0 w 328"/>
                  <a:gd name="T7" fmla="*/ 39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grpSp>
            <p:nvGrpSpPr>
              <p:cNvPr id="215305" name="Group 166"/>
              <p:cNvGrpSpPr/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92438" name="AutoShape 167"/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29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2439" name="AutoShape 168"/>
                <p:cNvSpPr>
                  <a:spLocks noChangeArrowheads="1"/>
                </p:cNvSpPr>
                <p:nvPr/>
              </p:nvSpPr>
              <p:spPr bwMode="auto">
                <a:xfrm>
                  <a:off x="630" y="2584"/>
                  <a:ext cx="695" cy="105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sp>
            <p:nvSpPr>
              <p:cNvPr id="92427" name="Rectangle 169"/>
              <p:cNvSpPr>
                <a:spLocks noChangeArrowheads="1"/>
              </p:cNvSpPr>
              <p:nvPr/>
            </p:nvSpPr>
            <p:spPr bwMode="auto">
              <a:xfrm>
                <a:off x="5255" y="426"/>
                <a:ext cx="68" cy="2297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215307" name="Freeform 170"/>
              <p:cNvSpPr/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96 w 296"/>
                  <a:gd name="T3" fmla="*/ 57 h 256"/>
                  <a:gd name="T4" fmla="*/ 98 w 296"/>
                  <a:gd name="T5" fmla="*/ 102 h 256"/>
                  <a:gd name="T6" fmla="*/ 0 w 296"/>
                  <a:gd name="T7" fmla="*/ 39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15308" name="Freeform 171"/>
              <p:cNvSpPr/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01 w 304"/>
                  <a:gd name="T3" fmla="*/ 66 h 288"/>
                  <a:gd name="T4" fmla="*/ 95 w 304"/>
                  <a:gd name="T5" fmla="*/ 116 h 288"/>
                  <a:gd name="T6" fmla="*/ 2 w 304"/>
                  <a:gd name="T7" fmla="*/ 5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2430" name="Oval 172"/>
              <p:cNvSpPr>
                <a:spLocks noChangeArrowheads="1"/>
              </p:cNvSpPr>
              <p:nvPr/>
            </p:nvSpPr>
            <p:spPr bwMode="auto">
              <a:xfrm>
                <a:off x="5520" y="2612"/>
                <a:ext cx="48" cy="9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215310" name="Freeform 173"/>
              <p:cNvSpPr/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43 h 240"/>
                  <a:gd name="T2" fmla="*/ 2 w 306"/>
                  <a:gd name="T3" fmla="*/ 97 h 240"/>
                  <a:gd name="T4" fmla="*/ 101 w 306"/>
                  <a:gd name="T5" fmla="*/ 44 h 240"/>
                  <a:gd name="T6" fmla="*/ 98 w 306"/>
                  <a:gd name="T7" fmla="*/ 0 h 240"/>
                  <a:gd name="T8" fmla="*/ 0 w 306"/>
                  <a:gd name="T9" fmla="*/ 43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2432" name="AutoShape 174"/>
              <p:cNvSpPr>
                <a:spLocks noChangeArrowheads="1"/>
              </p:cNvSpPr>
              <p:nvPr/>
            </p:nvSpPr>
            <p:spPr bwMode="auto">
              <a:xfrm>
                <a:off x="4139" y="2678"/>
                <a:ext cx="1204" cy="17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433" name="AutoShape 175"/>
              <p:cNvSpPr>
                <a:spLocks noChangeArrowheads="1"/>
              </p:cNvSpPr>
              <p:nvPr/>
            </p:nvSpPr>
            <p:spPr bwMode="auto">
              <a:xfrm>
                <a:off x="4207" y="2717"/>
                <a:ext cx="1068" cy="8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434" name="Oval 176"/>
              <p:cNvSpPr>
                <a:spLocks noChangeArrowheads="1"/>
              </p:cNvSpPr>
              <p:nvPr/>
            </p:nvSpPr>
            <p:spPr bwMode="auto">
              <a:xfrm>
                <a:off x="4309" y="2383"/>
                <a:ext cx="156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435" name="Oval 177"/>
              <p:cNvSpPr>
                <a:spLocks noChangeArrowheads="1"/>
              </p:cNvSpPr>
              <p:nvPr/>
            </p:nvSpPr>
            <p:spPr bwMode="auto">
              <a:xfrm>
                <a:off x="4486" y="2383"/>
                <a:ext cx="163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en-US" dirty="0">
                  <a:solidFill>
                    <a:srgbClr val="FF0000"/>
                  </a:solidFill>
                  <a:cs typeface="+mn-cs"/>
                </a:endParaRPr>
              </a:p>
            </p:txBody>
          </p:sp>
          <p:sp>
            <p:nvSpPr>
              <p:cNvPr id="92436" name="Oval 178"/>
              <p:cNvSpPr>
                <a:spLocks noChangeArrowheads="1"/>
              </p:cNvSpPr>
              <p:nvPr/>
            </p:nvSpPr>
            <p:spPr bwMode="auto">
              <a:xfrm>
                <a:off x="4663" y="2383"/>
                <a:ext cx="156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437" name="Rectangle 179"/>
              <p:cNvSpPr>
                <a:spLocks noChangeArrowheads="1"/>
              </p:cNvSpPr>
              <p:nvPr/>
            </p:nvSpPr>
            <p:spPr bwMode="auto">
              <a:xfrm>
                <a:off x="5065" y="1834"/>
                <a:ext cx="82" cy="772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grpSp>
          <p:nvGrpSpPr>
            <p:cNvPr id="215279" name="Group 48"/>
            <p:cNvGrpSpPr/>
            <p:nvPr/>
          </p:nvGrpSpPr>
          <p:grpSpPr bwMode="auto">
            <a:xfrm>
              <a:off x="2795471" y="3465563"/>
              <a:ext cx="735669" cy="376863"/>
              <a:chOff x="3600" y="219"/>
              <a:chExt cx="360" cy="175"/>
            </a:xfrm>
          </p:grpSpPr>
          <p:sp>
            <p:nvSpPr>
              <p:cNvPr id="92401" name="Oval 49"/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402" name="Line 50"/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2403" name="Line 51"/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2404" name="Rectangle 52"/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3" cy="5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en-US" sz="2400" i="0" dirty="0">
                  <a:solidFill>
                    <a:srgbClr val="000000"/>
                  </a:solidFill>
                  <a:latin typeface="Times New Roman" panose="02020503050405090304" charset="0"/>
                  <a:cs typeface="+mn-cs"/>
                </a:endParaRPr>
              </a:p>
            </p:txBody>
          </p:sp>
          <p:sp>
            <p:nvSpPr>
              <p:cNvPr id="92405" name="Oval 53"/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grpSp>
            <p:nvGrpSpPr>
              <p:cNvPr id="215285" name="Group 54"/>
              <p:cNvGrpSpPr/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92411" name="Line 55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92412" name="Line 56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92413" name="Line 57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  <p:grpSp>
            <p:nvGrpSpPr>
              <p:cNvPr id="215286" name="Group 58"/>
              <p:cNvGrpSpPr/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92408" name="Line 59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92409" name="Line 60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92410" name="Line 61"/>
                <p:cNvSpPr>
                  <a:spLocks noChangeShapeType="1"/>
                </p:cNvSpPr>
                <p:nvPr/>
              </p:nvSpPr>
              <p:spPr bwMode="auto">
                <a:xfrm>
                  <a:off x="2894" y="854"/>
                  <a:ext cx="52" cy="9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</p:grpSp>
      </p:grpSp>
      <p:sp>
        <p:nvSpPr>
          <p:cNvPr id="215044" name="Freeform 293"/>
          <p:cNvSpPr/>
          <p:nvPr/>
        </p:nvSpPr>
        <p:spPr bwMode="auto">
          <a:xfrm>
            <a:off x="322263" y="4619625"/>
            <a:ext cx="3963987" cy="1716088"/>
          </a:xfrm>
          <a:custGeom>
            <a:avLst/>
            <a:gdLst>
              <a:gd name="T0" fmla="*/ 2147483647 w 2497"/>
              <a:gd name="T1" fmla="*/ 2147483647 h 1081"/>
              <a:gd name="T2" fmla="*/ 2147483647 w 2497"/>
              <a:gd name="T3" fmla="*/ 2147483647 h 1081"/>
              <a:gd name="T4" fmla="*/ 2147483647 w 2497"/>
              <a:gd name="T5" fmla="*/ 2147483647 h 1081"/>
              <a:gd name="T6" fmla="*/ 2147483647 w 2497"/>
              <a:gd name="T7" fmla="*/ 2147483647 h 1081"/>
              <a:gd name="T8" fmla="*/ 2147483647 w 2497"/>
              <a:gd name="T9" fmla="*/ 2147483647 h 1081"/>
              <a:gd name="T10" fmla="*/ 2147483647 w 2497"/>
              <a:gd name="T11" fmla="*/ 2147483647 h 1081"/>
              <a:gd name="T12" fmla="*/ 2147483647 w 2497"/>
              <a:gd name="T13" fmla="*/ 2147483647 h 1081"/>
              <a:gd name="T14" fmla="*/ 2147483647 w 2497"/>
              <a:gd name="T15" fmla="*/ 2147483647 h 1081"/>
              <a:gd name="T16" fmla="*/ 2147483647 w 2497"/>
              <a:gd name="T17" fmla="*/ 2147483647 h 1081"/>
              <a:gd name="T18" fmla="*/ 2147483647 w 2497"/>
              <a:gd name="T19" fmla="*/ 2147483647 h 1081"/>
              <a:gd name="T20" fmla="*/ 2147483647 w 2497"/>
              <a:gd name="T21" fmla="*/ 2147483647 h 1081"/>
              <a:gd name="T22" fmla="*/ 2147483647 w 2497"/>
              <a:gd name="T23" fmla="*/ 2147483647 h 1081"/>
              <a:gd name="T24" fmla="*/ 2147483647 w 2497"/>
              <a:gd name="T25" fmla="*/ 2147483647 h 1081"/>
              <a:gd name="T26" fmla="*/ 2147483647 w 2497"/>
              <a:gd name="T27" fmla="*/ 2147483647 h 1081"/>
              <a:gd name="T28" fmla="*/ 2147483647 w 2497"/>
              <a:gd name="T29" fmla="*/ 2147483647 h 1081"/>
              <a:gd name="T30" fmla="*/ 2147483647 w 2497"/>
              <a:gd name="T31" fmla="*/ 2147483647 h 1081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2497" h="1081">
                <a:moveTo>
                  <a:pt x="475" y="274"/>
                </a:moveTo>
                <a:cubicBezTo>
                  <a:pt x="381" y="316"/>
                  <a:pt x="280" y="389"/>
                  <a:pt x="204" y="437"/>
                </a:cubicBezTo>
                <a:cubicBezTo>
                  <a:pt x="128" y="485"/>
                  <a:pt x="42" y="503"/>
                  <a:pt x="21" y="559"/>
                </a:cubicBezTo>
                <a:cubicBezTo>
                  <a:pt x="0" y="615"/>
                  <a:pt x="56" y="734"/>
                  <a:pt x="75" y="776"/>
                </a:cubicBezTo>
                <a:cubicBezTo>
                  <a:pt x="94" y="818"/>
                  <a:pt x="116" y="789"/>
                  <a:pt x="136" y="810"/>
                </a:cubicBezTo>
                <a:cubicBezTo>
                  <a:pt x="156" y="831"/>
                  <a:pt x="167" y="876"/>
                  <a:pt x="197" y="905"/>
                </a:cubicBezTo>
                <a:cubicBezTo>
                  <a:pt x="227" y="934"/>
                  <a:pt x="231" y="970"/>
                  <a:pt x="319" y="986"/>
                </a:cubicBezTo>
                <a:cubicBezTo>
                  <a:pt x="407" y="1002"/>
                  <a:pt x="554" y="1003"/>
                  <a:pt x="726" y="1000"/>
                </a:cubicBezTo>
                <a:cubicBezTo>
                  <a:pt x="898" y="997"/>
                  <a:pt x="1146" y="961"/>
                  <a:pt x="1349" y="966"/>
                </a:cubicBezTo>
                <a:cubicBezTo>
                  <a:pt x="1552" y="971"/>
                  <a:pt x="1785" y="1028"/>
                  <a:pt x="1945" y="1033"/>
                </a:cubicBezTo>
                <a:cubicBezTo>
                  <a:pt x="2105" y="1038"/>
                  <a:pt x="2225" y="1081"/>
                  <a:pt x="2311" y="993"/>
                </a:cubicBezTo>
                <a:cubicBezTo>
                  <a:pt x="2397" y="905"/>
                  <a:pt x="2497" y="662"/>
                  <a:pt x="2460" y="506"/>
                </a:cubicBezTo>
                <a:cubicBezTo>
                  <a:pt x="2423" y="350"/>
                  <a:pt x="2280" y="116"/>
                  <a:pt x="2088" y="58"/>
                </a:cubicBezTo>
                <a:cubicBezTo>
                  <a:pt x="1896" y="0"/>
                  <a:pt x="1528" y="138"/>
                  <a:pt x="1308" y="159"/>
                </a:cubicBezTo>
                <a:cubicBezTo>
                  <a:pt x="1088" y="180"/>
                  <a:pt x="906" y="167"/>
                  <a:pt x="766" y="186"/>
                </a:cubicBezTo>
                <a:cubicBezTo>
                  <a:pt x="626" y="205"/>
                  <a:pt x="569" y="232"/>
                  <a:pt x="475" y="274"/>
                </a:cubicBezTo>
                <a:close/>
              </a:path>
            </a:pathLst>
          </a:custGeom>
          <a:gradFill rotWithShape="1">
            <a:gsLst>
              <a:gs pos="0">
                <a:srgbClr val="00CCFF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</p:spPr>
        <p:txBody>
          <a:bodyPr wrap="none"/>
          <a:lstStyle/>
          <a:p>
            <a:endParaRPr lang="en-US" dirty="0"/>
          </a:p>
        </p:txBody>
      </p:sp>
      <p:sp>
        <p:nvSpPr>
          <p:cNvPr id="215045" name="Freeform 292"/>
          <p:cNvSpPr/>
          <p:nvPr/>
        </p:nvSpPr>
        <p:spPr bwMode="auto">
          <a:xfrm>
            <a:off x="4751388" y="871538"/>
            <a:ext cx="1919287" cy="2227262"/>
          </a:xfrm>
          <a:custGeom>
            <a:avLst/>
            <a:gdLst>
              <a:gd name="T0" fmla="*/ 2147483647 w 1209"/>
              <a:gd name="T1" fmla="*/ 2147483647 h 1403"/>
              <a:gd name="T2" fmla="*/ 2147483647 w 1209"/>
              <a:gd name="T3" fmla="*/ 2147483647 h 1403"/>
              <a:gd name="T4" fmla="*/ 2147483647 w 1209"/>
              <a:gd name="T5" fmla="*/ 2147483647 h 1403"/>
              <a:gd name="T6" fmla="*/ 2147483647 w 1209"/>
              <a:gd name="T7" fmla="*/ 2147483647 h 1403"/>
              <a:gd name="T8" fmla="*/ 2147483647 w 1209"/>
              <a:gd name="T9" fmla="*/ 2147483647 h 1403"/>
              <a:gd name="T10" fmla="*/ 2147483647 w 1209"/>
              <a:gd name="T11" fmla="*/ 2147483647 h 1403"/>
              <a:gd name="T12" fmla="*/ 2147483647 w 1209"/>
              <a:gd name="T13" fmla="*/ 2147483647 h 1403"/>
              <a:gd name="T14" fmla="*/ 2147483647 w 1209"/>
              <a:gd name="T15" fmla="*/ 2147483647 h 1403"/>
              <a:gd name="T16" fmla="*/ 2147483647 w 1209"/>
              <a:gd name="T17" fmla="*/ 2147483647 h 1403"/>
              <a:gd name="T18" fmla="*/ 2147483647 w 1209"/>
              <a:gd name="T19" fmla="*/ 2147483647 h 1403"/>
              <a:gd name="T20" fmla="*/ 2147483647 w 1209"/>
              <a:gd name="T21" fmla="*/ 2147483647 h 1403"/>
              <a:gd name="T22" fmla="*/ 2147483647 w 1209"/>
              <a:gd name="T23" fmla="*/ 2147483647 h 1403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1209" h="1403">
                <a:moveTo>
                  <a:pt x="84" y="528"/>
                </a:moveTo>
                <a:cubicBezTo>
                  <a:pt x="51" y="600"/>
                  <a:pt x="28" y="643"/>
                  <a:pt x="16" y="705"/>
                </a:cubicBezTo>
                <a:cubicBezTo>
                  <a:pt x="4" y="767"/>
                  <a:pt x="0" y="845"/>
                  <a:pt x="9" y="901"/>
                </a:cubicBezTo>
                <a:cubicBezTo>
                  <a:pt x="18" y="957"/>
                  <a:pt x="44" y="983"/>
                  <a:pt x="70" y="1043"/>
                </a:cubicBezTo>
                <a:cubicBezTo>
                  <a:pt x="96" y="1103"/>
                  <a:pt x="130" y="1210"/>
                  <a:pt x="165" y="1260"/>
                </a:cubicBezTo>
                <a:cubicBezTo>
                  <a:pt x="200" y="1310"/>
                  <a:pt x="223" y="1324"/>
                  <a:pt x="280" y="1342"/>
                </a:cubicBezTo>
                <a:cubicBezTo>
                  <a:pt x="337" y="1360"/>
                  <a:pt x="393" y="1368"/>
                  <a:pt x="510" y="1369"/>
                </a:cubicBezTo>
                <a:cubicBezTo>
                  <a:pt x="627" y="1370"/>
                  <a:pt x="775" y="1403"/>
                  <a:pt x="985" y="1348"/>
                </a:cubicBezTo>
                <a:cubicBezTo>
                  <a:pt x="1195" y="1293"/>
                  <a:pt x="1209" y="54"/>
                  <a:pt x="985" y="27"/>
                </a:cubicBezTo>
                <a:cubicBezTo>
                  <a:pt x="761" y="0"/>
                  <a:pt x="606" y="115"/>
                  <a:pt x="477" y="156"/>
                </a:cubicBezTo>
                <a:cubicBezTo>
                  <a:pt x="348" y="197"/>
                  <a:pt x="280" y="207"/>
                  <a:pt x="212" y="271"/>
                </a:cubicBezTo>
                <a:cubicBezTo>
                  <a:pt x="144" y="335"/>
                  <a:pt x="117" y="456"/>
                  <a:pt x="84" y="528"/>
                </a:cubicBezTo>
                <a:close/>
              </a:path>
            </a:pathLst>
          </a:custGeom>
          <a:gradFill rotWithShape="1">
            <a:gsLst>
              <a:gs pos="0">
                <a:srgbClr val="00CCFF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</p:spPr>
        <p:txBody>
          <a:bodyPr wrap="none"/>
          <a:lstStyle/>
          <a:p>
            <a:endParaRPr lang="en-US" dirty="0"/>
          </a:p>
        </p:txBody>
      </p:sp>
      <p:sp>
        <p:nvSpPr>
          <p:cNvPr id="92167" name="Rectangle 3"/>
          <p:cNvSpPr>
            <a:spLocks noGrp="1" noChangeArrowheads="1"/>
          </p:cNvSpPr>
          <p:nvPr>
            <p:ph type="title"/>
          </p:nvPr>
        </p:nvSpPr>
        <p:spPr>
          <a:xfrm>
            <a:off x="323850" y="0"/>
            <a:ext cx="8693150" cy="942975"/>
          </a:xfrm>
        </p:spPr>
        <p:txBody>
          <a:bodyPr/>
          <a:lstStyle/>
          <a:p>
            <a:pPr>
              <a:defRPr/>
            </a:pPr>
            <a:r>
              <a:rPr lang="en-US" sz="3200" dirty="0">
                <a:latin typeface="Gill Sans MT" pitchFamily="34" charset="0"/>
                <a:cs typeface="+mj-cs"/>
              </a:rPr>
              <a:t>A day in the life…TCP connection carrying HTTP</a:t>
            </a:r>
            <a:endParaRPr lang="en-US" sz="3200" dirty="0">
              <a:latin typeface="Gill Sans MT" pitchFamily="34" charset="0"/>
              <a:cs typeface="+mj-cs"/>
            </a:endParaRPr>
          </a:p>
        </p:txBody>
      </p:sp>
      <p:grpSp>
        <p:nvGrpSpPr>
          <p:cNvPr id="706603" name="Group 43"/>
          <p:cNvGrpSpPr/>
          <p:nvPr/>
        </p:nvGrpSpPr>
        <p:grpSpPr bwMode="auto">
          <a:xfrm>
            <a:off x="1195388" y="1081088"/>
            <a:ext cx="976312" cy="1460500"/>
            <a:chOff x="651" y="681"/>
            <a:chExt cx="615" cy="920"/>
          </a:xfrm>
        </p:grpSpPr>
        <p:sp>
          <p:nvSpPr>
            <p:cNvPr id="215259" name="Freeform 44"/>
            <p:cNvSpPr/>
            <p:nvPr/>
          </p:nvSpPr>
          <p:spPr bwMode="auto">
            <a:xfrm>
              <a:off x="662" y="698"/>
              <a:ext cx="604" cy="903"/>
            </a:xfrm>
            <a:custGeom>
              <a:avLst/>
              <a:gdLst>
                <a:gd name="T0" fmla="*/ 496 w 604"/>
                <a:gd name="T1" fmla="*/ 0 h 903"/>
                <a:gd name="T2" fmla="*/ 604 w 604"/>
                <a:gd name="T3" fmla="*/ 903 h 903"/>
                <a:gd name="T4" fmla="*/ 0 w 604"/>
                <a:gd name="T5" fmla="*/ 788 h 903"/>
                <a:gd name="T6" fmla="*/ 456 w 604"/>
                <a:gd name="T7" fmla="*/ 750 h 903"/>
                <a:gd name="T8" fmla="*/ 496 w 604"/>
                <a:gd name="T9" fmla="*/ 0 h 9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4" h="903">
                  <a:moveTo>
                    <a:pt x="496" y="0"/>
                  </a:moveTo>
                  <a:lnTo>
                    <a:pt x="604" y="903"/>
                  </a:lnTo>
                  <a:lnTo>
                    <a:pt x="0" y="788"/>
                  </a:lnTo>
                  <a:lnTo>
                    <a:pt x="456" y="750"/>
                  </a:lnTo>
                  <a:lnTo>
                    <a:pt x="496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2700000" scaled="1"/>
            </a:gradFill>
            <a:ln>
              <a:noFill/>
            </a:ln>
            <a:effectLst/>
          </p:spPr>
          <p:txBody>
            <a:bodyPr wrap="none"/>
            <a:lstStyle/>
            <a:p>
              <a:endParaRPr lang="en-US" dirty="0"/>
            </a:p>
          </p:txBody>
        </p:sp>
        <p:grpSp>
          <p:nvGrpSpPr>
            <p:cNvPr id="215260" name="Group 45"/>
            <p:cNvGrpSpPr/>
            <p:nvPr/>
          </p:nvGrpSpPr>
          <p:grpSpPr bwMode="auto">
            <a:xfrm>
              <a:off x="651" y="681"/>
              <a:ext cx="500" cy="828"/>
              <a:chOff x="569" y="2954"/>
              <a:chExt cx="500" cy="828"/>
            </a:xfrm>
          </p:grpSpPr>
          <p:sp>
            <p:nvSpPr>
              <p:cNvPr id="92382" name="Rectangle 46"/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383" name="Text Box 47"/>
              <p:cNvSpPr txBox="1">
                <a:spLocks noChangeArrowheads="1"/>
              </p:cNvSpPr>
              <p:nvPr/>
            </p:nvSpPr>
            <p:spPr bwMode="auto">
              <a:xfrm>
                <a:off x="607" y="2954"/>
                <a:ext cx="449" cy="82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9pPr>
              </a:lstStyle>
              <a:p>
                <a:pPr algn="ctr">
                  <a:defRPr/>
                </a:pPr>
                <a:r>
                  <a:rPr lang="en-US" sz="1600" i="0" dirty="0" smtClean="0">
                    <a:solidFill>
                      <a:srgbClr val="000000"/>
                    </a:solidFill>
                    <a:latin typeface="Arial" panose="020B0604020202090204" pitchFamily="34" charset="0"/>
                    <a:cs typeface="+mn-cs"/>
                  </a:rPr>
                  <a:t>HTTP</a:t>
                </a:r>
                <a:endParaRPr lang="en-US" sz="1600" i="0" dirty="0" smtClean="0">
                  <a:solidFill>
                    <a:srgbClr val="000000"/>
                  </a:solidFill>
                  <a:latin typeface="Arial" panose="020B0604020202090204" pitchFamily="34" charset="0"/>
                  <a:cs typeface="+mn-cs"/>
                </a:endParaRPr>
              </a:p>
              <a:p>
                <a:pPr algn="ctr">
                  <a:defRPr/>
                </a:pPr>
                <a:r>
                  <a:rPr lang="en-US" sz="1600" i="0" dirty="0" smtClean="0">
                    <a:solidFill>
                      <a:srgbClr val="000000"/>
                    </a:solidFill>
                    <a:latin typeface="Arial" panose="020B0604020202090204" pitchFamily="34" charset="0"/>
                    <a:cs typeface="+mn-cs"/>
                  </a:rPr>
                  <a:t>TCP</a:t>
                </a:r>
                <a:endParaRPr lang="en-US" sz="1600" i="0" dirty="0" smtClean="0">
                  <a:solidFill>
                    <a:srgbClr val="000000"/>
                  </a:solidFill>
                  <a:latin typeface="Arial" panose="020B0604020202090204" pitchFamily="34" charset="0"/>
                  <a:cs typeface="+mn-cs"/>
                </a:endParaRPr>
              </a:p>
              <a:p>
                <a:pPr algn="ctr">
                  <a:defRPr/>
                </a:pPr>
                <a:r>
                  <a:rPr lang="en-US" sz="1600" i="0" dirty="0" smtClean="0">
                    <a:solidFill>
                      <a:srgbClr val="000000"/>
                    </a:solidFill>
                    <a:latin typeface="Arial" panose="020B0604020202090204" pitchFamily="34" charset="0"/>
                    <a:cs typeface="+mn-cs"/>
                  </a:rPr>
                  <a:t>IP</a:t>
                </a:r>
                <a:endParaRPr lang="en-US" sz="1600" i="0" dirty="0" smtClean="0">
                  <a:solidFill>
                    <a:srgbClr val="000000"/>
                  </a:solidFill>
                  <a:latin typeface="Arial" panose="020B0604020202090204" pitchFamily="34" charset="0"/>
                  <a:cs typeface="+mn-cs"/>
                </a:endParaRPr>
              </a:p>
              <a:p>
                <a:pPr algn="ctr">
                  <a:defRPr/>
                </a:pPr>
                <a:r>
                  <a:rPr lang="en-US" sz="1600" i="0" dirty="0" smtClean="0">
                    <a:solidFill>
                      <a:srgbClr val="000000"/>
                    </a:solidFill>
                    <a:latin typeface="Arial" panose="020B0604020202090204" pitchFamily="34" charset="0"/>
                    <a:cs typeface="+mn-cs"/>
                  </a:rPr>
                  <a:t>Eth</a:t>
                </a:r>
                <a:endParaRPr lang="en-US" sz="1600" i="0" dirty="0" smtClean="0">
                  <a:solidFill>
                    <a:srgbClr val="000000"/>
                  </a:solidFill>
                  <a:latin typeface="Arial" panose="020B0604020202090204" pitchFamily="34" charset="0"/>
                  <a:cs typeface="+mn-cs"/>
                </a:endParaRPr>
              </a:p>
              <a:p>
                <a:pPr algn="ctr">
                  <a:defRPr/>
                </a:pPr>
                <a:r>
                  <a:rPr lang="en-US" sz="1600" i="0" dirty="0" smtClean="0">
                    <a:solidFill>
                      <a:srgbClr val="000000"/>
                    </a:solidFill>
                    <a:latin typeface="Arial" panose="020B0604020202090204" pitchFamily="34" charset="0"/>
                    <a:cs typeface="+mn-cs"/>
                  </a:rPr>
                  <a:t>Phy</a:t>
                </a:r>
                <a:endParaRPr lang="en-US" sz="1600" i="0" dirty="0" smtClean="0">
                  <a:solidFill>
                    <a:srgbClr val="000000"/>
                  </a:solidFill>
                  <a:latin typeface="Arial" panose="020B0604020202090204" pitchFamily="34" charset="0"/>
                  <a:cs typeface="+mn-cs"/>
                </a:endParaRPr>
              </a:p>
            </p:txBody>
          </p:sp>
          <p:sp>
            <p:nvSpPr>
              <p:cNvPr id="92384" name="Line 48"/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2385" name="Line 49"/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2386" name="Line 50"/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2387" name="Line 51"/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</p:grpSp>
      <p:grpSp>
        <p:nvGrpSpPr>
          <p:cNvPr id="706885" name="Group 325"/>
          <p:cNvGrpSpPr/>
          <p:nvPr/>
        </p:nvGrpSpPr>
        <p:grpSpPr bwMode="auto">
          <a:xfrm>
            <a:off x="442913" y="1054100"/>
            <a:ext cx="515937" cy="333375"/>
            <a:chOff x="328" y="678"/>
            <a:chExt cx="325" cy="210"/>
          </a:xfrm>
        </p:grpSpPr>
        <p:grpSp>
          <p:nvGrpSpPr>
            <p:cNvPr id="215255" name="Group 52"/>
            <p:cNvGrpSpPr/>
            <p:nvPr/>
          </p:nvGrpSpPr>
          <p:grpSpPr bwMode="auto">
            <a:xfrm>
              <a:off x="328" y="693"/>
              <a:ext cx="325" cy="154"/>
              <a:chOff x="844" y="3337"/>
              <a:chExt cx="325" cy="154"/>
            </a:xfrm>
          </p:grpSpPr>
          <p:sp>
            <p:nvSpPr>
              <p:cNvPr id="92378" name="Rectangle 53"/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379" name="Text Box 54"/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325" cy="15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1000" i="0" dirty="0" smtClean="0">
                    <a:solidFill>
                      <a:srgbClr val="FFFFFF"/>
                    </a:solidFill>
                    <a:latin typeface="Arial" panose="020B0604020202090204" pitchFamily="34" charset="0"/>
                    <a:cs typeface="+mn-cs"/>
                  </a:rPr>
                  <a:t>HTTP</a:t>
                </a:r>
                <a:endParaRPr lang="en-US" sz="1000" i="0" dirty="0" smtClean="0">
                  <a:solidFill>
                    <a:srgbClr val="FFFFFF"/>
                  </a:solidFill>
                  <a:latin typeface="Arial" panose="020B0604020202090204" pitchFamily="34" charset="0"/>
                  <a:cs typeface="+mn-cs"/>
                </a:endParaRPr>
              </a:p>
            </p:txBody>
          </p:sp>
        </p:grpSp>
        <p:sp>
          <p:nvSpPr>
            <p:cNvPr id="92377" name="AutoShape 85"/>
            <p:cNvSpPr>
              <a:spLocks noChangeArrowheads="1"/>
            </p:cNvSpPr>
            <p:nvPr/>
          </p:nvSpPr>
          <p:spPr bwMode="auto">
            <a:xfrm>
              <a:off x="396" y="678"/>
              <a:ext cx="240" cy="210"/>
            </a:xfrm>
            <a:prstGeom prst="downArrow">
              <a:avLst>
                <a:gd name="adj1" fmla="val 49167"/>
                <a:gd name="adj2" fmla="val 24292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</p:grpSp>
      <p:sp>
        <p:nvSpPr>
          <p:cNvPr id="706660" name="Rectangle 100"/>
          <p:cNvSpPr>
            <a:spLocks noChangeArrowheads="1"/>
          </p:cNvSpPr>
          <p:nvPr/>
        </p:nvSpPr>
        <p:spPr bwMode="auto">
          <a:xfrm>
            <a:off x="5208588" y="3168650"/>
            <a:ext cx="3441700" cy="950913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000" i="0" dirty="0">
                <a:solidFill>
                  <a:srgbClr val="000000"/>
                </a:solidFill>
                <a:latin typeface="Gill Sans MT" pitchFamily="34" charset="0"/>
                <a:cs typeface="+mn-cs"/>
              </a:rPr>
              <a:t>to send HTTP request, client first opens </a:t>
            </a:r>
            <a:r>
              <a:rPr lang="en-US" sz="2000" dirty="0">
                <a:solidFill>
                  <a:srgbClr val="C00000"/>
                </a:solidFill>
                <a:latin typeface="Gill Sans MT" pitchFamily="34" charset="0"/>
                <a:cs typeface="+mn-cs"/>
              </a:rPr>
              <a:t>TCP socket</a:t>
            </a:r>
            <a:r>
              <a:rPr lang="en-US" sz="2000" i="0" dirty="0">
                <a:solidFill>
                  <a:srgbClr val="000000"/>
                </a:solidFill>
                <a:latin typeface="Gill Sans MT" pitchFamily="34" charset="0"/>
                <a:cs typeface="+mn-cs"/>
              </a:rPr>
              <a:t> to web </a:t>
            </a:r>
            <a:r>
              <a:rPr lang="en-US" sz="2000" i="0" dirty="0" smtClean="0">
                <a:solidFill>
                  <a:srgbClr val="000000"/>
                </a:solidFill>
                <a:latin typeface="Gill Sans MT" pitchFamily="34" charset="0"/>
                <a:cs typeface="+mn-cs"/>
              </a:rPr>
              <a:t>server</a:t>
            </a:r>
            <a:endParaRPr lang="en-US" sz="2000" i="0" dirty="0">
              <a:solidFill>
                <a:srgbClr val="000000"/>
              </a:solidFill>
              <a:latin typeface="Gill Sans MT" pitchFamily="34" charset="0"/>
              <a:cs typeface="+mn-cs"/>
            </a:endParaRPr>
          </a:p>
        </p:txBody>
      </p:sp>
      <p:sp>
        <p:nvSpPr>
          <p:cNvPr id="706661" name="Rectangle 101"/>
          <p:cNvSpPr>
            <a:spLocks noChangeArrowheads="1"/>
          </p:cNvSpPr>
          <p:nvPr/>
        </p:nvSpPr>
        <p:spPr bwMode="auto">
          <a:xfrm>
            <a:off x="5186363" y="4054475"/>
            <a:ext cx="3778250" cy="985838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000" i="0" dirty="0">
                <a:solidFill>
                  <a:srgbClr val="000000"/>
                </a:solidFill>
                <a:latin typeface="Gill Sans MT" pitchFamily="34" charset="0"/>
                <a:cs typeface="+mn-cs"/>
              </a:rPr>
              <a:t>TCP </a:t>
            </a:r>
            <a:r>
              <a:rPr lang="en-US" sz="2000" dirty="0">
                <a:solidFill>
                  <a:srgbClr val="C00000"/>
                </a:solidFill>
                <a:latin typeface="Gill Sans MT" pitchFamily="34" charset="0"/>
                <a:cs typeface="+mn-cs"/>
              </a:rPr>
              <a:t>SYN segment</a:t>
            </a:r>
            <a:r>
              <a:rPr lang="en-US" sz="2000" i="0" dirty="0">
                <a:solidFill>
                  <a:srgbClr val="C00000"/>
                </a:solidFill>
                <a:latin typeface="Gill Sans MT" pitchFamily="34" charset="0"/>
                <a:cs typeface="+mn-cs"/>
              </a:rPr>
              <a:t> </a:t>
            </a:r>
            <a:r>
              <a:rPr lang="en-US" sz="2000" i="0" dirty="0">
                <a:solidFill>
                  <a:srgbClr val="000000"/>
                </a:solidFill>
                <a:latin typeface="Gill Sans MT" pitchFamily="34" charset="0"/>
                <a:cs typeface="+mn-cs"/>
              </a:rPr>
              <a:t>(step 1 in 3-way handshake) </a:t>
            </a:r>
            <a:r>
              <a:rPr lang="en-US" sz="2000" dirty="0">
                <a:solidFill>
                  <a:srgbClr val="000000"/>
                </a:solidFill>
                <a:latin typeface="Gill Sans MT" pitchFamily="34" charset="0"/>
                <a:cs typeface="+mn-cs"/>
              </a:rPr>
              <a:t>inter-domain routed</a:t>
            </a:r>
            <a:r>
              <a:rPr lang="en-US" sz="2000" i="0" dirty="0">
                <a:solidFill>
                  <a:srgbClr val="000000"/>
                </a:solidFill>
                <a:latin typeface="Gill Sans MT" pitchFamily="34" charset="0"/>
                <a:cs typeface="+mn-cs"/>
              </a:rPr>
              <a:t> to web server</a:t>
            </a:r>
            <a:endParaRPr lang="en-US" sz="2000" i="0" dirty="0">
              <a:solidFill>
                <a:srgbClr val="000000"/>
              </a:solidFill>
              <a:latin typeface="Gill Sans MT" pitchFamily="34" charset="0"/>
              <a:cs typeface="+mn-cs"/>
            </a:endParaRPr>
          </a:p>
        </p:txBody>
      </p:sp>
      <p:sp>
        <p:nvSpPr>
          <p:cNvPr id="706662" name="Rectangle 102"/>
          <p:cNvSpPr>
            <a:spLocks noChangeArrowheads="1"/>
          </p:cNvSpPr>
          <p:nvPr/>
        </p:nvSpPr>
        <p:spPr bwMode="auto">
          <a:xfrm>
            <a:off x="5189538" y="5892800"/>
            <a:ext cx="4068762" cy="536575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000" i="0" dirty="0">
                <a:solidFill>
                  <a:srgbClr val="000000"/>
                </a:solidFill>
                <a:latin typeface="Gill Sans MT" pitchFamily="34" charset="0"/>
                <a:cs typeface="+mn-cs"/>
              </a:rPr>
              <a:t>TCP </a:t>
            </a:r>
            <a:r>
              <a:rPr lang="en-US" sz="2000" dirty="0">
                <a:solidFill>
                  <a:srgbClr val="C00000"/>
                </a:solidFill>
                <a:latin typeface="Gill Sans MT" pitchFamily="34" charset="0"/>
                <a:cs typeface="+mn-cs"/>
              </a:rPr>
              <a:t>connection established!</a:t>
            </a:r>
            <a:endParaRPr lang="en-US" sz="2000" dirty="0">
              <a:solidFill>
                <a:srgbClr val="C00000"/>
              </a:solidFill>
              <a:latin typeface="Gill Sans MT" pitchFamily="34" charset="0"/>
              <a:cs typeface="+mn-cs"/>
            </a:endParaRPr>
          </a:p>
        </p:txBody>
      </p:sp>
      <p:grpSp>
        <p:nvGrpSpPr>
          <p:cNvPr id="215052" name="Group 166"/>
          <p:cNvGrpSpPr/>
          <p:nvPr/>
        </p:nvGrpSpPr>
        <p:grpSpPr bwMode="auto">
          <a:xfrm>
            <a:off x="3795713" y="2409825"/>
            <a:ext cx="1576387" cy="1287463"/>
            <a:chOff x="3228" y="1776"/>
            <a:chExt cx="252" cy="96"/>
          </a:xfrm>
        </p:grpSpPr>
        <p:sp>
          <p:nvSpPr>
            <p:cNvPr id="215253" name="Line 164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5254" name="Line 165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</a:ln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15053" name="Group 167"/>
          <p:cNvGrpSpPr/>
          <p:nvPr/>
        </p:nvGrpSpPr>
        <p:grpSpPr bwMode="auto">
          <a:xfrm flipH="1">
            <a:off x="5600700" y="2424113"/>
            <a:ext cx="400050" cy="152400"/>
            <a:chOff x="3228" y="1776"/>
            <a:chExt cx="252" cy="96"/>
          </a:xfrm>
        </p:grpSpPr>
        <p:sp>
          <p:nvSpPr>
            <p:cNvPr id="215251" name="Line 168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5252" name="Line 169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</a:ln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15054" name="Group 170"/>
          <p:cNvGrpSpPr/>
          <p:nvPr/>
        </p:nvGrpSpPr>
        <p:grpSpPr bwMode="auto">
          <a:xfrm flipH="1" flipV="1">
            <a:off x="5753100" y="1900238"/>
            <a:ext cx="400050" cy="152400"/>
            <a:chOff x="3228" y="1776"/>
            <a:chExt cx="252" cy="96"/>
          </a:xfrm>
        </p:grpSpPr>
        <p:sp>
          <p:nvSpPr>
            <p:cNvPr id="215249" name="Line 171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5250" name="Line 172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</a:ln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15055" name="Group 110"/>
          <p:cNvGrpSpPr/>
          <p:nvPr/>
        </p:nvGrpSpPr>
        <p:grpSpPr bwMode="auto">
          <a:xfrm>
            <a:off x="3057525" y="5273675"/>
            <a:ext cx="757238" cy="379413"/>
            <a:chOff x="2466" y="2026"/>
            <a:chExt cx="477" cy="282"/>
          </a:xfrm>
        </p:grpSpPr>
        <p:sp>
          <p:nvSpPr>
            <p:cNvPr id="215235" name="Oval 111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eaLnBrk="1" hangingPunct="1"/>
              <a:endParaRPr lang="en-US" i="0" dirty="0">
                <a:solidFill>
                  <a:srgbClr val="000000"/>
                </a:solidFill>
                <a:latin typeface="Arial" panose="020B0604020202090204" pitchFamily="34" charset="0"/>
              </a:endParaRPr>
            </a:p>
          </p:txBody>
        </p:sp>
        <p:sp>
          <p:nvSpPr>
            <p:cNvPr id="215236" name="Line 112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5237" name="Rectangle 113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txBody>
            <a:bodyPr wrap="none" anchor="ctr"/>
            <a:lstStyle/>
            <a:p>
              <a:pPr algn="ctr"/>
              <a:endParaRPr lang="en-US" sz="2400" i="0" dirty="0">
                <a:solidFill>
                  <a:srgbClr val="000000"/>
                </a:solidFill>
                <a:latin typeface="Times New Roman" panose="02020503050405090304" charset="0"/>
              </a:endParaRPr>
            </a:p>
          </p:txBody>
        </p:sp>
        <p:sp>
          <p:nvSpPr>
            <p:cNvPr id="215238" name="Oval 114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eaLnBrk="1" hangingPunct="1"/>
              <a:endParaRPr lang="en-US" i="0" dirty="0">
                <a:solidFill>
                  <a:srgbClr val="000000"/>
                </a:solidFill>
                <a:latin typeface="Arial" panose="020B0604020202090204" pitchFamily="34" charset="0"/>
              </a:endParaRPr>
            </a:p>
          </p:txBody>
        </p:sp>
        <p:grpSp>
          <p:nvGrpSpPr>
            <p:cNvPr id="215239" name="Group 115"/>
            <p:cNvGrpSpPr/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215246" name="Line 116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5247" name="Line 117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5248" name="Line 118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215240" name="Group 119"/>
            <p:cNvGrpSpPr/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215243" name="Line 120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5244" name="Line 121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5245" name="Line 122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215241" name="Line 123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5242" name="Line 124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215056" name="Line 136"/>
          <p:cNvSpPr>
            <a:spLocks noChangeShapeType="1"/>
          </p:cNvSpPr>
          <p:nvPr/>
        </p:nvSpPr>
        <p:spPr bwMode="auto">
          <a:xfrm flipV="1">
            <a:off x="2543175" y="5443538"/>
            <a:ext cx="490538" cy="15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/>
          <a:lstStyle/>
          <a:p>
            <a:endParaRPr lang="en-US" dirty="0"/>
          </a:p>
        </p:txBody>
      </p:sp>
      <p:sp>
        <p:nvSpPr>
          <p:cNvPr id="215057" name="Text Box 137"/>
          <p:cNvSpPr txBox="1">
            <a:spLocks noChangeArrowheads="1"/>
          </p:cNvSpPr>
          <p:nvPr/>
        </p:nvSpPr>
        <p:spPr bwMode="auto">
          <a:xfrm>
            <a:off x="1003300" y="5835650"/>
            <a:ext cx="1595438" cy="33655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  <a:cs typeface="MS PGothic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 eaLnBrk="1" hangingPunct="1"/>
            <a:r>
              <a:rPr lang="en-US" sz="1600" i="0" dirty="0">
                <a:solidFill>
                  <a:srgbClr val="000000"/>
                </a:solidFill>
                <a:latin typeface="Arial" panose="020B0604020202090204" pitchFamily="34" charset="0"/>
              </a:rPr>
              <a:t>64.233.169.105</a:t>
            </a:r>
            <a:endParaRPr lang="en-US" sz="1600" i="0" dirty="0">
              <a:solidFill>
                <a:srgbClr val="000000"/>
              </a:solidFill>
              <a:latin typeface="Arial" panose="020B0604020202090204" pitchFamily="34" charset="0"/>
            </a:endParaRPr>
          </a:p>
        </p:txBody>
      </p:sp>
      <p:sp>
        <p:nvSpPr>
          <p:cNvPr id="215058" name="Text Box 138"/>
          <p:cNvSpPr txBox="1">
            <a:spLocks noChangeArrowheads="1"/>
          </p:cNvSpPr>
          <p:nvPr/>
        </p:nvSpPr>
        <p:spPr bwMode="auto">
          <a:xfrm>
            <a:off x="971550" y="5541963"/>
            <a:ext cx="1177925" cy="33655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  <a:cs typeface="MS PGothic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 eaLnBrk="1" hangingPunct="1"/>
            <a:r>
              <a:rPr lang="en-US" sz="1600" i="0" dirty="0">
                <a:solidFill>
                  <a:srgbClr val="000000"/>
                </a:solidFill>
                <a:latin typeface="Arial" panose="020B0604020202090204" pitchFamily="34" charset="0"/>
              </a:rPr>
              <a:t>web server</a:t>
            </a:r>
            <a:endParaRPr lang="en-US" sz="1600" i="0" dirty="0">
              <a:solidFill>
                <a:srgbClr val="000000"/>
              </a:solidFill>
              <a:latin typeface="Arial" panose="020B0604020202090204" pitchFamily="34" charset="0"/>
            </a:endParaRPr>
          </a:p>
        </p:txBody>
      </p:sp>
      <p:grpSp>
        <p:nvGrpSpPr>
          <p:cNvPr id="215059" name="Group 194"/>
          <p:cNvGrpSpPr/>
          <p:nvPr/>
        </p:nvGrpSpPr>
        <p:grpSpPr bwMode="auto">
          <a:xfrm>
            <a:off x="2970213" y="5649913"/>
            <a:ext cx="295275" cy="114300"/>
            <a:chOff x="3228" y="1776"/>
            <a:chExt cx="252" cy="96"/>
          </a:xfrm>
        </p:grpSpPr>
        <p:sp>
          <p:nvSpPr>
            <p:cNvPr id="215233" name="Line 195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5234" name="Line 196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</a:ln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15060" name="Group 197"/>
          <p:cNvGrpSpPr/>
          <p:nvPr/>
        </p:nvGrpSpPr>
        <p:grpSpPr bwMode="auto">
          <a:xfrm flipH="1">
            <a:off x="3608388" y="5649913"/>
            <a:ext cx="295275" cy="114300"/>
            <a:chOff x="3228" y="1776"/>
            <a:chExt cx="252" cy="96"/>
          </a:xfrm>
        </p:grpSpPr>
        <p:sp>
          <p:nvSpPr>
            <p:cNvPr id="215231" name="Line 198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5232" name="Line 199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</a:ln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15061" name="Group 200"/>
          <p:cNvGrpSpPr/>
          <p:nvPr/>
        </p:nvGrpSpPr>
        <p:grpSpPr bwMode="auto">
          <a:xfrm flipH="1" flipV="1">
            <a:off x="3813175" y="5354638"/>
            <a:ext cx="295275" cy="114300"/>
            <a:chOff x="3228" y="1776"/>
            <a:chExt cx="252" cy="96"/>
          </a:xfrm>
        </p:grpSpPr>
        <p:sp>
          <p:nvSpPr>
            <p:cNvPr id="215229" name="Line 201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5230" name="Line 202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</a:ln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92183" name="Line 290"/>
          <p:cNvSpPr>
            <a:spLocks noChangeShapeType="1"/>
          </p:cNvSpPr>
          <p:nvPr/>
        </p:nvSpPr>
        <p:spPr bwMode="auto">
          <a:xfrm flipH="1">
            <a:off x="3594100" y="2432050"/>
            <a:ext cx="1882775" cy="2892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706874" name="Group 314"/>
          <p:cNvGrpSpPr/>
          <p:nvPr/>
        </p:nvGrpSpPr>
        <p:grpSpPr bwMode="auto">
          <a:xfrm>
            <a:off x="79375" y="1900238"/>
            <a:ext cx="1081088" cy="244475"/>
            <a:chOff x="410" y="1508"/>
            <a:chExt cx="681" cy="154"/>
          </a:xfrm>
        </p:grpSpPr>
        <p:sp>
          <p:nvSpPr>
            <p:cNvPr id="92341" name="Rectangle 99"/>
            <p:cNvSpPr>
              <a:spLocks noChangeArrowheads="1"/>
            </p:cNvSpPr>
            <p:nvPr/>
          </p:nvSpPr>
          <p:spPr bwMode="auto">
            <a:xfrm>
              <a:off x="410" y="1511"/>
              <a:ext cx="681" cy="13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2342" name="Rectangle 95"/>
            <p:cNvSpPr>
              <a:spLocks noChangeArrowheads="1"/>
            </p:cNvSpPr>
            <p:nvPr/>
          </p:nvSpPr>
          <p:spPr bwMode="auto">
            <a:xfrm>
              <a:off x="538" y="1536"/>
              <a:ext cx="96" cy="9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2343" name="Rectangle 96"/>
            <p:cNvSpPr>
              <a:spLocks noChangeArrowheads="1"/>
            </p:cNvSpPr>
            <p:nvPr/>
          </p:nvSpPr>
          <p:spPr bwMode="auto">
            <a:xfrm>
              <a:off x="529" y="1525"/>
              <a:ext cx="480" cy="112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2344" name="Rectangle 97"/>
            <p:cNvSpPr>
              <a:spLocks noChangeArrowheads="1"/>
            </p:cNvSpPr>
            <p:nvPr/>
          </p:nvSpPr>
          <p:spPr bwMode="auto">
            <a:xfrm>
              <a:off x="423" y="1527"/>
              <a:ext cx="94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2345" name="Rectangle 98"/>
            <p:cNvSpPr>
              <a:spLocks noChangeArrowheads="1"/>
            </p:cNvSpPr>
            <p:nvPr/>
          </p:nvSpPr>
          <p:spPr bwMode="auto">
            <a:xfrm>
              <a:off x="1021" y="1526"/>
              <a:ext cx="60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grpSp>
          <p:nvGrpSpPr>
            <p:cNvPr id="215225" name="Group 310"/>
            <p:cNvGrpSpPr/>
            <p:nvPr/>
          </p:nvGrpSpPr>
          <p:grpSpPr bwMode="auto">
            <a:xfrm>
              <a:off x="647" y="1508"/>
              <a:ext cx="354" cy="154"/>
              <a:chOff x="290" y="875"/>
              <a:chExt cx="354" cy="154"/>
            </a:xfrm>
          </p:grpSpPr>
          <p:sp>
            <p:nvSpPr>
              <p:cNvPr id="92347" name="Rectangle 311"/>
              <p:cNvSpPr>
                <a:spLocks noChangeArrowheads="1"/>
              </p:cNvSpPr>
              <p:nvPr/>
            </p:nvSpPr>
            <p:spPr bwMode="auto">
              <a:xfrm>
                <a:off x="306" y="909"/>
                <a:ext cx="328" cy="8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348" name="Rectangle 312"/>
              <p:cNvSpPr>
                <a:spLocks noChangeArrowheads="1"/>
              </p:cNvSpPr>
              <p:nvPr/>
            </p:nvSpPr>
            <p:spPr bwMode="auto">
              <a:xfrm>
                <a:off x="290" y="903"/>
                <a:ext cx="354" cy="94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349" name="Text Box 313"/>
              <p:cNvSpPr txBox="1">
                <a:spLocks noChangeArrowheads="1"/>
              </p:cNvSpPr>
              <p:nvPr/>
            </p:nvSpPr>
            <p:spPr bwMode="auto">
              <a:xfrm>
                <a:off x="332" y="875"/>
                <a:ext cx="280" cy="15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1000" i="0" dirty="0" smtClean="0">
                    <a:solidFill>
                      <a:srgbClr val="000000"/>
                    </a:solidFill>
                    <a:latin typeface="Arial" panose="020B0604020202090204" pitchFamily="34" charset="0"/>
                    <a:cs typeface="+mn-cs"/>
                  </a:rPr>
                  <a:t>SYN</a:t>
                </a:r>
                <a:endParaRPr lang="en-US" sz="1000" i="0" dirty="0" smtClean="0">
                  <a:solidFill>
                    <a:srgbClr val="000000"/>
                  </a:solidFill>
                  <a:latin typeface="Arial" panose="020B0604020202090204" pitchFamily="34" charset="0"/>
                  <a:cs typeface="+mn-cs"/>
                </a:endParaRPr>
              </a:p>
            </p:txBody>
          </p:sp>
        </p:grpSp>
      </p:grpSp>
      <p:grpSp>
        <p:nvGrpSpPr>
          <p:cNvPr id="706886" name="Group 326"/>
          <p:cNvGrpSpPr/>
          <p:nvPr/>
        </p:nvGrpSpPr>
        <p:grpSpPr bwMode="auto">
          <a:xfrm>
            <a:off x="307975" y="4241800"/>
            <a:ext cx="1081088" cy="782638"/>
            <a:chOff x="59" y="863"/>
            <a:chExt cx="681" cy="493"/>
          </a:xfrm>
        </p:grpSpPr>
        <p:grpSp>
          <p:nvGrpSpPr>
            <p:cNvPr id="215199" name="Group 68"/>
            <p:cNvGrpSpPr/>
            <p:nvPr/>
          </p:nvGrpSpPr>
          <p:grpSpPr bwMode="auto">
            <a:xfrm>
              <a:off x="177" y="1042"/>
              <a:ext cx="480" cy="112"/>
              <a:chOff x="627" y="3377"/>
              <a:chExt cx="480" cy="112"/>
            </a:xfrm>
          </p:grpSpPr>
          <p:sp>
            <p:nvSpPr>
              <p:cNvPr id="92339" name="Rectangle 69"/>
              <p:cNvSpPr>
                <a:spLocks noChangeArrowheads="1"/>
              </p:cNvSpPr>
              <p:nvPr/>
            </p:nvSpPr>
            <p:spPr bwMode="auto">
              <a:xfrm>
                <a:off x="636" y="3388"/>
                <a:ext cx="96" cy="9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340" name="Rectangle 70"/>
              <p:cNvSpPr>
                <a:spLocks noChangeArrowheads="1"/>
              </p:cNvSpPr>
              <p:nvPr/>
            </p:nvSpPr>
            <p:spPr bwMode="auto">
              <a:xfrm>
                <a:off x="627" y="3377"/>
                <a:ext cx="480" cy="112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grpSp>
          <p:nvGrpSpPr>
            <p:cNvPr id="215200" name="Group 301"/>
            <p:cNvGrpSpPr/>
            <p:nvPr/>
          </p:nvGrpSpPr>
          <p:grpSpPr bwMode="auto">
            <a:xfrm>
              <a:off x="290" y="863"/>
              <a:ext cx="354" cy="154"/>
              <a:chOff x="290" y="875"/>
              <a:chExt cx="354" cy="154"/>
            </a:xfrm>
          </p:grpSpPr>
          <p:sp>
            <p:nvSpPr>
              <p:cNvPr id="92336" name="Rectangle 59"/>
              <p:cNvSpPr>
                <a:spLocks noChangeArrowheads="1"/>
              </p:cNvSpPr>
              <p:nvPr/>
            </p:nvSpPr>
            <p:spPr bwMode="auto">
              <a:xfrm>
                <a:off x="306" y="909"/>
                <a:ext cx="328" cy="8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337" name="Rectangle 60"/>
              <p:cNvSpPr>
                <a:spLocks noChangeArrowheads="1"/>
              </p:cNvSpPr>
              <p:nvPr/>
            </p:nvSpPr>
            <p:spPr bwMode="auto">
              <a:xfrm>
                <a:off x="290" y="903"/>
                <a:ext cx="354" cy="94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338" name="Text Box 297"/>
              <p:cNvSpPr txBox="1">
                <a:spLocks noChangeArrowheads="1"/>
              </p:cNvSpPr>
              <p:nvPr/>
            </p:nvSpPr>
            <p:spPr bwMode="auto">
              <a:xfrm>
                <a:off x="332" y="875"/>
                <a:ext cx="280" cy="15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1000" i="0" dirty="0" smtClean="0">
                    <a:solidFill>
                      <a:srgbClr val="000000"/>
                    </a:solidFill>
                    <a:latin typeface="Arial" panose="020B0604020202090204" pitchFamily="34" charset="0"/>
                    <a:cs typeface="+mn-cs"/>
                  </a:rPr>
                  <a:t>SYN</a:t>
                </a:r>
                <a:endParaRPr lang="en-US" sz="1000" i="0" dirty="0" smtClean="0">
                  <a:solidFill>
                    <a:srgbClr val="000000"/>
                  </a:solidFill>
                  <a:latin typeface="Arial" panose="020B0604020202090204" pitchFamily="34" charset="0"/>
                  <a:cs typeface="+mn-cs"/>
                </a:endParaRPr>
              </a:p>
            </p:txBody>
          </p:sp>
        </p:grpSp>
        <p:grpSp>
          <p:nvGrpSpPr>
            <p:cNvPr id="215201" name="Group 302"/>
            <p:cNvGrpSpPr/>
            <p:nvPr/>
          </p:nvGrpSpPr>
          <p:grpSpPr bwMode="auto">
            <a:xfrm>
              <a:off x="284" y="1022"/>
              <a:ext cx="354" cy="154"/>
              <a:chOff x="290" y="875"/>
              <a:chExt cx="354" cy="154"/>
            </a:xfrm>
          </p:grpSpPr>
          <p:sp>
            <p:nvSpPr>
              <p:cNvPr id="92333" name="Rectangle 303"/>
              <p:cNvSpPr>
                <a:spLocks noChangeArrowheads="1"/>
              </p:cNvSpPr>
              <p:nvPr/>
            </p:nvSpPr>
            <p:spPr bwMode="auto">
              <a:xfrm>
                <a:off x="306" y="909"/>
                <a:ext cx="328" cy="8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334" name="Rectangle 304"/>
              <p:cNvSpPr>
                <a:spLocks noChangeArrowheads="1"/>
              </p:cNvSpPr>
              <p:nvPr/>
            </p:nvSpPr>
            <p:spPr bwMode="auto">
              <a:xfrm>
                <a:off x="290" y="903"/>
                <a:ext cx="354" cy="94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335" name="Text Box 305"/>
              <p:cNvSpPr txBox="1">
                <a:spLocks noChangeArrowheads="1"/>
              </p:cNvSpPr>
              <p:nvPr/>
            </p:nvSpPr>
            <p:spPr bwMode="auto">
              <a:xfrm>
                <a:off x="332" y="875"/>
                <a:ext cx="280" cy="15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1000" i="0" dirty="0" smtClean="0">
                    <a:solidFill>
                      <a:srgbClr val="000000"/>
                    </a:solidFill>
                    <a:latin typeface="Arial" panose="020B0604020202090204" pitchFamily="34" charset="0"/>
                    <a:cs typeface="+mn-cs"/>
                  </a:rPr>
                  <a:t>SYN</a:t>
                </a:r>
                <a:endParaRPr lang="en-US" sz="1000" i="0" dirty="0" smtClean="0">
                  <a:solidFill>
                    <a:srgbClr val="000000"/>
                  </a:solidFill>
                  <a:latin typeface="Arial" panose="020B0604020202090204" pitchFamily="34" charset="0"/>
                  <a:cs typeface="+mn-cs"/>
                </a:endParaRPr>
              </a:p>
            </p:txBody>
          </p:sp>
        </p:grpSp>
        <p:grpSp>
          <p:nvGrpSpPr>
            <p:cNvPr id="215202" name="Group 315"/>
            <p:cNvGrpSpPr/>
            <p:nvPr/>
          </p:nvGrpSpPr>
          <p:grpSpPr bwMode="auto">
            <a:xfrm>
              <a:off x="59" y="1202"/>
              <a:ext cx="681" cy="154"/>
              <a:chOff x="410" y="1508"/>
              <a:chExt cx="681" cy="154"/>
            </a:xfrm>
          </p:grpSpPr>
          <p:sp>
            <p:nvSpPr>
              <p:cNvPr id="92324" name="Rectangle 316"/>
              <p:cNvSpPr>
                <a:spLocks noChangeArrowheads="1"/>
              </p:cNvSpPr>
              <p:nvPr/>
            </p:nvSpPr>
            <p:spPr bwMode="auto">
              <a:xfrm>
                <a:off x="410" y="1511"/>
                <a:ext cx="681" cy="13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325" name="Rectangle 317"/>
              <p:cNvSpPr>
                <a:spLocks noChangeArrowheads="1"/>
              </p:cNvSpPr>
              <p:nvPr/>
            </p:nvSpPr>
            <p:spPr bwMode="auto">
              <a:xfrm>
                <a:off x="538" y="1536"/>
                <a:ext cx="96" cy="9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326" name="Rectangle 318"/>
              <p:cNvSpPr>
                <a:spLocks noChangeArrowheads="1"/>
              </p:cNvSpPr>
              <p:nvPr/>
            </p:nvSpPr>
            <p:spPr bwMode="auto">
              <a:xfrm>
                <a:off x="529" y="1525"/>
                <a:ext cx="480" cy="112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327" name="Rectangle 319"/>
              <p:cNvSpPr>
                <a:spLocks noChangeArrowheads="1"/>
              </p:cNvSpPr>
              <p:nvPr/>
            </p:nvSpPr>
            <p:spPr bwMode="auto">
              <a:xfrm>
                <a:off x="423" y="1527"/>
                <a:ext cx="94" cy="108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328" name="Rectangle 320"/>
              <p:cNvSpPr>
                <a:spLocks noChangeArrowheads="1"/>
              </p:cNvSpPr>
              <p:nvPr/>
            </p:nvSpPr>
            <p:spPr bwMode="auto">
              <a:xfrm>
                <a:off x="1021" y="1526"/>
                <a:ext cx="60" cy="108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grpSp>
            <p:nvGrpSpPr>
              <p:cNvPr id="215208" name="Group 321"/>
              <p:cNvGrpSpPr/>
              <p:nvPr/>
            </p:nvGrpSpPr>
            <p:grpSpPr bwMode="auto">
              <a:xfrm>
                <a:off x="647" y="1508"/>
                <a:ext cx="354" cy="154"/>
                <a:chOff x="290" y="875"/>
                <a:chExt cx="354" cy="154"/>
              </a:xfrm>
            </p:grpSpPr>
            <p:sp>
              <p:nvSpPr>
                <p:cNvPr id="92330" name="Rectangle 322"/>
                <p:cNvSpPr>
                  <a:spLocks noChangeArrowheads="1"/>
                </p:cNvSpPr>
                <p:nvPr/>
              </p:nvSpPr>
              <p:spPr bwMode="auto">
                <a:xfrm>
                  <a:off x="306" y="909"/>
                  <a:ext cx="328" cy="82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bg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2331" name="Rectangle 323"/>
                <p:cNvSpPr>
                  <a:spLocks noChangeArrowheads="1"/>
                </p:cNvSpPr>
                <p:nvPr/>
              </p:nvSpPr>
              <p:spPr bwMode="auto">
                <a:xfrm>
                  <a:off x="290" y="903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2332" name="Text Box 324"/>
                <p:cNvSpPr txBox="1">
                  <a:spLocks noChangeArrowheads="1"/>
                </p:cNvSpPr>
                <p:nvPr/>
              </p:nvSpPr>
              <p:spPr bwMode="auto">
                <a:xfrm>
                  <a:off x="332" y="875"/>
                  <a:ext cx="280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none">
                  <a:spAutoFit/>
                </a:bodyPr>
                <a:lstStyle>
                  <a:lvl1pPr>
                    <a:defRPr i="1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MS PGothic" charset="0"/>
                    </a:defRPr>
                  </a:lvl1pPr>
                  <a:lvl2pPr marL="742950" indent="-285750">
                    <a:defRPr i="1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MS PGothic" charset="0"/>
                    </a:defRPr>
                  </a:lvl2pPr>
                  <a:lvl3pPr marL="1143000" indent="-228600">
                    <a:defRPr i="1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MS PGothic" charset="0"/>
                    </a:defRPr>
                  </a:lvl3pPr>
                  <a:lvl4pPr marL="1600200" indent="-228600">
                    <a:defRPr i="1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MS PGothic" charset="0"/>
                    </a:defRPr>
                  </a:lvl4pPr>
                  <a:lvl5pPr marL="2057400" indent="-228600">
                    <a:defRPr i="1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MS PGothic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MS PGothic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MS PGothic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MS PGothic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MS PGothic" charset="0"/>
                    </a:defRPr>
                  </a:lvl9pPr>
                </a:lstStyle>
                <a:p>
                  <a:pPr>
                    <a:defRPr/>
                  </a:pPr>
                  <a:r>
                    <a:rPr lang="en-US" sz="1000" i="0" dirty="0" smtClean="0">
                      <a:solidFill>
                        <a:srgbClr val="000000"/>
                      </a:solidFill>
                      <a:latin typeface="Arial" panose="020B0604020202090204" pitchFamily="34" charset="0"/>
                      <a:cs typeface="+mn-cs"/>
                    </a:rPr>
                    <a:t>SYN</a:t>
                  </a:r>
                  <a:endParaRPr lang="en-US" sz="1000" i="0" dirty="0" smtClean="0">
                    <a:solidFill>
                      <a:srgbClr val="000000"/>
                    </a:solidFill>
                    <a:latin typeface="Arial" panose="020B0604020202090204" pitchFamily="34" charset="0"/>
                    <a:cs typeface="+mn-cs"/>
                  </a:endParaRPr>
                </a:p>
              </p:txBody>
            </p:sp>
          </p:grpSp>
        </p:grpSp>
      </p:grpSp>
      <p:grpSp>
        <p:nvGrpSpPr>
          <p:cNvPr id="706896" name="Group 336"/>
          <p:cNvGrpSpPr/>
          <p:nvPr/>
        </p:nvGrpSpPr>
        <p:grpSpPr bwMode="auto">
          <a:xfrm>
            <a:off x="1509713" y="3965575"/>
            <a:ext cx="976312" cy="1460500"/>
            <a:chOff x="4000" y="1895"/>
            <a:chExt cx="615" cy="920"/>
          </a:xfrm>
        </p:grpSpPr>
        <p:sp>
          <p:nvSpPr>
            <p:cNvPr id="215191" name="Freeform 328"/>
            <p:cNvSpPr/>
            <p:nvPr/>
          </p:nvSpPr>
          <p:spPr bwMode="auto">
            <a:xfrm>
              <a:off x="4011" y="1912"/>
              <a:ext cx="604" cy="903"/>
            </a:xfrm>
            <a:custGeom>
              <a:avLst/>
              <a:gdLst>
                <a:gd name="T0" fmla="*/ 496 w 604"/>
                <a:gd name="T1" fmla="*/ 0 h 903"/>
                <a:gd name="T2" fmla="*/ 604 w 604"/>
                <a:gd name="T3" fmla="*/ 903 h 903"/>
                <a:gd name="T4" fmla="*/ 0 w 604"/>
                <a:gd name="T5" fmla="*/ 788 h 903"/>
                <a:gd name="T6" fmla="*/ 456 w 604"/>
                <a:gd name="T7" fmla="*/ 750 h 903"/>
                <a:gd name="T8" fmla="*/ 496 w 604"/>
                <a:gd name="T9" fmla="*/ 0 h 9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4" h="903">
                  <a:moveTo>
                    <a:pt x="496" y="0"/>
                  </a:moveTo>
                  <a:lnTo>
                    <a:pt x="604" y="903"/>
                  </a:lnTo>
                  <a:lnTo>
                    <a:pt x="0" y="788"/>
                  </a:lnTo>
                  <a:lnTo>
                    <a:pt x="456" y="750"/>
                  </a:lnTo>
                  <a:lnTo>
                    <a:pt x="496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2700000" scaled="1"/>
            </a:gradFill>
            <a:ln>
              <a:noFill/>
            </a:ln>
            <a:effectLst/>
          </p:spPr>
          <p:txBody>
            <a:bodyPr wrap="none"/>
            <a:lstStyle/>
            <a:p>
              <a:endParaRPr lang="en-US" dirty="0"/>
            </a:p>
          </p:txBody>
        </p:sp>
        <p:grpSp>
          <p:nvGrpSpPr>
            <p:cNvPr id="215192" name="Group 329"/>
            <p:cNvGrpSpPr/>
            <p:nvPr/>
          </p:nvGrpSpPr>
          <p:grpSpPr bwMode="auto">
            <a:xfrm>
              <a:off x="4000" y="1895"/>
              <a:ext cx="500" cy="828"/>
              <a:chOff x="569" y="2954"/>
              <a:chExt cx="500" cy="828"/>
            </a:xfrm>
          </p:grpSpPr>
          <p:sp>
            <p:nvSpPr>
              <p:cNvPr id="92314" name="Rectangle 330"/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315" name="Text Box 331"/>
              <p:cNvSpPr txBox="1">
                <a:spLocks noChangeArrowheads="1"/>
              </p:cNvSpPr>
              <p:nvPr/>
            </p:nvSpPr>
            <p:spPr bwMode="auto">
              <a:xfrm>
                <a:off x="646" y="2954"/>
                <a:ext cx="371" cy="82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9pPr>
              </a:lstStyle>
              <a:p>
                <a:pPr algn="ctr">
                  <a:defRPr/>
                </a:pPr>
                <a:endParaRPr lang="en-US" sz="1600" i="0" dirty="0" smtClean="0">
                  <a:solidFill>
                    <a:srgbClr val="000000"/>
                  </a:solidFill>
                  <a:latin typeface="Arial" panose="020B0604020202090204" pitchFamily="34" charset="0"/>
                  <a:cs typeface="+mn-cs"/>
                </a:endParaRPr>
              </a:p>
              <a:p>
                <a:pPr algn="ctr">
                  <a:defRPr/>
                </a:pPr>
                <a:r>
                  <a:rPr lang="en-US" sz="1600" i="0" dirty="0" smtClean="0">
                    <a:solidFill>
                      <a:srgbClr val="000000"/>
                    </a:solidFill>
                    <a:latin typeface="Arial" panose="020B0604020202090204" pitchFamily="34" charset="0"/>
                    <a:cs typeface="+mn-cs"/>
                  </a:rPr>
                  <a:t>TCP</a:t>
                </a:r>
                <a:endParaRPr lang="en-US" sz="1600" i="0" dirty="0" smtClean="0">
                  <a:solidFill>
                    <a:srgbClr val="000000"/>
                  </a:solidFill>
                  <a:latin typeface="Arial" panose="020B0604020202090204" pitchFamily="34" charset="0"/>
                  <a:cs typeface="+mn-cs"/>
                </a:endParaRPr>
              </a:p>
              <a:p>
                <a:pPr algn="ctr">
                  <a:defRPr/>
                </a:pPr>
                <a:r>
                  <a:rPr lang="en-US" sz="1600" i="0" dirty="0" smtClean="0">
                    <a:solidFill>
                      <a:srgbClr val="000000"/>
                    </a:solidFill>
                    <a:latin typeface="Arial" panose="020B0604020202090204" pitchFamily="34" charset="0"/>
                    <a:cs typeface="+mn-cs"/>
                  </a:rPr>
                  <a:t>IP</a:t>
                </a:r>
                <a:endParaRPr lang="en-US" sz="1600" i="0" dirty="0" smtClean="0">
                  <a:solidFill>
                    <a:srgbClr val="000000"/>
                  </a:solidFill>
                  <a:latin typeface="Arial" panose="020B0604020202090204" pitchFamily="34" charset="0"/>
                  <a:cs typeface="+mn-cs"/>
                </a:endParaRPr>
              </a:p>
              <a:p>
                <a:pPr algn="ctr">
                  <a:defRPr/>
                </a:pPr>
                <a:r>
                  <a:rPr lang="en-US" sz="1600" i="0" dirty="0" smtClean="0">
                    <a:solidFill>
                      <a:srgbClr val="000000"/>
                    </a:solidFill>
                    <a:latin typeface="Arial" panose="020B0604020202090204" pitchFamily="34" charset="0"/>
                    <a:cs typeface="+mn-cs"/>
                  </a:rPr>
                  <a:t>Eth</a:t>
                </a:r>
                <a:endParaRPr lang="en-US" sz="1600" i="0" dirty="0" smtClean="0">
                  <a:solidFill>
                    <a:srgbClr val="000000"/>
                  </a:solidFill>
                  <a:latin typeface="Arial" panose="020B0604020202090204" pitchFamily="34" charset="0"/>
                  <a:cs typeface="+mn-cs"/>
                </a:endParaRPr>
              </a:p>
              <a:p>
                <a:pPr algn="ctr">
                  <a:defRPr/>
                </a:pPr>
                <a:r>
                  <a:rPr lang="en-US" sz="1600" i="0" dirty="0" smtClean="0">
                    <a:solidFill>
                      <a:srgbClr val="000000"/>
                    </a:solidFill>
                    <a:latin typeface="Arial" panose="020B0604020202090204" pitchFamily="34" charset="0"/>
                    <a:cs typeface="+mn-cs"/>
                  </a:rPr>
                  <a:t>Phy</a:t>
                </a:r>
                <a:endParaRPr lang="en-US" sz="1600" i="0" dirty="0" smtClean="0">
                  <a:solidFill>
                    <a:srgbClr val="000000"/>
                  </a:solidFill>
                  <a:latin typeface="Arial" panose="020B0604020202090204" pitchFamily="34" charset="0"/>
                  <a:cs typeface="+mn-cs"/>
                </a:endParaRPr>
              </a:p>
            </p:txBody>
          </p:sp>
          <p:sp>
            <p:nvSpPr>
              <p:cNvPr id="92316" name="Line 332"/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2317" name="Line 333"/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2318" name="Line 334"/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2319" name="Line 335"/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</p:grpSp>
      <p:grpSp>
        <p:nvGrpSpPr>
          <p:cNvPr id="706897" name="Group 337"/>
          <p:cNvGrpSpPr/>
          <p:nvPr/>
        </p:nvGrpSpPr>
        <p:grpSpPr bwMode="auto">
          <a:xfrm>
            <a:off x="79375" y="1355725"/>
            <a:ext cx="1081088" cy="782638"/>
            <a:chOff x="59" y="863"/>
            <a:chExt cx="681" cy="493"/>
          </a:xfrm>
        </p:grpSpPr>
        <p:grpSp>
          <p:nvGrpSpPr>
            <p:cNvPr id="215170" name="Group 338"/>
            <p:cNvGrpSpPr/>
            <p:nvPr/>
          </p:nvGrpSpPr>
          <p:grpSpPr bwMode="auto">
            <a:xfrm>
              <a:off x="177" y="1042"/>
              <a:ext cx="480" cy="112"/>
              <a:chOff x="627" y="3377"/>
              <a:chExt cx="480" cy="112"/>
            </a:xfrm>
          </p:grpSpPr>
          <p:sp>
            <p:nvSpPr>
              <p:cNvPr id="92310" name="Rectangle 339"/>
              <p:cNvSpPr>
                <a:spLocks noChangeArrowheads="1"/>
              </p:cNvSpPr>
              <p:nvPr/>
            </p:nvSpPr>
            <p:spPr bwMode="auto">
              <a:xfrm>
                <a:off x="636" y="3388"/>
                <a:ext cx="96" cy="9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311" name="Rectangle 340"/>
              <p:cNvSpPr>
                <a:spLocks noChangeArrowheads="1"/>
              </p:cNvSpPr>
              <p:nvPr/>
            </p:nvSpPr>
            <p:spPr bwMode="auto">
              <a:xfrm>
                <a:off x="627" y="3377"/>
                <a:ext cx="480" cy="112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grpSp>
          <p:nvGrpSpPr>
            <p:cNvPr id="215171" name="Group 341"/>
            <p:cNvGrpSpPr/>
            <p:nvPr/>
          </p:nvGrpSpPr>
          <p:grpSpPr bwMode="auto">
            <a:xfrm>
              <a:off x="290" y="863"/>
              <a:ext cx="354" cy="154"/>
              <a:chOff x="290" y="875"/>
              <a:chExt cx="354" cy="154"/>
            </a:xfrm>
          </p:grpSpPr>
          <p:sp>
            <p:nvSpPr>
              <p:cNvPr id="92307" name="Rectangle 342"/>
              <p:cNvSpPr>
                <a:spLocks noChangeArrowheads="1"/>
              </p:cNvSpPr>
              <p:nvPr/>
            </p:nvSpPr>
            <p:spPr bwMode="auto">
              <a:xfrm>
                <a:off x="306" y="909"/>
                <a:ext cx="328" cy="8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308" name="Rectangle 343"/>
              <p:cNvSpPr>
                <a:spLocks noChangeArrowheads="1"/>
              </p:cNvSpPr>
              <p:nvPr/>
            </p:nvSpPr>
            <p:spPr bwMode="auto">
              <a:xfrm>
                <a:off x="290" y="903"/>
                <a:ext cx="354" cy="94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309" name="Text Box 344"/>
              <p:cNvSpPr txBox="1">
                <a:spLocks noChangeArrowheads="1"/>
              </p:cNvSpPr>
              <p:nvPr/>
            </p:nvSpPr>
            <p:spPr bwMode="auto">
              <a:xfrm>
                <a:off x="332" y="875"/>
                <a:ext cx="280" cy="15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1000" i="0" dirty="0" smtClean="0">
                    <a:solidFill>
                      <a:srgbClr val="000000"/>
                    </a:solidFill>
                    <a:latin typeface="Arial" panose="020B0604020202090204" pitchFamily="34" charset="0"/>
                    <a:cs typeface="+mn-cs"/>
                  </a:rPr>
                  <a:t>SYN</a:t>
                </a:r>
                <a:endParaRPr lang="en-US" sz="1000" i="0" dirty="0" smtClean="0">
                  <a:solidFill>
                    <a:srgbClr val="000000"/>
                  </a:solidFill>
                  <a:latin typeface="Arial" panose="020B0604020202090204" pitchFamily="34" charset="0"/>
                  <a:cs typeface="+mn-cs"/>
                </a:endParaRPr>
              </a:p>
            </p:txBody>
          </p:sp>
        </p:grpSp>
        <p:grpSp>
          <p:nvGrpSpPr>
            <p:cNvPr id="215172" name="Group 345"/>
            <p:cNvGrpSpPr/>
            <p:nvPr/>
          </p:nvGrpSpPr>
          <p:grpSpPr bwMode="auto">
            <a:xfrm>
              <a:off x="284" y="1022"/>
              <a:ext cx="354" cy="154"/>
              <a:chOff x="290" y="875"/>
              <a:chExt cx="354" cy="154"/>
            </a:xfrm>
          </p:grpSpPr>
          <p:sp>
            <p:nvSpPr>
              <p:cNvPr id="92304" name="Rectangle 346"/>
              <p:cNvSpPr>
                <a:spLocks noChangeArrowheads="1"/>
              </p:cNvSpPr>
              <p:nvPr/>
            </p:nvSpPr>
            <p:spPr bwMode="auto">
              <a:xfrm>
                <a:off x="306" y="909"/>
                <a:ext cx="328" cy="8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305" name="Rectangle 347"/>
              <p:cNvSpPr>
                <a:spLocks noChangeArrowheads="1"/>
              </p:cNvSpPr>
              <p:nvPr/>
            </p:nvSpPr>
            <p:spPr bwMode="auto">
              <a:xfrm>
                <a:off x="290" y="903"/>
                <a:ext cx="354" cy="94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306" name="Text Box 348"/>
              <p:cNvSpPr txBox="1">
                <a:spLocks noChangeArrowheads="1"/>
              </p:cNvSpPr>
              <p:nvPr/>
            </p:nvSpPr>
            <p:spPr bwMode="auto">
              <a:xfrm>
                <a:off x="332" y="875"/>
                <a:ext cx="280" cy="15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1000" i="0" dirty="0" smtClean="0">
                    <a:solidFill>
                      <a:srgbClr val="000000"/>
                    </a:solidFill>
                    <a:latin typeface="Arial" panose="020B0604020202090204" pitchFamily="34" charset="0"/>
                    <a:cs typeface="+mn-cs"/>
                  </a:rPr>
                  <a:t>SYN</a:t>
                </a:r>
                <a:endParaRPr lang="en-US" sz="1000" i="0" dirty="0" smtClean="0">
                  <a:solidFill>
                    <a:srgbClr val="000000"/>
                  </a:solidFill>
                  <a:latin typeface="Arial" panose="020B0604020202090204" pitchFamily="34" charset="0"/>
                  <a:cs typeface="+mn-cs"/>
                </a:endParaRPr>
              </a:p>
            </p:txBody>
          </p:sp>
        </p:grpSp>
        <p:grpSp>
          <p:nvGrpSpPr>
            <p:cNvPr id="215173" name="Group 349"/>
            <p:cNvGrpSpPr/>
            <p:nvPr/>
          </p:nvGrpSpPr>
          <p:grpSpPr bwMode="auto">
            <a:xfrm>
              <a:off x="59" y="1202"/>
              <a:ext cx="681" cy="154"/>
              <a:chOff x="410" y="1508"/>
              <a:chExt cx="681" cy="154"/>
            </a:xfrm>
          </p:grpSpPr>
          <p:sp>
            <p:nvSpPr>
              <p:cNvPr id="92295" name="Rectangle 350"/>
              <p:cNvSpPr>
                <a:spLocks noChangeArrowheads="1"/>
              </p:cNvSpPr>
              <p:nvPr/>
            </p:nvSpPr>
            <p:spPr bwMode="auto">
              <a:xfrm>
                <a:off x="410" y="1511"/>
                <a:ext cx="681" cy="13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296" name="Rectangle 351"/>
              <p:cNvSpPr>
                <a:spLocks noChangeArrowheads="1"/>
              </p:cNvSpPr>
              <p:nvPr/>
            </p:nvSpPr>
            <p:spPr bwMode="auto">
              <a:xfrm>
                <a:off x="538" y="1536"/>
                <a:ext cx="96" cy="9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297" name="Rectangle 352"/>
              <p:cNvSpPr>
                <a:spLocks noChangeArrowheads="1"/>
              </p:cNvSpPr>
              <p:nvPr/>
            </p:nvSpPr>
            <p:spPr bwMode="auto">
              <a:xfrm>
                <a:off x="529" y="1525"/>
                <a:ext cx="480" cy="112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298" name="Rectangle 353"/>
              <p:cNvSpPr>
                <a:spLocks noChangeArrowheads="1"/>
              </p:cNvSpPr>
              <p:nvPr/>
            </p:nvSpPr>
            <p:spPr bwMode="auto">
              <a:xfrm>
                <a:off x="423" y="1527"/>
                <a:ext cx="94" cy="108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299" name="Rectangle 354"/>
              <p:cNvSpPr>
                <a:spLocks noChangeArrowheads="1"/>
              </p:cNvSpPr>
              <p:nvPr/>
            </p:nvSpPr>
            <p:spPr bwMode="auto">
              <a:xfrm>
                <a:off x="1021" y="1526"/>
                <a:ext cx="60" cy="108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grpSp>
            <p:nvGrpSpPr>
              <p:cNvPr id="215179" name="Group 355"/>
              <p:cNvGrpSpPr/>
              <p:nvPr/>
            </p:nvGrpSpPr>
            <p:grpSpPr bwMode="auto">
              <a:xfrm>
                <a:off x="647" y="1508"/>
                <a:ext cx="354" cy="154"/>
                <a:chOff x="290" y="875"/>
                <a:chExt cx="354" cy="154"/>
              </a:xfrm>
            </p:grpSpPr>
            <p:sp>
              <p:nvSpPr>
                <p:cNvPr id="92301" name="Rectangle 356"/>
                <p:cNvSpPr>
                  <a:spLocks noChangeArrowheads="1"/>
                </p:cNvSpPr>
                <p:nvPr/>
              </p:nvSpPr>
              <p:spPr bwMode="auto">
                <a:xfrm>
                  <a:off x="306" y="909"/>
                  <a:ext cx="328" cy="82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bg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2302" name="Rectangle 357"/>
                <p:cNvSpPr>
                  <a:spLocks noChangeArrowheads="1"/>
                </p:cNvSpPr>
                <p:nvPr/>
              </p:nvSpPr>
              <p:spPr bwMode="auto">
                <a:xfrm>
                  <a:off x="290" y="903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2303" name="Text Box 358"/>
                <p:cNvSpPr txBox="1">
                  <a:spLocks noChangeArrowheads="1"/>
                </p:cNvSpPr>
                <p:nvPr/>
              </p:nvSpPr>
              <p:spPr bwMode="auto">
                <a:xfrm>
                  <a:off x="332" y="875"/>
                  <a:ext cx="280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none">
                  <a:spAutoFit/>
                </a:bodyPr>
                <a:lstStyle>
                  <a:lvl1pPr>
                    <a:defRPr i="1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MS PGothic" charset="0"/>
                    </a:defRPr>
                  </a:lvl1pPr>
                  <a:lvl2pPr marL="742950" indent="-285750">
                    <a:defRPr i="1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MS PGothic" charset="0"/>
                    </a:defRPr>
                  </a:lvl2pPr>
                  <a:lvl3pPr marL="1143000" indent="-228600">
                    <a:defRPr i="1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MS PGothic" charset="0"/>
                    </a:defRPr>
                  </a:lvl3pPr>
                  <a:lvl4pPr marL="1600200" indent="-228600">
                    <a:defRPr i="1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MS PGothic" charset="0"/>
                    </a:defRPr>
                  </a:lvl4pPr>
                  <a:lvl5pPr marL="2057400" indent="-228600">
                    <a:defRPr i="1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MS PGothic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MS PGothic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MS PGothic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MS PGothic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MS PGothic" charset="0"/>
                    </a:defRPr>
                  </a:lvl9pPr>
                </a:lstStyle>
                <a:p>
                  <a:pPr>
                    <a:defRPr/>
                  </a:pPr>
                  <a:r>
                    <a:rPr lang="en-US" sz="1000" i="0" dirty="0" smtClean="0">
                      <a:solidFill>
                        <a:srgbClr val="000000"/>
                      </a:solidFill>
                      <a:latin typeface="Arial" panose="020B0604020202090204" pitchFamily="34" charset="0"/>
                      <a:cs typeface="+mn-cs"/>
                    </a:rPr>
                    <a:t>SYN</a:t>
                  </a:r>
                  <a:endParaRPr lang="en-US" sz="1000" i="0" dirty="0" smtClean="0">
                    <a:solidFill>
                      <a:srgbClr val="000000"/>
                    </a:solidFill>
                    <a:latin typeface="Arial" panose="020B0604020202090204" pitchFamily="34" charset="0"/>
                    <a:cs typeface="+mn-cs"/>
                  </a:endParaRPr>
                </a:p>
              </p:txBody>
            </p:sp>
          </p:grpSp>
        </p:grpSp>
      </p:grpSp>
      <p:sp>
        <p:nvSpPr>
          <p:cNvPr id="92188" name="Rectangle 359"/>
          <p:cNvSpPr>
            <a:spLocks noChangeArrowheads="1"/>
          </p:cNvSpPr>
          <p:nvPr/>
        </p:nvSpPr>
        <p:spPr bwMode="auto">
          <a:xfrm>
            <a:off x="979488" y="4452938"/>
            <a:ext cx="184150" cy="2444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endParaRPr lang="en-US" sz="1000" i="0" dirty="0">
              <a:solidFill>
                <a:srgbClr val="000000"/>
              </a:solidFill>
              <a:latin typeface="Arial" panose="020B0604020202090204" pitchFamily="34" charset="0"/>
              <a:cs typeface="+mn-cs"/>
            </a:endParaRPr>
          </a:p>
        </p:txBody>
      </p:sp>
      <p:grpSp>
        <p:nvGrpSpPr>
          <p:cNvPr id="706951" name="Group 391"/>
          <p:cNvGrpSpPr/>
          <p:nvPr/>
        </p:nvGrpSpPr>
        <p:grpSpPr bwMode="auto">
          <a:xfrm>
            <a:off x="306388" y="4241800"/>
            <a:ext cx="1081087" cy="782638"/>
            <a:chOff x="2675" y="3676"/>
            <a:chExt cx="681" cy="493"/>
          </a:xfrm>
        </p:grpSpPr>
        <p:grpSp>
          <p:nvGrpSpPr>
            <p:cNvPr id="215150" name="Group 361"/>
            <p:cNvGrpSpPr/>
            <p:nvPr/>
          </p:nvGrpSpPr>
          <p:grpSpPr bwMode="auto">
            <a:xfrm>
              <a:off x="2793" y="3855"/>
              <a:ext cx="480" cy="112"/>
              <a:chOff x="627" y="3377"/>
              <a:chExt cx="480" cy="112"/>
            </a:xfrm>
          </p:grpSpPr>
          <p:sp>
            <p:nvSpPr>
              <p:cNvPr id="92289" name="Rectangle 362"/>
              <p:cNvSpPr>
                <a:spLocks noChangeArrowheads="1"/>
              </p:cNvSpPr>
              <p:nvPr/>
            </p:nvSpPr>
            <p:spPr bwMode="auto">
              <a:xfrm>
                <a:off x="636" y="3388"/>
                <a:ext cx="96" cy="9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290" name="Rectangle 363"/>
              <p:cNvSpPr>
                <a:spLocks noChangeArrowheads="1"/>
              </p:cNvSpPr>
              <p:nvPr/>
            </p:nvSpPr>
            <p:spPr bwMode="auto">
              <a:xfrm>
                <a:off x="627" y="3377"/>
                <a:ext cx="480" cy="112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grpSp>
          <p:nvGrpSpPr>
            <p:cNvPr id="215151" name="Group 382"/>
            <p:cNvGrpSpPr/>
            <p:nvPr/>
          </p:nvGrpSpPr>
          <p:grpSpPr bwMode="auto">
            <a:xfrm>
              <a:off x="2855" y="3676"/>
              <a:ext cx="444" cy="154"/>
              <a:chOff x="2717" y="3676"/>
              <a:chExt cx="444" cy="154"/>
            </a:xfrm>
          </p:grpSpPr>
          <p:sp>
            <p:nvSpPr>
              <p:cNvPr id="92286" name="Rectangle 365"/>
              <p:cNvSpPr>
                <a:spLocks noChangeArrowheads="1"/>
              </p:cNvSpPr>
              <p:nvPr/>
            </p:nvSpPr>
            <p:spPr bwMode="auto">
              <a:xfrm>
                <a:off x="2775" y="3710"/>
                <a:ext cx="328" cy="8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287" name="Rectangle 366"/>
              <p:cNvSpPr>
                <a:spLocks noChangeArrowheads="1"/>
              </p:cNvSpPr>
              <p:nvPr/>
            </p:nvSpPr>
            <p:spPr bwMode="auto">
              <a:xfrm>
                <a:off x="2759" y="3704"/>
                <a:ext cx="354" cy="94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288" name="Text Box 367"/>
              <p:cNvSpPr txBox="1">
                <a:spLocks noChangeArrowheads="1"/>
              </p:cNvSpPr>
              <p:nvPr/>
            </p:nvSpPr>
            <p:spPr bwMode="auto">
              <a:xfrm>
                <a:off x="2717" y="3676"/>
                <a:ext cx="444" cy="15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1000" i="0" dirty="0" smtClean="0">
                    <a:solidFill>
                      <a:srgbClr val="000000"/>
                    </a:solidFill>
                    <a:latin typeface="Arial" panose="020B0604020202090204" pitchFamily="34" charset="0"/>
                    <a:cs typeface="+mn-cs"/>
                  </a:rPr>
                  <a:t>SYNACK</a:t>
                </a:r>
                <a:endParaRPr lang="en-US" sz="1000" i="0" dirty="0" smtClean="0">
                  <a:solidFill>
                    <a:srgbClr val="000000"/>
                  </a:solidFill>
                  <a:latin typeface="Arial" panose="020B0604020202090204" pitchFamily="34" charset="0"/>
                  <a:cs typeface="+mn-cs"/>
                </a:endParaRPr>
              </a:p>
            </p:txBody>
          </p:sp>
        </p:grpSp>
        <p:sp>
          <p:nvSpPr>
            <p:cNvPr id="92273" name="Rectangle 373"/>
            <p:cNvSpPr>
              <a:spLocks noChangeArrowheads="1"/>
            </p:cNvSpPr>
            <p:nvPr/>
          </p:nvSpPr>
          <p:spPr bwMode="auto">
            <a:xfrm>
              <a:off x="2675" y="4018"/>
              <a:ext cx="681" cy="13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2274" name="Rectangle 374"/>
            <p:cNvSpPr>
              <a:spLocks noChangeArrowheads="1"/>
            </p:cNvSpPr>
            <p:nvPr/>
          </p:nvSpPr>
          <p:spPr bwMode="auto">
            <a:xfrm>
              <a:off x="2803" y="4043"/>
              <a:ext cx="96" cy="9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2275" name="Rectangle 375"/>
            <p:cNvSpPr>
              <a:spLocks noChangeArrowheads="1"/>
            </p:cNvSpPr>
            <p:nvPr/>
          </p:nvSpPr>
          <p:spPr bwMode="auto">
            <a:xfrm>
              <a:off x="2794" y="4032"/>
              <a:ext cx="480" cy="112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2276" name="Rectangle 376"/>
            <p:cNvSpPr>
              <a:spLocks noChangeArrowheads="1"/>
            </p:cNvSpPr>
            <p:nvPr/>
          </p:nvSpPr>
          <p:spPr bwMode="auto">
            <a:xfrm>
              <a:off x="2688" y="4034"/>
              <a:ext cx="94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2277" name="Rectangle 377"/>
            <p:cNvSpPr>
              <a:spLocks noChangeArrowheads="1"/>
            </p:cNvSpPr>
            <p:nvPr/>
          </p:nvSpPr>
          <p:spPr bwMode="auto">
            <a:xfrm>
              <a:off x="3286" y="4033"/>
              <a:ext cx="60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grpSp>
          <p:nvGrpSpPr>
            <p:cNvPr id="215157" name="Group 383"/>
            <p:cNvGrpSpPr/>
            <p:nvPr/>
          </p:nvGrpSpPr>
          <p:grpSpPr bwMode="auto">
            <a:xfrm>
              <a:off x="2864" y="3835"/>
              <a:ext cx="444" cy="154"/>
              <a:chOff x="2717" y="3676"/>
              <a:chExt cx="444" cy="154"/>
            </a:xfrm>
          </p:grpSpPr>
          <p:sp>
            <p:nvSpPr>
              <p:cNvPr id="92283" name="Rectangle 384"/>
              <p:cNvSpPr>
                <a:spLocks noChangeArrowheads="1"/>
              </p:cNvSpPr>
              <p:nvPr/>
            </p:nvSpPr>
            <p:spPr bwMode="auto">
              <a:xfrm>
                <a:off x="2775" y="3710"/>
                <a:ext cx="328" cy="8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284" name="Rectangle 385"/>
              <p:cNvSpPr>
                <a:spLocks noChangeArrowheads="1"/>
              </p:cNvSpPr>
              <p:nvPr/>
            </p:nvSpPr>
            <p:spPr bwMode="auto">
              <a:xfrm>
                <a:off x="2759" y="3704"/>
                <a:ext cx="354" cy="94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285" name="Text Box 386"/>
              <p:cNvSpPr txBox="1">
                <a:spLocks noChangeArrowheads="1"/>
              </p:cNvSpPr>
              <p:nvPr/>
            </p:nvSpPr>
            <p:spPr bwMode="auto">
              <a:xfrm>
                <a:off x="2717" y="3676"/>
                <a:ext cx="444" cy="15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1000" i="0" dirty="0" smtClean="0">
                    <a:solidFill>
                      <a:srgbClr val="000000"/>
                    </a:solidFill>
                    <a:latin typeface="Arial" panose="020B0604020202090204" pitchFamily="34" charset="0"/>
                    <a:cs typeface="+mn-cs"/>
                  </a:rPr>
                  <a:t>SYNACK</a:t>
                </a:r>
                <a:endParaRPr lang="en-US" sz="1000" i="0" dirty="0" smtClean="0">
                  <a:solidFill>
                    <a:srgbClr val="000000"/>
                  </a:solidFill>
                  <a:latin typeface="Arial" panose="020B0604020202090204" pitchFamily="34" charset="0"/>
                  <a:cs typeface="+mn-cs"/>
                </a:endParaRPr>
              </a:p>
            </p:txBody>
          </p:sp>
        </p:grpSp>
        <p:grpSp>
          <p:nvGrpSpPr>
            <p:cNvPr id="215158" name="Group 387"/>
            <p:cNvGrpSpPr/>
            <p:nvPr/>
          </p:nvGrpSpPr>
          <p:grpSpPr bwMode="auto">
            <a:xfrm>
              <a:off x="2867" y="4015"/>
              <a:ext cx="444" cy="154"/>
              <a:chOff x="2717" y="3676"/>
              <a:chExt cx="444" cy="154"/>
            </a:xfrm>
          </p:grpSpPr>
          <p:sp>
            <p:nvSpPr>
              <p:cNvPr id="92280" name="Rectangle 388"/>
              <p:cNvSpPr>
                <a:spLocks noChangeArrowheads="1"/>
              </p:cNvSpPr>
              <p:nvPr/>
            </p:nvSpPr>
            <p:spPr bwMode="auto">
              <a:xfrm>
                <a:off x="2775" y="3710"/>
                <a:ext cx="328" cy="8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281" name="Rectangle 389"/>
              <p:cNvSpPr>
                <a:spLocks noChangeArrowheads="1"/>
              </p:cNvSpPr>
              <p:nvPr/>
            </p:nvSpPr>
            <p:spPr bwMode="auto">
              <a:xfrm>
                <a:off x="2759" y="3704"/>
                <a:ext cx="354" cy="94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282" name="Text Box 390"/>
              <p:cNvSpPr txBox="1">
                <a:spLocks noChangeArrowheads="1"/>
              </p:cNvSpPr>
              <p:nvPr/>
            </p:nvSpPr>
            <p:spPr bwMode="auto">
              <a:xfrm>
                <a:off x="2717" y="3676"/>
                <a:ext cx="444" cy="15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1000" i="0" dirty="0" smtClean="0">
                    <a:solidFill>
                      <a:srgbClr val="000000"/>
                    </a:solidFill>
                    <a:latin typeface="Arial" panose="020B0604020202090204" pitchFamily="34" charset="0"/>
                    <a:cs typeface="+mn-cs"/>
                  </a:rPr>
                  <a:t>SYNACK</a:t>
                </a:r>
                <a:endParaRPr lang="en-US" sz="1000" i="0" dirty="0" smtClean="0">
                  <a:solidFill>
                    <a:srgbClr val="000000"/>
                  </a:solidFill>
                  <a:latin typeface="Arial" panose="020B0604020202090204" pitchFamily="34" charset="0"/>
                  <a:cs typeface="+mn-cs"/>
                </a:endParaRPr>
              </a:p>
            </p:txBody>
          </p:sp>
        </p:grpSp>
      </p:grpSp>
      <p:grpSp>
        <p:nvGrpSpPr>
          <p:cNvPr id="706983" name="Group 423"/>
          <p:cNvGrpSpPr/>
          <p:nvPr/>
        </p:nvGrpSpPr>
        <p:grpSpPr bwMode="auto">
          <a:xfrm>
            <a:off x="82550" y="1354138"/>
            <a:ext cx="1081088" cy="782637"/>
            <a:chOff x="2613" y="3554"/>
            <a:chExt cx="681" cy="493"/>
          </a:xfrm>
        </p:grpSpPr>
        <p:grpSp>
          <p:nvGrpSpPr>
            <p:cNvPr id="215130" name="Group 393"/>
            <p:cNvGrpSpPr/>
            <p:nvPr/>
          </p:nvGrpSpPr>
          <p:grpSpPr bwMode="auto">
            <a:xfrm>
              <a:off x="2731" y="3733"/>
              <a:ext cx="480" cy="112"/>
              <a:chOff x="627" y="3377"/>
              <a:chExt cx="480" cy="112"/>
            </a:xfrm>
          </p:grpSpPr>
          <p:sp>
            <p:nvSpPr>
              <p:cNvPr id="92269" name="Rectangle 394"/>
              <p:cNvSpPr>
                <a:spLocks noChangeArrowheads="1"/>
              </p:cNvSpPr>
              <p:nvPr/>
            </p:nvSpPr>
            <p:spPr bwMode="auto">
              <a:xfrm>
                <a:off x="636" y="3388"/>
                <a:ext cx="96" cy="9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270" name="Rectangle 395"/>
              <p:cNvSpPr>
                <a:spLocks noChangeArrowheads="1"/>
              </p:cNvSpPr>
              <p:nvPr/>
            </p:nvSpPr>
            <p:spPr bwMode="auto">
              <a:xfrm>
                <a:off x="627" y="3377"/>
                <a:ext cx="480" cy="112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grpSp>
          <p:nvGrpSpPr>
            <p:cNvPr id="215131" name="Group 396"/>
            <p:cNvGrpSpPr/>
            <p:nvPr/>
          </p:nvGrpSpPr>
          <p:grpSpPr bwMode="auto">
            <a:xfrm>
              <a:off x="2793" y="3554"/>
              <a:ext cx="444" cy="154"/>
              <a:chOff x="2717" y="3676"/>
              <a:chExt cx="444" cy="154"/>
            </a:xfrm>
          </p:grpSpPr>
          <p:sp>
            <p:nvSpPr>
              <p:cNvPr id="92266" name="Rectangle 397"/>
              <p:cNvSpPr>
                <a:spLocks noChangeArrowheads="1"/>
              </p:cNvSpPr>
              <p:nvPr/>
            </p:nvSpPr>
            <p:spPr bwMode="auto">
              <a:xfrm>
                <a:off x="2775" y="3710"/>
                <a:ext cx="328" cy="8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267" name="Rectangle 398"/>
              <p:cNvSpPr>
                <a:spLocks noChangeArrowheads="1"/>
              </p:cNvSpPr>
              <p:nvPr/>
            </p:nvSpPr>
            <p:spPr bwMode="auto">
              <a:xfrm>
                <a:off x="2759" y="3704"/>
                <a:ext cx="354" cy="94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268" name="Text Box 399"/>
              <p:cNvSpPr txBox="1">
                <a:spLocks noChangeArrowheads="1"/>
              </p:cNvSpPr>
              <p:nvPr/>
            </p:nvSpPr>
            <p:spPr bwMode="auto">
              <a:xfrm>
                <a:off x="2717" y="3676"/>
                <a:ext cx="444" cy="15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1000" i="0" dirty="0" smtClean="0">
                    <a:solidFill>
                      <a:srgbClr val="000000"/>
                    </a:solidFill>
                    <a:latin typeface="Arial" panose="020B0604020202090204" pitchFamily="34" charset="0"/>
                    <a:cs typeface="+mn-cs"/>
                  </a:rPr>
                  <a:t>SYNACK</a:t>
                </a:r>
                <a:endParaRPr lang="en-US" sz="1000" i="0" dirty="0" smtClean="0">
                  <a:solidFill>
                    <a:srgbClr val="000000"/>
                  </a:solidFill>
                  <a:latin typeface="Arial" panose="020B0604020202090204" pitchFamily="34" charset="0"/>
                  <a:cs typeface="+mn-cs"/>
                </a:endParaRPr>
              </a:p>
            </p:txBody>
          </p:sp>
        </p:grpSp>
        <p:sp>
          <p:nvSpPr>
            <p:cNvPr id="92253" name="Rectangle 400"/>
            <p:cNvSpPr>
              <a:spLocks noChangeArrowheads="1"/>
            </p:cNvSpPr>
            <p:nvPr/>
          </p:nvSpPr>
          <p:spPr bwMode="auto">
            <a:xfrm>
              <a:off x="2613" y="3896"/>
              <a:ext cx="681" cy="13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2254" name="Rectangle 401"/>
            <p:cNvSpPr>
              <a:spLocks noChangeArrowheads="1"/>
            </p:cNvSpPr>
            <p:nvPr/>
          </p:nvSpPr>
          <p:spPr bwMode="auto">
            <a:xfrm>
              <a:off x="2741" y="3921"/>
              <a:ext cx="96" cy="9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2255" name="Rectangle 402"/>
            <p:cNvSpPr>
              <a:spLocks noChangeArrowheads="1"/>
            </p:cNvSpPr>
            <p:nvPr/>
          </p:nvSpPr>
          <p:spPr bwMode="auto">
            <a:xfrm>
              <a:off x="2732" y="3910"/>
              <a:ext cx="480" cy="112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2256" name="Rectangle 403"/>
            <p:cNvSpPr>
              <a:spLocks noChangeArrowheads="1"/>
            </p:cNvSpPr>
            <p:nvPr/>
          </p:nvSpPr>
          <p:spPr bwMode="auto">
            <a:xfrm>
              <a:off x="2626" y="3912"/>
              <a:ext cx="94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2257" name="Rectangle 404"/>
            <p:cNvSpPr>
              <a:spLocks noChangeArrowheads="1"/>
            </p:cNvSpPr>
            <p:nvPr/>
          </p:nvSpPr>
          <p:spPr bwMode="auto">
            <a:xfrm>
              <a:off x="3224" y="3911"/>
              <a:ext cx="60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grpSp>
          <p:nvGrpSpPr>
            <p:cNvPr id="215137" name="Group 405"/>
            <p:cNvGrpSpPr/>
            <p:nvPr/>
          </p:nvGrpSpPr>
          <p:grpSpPr bwMode="auto">
            <a:xfrm>
              <a:off x="2802" y="3713"/>
              <a:ext cx="444" cy="154"/>
              <a:chOff x="2717" y="3676"/>
              <a:chExt cx="444" cy="154"/>
            </a:xfrm>
          </p:grpSpPr>
          <p:sp>
            <p:nvSpPr>
              <p:cNvPr id="92263" name="Rectangle 406"/>
              <p:cNvSpPr>
                <a:spLocks noChangeArrowheads="1"/>
              </p:cNvSpPr>
              <p:nvPr/>
            </p:nvSpPr>
            <p:spPr bwMode="auto">
              <a:xfrm>
                <a:off x="2775" y="3710"/>
                <a:ext cx="328" cy="8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264" name="Rectangle 407"/>
              <p:cNvSpPr>
                <a:spLocks noChangeArrowheads="1"/>
              </p:cNvSpPr>
              <p:nvPr/>
            </p:nvSpPr>
            <p:spPr bwMode="auto">
              <a:xfrm>
                <a:off x="2759" y="3704"/>
                <a:ext cx="354" cy="94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265" name="Text Box 408"/>
              <p:cNvSpPr txBox="1">
                <a:spLocks noChangeArrowheads="1"/>
              </p:cNvSpPr>
              <p:nvPr/>
            </p:nvSpPr>
            <p:spPr bwMode="auto">
              <a:xfrm>
                <a:off x="2717" y="3676"/>
                <a:ext cx="444" cy="15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1000" i="0" dirty="0" smtClean="0">
                    <a:solidFill>
                      <a:srgbClr val="000000"/>
                    </a:solidFill>
                    <a:latin typeface="Arial" panose="020B0604020202090204" pitchFamily="34" charset="0"/>
                    <a:cs typeface="+mn-cs"/>
                  </a:rPr>
                  <a:t>SYNACK</a:t>
                </a:r>
                <a:endParaRPr lang="en-US" sz="1000" i="0" dirty="0" smtClean="0">
                  <a:solidFill>
                    <a:srgbClr val="000000"/>
                  </a:solidFill>
                  <a:latin typeface="Arial" panose="020B0604020202090204" pitchFamily="34" charset="0"/>
                  <a:cs typeface="+mn-cs"/>
                </a:endParaRPr>
              </a:p>
            </p:txBody>
          </p:sp>
        </p:grpSp>
        <p:grpSp>
          <p:nvGrpSpPr>
            <p:cNvPr id="215138" name="Group 409"/>
            <p:cNvGrpSpPr/>
            <p:nvPr/>
          </p:nvGrpSpPr>
          <p:grpSpPr bwMode="auto">
            <a:xfrm>
              <a:off x="2805" y="3893"/>
              <a:ext cx="444" cy="154"/>
              <a:chOff x="2717" y="3676"/>
              <a:chExt cx="444" cy="154"/>
            </a:xfrm>
          </p:grpSpPr>
          <p:sp>
            <p:nvSpPr>
              <p:cNvPr id="92260" name="Rectangle 410"/>
              <p:cNvSpPr>
                <a:spLocks noChangeArrowheads="1"/>
              </p:cNvSpPr>
              <p:nvPr/>
            </p:nvSpPr>
            <p:spPr bwMode="auto">
              <a:xfrm>
                <a:off x="2775" y="3710"/>
                <a:ext cx="328" cy="8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261" name="Rectangle 411"/>
              <p:cNvSpPr>
                <a:spLocks noChangeArrowheads="1"/>
              </p:cNvSpPr>
              <p:nvPr/>
            </p:nvSpPr>
            <p:spPr bwMode="auto">
              <a:xfrm>
                <a:off x="2759" y="3704"/>
                <a:ext cx="354" cy="94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262" name="Text Box 412"/>
              <p:cNvSpPr txBox="1">
                <a:spLocks noChangeArrowheads="1"/>
              </p:cNvSpPr>
              <p:nvPr/>
            </p:nvSpPr>
            <p:spPr bwMode="auto">
              <a:xfrm>
                <a:off x="2717" y="3676"/>
                <a:ext cx="444" cy="15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1000" i="0" dirty="0" smtClean="0">
                    <a:solidFill>
                      <a:srgbClr val="000000"/>
                    </a:solidFill>
                    <a:latin typeface="Arial" panose="020B0604020202090204" pitchFamily="34" charset="0"/>
                    <a:cs typeface="+mn-cs"/>
                  </a:rPr>
                  <a:t>SYNACK</a:t>
                </a:r>
                <a:endParaRPr lang="en-US" sz="1000" i="0" dirty="0" smtClean="0">
                  <a:solidFill>
                    <a:srgbClr val="000000"/>
                  </a:solidFill>
                  <a:latin typeface="Arial" panose="020B0604020202090204" pitchFamily="34" charset="0"/>
                  <a:cs typeface="+mn-cs"/>
                </a:endParaRPr>
              </a:p>
            </p:txBody>
          </p:sp>
        </p:grpSp>
      </p:grpSp>
      <p:grpSp>
        <p:nvGrpSpPr>
          <p:cNvPr id="706982" name="Group 422"/>
          <p:cNvGrpSpPr/>
          <p:nvPr/>
        </p:nvGrpSpPr>
        <p:grpSpPr bwMode="auto">
          <a:xfrm>
            <a:off x="311150" y="4772025"/>
            <a:ext cx="1081088" cy="244475"/>
            <a:chOff x="2709" y="3989"/>
            <a:chExt cx="681" cy="154"/>
          </a:xfrm>
        </p:grpSpPr>
        <p:sp>
          <p:nvSpPr>
            <p:cNvPr id="92242" name="Rectangle 413"/>
            <p:cNvSpPr>
              <a:spLocks noChangeArrowheads="1"/>
            </p:cNvSpPr>
            <p:nvPr/>
          </p:nvSpPr>
          <p:spPr bwMode="auto">
            <a:xfrm>
              <a:off x="2709" y="3992"/>
              <a:ext cx="681" cy="13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2243" name="Rectangle 414"/>
            <p:cNvSpPr>
              <a:spLocks noChangeArrowheads="1"/>
            </p:cNvSpPr>
            <p:nvPr/>
          </p:nvSpPr>
          <p:spPr bwMode="auto">
            <a:xfrm>
              <a:off x="2837" y="4017"/>
              <a:ext cx="96" cy="9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2244" name="Rectangle 415"/>
            <p:cNvSpPr>
              <a:spLocks noChangeArrowheads="1"/>
            </p:cNvSpPr>
            <p:nvPr/>
          </p:nvSpPr>
          <p:spPr bwMode="auto">
            <a:xfrm>
              <a:off x="2828" y="4006"/>
              <a:ext cx="480" cy="112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2245" name="Rectangle 416"/>
            <p:cNvSpPr>
              <a:spLocks noChangeArrowheads="1"/>
            </p:cNvSpPr>
            <p:nvPr/>
          </p:nvSpPr>
          <p:spPr bwMode="auto">
            <a:xfrm>
              <a:off x="2722" y="4008"/>
              <a:ext cx="94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2246" name="Rectangle 417"/>
            <p:cNvSpPr>
              <a:spLocks noChangeArrowheads="1"/>
            </p:cNvSpPr>
            <p:nvPr/>
          </p:nvSpPr>
          <p:spPr bwMode="auto">
            <a:xfrm>
              <a:off x="3320" y="4007"/>
              <a:ext cx="60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grpSp>
          <p:nvGrpSpPr>
            <p:cNvPr id="215126" name="Group 418"/>
            <p:cNvGrpSpPr/>
            <p:nvPr/>
          </p:nvGrpSpPr>
          <p:grpSpPr bwMode="auto">
            <a:xfrm>
              <a:off x="2901" y="3989"/>
              <a:ext cx="444" cy="154"/>
              <a:chOff x="2717" y="3676"/>
              <a:chExt cx="444" cy="154"/>
            </a:xfrm>
          </p:grpSpPr>
          <p:sp>
            <p:nvSpPr>
              <p:cNvPr id="92248" name="Rectangle 419"/>
              <p:cNvSpPr>
                <a:spLocks noChangeArrowheads="1"/>
              </p:cNvSpPr>
              <p:nvPr/>
            </p:nvSpPr>
            <p:spPr bwMode="auto">
              <a:xfrm>
                <a:off x="2775" y="3710"/>
                <a:ext cx="328" cy="8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249" name="Rectangle 420"/>
              <p:cNvSpPr>
                <a:spLocks noChangeArrowheads="1"/>
              </p:cNvSpPr>
              <p:nvPr/>
            </p:nvSpPr>
            <p:spPr bwMode="auto">
              <a:xfrm>
                <a:off x="2759" y="3704"/>
                <a:ext cx="354" cy="94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250" name="Text Box 421"/>
              <p:cNvSpPr txBox="1">
                <a:spLocks noChangeArrowheads="1"/>
              </p:cNvSpPr>
              <p:nvPr/>
            </p:nvSpPr>
            <p:spPr bwMode="auto">
              <a:xfrm>
                <a:off x="2717" y="3676"/>
                <a:ext cx="444" cy="15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1000" i="0" dirty="0" smtClean="0">
                    <a:solidFill>
                      <a:srgbClr val="000000"/>
                    </a:solidFill>
                    <a:latin typeface="Arial" panose="020B0604020202090204" pitchFamily="34" charset="0"/>
                    <a:cs typeface="+mn-cs"/>
                  </a:rPr>
                  <a:t>SYNACK</a:t>
                </a:r>
                <a:endParaRPr lang="en-US" sz="1000" i="0" dirty="0" smtClean="0">
                  <a:solidFill>
                    <a:srgbClr val="000000"/>
                  </a:solidFill>
                  <a:latin typeface="Arial" panose="020B0604020202090204" pitchFamily="34" charset="0"/>
                  <a:cs typeface="+mn-cs"/>
                </a:endParaRPr>
              </a:p>
            </p:txBody>
          </p:sp>
        </p:grpSp>
      </p:grpSp>
      <p:sp>
        <p:nvSpPr>
          <p:cNvPr id="706984" name="Rectangle 424"/>
          <p:cNvSpPr>
            <a:spLocks noChangeArrowheads="1"/>
          </p:cNvSpPr>
          <p:nvPr/>
        </p:nvSpPr>
        <p:spPr bwMode="auto">
          <a:xfrm>
            <a:off x="5183188" y="4916488"/>
            <a:ext cx="3787775" cy="985837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000" i="0" dirty="0">
                <a:solidFill>
                  <a:srgbClr val="000000"/>
                </a:solidFill>
                <a:latin typeface="Gill Sans MT" pitchFamily="34" charset="0"/>
                <a:cs typeface="+mn-cs"/>
              </a:rPr>
              <a:t>web server responds with </a:t>
            </a:r>
            <a:r>
              <a:rPr lang="en-US" sz="2000" dirty="0">
                <a:solidFill>
                  <a:srgbClr val="C00000"/>
                </a:solidFill>
                <a:latin typeface="Gill Sans MT" pitchFamily="34" charset="0"/>
                <a:cs typeface="+mn-cs"/>
              </a:rPr>
              <a:t>TCP SYNACK</a:t>
            </a:r>
            <a:r>
              <a:rPr lang="en-US" sz="2000" i="0" dirty="0">
                <a:solidFill>
                  <a:srgbClr val="C00000"/>
                </a:solidFill>
                <a:latin typeface="Gill Sans MT" pitchFamily="34" charset="0"/>
                <a:cs typeface="+mn-cs"/>
              </a:rPr>
              <a:t> </a:t>
            </a:r>
            <a:r>
              <a:rPr lang="en-US" sz="2000" i="0" dirty="0">
                <a:solidFill>
                  <a:srgbClr val="000000"/>
                </a:solidFill>
                <a:latin typeface="Gill Sans MT" pitchFamily="34" charset="0"/>
                <a:cs typeface="+mn-cs"/>
              </a:rPr>
              <a:t>(step 2 in 3-way handshake)</a:t>
            </a:r>
            <a:endParaRPr lang="en-US" sz="2000" i="0" dirty="0">
              <a:solidFill>
                <a:srgbClr val="000000"/>
              </a:solidFill>
              <a:latin typeface="Gill Sans MT" pitchFamily="34" charset="0"/>
              <a:cs typeface="+mn-cs"/>
            </a:endParaRPr>
          </a:p>
        </p:txBody>
      </p:sp>
      <p:grpSp>
        <p:nvGrpSpPr>
          <p:cNvPr id="215072" name="Group 110"/>
          <p:cNvGrpSpPr/>
          <p:nvPr/>
        </p:nvGrpSpPr>
        <p:grpSpPr bwMode="auto">
          <a:xfrm>
            <a:off x="5213350" y="2041525"/>
            <a:ext cx="757238" cy="379413"/>
            <a:chOff x="2466" y="2026"/>
            <a:chExt cx="477" cy="282"/>
          </a:xfrm>
        </p:grpSpPr>
        <p:sp>
          <p:nvSpPr>
            <p:cNvPr id="215107" name="Oval 111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eaLnBrk="1" hangingPunct="1"/>
              <a:endParaRPr lang="en-US" i="0" dirty="0">
                <a:solidFill>
                  <a:srgbClr val="000000"/>
                </a:solidFill>
                <a:latin typeface="Arial" panose="020B0604020202090204" pitchFamily="34" charset="0"/>
              </a:endParaRPr>
            </a:p>
          </p:txBody>
        </p:sp>
        <p:sp>
          <p:nvSpPr>
            <p:cNvPr id="215108" name="Line 112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5109" name="Rectangle 113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txBody>
            <a:bodyPr wrap="none" anchor="ctr"/>
            <a:lstStyle/>
            <a:p>
              <a:pPr algn="ctr"/>
              <a:endParaRPr lang="en-US" sz="2400" i="0" dirty="0">
                <a:solidFill>
                  <a:srgbClr val="000000"/>
                </a:solidFill>
                <a:latin typeface="Times New Roman" panose="02020503050405090304" charset="0"/>
              </a:endParaRPr>
            </a:p>
          </p:txBody>
        </p:sp>
        <p:sp>
          <p:nvSpPr>
            <p:cNvPr id="215110" name="Oval 114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eaLnBrk="1" hangingPunct="1"/>
              <a:endParaRPr lang="en-US" i="0" dirty="0">
                <a:solidFill>
                  <a:srgbClr val="000000"/>
                </a:solidFill>
                <a:latin typeface="Arial" panose="020B0604020202090204" pitchFamily="34" charset="0"/>
              </a:endParaRPr>
            </a:p>
          </p:txBody>
        </p:sp>
        <p:grpSp>
          <p:nvGrpSpPr>
            <p:cNvPr id="215111" name="Group 115"/>
            <p:cNvGrpSpPr/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215118" name="Line 116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5119" name="Line 117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5120" name="Line 118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215112" name="Group 119"/>
            <p:cNvGrpSpPr/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215115" name="Line 120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5116" name="Line 121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5117" name="Line 122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215113" name="Line 123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5114" name="Line 124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en-US" dirty="0"/>
            </a:p>
          </p:txBody>
        </p:sp>
      </p:grpSp>
      <p:grpSp>
        <p:nvGrpSpPr>
          <p:cNvPr id="215073" name="Group 248"/>
          <p:cNvGrpSpPr/>
          <p:nvPr/>
        </p:nvGrpSpPr>
        <p:grpSpPr bwMode="auto">
          <a:xfrm>
            <a:off x="2470150" y="4932363"/>
            <a:ext cx="333375" cy="581025"/>
            <a:chOff x="4140" y="429"/>
            <a:chExt cx="1425" cy="2396"/>
          </a:xfrm>
        </p:grpSpPr>
        <p:sp>
          <p:nvSpPr>
            <p:cNvPr id="215075" name="Freeform 148"/>
            <p:cNvSpPr/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1 w 354"/>
                <a:gd name="T1" fmla="*/ 0 h 2742"/>
                <a:gd name="T2" fmla="*/ 116 w 354"/>
                <a:gd name="T3" fmla="*/ 137 h 2742"/>
                <a:gd name="T4" fmla="*/ 114 w 354"/>
                <a:gd name="T5" fmla="*/ 1057 h 2742"/>
                <a:gd name="T6" fmla="*/ 0 w 354"/>
                <a:gd name="T7" fmla="*/ 1105 h 2742"/>
                <a:gd name="T8" fmla="*/ 21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2197" name="Rectangle 149"/>
            <p:cNvSpPr>
              <a:spLocks noChangeArrowheads="1"/>
            </p:cNvSpPr>
            <p:nvPr/>
          </p:nvSpPr>
          <p:spPr bwMode="auto">
            <a:xfrm>
              <a:off x="4208" y="429"/>
              <a:ext cx="1045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215077" name="Freeform 150"/>
            <p:cNvSpPr/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0 w 211"/>
                <a:gd name="T3" fmla="*/ 88 h 2537"/>
                <a:gd name="T4" fmla="*/ 2 w 211"/>
                <a:gd name="T5" fmla="*/ 1007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5078" name="Freeform 151"/>
            <p:cNvSpPr/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2 h 226"/>
                <a:gd name="T4" fmla="*/ 108 w 328"/>
                <a:gd name="T5" fmla="*/ 92 h 226"/>
                <a:gd name="T6" fmla="*/ 0 w 328"/>
                <a:gd name="T7" fmla="*/ 4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2200" name="Rectangle 152"/>
            <p:cNvSpPr>
              <a:spLocks noChangeArrowheads="1"/>
            </p:cNvSpPr>
            <p:nvPr/>
          </p:nvSpPr>
          <p:spPr bwMode="auto">
            <a:xfrm>
              <a:off x="4215" y="691"/>
              <a:ext cx="590" cy="5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grpSp>
          <p:nvGrpSpPr>
            <p:cNvPr id="215080" name="Group 153"/>
            <p:cNvGrpSpPr/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92226" name="AutoShape 154"/>
              <p:cNvSpPr>
                <a:spLocks noChangeArrowheads="1"/>
              </p:cNvSpPr>
              <p:nvPr/>
            </p:nvSpPr>
            <p:spPr bwMode="auto">
              <a:xfrm>
                <a:off x="616" y="2571"/>
                <a:ext cx="720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227" name="AutoShape 155"/>
              <p:cNvSpPr>
                <a:spLocks noChangeArrowheads="1"/>
              </p:cNvSpPr>
              <p:nvPr/>
            </p:nvSpPr>
            <p:spPr bwMode="auto">
              <a:xfrm>
                <a:off x="633" y="2590"/>
                <a:ext cx="686" cy="10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sp>
          <p:nvSpPr>
            <p:cNvPr id="92202" name="Rectangle 156"/>
            <p:cNvSpPr>
              <a:spLocks noChangeArrowheads="1"/>
            </p:cNvSpPr>
            <p:nvPr/>
          </p:nvSpPr>
          <p:spPr bwMode="auto">
            <a:xfrm>
              <a:off x="4221" y="1018"/>
              <a:ext cx="597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grpSp>
          <p:nvGrpSpPr>
            <p:cNvPr id="215082" name="Group 157"/>
            <p:cNvGrpSpPr/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92224" name="AutoShape 158"/>
              <p:cNvSpPr>
                <a:spLocks noChangeArrowheads="1"/>
              </p:cNvSpPr>
              <p:nvPr/>
            </p:nvSpPr>
            <p:spPr bwMode="auto">
              <a:xfrm>
                <a:off x="610" y="2566"/>
                <a:ext cx="728" cy="143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225" name="AutoShape 159"/>
              <p:cNvSpPr>
                <a:spLocks noChangeArrowheads="1"/>
              </p:cNvSpPr>
              <p:nvPr/>
            </p:nvSpPr>
            <p:spPr bwMode="auto">
              <a:xfrm>
                <a:off x="627" y="2580"/>
                <a:ext cx="694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sp>
          <p:nvSpPr>
            <p:cNvPr id="92204" name="Rectangle 160"/>
            <p:cNvSpPr>
              <a:spLocks noChangeArrowheads="1"/>
            </p:cNvSpPr>
            <p:nvPr/>
          </p:nvSpPr>
          <p:spPr bwMode="auto">
            <a:xfrm>
              <a:off x="4215" y="1359"/>
              <a:ext cx="597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2205" name="Rectangle 161"/>
            <p:cNvSpPr>
              <a:spLocks noChangeArrowheads="1"/>
            </p:cNvSpPr>
            <p:nvPr/>
          </p:nvSpPr>
          <p:spPr bwMode="auto">
            <a:xfrm>
              <a:off x="4228" y="1653"/>
              <a:ext cx="597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grpSp>
          <p:nvGrpSpPr>
            <p:cNvPr id="215085" name="Group 162"/>
            <p:cNvGrpSpPr/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92222" name="AutoShape 163"/>
              <p:cNvSpPr>
                <a:spLocks noChangeArrowheads="1"/>
              </p:cNvSpPr>
              <p:nvPr/>
            </p:nvSpPr>
            <p:spPr bwMode="auto">
              <a:xfrm>
                <a:off x="617" y="2568"/>
                <a:ext cx="719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223" name="AutoShape 164"/>
              <p:cNvSpPr>
                <a:spLocks noChangeArrowheads="1"/>
              </p:cNvSpPr>
              <p:nvPr/>
            </p:nvSpPr>
            <p:spPr bwMode="auto">
              <a:xfrm>
                <a:off x="634" y="2586"/>
                <a:ext cx="685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sp>
          <p:nvSpPr>
            <p:cNvPr id="215086" name="Freeform 165"/>
            <p:cNvSpPr/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1 h 226"/>
                <a:gd name="T4" fmla="*/ 108 w 328"/>
                <a:gd name="T5" fmla="*/ 90 h 226"/>
                <a:gd name="T6" fmla="*/ 0 w 328"/>
                <a:gd name="T7" fmla="*/ 3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215087" name="Group 166"/>
            <p:cNvGrpSpPr/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92220" name="AutoShape 167"/>
              <p:cNvSpPr>
                <a:spLocks noChangeArrowheads="1"/>
              </p:cNvSpPr>
              <p:nvPr/>
            </p:nvSpPr>
            <p:spPr bwMode="auto">
              <a:xfrm>
                <a:off x="612" y="2567"/>
                <a:ext cx="727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2221" name="AutoShape 168"/>
              <p:cNvSpPr>
                <a:spLocks noChangeArrowheads="1"/>
              </p:cNvSpPr>
              <p:nvPr/>
            </p:nvSpPr>
            <p:spPr bwMode="auto">
              <a:xfrm>
                <a:off x="629" y="2580"/>
                <a:ext cx="693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sp>
          <p:nvSpPr>
            <p:cNvPr id="92209" name="Rectangle 169"/>
            <p:cNvSpPr>
              <a:spLocks noChangeArrowheads="1"/>
            </p:cNvSpPr>
            <p:nvPr/>
          </p:nvSpPr>
          <p:spPr bwMode="auto">
            <a:xfrm>
              <a:off x="5253" y="429"/>
              <a:ext cx="68" cy="2291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215089" name="Freeform 170"/>
            <p:cNvSpPr/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6 w 296"/>
                <a:gd name="T3" fmla="*/ 57 h 256"/>
                <a:gd name="T4" fmla="*/ 98 w 296"/>
                <a:gd name="T5" fmla="*/ 102 h 256"/>
                <a:gd name="T6" fmla="*/ 0 w 296"/>
                <a:gd name="T7" fmla="*/ 39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5090" name="Freeform 171"/>
            <p:cNvSpPr/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01 w 304"/>
                <a:gd name="T3" fmla="*/ 66 h 288"/>
                <a:gd name="T4" fmla="*/ 95 w 304"/>
                <a:gd name="T5" fmla="*/ 116 h 288"/>
                <a:gd name="T6" fmla="*/ 2 w 304"/>
                <a:gd name="T7" fmla="*/ 5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2212" name="Oval 172"/>
            <p:cNvSpPr>
              <a:spLocks noChangeArrowheads="1"/>
            </p:cNvSpPr>
            <p:nvPr/>
          </p:nvSpPr>
          <p:spPr bwMode="auto">
            <a:xfrm>
              <a:off x="5518" y="2609"/>
              <a:ext cx="47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215092" name="Freeform 173"/>
            <p:cNvSpPr/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43 h 240"/>
                <a:gd name="T2" fmla="*/ 2 w 306"/>
                <a:gd name="T3" fmla="*/ 97 h 240"/>
                <a:gd name="T4" fmla="*/ 101 w 306"/>
                <a:gd name="T5" fmla="*/ 44 h 240"/>
                <a:gd name="T6" fmla="*/ 98 w 306"/>
                <a:gd name="T7" fmla="*/ 0 h 240"/>
                <a:gd name="T8" fmla="*/ 0 w 306"/>
                <a:gd name="T9" fmla="*/ 4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2214" name="AutoShape 174"/>
            <p:cNvSpPr>
              <a:spLocks noChangeArrowheads="1"/>
            </p:cNvSpPr>
            <p:nvPr/>
          </p:nvSpPr>
          <p:spPr bwMode="auto">
            <a:xfrm>
              <a:off x="4140" y="2681"/>
              <a:ext cx="1201" cy="144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2215" name="AutoShape 175"/>
            <p:cNvSpPr>
              <a:spLocks noChangeArrowheads="1"/>
            </p:cNvSpPr>
            <p:nvPr/>
          </p:nvSpPr>
          <p:spPr bwMode="auto">
            <a:xfrm>
              <a:off x="4208" y="2714"/>
              <a:ext cx="1065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2216" name="Oval 176"/>
            <p:cNvSpPr>
              <a:spLocks noChangeArrowheads="1"/>
            </p:cNvSpPr>
            <p:nvPr/>
          </p:nvSpPr>
          <p:spPr bwMode="auto">
            <a:xfrm>
              <a:off x="4310" y="2380"/>
              <a:ext cx="156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2217" name="Oval 177"/>
            <p:cNvSpPr>
              <a:spLocks noChangeArrowheads="1"/>
            </p:cNvSpPr>
            <p:nvPr/>
          </p:nvSpPr>
          <p:spPr bwMode="auto">
            <a:xfrm>
              <a:off x="4486" y="2386"/>
              <a:ext cx="163" cy="13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US" dirty="0">
                <a:solidFill>
                  <a:srgbClr val="FF0000"/>
                </a:solidFill>
                <a:cs typeface="+mn-cs"/>
              </a:endParaRPr>
            </a:p>
          </p:txBody>
        </p:sp>
        <p:sp>
          <p:nvSpPr>
            <p:cNvPr id="92218" name="Oval 178"/>
            <p:cNvSpPr>
              <a:spLocks noChangeArrowheads="1"/>
            </p:cNvSpPr>
            <p:nvPr/>
          </p:nvSpPr>
          <p:spPr bwMode="auto">
            <a:xfrm>
              <a:off x="4663" y="2380"/>
              <a:ext cx="156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2219" name="Rectangle 179"/>
            <p:cNvSpPr>
              <a:spLocks noChangeArrowheads="1"/>
            </p:cNvSpPr>
            <p:nvPr/>
          </p:nvSpPr>
          <p:spPr bwMode="auto">
            <a:xfrm>
              <a:off x="5063" y="1836"/>
              <a:ext cx="81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</p:grpSp>
      <p:pic>
        <p:nvPicPr>
          <p:cNvPr id="215074" name="Picture 6" descr="underline_bas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413" y="641350"/>
            <a:ext cx="8228012" cy="173038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r>
              <a:rPr lang="en-US" sz="1200" dirty="0">
                <a:latin typeface="Tahoma" panose="020B0604030504040204" charset="0"/>
              </a:rPr>
              <a:t>6</a:t>
            </a:r>
            <a:r>
              <a:rPr lang="en-US" sz="1200" dirty="0" smtClean="0">
                <a:latin typeface="Tahoma" panose="020B0604030504040204" charset="0"/>
              </a:rPr>
              <a:t>-</a:t>
            </a:r>
            <a:fld id="{8E8C6E93-DF5B-BC4B-80F9-500DED1EEDCC}" type="slidenum">
              <a:rPr lang="en-US" sz="1200">
                <a:latin typeface="Tahoma" panose="020B0604030504040204" charset="0"/>
              </a:rPr>
            </a:fld>
            <a:endParaRPr lang="en-US" sz="1200" dirty="0">
              <a:latin typeface="Tahoma" panose="020B0604030504040204" charset="0"/>
            </a:endParaRPr>
          </a:p>
        </p:txBody>
      </p:sp>
      <p:sp>
        <p:nvSpPr>
          <p:cNvPr id="28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pPr algn="r"/>
            <a:r>
              <a:rPr lang="en-US" sz="1200" dirty="0" smtClean="0">
                <a:solidFill>
                  <a:srgbClr val="000000"/>
                </a:solidFill>
                <a:latin typeface="Tahoma" panose="020B0604030504040204" charset="0"/>
                <a:cs typeface="Arial" panose="020B0604020202090204" pitchFamily="34" charset="0"/>
              </a:rPr>
              <a:t>Link Layer and LANs</a:t>
            </a:r>
            <a:endParaRPr lang="en-US" sz="1200" dirty="0">
              <a:solidFill>
                <a:srgbClr val="000000"/>
              </a:solidFill>
              <a:latin typeface="Tahoma" panose="020B060403050404020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06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706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1000"/>
                                        <p:tgtEl>
                                          <p:spTgt spid="706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642 0.00625 L 0.00764 0.08467 L 0.36285 0.08767 L 0.26996 0.22878 L 0.33698 0.22739 L 0.55069 0.01874 L 0.29583 0.52209 L 0.02882 0.5251 L 0.02882 0.41545 " pathEditMode="relative" rAng="0" ptsTypes="AAAAAAAAA">
                                      <p:cBhvr>
                                        <p:cTn id="27" dur="2000" fill="hold"/>
                                        <p:tgtEl>
                                          <p:spTgt spid="7068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205" y="25931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9" dur="500"/>
                                        <p:tgtEl>
                                          <p:spTgt spid="7068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1000"/>
                                        <p:tgtEl>
                                          <p:spTgt spid="706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706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1" dur="500"/>
                                        <p:tgtEl>
                                          <p:spTgt spid="7068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6" dur="500"/>
                                        <p:tgtEl>
                                          <p:spTgt spid="7068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706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706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2.15591E-6 L -1.66667E-6 0.09415 L 0.28593 0.09091 L 0.52934 -0.40111 L 0.30937 -0.18182 L 0.23403 -0.19755 L 0.32118 -0.33079 L -0.01997 -0.33079 L -0.01875 -0.41846 " pathEditMode="relative" ptsTypes="AAAAAAAAA">
                                      <p:cBhvr>
                                        <p:cTn id="63" dur="2000" fill="hold"/>
                                        <p:tgtEl>
                                          <p:spTgt spid="7069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500"/>
                            </p:stCondLst>
                            <p:childTnLst>
                              <p:par>
                                <p:cTn id="65" presetID="9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6" dur="500"/>
                                        <p:tgtEl>
                                          <p:spTgt spid="7069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9" dur="500"/>
                                        <p:tgtEl>
                                          <p:spTgt spid="7068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2" dur="500"/>
                                        <p:tgtEl>
                                          <p:spTgt spid="7068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7" dur="500"/>
                                        <p:tgtEl>
                                          <p:spTgt spid="7069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1000"/>
                                        <p:tgtEl>
                                          <p:spTgt spid="706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500"/>
                            </p:stCondLst>
                            <p:childTnLst>
                              <p:par>
                                <p:cTn id="8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660" grpId="0"/>
      <p:bldP spid="706661" grpId="0"/>
      <p:bldP spid="706662" grpId="0"/>
      <p:bldP spid="706984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6065" name="Group 300"/>
          <p:cNvGrpSpPr/>
          <p:nvPr/>
        </p:nvGrpSpPr>
        <p:grpSpPr bwMode="auto">
          <a:xfrm>
            <a:off x="773113" y="1273175"/>
            <a:ext cx="3554412" cy="3067050"/>
            <a:chOff x="773113" y="1273175"/>
            <a:chExt cx="3554412" cy="3066395"/>
          </a:xfrm>
        </p:grpSpPr>
        <p:sp>
          <p:nvSpPr>
            <p:cNvPr id="216312" name="Freeform 3"/>
            <p:cNvSpPr/>
            <p:nvPr/>
          </p:nvSpPr>
          <p:spPr bwMode="auto">
            <a:xfrm>
              <a:off x="773113" y="1273175"/>
              <a:ext cx="3554412" cy="2754313"/>
            </a:xfrm>
            <a:custGeom>
              <a:avLst/>
              <a:gdLst>
                <a:gd name="T0" fmla="*/ 2147483647 w 2406"/>
                <a:gd name="T1" fmla="*/ 2147483647 h 958"/>
                <a:gd name="T2" fmla="*/ 2147483647 w 2406"/>
                <a:gd name="T3" fmla="*/ 2147483647 h 958"/>
                <a:gd name="T4" fmla="*/ 2147483647 w 2406"/>
                <a:gd name="T5" fmla="*/ 2147483647 h 958"/>
                <a:gd name="T6" fmla="*/ 2147483647 w 2406"/>
                <a:gd name="T7" fmla="*/ 2147483647 h 958"/>
                <a:gd name="T8" fmla="*/ 2147483647 w 2406"/>
                <a:gd name="T9" fmla="*/ 2147483647 h 958"/>
                <a:gd name="T10" fmla="*/ 2147483647 w 2406"/>
                <a:gd name="T11" fmla="*/ 2147483647 h 958"/>
                <a:gd name="T12" fmla="*/ 2147483647 w 2406"/>
                <a:gd name="T13" fmla="*/ 2147483647 h 958"/>
                <a:gd name="T14" fmla="*/ 2147483647 w 2406"/>
                <a:gd name="T15" fmla="*/ 2147483647 h 958"/>
                <a:gd name="T16" fmla="*/ 2147483647 w 2406"/>
                <a:gd name="T17" fmla="*/ 2147483647 h 958"/>
                <a:gd name="T18" fmla="*/ 2147483647 w 2406"/>
                <a:gd name="T19" fmla="*/ 2147483647 h 958"/>
                <a:gd name="T20" fmla="*/ 2147483647 w 2406"/>
                <a:gd name="T21" fmla="*/ 2147483647 h 958"/>
                <a:gd name="T22" fmla="*/ 2147483647 w 2406"/>
                <a:gd name="T23" fmla="*/ 2147483647 h 958"/>
                <a:gd name="T24" fmla="*/ 2147483647 w 2406"/>
                <a:gd name="T25" fmla="*/ 2147483647 h 95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406"/>
                <a:gd name="T40" fmla="*/ 0 h 958"/>
                <a:gd name="T41" fmla="*/ 2406 w 2406"/>
                <a:gd name="T42" fmla="*/ 958 h 958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406" h="958">
                  <a:moveTo>
                    <a:pt x="2192" y="274"/>
                  </a:moveTo>
                  <a:cubicBezTo>
                    <a:pt x="1978" y="94"/>
                    <a:pt x="1990" y="122"/>
                    <a:pt x="1857" y="77"/>
                  </a:cubicBezTo>
                  <a:cubicBezTo>
                    <a:pt x="1724" y="32"/>
                    <a:pt x="1584" y="0"/>
                    <a:pt x="1393" y="7"/>
                  </a:cubicBezTo>
                  <a:cubicBezTo>
                    <a:pt x="1202" y="14"/>
                    <a:pt x="898" y="84"/>
                    <a:pt x="713" y="122"/>
                  </a:cubicBezTo>
                  <a:cubicBezTo>
                    <a:pt x="528" y="160"/>
                    <a:pt x="395" y="168"/>
                    <a:pt x="280" y="234"/>
                  </a:cubicBezTo>
                  <a:cubicBezTo>
                    <a:pt x="166" y="301"/>
                    <a:pt x="52" y="432"/>
                    <a:pt x="26" y="522"/>
                  </a:cubicBezTo>
                  <a:cubicBezTo>
                    <a:pt x="0" y="612"/>
                    <a:pt x="81" y="711"/>
                    <a:pt x="122" y="773"/>
                  </a:cubicBezTo>
                  <a:cubicBezTo>
                    <a:pt x="163" y="835"/>
                    <a:pt x="99" y="877"/>
                    <a:pt x="273" y="894"/>
                  </a:cubicBezTo>
                  <a:cubicBezTo>
                    <a:pt x="447" y="911"/>
                    <a:pt x="938" y="866"/>
                    <a:pt x="1169" y="876"/>
                  </a:cubicBezTo>
                  <a:cubicBezTo>
                    <a:pt x="1400" y="886"/>
                    <a:pt x="1499" y="950"/>
                    <a:pt x="1659" y="954"/>
                  </a:cubicBezTo>
                  <a:cubicBezTo>
                    <a:pt x="1819" y="958"/>
                    <a:pt x="2014" y="958"/>
                    <a:pt x="2129" y="897"/>
                  </a:cubicBezTo>
                  <a:cubicBezTo>
                    <a:pt x="2244" y="836"/>
                    <a:pt x="2327" y="856"/>
                    <a:pt x="2350" y="591"/>
                  </a:cubicBezTo>
                  <a:cubicBezTo>
                    <a:pt x="2373" y="326"/>
                    <a:pt x="2406" y="454"/>
                    <a:pt x="2192" y="274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6313" name="Line 36"/>
            <p:cNvSpPr>
              <a:spLocks noChangeShapeType="1"/>
            </p:cNvSpPr>
            <p:nvPr/>
          </p:nvSpPr>
          <p:spPr bwMode="auto">
            <a:xfrm flipV="1">
              <a:off x="3775075" y="2344738"/>
              <a:ext cx="155575" cy="1428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6314" name="Line 43"/>
            <p:cNvSpPr>
              <a:spLocks noChangeShapeType="1"/>
            </p:cNvSpPr>
            <p:nvPr/>
          </p:nvSpPr>
          <p:spPr bwMode="auto">
            <a:xfrm flipV="1">
              <a:off x="2665413" y="2517775"/>
              <a:ext cx="69532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6315" name="Line 44"/>
            <p:cNvSpPr>
              <a:spLocks noChangeShapeType="1"/>
            </p:cNvSpPr>
            <p:nvPr/>
          </p:nvSpPr>
          <p:spPr bwMode="auto">
            <a:xfrm flipV="1">
              <a:off x="3924300" y="2201863"/>
              <a:ext cx="138113" cy="1428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6316" name="Line 48"/>
            <p:cNvSpPr>
              <a:spLocks noChangeShapeType="1"/>
            </p:cNvSpPr>
            <p:nvPr/>
          </p:nvSpPr>
          <p:spPr bwMode="auto">
            <a:xfrm flipV="1">
              <a:off x="3279775" y="2736850"/>
              <a:ext cx="512763" cy="6127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3438" name="Text Box 240"/>
            <p:cNvSpPr txBox="1">
              <a:spLocks noChangeArrowheads="1"/>
            </p:cNvSpPr>
            <p:nvPr/>
          </p:nvSpPr>
          <p:spPr bwMode="auto">
            <a:xfrm>
              <a:off x="2562225" y="3815807"/>
              <a:ext cx="1211263" cy="52376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Comic Sans MS" panose="030F0902030302020204" pitchFamily="66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400" dirty="0" smtClean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router</a:t>
              </a:r>
              <a:endParaRPr lang="en-US" sz="1400" dirty="0" smtClean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  <a:p>
              <a:pPr>
                <a:defRPr/>
              </a:pPr>
              <a:r>
                <a:rPr lang="en-US" sz="1400" dirty="0" smtClean="0">
                  <a:solidFill>
                    <a:srgbClr val="000000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(runs DHCP)</a:t>
              </a:r>
              <a:endParaRPr lang="en-US" sz="1400" dirty="0" smtClean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grpSp>
          <p:nvGrpSpPr>
            <p:cNvPr id="216318" name="Group 356"/>
            <p:cNvGrpSpPr/>
            <p:nvPr/>
          </p:nvGrpSpPr>
          <p:grpSpPr bwMode="auto">
            <a:xfrm>
              <a:off x="1653422" y="1982680"/>
              <a:ext cx="843032" cy="814871"/>
              <a:chOff x="313" y="1497"/>
              <a:chExt cx="1152" cy="1014"/>
            </a:xfrm>
          </p:grpSpPr>
          <p:pic>
            <p:nvPicPr>
              <p:cNvPr id="216370" name="Picture 354" descr="laptop_stylized_small"/>
              <p:cNvPicPr>
                <a:picLocks noChangeAspect="1"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3" y="1727"/>
                <a:ext cx="1152" cy="78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16371" name="Picture 355" descr="antenna_stylized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4" y="1497"/>
                <a:ext cx="1113" cy="6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93440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36925" y="2423867"/>
              <a:ext cx="879475" cy="349175"/>
            </a:xfrm>
            <a:prstGeom prst="rect">
              <a:avLst/>
            </a:prstGeom>
            <a:noFill/>
            <a:ln>
              <a:noFill/>
            </a:ln>
            <a:effectLst/>
          </p:spPr>
        </p:pic>
        <p:sp>
          <p:nvSpPr>
            <p:cNvPr id="310" name="Rectangle 43"/>
            <p:cNvSpPr>
              <a:spLocks noChangeArrowheads="1"/>
            </p:cNvSpPr>
            <p:nvPr/>
          </p:nvSpPr>
          <p:spPr bwMode="auto">
            <a:xfrm rot="16200000" flipH="1">
              <a:off x="3589349" y="3549138"/>
              <a:ext cx="104753" cy="244475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Comic Sans MS" panose="030F0902030302020204" pitchFamily="66" charset="0"/>
                <a:ea typeface="+mn-ea"/>
                <a:cs typeface="+mn-cs"/>
              </a:endParaRPr>
            </a:p>
          </p:txBody>
        </p:sp>
        <p:sp>
          <p:nvSpPr>
            <p:cNvPr id="311" name="Rectangle 43"/>
            <p:cNvSpPr>
              <a:spLocks noChangeArrowheads="1"/>
            </p:cNvSpPr>
            <p:nvPr/>
          </p:nvSpPr>
          <p:spPr bwMode="auto">
            <a:xfrm rot="2460490">
              <a:off x="3206750" y="3274585"/>
              <a:ext cx="82550" cy="247597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Comic Sans MS" panose="030F0902030302020204" pitchFamily="66" charset="0"/>
                <a:ea typeface="+mn-ea"/>
                <a:cs typeface="+mn-cs"/>
              </a:endParaRPr>
            </a:p>
          </p:txBody>
        </p:sp>
        <p:sp>
          <p:nvSpPr>
            <p:cNvPr id="312" name="Rectangle 43"/>
            <p:cNvSpPr>
              <a:spLocks noChangeArrowheads="1"/>
            </p:cNvSpPr>
            <p:nvPr/>
          </p:nvSpPr>
          <p:spPr bwMode="auto">
            <a:xfrm rot="16200000">
              <a:off x="2499531" y="2388124"/>
              <a:ext cx="111101" cy="296863"/>
            </a:xfrm>
            <a:prstGeom prst="rect">
              <a:avLst/>
            </a:prstGeom>
            <a:gradFill rotWithShape="1">
              <a:gsLst>
                <a:gs pos="0">
                  <a:srgbClr val="008000"/>
                </a:gs>
                <a:gs pos="50000">
                  <a:schemeClr val="bg1"/>
                </a:gs>
                <a:gs pos="100000">
                  <a:srgbClr val="008000"/>
                </a:gs>
              </a:gsLst>
              <a:lin ang="0" scaled="1"/>
            </a:gradFill>
            <a:ln w="9525">
              <a:solidFill>
                <a:srgbClr val="008000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latin typeface="Comic Sans MS" panose="030F0902030302020204" pitchFamily="66" charset="0"/>
                <a:ea typeface="+mn-ea"/>
                <a:cs typeface="+mn-cs"/>
              </a:endParaRPr>
            </a:p>
          </p:txBody>
        </p:sp>
        <p:grpSp>
          <p:nvGrpSpPr>
            <p:cNvPr id="216323" name="Group 248"/>
            <p:cNvGrpSpPr/>
            <p:nvPr/>
          </p:nvGrpSpPr>
          <p:grpSpPr bwMode="auto">
            <a:xfrm>
              <a:off x="2597285" y="3210128"/>
              <a:ext cx="332569" cy="581078"/>
              <a:chOff x="4140" y="429"/>
              <a:chExt cx="1425" cy="2396"/>
            </a:xfrm>
          </p:grpSpPr>
          <p:sp>
            <p:nvSpPr>
              <p:cNvPr id="216338" name="Freeform 148"/>
              <p:cNvSpPr/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1 w 354"/>
                  <a:gd name="T1" fmla="*/ 0 h 2742"/>
                  <a:gd name="T2" fmla="*/ 116 w 354"/>
                  <a:gd name="T3" fmla="*/ 137 h 2742"/>
                  <a:gd name="T4" fmla="*/ 114 w 354"/>
                  <a:gd name="T5" fmla="*/ 1057 h 2742"/>
                  <a:gd name="T6" fmla="*/ 0 w 354"/>
                  <a:gd name="T7" fmla="*/ 1105 h 2742"/>
                  <a:gd name="T8" fmla="*/ 21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3460" name="Rectangle 149"/>
              <p:cNvSpPr>
                <a:spLocks noChangeArrowheads="1"/>
              </p:cNvSpPr>
              <p:nvPr/>
            </p:nvSpPr>
            <p:spPr bwMode="auto">
              <a:xfrm>
                <a:off x="4207" y="426"/>
                <a:ext cx="1048" cy="2291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216340" name="Freeform 150"/>
              <p:cNvSpPr/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70 w 211"/>
                  <a:gd name="T3" fmla="*/ 88 h 2537"/>
                  <a:gd name="T4" fmla="*/ 2 w 211"/>
                  <a:gd name="T5" fmla="*/ 1007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16341" name="Freeform 151"/>
              <p:cNvSpPr/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09 w 328"/>
                  <a:gd name="T3" fmla="*/ 52 h 226"/>
                  <a:gd name="T4" fmla="*/ 108 w 328"/>
                  <a:gd name="T5" fmla="*/ 92 h 226"/>
                  <a:gd name="T6" fmla="*/ 0 w 328"/>
                  <a:gd name="T7" fmla="*/ 41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3463" name="Rectangle 152"/>
              <p:cNvSpPr>
                <a:spLocks noChangeArrowheads="1"/>
              </p:cNvSpPr>
              <p:nvPr/>
            </p:nvSpPr>
            <p:spPr bwMode="auto">
              <a:xfrm>
                <a:off x="4214" y="688"/>
                <a:ext cx="592" cy="5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grpSp>
            <p:nvGrpSpPr>
              <p:cNvPr id="216343" name="Group 153"/>
              <p:cNvGrpSpPr/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93489" name="AutoShape 154"/>
                <p:cNvSpPr>
                  <a:spLocks noChangeArrowheads="1"/>
                </p:cNvSpPr>
                <p:nvPr/>
              </p:nvSpPr>
              <p:spPr bwMode="auto">
                <a:xfrm>
                  <a:off x="617" y="2569"/>
                  <a:ext cx="721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3490" name="AutoShape 155"/>
                <p:cNvSpPr>
                  <a:spLocks noChangeArrowheads="1"/>
                </p:cNvSpPr>
                <p:nvPr/>
              </p:nvSpPr>
              <p:spPr bwMode="auto">
                <a:xfrm>
                  <a:off x="634" y="2587"/>
                  <a:ext cx="688" cy="10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sp>
            <p:nvSpPr>
              <p:cNvPr id="93465" name="Rectangle 156"/>
              <p:cNvSpPr>
                <a:spLocks noChangeArrowheads="1"/>
              </p:cNvSpPr>
              <p:nvPr/>
            </p:nvSpPr>
            <p:spPr bwMode="auto">
              <a:xfrm>
                <a:off x="4221" y="1015"/>
                <a:ext cx="599" cy="5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grpSp>
            <p:nvGrpSpPr>
              <p:cNvPr id="216345" name="Group 157"/>
              <p:cNvGrpSpPr/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93487" name="AutoShape 158"/>
                <p:cNvSpPr>
                  <a:spLocks noChangeArrowheads="1"/>
                </p:cNvSpPr>
                <p:nvPr/>
              </p:nvSpPr>
              <p:spPr bwMode="auto">
                <a:xfrm>
                  <a:off x="611" y="2570"/>
                  <a:ext cx="730" cy="13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3488" name="AutoShape 159"/>
                <p:cNvSpPr>
                  <a:spLocks noChangeArrowheads="1"/>
                </p:cNvSpPr>
                <p:nvPr/>
              </p:nvSpPr>
              <p:spPr bwMode="auto">
                <a:xfrm>
                  <a:off x="628" y="2583"/>
                  <a:ext cx="696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sp>
            <p:nvSpPr>
              <p:cNvPr id="93467" name="Rectangle 160"/>
              <p:cNvSpPr>
                <a:spLocks noChangeArrowheads="1"/>
              </p:cNvSpPr>
              <p:nvPr/>
            </p:nvSpPr>
            <p:spPr bwMode="auto">
              <a:xfrm>
                <a:off x="4214" y="1356"/>
                <a:ext cx="599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3468" name="Rectangle 161"/>
              <p:cNvSpPr>
                <a:spLocks noChangeArrowheads="1"/>
              </p:cNvSpPr>
              <p:nvPr/>
            </p:nvSpPr>
            <p:spPr bwMode="auto">
              <a:xfrm>
                <a:off x="4228" y="1657"/>
                <a:ext cx="599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grpSp>
            <p:nvGrpSpPr>
              <p:cNvPr id="216348" name="Group 162"/>
              <p:cNvGrpSpPr/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93485" name="AutoShape 163"/>
                <p:cNvSpPr>
                  <a:spLocks noChangeArrowheads="1"/>
                </p:cNvSpPr>
                <p:nvPr/>
              </p:nvSpPr>
              <p:spPr bwMode="auto">
                <a:xfrm>
                  <a:off x="618" y="2571"/>
                  <a:ext cx="720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3486" name="AutoShape 164"/>
                <p:cNvSpPr>
                  <a:spLocks noChangeArrowheads="1"/>
                </p:cNvSpPr>
                <p:nvPr/>
              </p:nvSpPr>
              <p:spPr bwMode="auto">
                <a:xfrm>
                  <a:off x="635" y="2589"/>
                  <a:ext cx="686" cy="102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sp>
            <p:nvSpPr>
              <p:cNvPr id="216349" name="Freeform 165"/>
              <p:cNvSpPr/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09 w 328"/>
                  <a:gd name="T3" fmla="*/ 51 h 226"/>
                  <a:gd name="T4" fmla="*/ 108 w 328"/>
                  <a:gd name="T5" fmla="*/ 90 h 226"/>
                  <a:gd name="T6" fmla="*/ 0 w 328"/>
                  <a:gd name="T7" fmla="*/ 39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grpSp>
            <p:nvGrpSpPr>
              <p:cNvPr id="216350" name="Group 166"/>
              <p:cNvGrpSpPr/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93483" name="AutoShape 167"/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29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3484" name="AutoShape 168"/>
                <p:cNvSpPr>
                  <a:spLocks noChangeArrowheads="1"/>
                </p:cNvSpPr>
                <p:nvPr/>
              </p:nvSpPr>
              <p:spPr bwMode="auto">
                <a:xfrm>
                  <a:off x="630" y="2584"/>
                  <a:ext cx="695" cy="105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sp>
            <p:nvSpPr>
              <p:cNvPr id="93472" name="Rectangle 169"/>
              <p:cNvSpPr>
                <a:spLocks noChangeArrowheads="1"/>
              </p:cNvSpPr>
              <p:nvPr/>
            </p:nvSpPr>
            <p:spPr bwMode="auto">
              <a:xfrm>
                <a:off x="5255" y="426"/>
                <a:ext cx="68" cy="2297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216352" name="Freeform 170"/>
              <p:cNvSpPr/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96 w 296"/>
                  <a:gd name="T3" fmla="*/ 57 h 256"/>
                  <a:gd name="T4" fmla="*/ 98 w 296"/>
                  <a:gd name="T5" fmla="*/ 102 h 256"/>
                  <a:gd name="T6" fmla="*/ 0 w 296"/>
                  <a:gd name="T7" fmla="*/ 39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16353" name="Freeform 171"/>
              <p:cNvSpPr/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01 w 304"/>
                  <a:gd name="T3" fmla="*/ 66 h 288"/>
                  <a:gd name="T4" fmla="*/ 95 w 304"/>
                  <a:gd name="T5" fmla="*/ 116 h 288"/>
                  <a:gd name="T6" fmla="*/ 2 w 304"/>
                  <a:gd name="T7" fmla="*/ 5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3475" name="Oval 172"/>
              <p:cNvSpPr>
                <a:spLocks noChangeArrowheads="1"/>
              </p:cNvSpPr>
              <p:nvPr/>
            </p:nvSpPr>
            <p:spPr bwMode="auto">
              <a:xfrm>
                <a:off x="5520" y="2612"/>
                <a:ext cx="48" cy="9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216355" name="Freeform 173"/>
              <p:cNvSpPr/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43 h 240"/>
                  <a:gd name="T2" fmla="*/ 2 w 306"/>
                  <a:gd name="T3" fmla="*/ 97 h 240"/>
                  <a:gd name="T4" fmla="*/ 101 w 306"/>
                  <a:gd name="T5" fmla="*/ 44 h 240"/>
                  <a:gd name="T6" fmla="*/ 98 w 306"/>
                  <a:gd name="T7" fmla="*/ 0 h 240"/>
                  <a:gd name="T8" fmla="*/ 0 w 306"/>
                  <a:gd name="T9" fmla="*/ 43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3477" name="AutoShape 174"/>
              <p:cNvSpPr>
                <a:spLocks noChangeArrowheads="1"/>
              </p:cNvSpPr>
              <p:nvPr/>
            </p:nvSpPr>
            <p:spPr bwMode="auto">
              <a:xfrm>
                <a:off x="4139" y="2678"/>
                <a:ext cx="1204" cy="17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3478" name="AutoShape 175"/>
              <p:cNvSpPr>
                <a:spLocks noChangeArrowheads="1"/>
              </p:cNvSpPr>
              <p:nvPr/>
            </p:nvSpPr>
            <p:spPr bwMode="auto">
              <a:xfrm>
                <a:off x="4207" y="2717"/>
                <a:ext cx="1068" cy="8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3479" name="Oval 176"/>
              <p:cNvSpPr>
                <a:spLocks noChangeArrowheads="1"/>
              </p:cNvSpPr>
              <p:nvPr/>
            </p:nvSpPr>
            <p:spPr bwMode="auto">
              <a:xfrm>
                <a:off x="4309" y="2383"/>
                <a:ext cx="156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3480" name="Oval 177"/>
              <p:cNvSpPr>
                <a:spLocks noChangeArrowheads="1"/>
              </p:cNvSpPr>
              <p:nvPr/>
            </p:nvSpPr>
            <p:spPr bwMode="auto">
              <a:xfrm>
                <a:off x="4486" y="2383"/>
                <a:ext cx="163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en-US" dirty="0">
                  <a:solidFill>
                    <a:srgbClr val="FF0000"/>
                  </a:solidFill>
                  <a:cs typeface="+mn-cs"/>
                </a:endParaRPr>
              </a:p>
            </p:txBody>
          </p:sp>
          <p:sp>
            <p:nvSpPr>
              <p:cNvPr id="93481" name="Oval 178"/>
              <p:cNvSpPr>
                <a:spLocks noChangeArrowheads="1"/>
              </p:cNvSpPr>
              <p:nvPr/>
            </p:nvSpPr>
            <p:spPr bwMode="auto">
              <a:xfrm>
                <a:off x="4663" y="2383"/>
                <a:ext cx="156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3482" name="Rectangle 179"/>
              <p:cNvSpPr>
                <a:spLocks noChangeArrowheads="1"/>
              </p:cNvSpPr>
              <p:nvPr/>
            </p:nvSpPr>
            <p:spPr bwMode="auto">
              <a:xfrm>
                <a:off x="5065" y="1834"/>
                <a:ext cx="82" cy="772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grpSp>
          <p:nvGrpSpPr>
            <p:cNvPr id="216324" name="Group 48"/>
            <p:cNvGrpSpPr/>
            <p:nvPr/>
          </p:nvGrpSpPr>
          <p:grpSpPr bwMode="auto">
            <a:xfrm>
              <a:off x="2795471" y="3465563"/>
              <a:ext cx="735669" cy="376863"/>
              <a:chOff x="3600" y="219"/>
              <a:chExt cx="360" cy="175"/>
            </a:xfrm>
          </p:grpSpPr>
          <p:sp>
            <p:nvSpPr>
              <p:cNvPr id="93446" name="Oval 49"/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3447" name="Line 50"/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3448" name="Line 51"/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3449" name="Rectangle 52"/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3" cy="5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en-US" sz="2400" i="0" dirty="0">
                  <a:solidFill>
                    <a:srgbClr val="000000"/>
                  </a:solidFill>
                  <a:latin typeface="Times New Roman" panose="02020503050405090304" charset="0"/>
                  <a:cs typeface="+mn-cs"/>
                </a:endParaRPr>
              </a:p>
            </p:txBody>
          </p:sp>
          <p:sp>
            <p:nvSpPr>
              <p:cNvPr id="93450" name="Oval 53"/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grpSp>
            <p:nvGrpSpPr>
              <p:cNvPr id="216330" name="Group 54"/>
              <p:cNvGrpSpPr/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93456" name="Line 55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93457" name="Line 56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93458" name="Line 57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  <p:grpSp>
            <p:nvGrpSpPr>
              <p:cNvPr id="216331" name="Group 58"/>
              <p:cNvGrpSpPr/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93453" name="Line 59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93454" name="Line 60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  <p:sp>
              <p:nvSpPr>
                <p:cNvPr id="93455" name="Line 61"/>
                <p:cNvSpPr>
                  <a:spLocks noChangeShapeType="1"/>
                </p:cNvSpPr>
                <p:nvPr/>
              </p:nvSpPr>
              <p:spPr bwMode="auto">
                <a:xfrm>
                  <a:off x="2894" y="854"/>
                  <a:ext cx="52" cy="9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cs typeface="+mn-cs"/>
                  </a:endParaRPr>
                </a:p>
              </p:txBody>
            </p:sp>
          </p:grpSp>
        </p:grpSp>
      </p:grpSp>
      <p:sp>
        <p:nvSpPr>
          <p:cNvPr id="216068" name="Freeform 2"/>
          <p:cNvSpPr/>
          <p:nvPr/>
        </p:nvSpPr>
        <p:spPr bwMode="auto">
          <a:xfrm>
            <a:off x="322263" y="4619625"/>
            <a:ext cx="3963987" cy="1716088"/>
          </a:xfrm>
          <a:custGeom>
            <a:avLst/>
            <a:gdLst>
              <a:gd name="T0" fmla="*/ 2147483647 w 2497"/>
              <a:gd name="T1" fmla="*/ 2147483647 h 1081"/>
              <a:gd name="T2" fmla="*/ 2147483647 w 2497"/>
              <a:gd name="T3" fmla="*/ 2147483647 h 1081"/>
              <a:gd name="T4" fmla="*/ 2147483647 w 2497"/>
              <a:gd name="T5" fmla="*/ 2147483647 h 1081"/>
              <a:gd name="T6" fmla="*/ 2147483647 w 2497"/>
              <a:gd name="T7" fmla="*/ 2147483647 h 1081"/>
              <a:gd name="T8" fmla="*/ 2147483647 w 2497"/>
              <a:gd name="T9" fmla="*/ 2147483647 h 1081"/>
              <a:gd name="T10" fmla="*/ 2147483647 w 2497"/>
              <a:gd name="T11" fmla="*/ 2147483647 h 1081"/>
              <a:gd name="T12" fmla="*/ 2147483647 w 2497"/>
              <a:gd name="T13" fmla="*/ 2147483647 h 1081"/>
              <a:gd name="T14" fmla="*/ 2147483647 w 2497"/>
              <a:gd name="T15" fmla="*/ 2147483647 h 1081"/>
              <a:gd name="T16" fmla="*/ 2147483647 w 2497"/>
              <a:gd name="T17" fmla="*/ 2147483647 h 1081"/>
              <a:gd name="T18" fmla="*/ 2147483647 w 2497"/>
              <a:gd name="T19" fmla="*/ 2147483647 h 1081"/>
              <a:gd name="T20" fmla="*/ 2147483647 w 2497"/>
              <a:gd name="T21" fmla="*/ 2147483647 h 1081"/>
              <a:gd name="T22" fmla="*/ 2147483647 w 2497"/>
              <a:gd name="T23" fmla="*/ 2147483647 h 1081"/>
              <a:gd name="T24" fmla="*/ 2147483647 w 2497"/>
              <a:gd name="T25" fmla="*/ 2147483647 h 1081"/>
              <a:gd name="T26" fmla="*/ 2147483647 w 2497"/>
              <a:gd name="T27" fmla="*/ 2147483647 h 1081"/>
              <a:gd name="T28" fmla="*/ 2147483647 w 2497"/>
              <a:gd name="T29" fmla="*/ 2147483647 h 1081"/>
              <a:gd name="T30" fmla="*/ 2147483647 w 2497"/>
              <a:gd name="T31" fmla="*/ 2147483647 h 1081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2497" h="1081">
                <a:moveTo>
                  <a:pt x="475" y="274"/>
                </a:moveTo>
                <a:cubicBezTo>
                  <a:pt x="381" y="316"/>
                  <a:pt x="280" y="389"/>
                  <a:pt x="204" y="437"/>
                </a:cubicBezTo>
                <a:cubicBezTo>
                  <a:pt x="128" y="485"/>
                  <a:pt x="42" y="503"/>
                  <a:pt x="21" y="559"/>
                </a:cubicBezTo>
                <a:cubicBezTo>
                  <a:pt x="0" y="615"/>
                  <a:pt x="56" y="734"/>
                  <a:pt x="75" y="776"/>
                </a:cubicBezTo>
                <a:cubicBezTo>
                  <a:pt x="94" y="818"/>
                  <a:pt x="116" y="789"/>
                  <a:pt x="136" y="810"/>
                </a:cubicBezTo>
                <a:cubicBezTo>
                  <a:pt x="156" y="831"/>
                  <a:pt x="167" y="876"/>
                  <a:pt x="197" y="905"/>
                </a:cubicBezTo>
                <a:cubicBezTo>
                  <a:pt x="227" y="934"/>
                  <a:pt x="231" y="970"/>
                  <a:pt x="319" y="986"/>
                </a:cubicBezTo>
                <a:cubicBezTo>
                  <a:pt x="407" y="1002"/>
                  <a:pt x="554" y="1003"/>
                  <a:pt x="726" y="1000"/>
                </a:cubicBezTo>
                <a:cubicBezTo>
                  <a:pt x="898" y="997"/>
                  <a:pt x="1146" y="961"/>
                  <a:pt x="1349" y="966"/>
                </a:cubicBezTo>
                <a:cubicBezTo>
                  <a:pt x="1552" y="971"/>
                  <a:pt x="1785" y="1028"/>
                  <a:pt x="1945" y="1033"/>
                </a:cubicBezTo>
                <a:cubicBezTo>
                  <a:pt x="2105" y="1038"/>
                  <a:pt x="2225" y="1081"/>
                  <a:pt x="2311" y="993"/>
                </a:cubicBezTo>
                <a:cubicBezTo>
                  <a:pt x="2397" y="905"/>
                  <a:pt x="2497" y="662"/>
                  <a:pt x="2460" y="506"/>
                </a:cubicBezTo>
                <a:cubicBezTo>
                  <a:pt x="2423" y="350"/>
                  <a:pt x="2280" y="116"/>
                  <a:pt x="2088" y="58"/>
                </a:cubicBezTo>
                <a:cubicBezTo>
                  <a:pt x="1896" y="0"/>
                  <a:pt x="1528" y="138"/>
                  <a:pt x="1308" y="159"/>
                </a:cubicBezTo>
                <a:cubicBezTo>
                  <a:pt x="1088" y="180"/>
                  <a:pt x="906" y="167"/>
                  <a:pt x="766" y="186"/>
                </a:cubicBezTo>
                <a:cubicBezTo>
                  <a:pt x="626" y="205"/>
                  <a:pt x="569" y="232"/>
                  <a:pt x="475" y="274"/>
                </a:cubicBezTo>
                <a:close/>
              </a:path>
            </a:pathLst>
          </a:custGeom>
          <a:gradFill rotWithShape="1">
            <a:gsLst>
              <a:gs pos="0">
                <a:srgbClr val="00CCFF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</p:spPr>
        <p:txBody>
          <a:bodyPr wrap="none"/>
          <a:lstStyle/>
          <a:p>
            <a:endParaRPr lang="en-US" dirty="0"/>
          </a:p>
        </p:txBody>
      </p:sp>
      <p:sp>
        <p:nvSpPr>
          <p:cNvPr id="216069" name="Freeform 3"/>
          <p:cNvSpPr/>
          <p:nvPr/>
        </p:nvSpPr>
        <p:spPr bwMode="auto">
          <a:xfrm>
            <a:off x="4751388" y="871538"/>
            <a:ext cx="1919287" cy="2227262"/>
          </a:xfrm>
          <a:custGeom>
            <a:avLst/>
            <a:gdLst>
              <a:gd name="T0" fmla="*/ 2147483647 w 1209"/>
              <a:gd name="T1" fmla="*/ 2147483647 h 1403"/>
              <a:gd name="T2" fmla="*/ 2147483647 w 1209"/>
              <a:gd name="T3" fmla="*/ 2147483647 h 1403"/>
              <a:gd name="T4" fmla="*/ 2147483647 w 1209"/>
              <a:gd name="T5" fmla="*/ 2147483647 h 1403"/>
              <a:gd name="T6" fmla="*/ 2147483647 w 1209"/>
              <a:gd name="T7" fmla="*/ 2147483647 h 1403"/>
              <a:gd name="T8" fmla="*/ 2147483647 w 1209"/>
              <a:gd name="T9" fmla="*/ 2147483647 h 1403"/>
              <a:gd name="T10" fmla="*/ 2147483647 w 1209"/>
              <a:gd name="T11" fmla="*/ 2147483647 h 1403"/>
              <a:gd name="T12" fmla="*/ 2147483647 w 1209"/>
              <a:gd name="T13" fmla="*/ 2147483647 h 1403"/>
              <a:gd name="T14" fmla="*/ 2147483647 w 1209"/>
              <a:gd name="T15" fmla="*/ 2147483647 h 1403"/>
              <a:gd name="T16" fmla="*/ 2147483647 w 1209"/>
              <a:gd name="T17" fmla="*/ 2147483647 h 1403"/>
              <a:gd name="T18" fmla="*/ 2147483647 w 1209"/>
              <a:gd name="T19" fmla="*/ 2147483647 h 1403"/>
              <a:gd name="T20" fmla="*/ 2147483647 w 1209"/>
              <a:gd name="T21" fmla="*/ 2147483647 h 1403"/>
              <a:gd name="T22" fmla="*/ 2147483647 w 1209"/>
              <a:gd name="T23" fmla="*/ 2147483647 h 1403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1209" h="1403">
                <a:moveTo>
                  <a:pt x="84" y="528"/>
                </a:moveTo>
                <a:cubicBezTo>
                  <a:pt x="51" y="600"/>
                  <a:pt x="28" y="643"/>
                  <a:pt x="16" y="705"/>
                </a:cubicBezTo>
                <a:cubicBezTo>
                  <a:pt x="4" y="767"/>
                  <a:pt x="0" y="845"/>
                  <a:pt x="9" y="901"/>
                </a:cubicBezTo>
                <a:cubicBezTo>
                  <a:pt x="18" y="957"/>
                  <a:pt x="44" y="983"/>
                  <a:pt x="70" y="1043"/>
                </a:cubicBezTo>
                <a:cubicBezTo>
                  <a:pt x="96" y="1103"/>
                  <a:pt x="130" y="1210"/>
                  <a:pt x="165" y="1260"/>
                </a:cubicBezTo>
                <a:cubicBezTo>
                  <a:pt x="200" y="1310"/>
                  <a:pt x="223" y="1324"/>
                  <a:pt x="280" y="1342"/>
                </a:cubicBezTo>
                <a:cubicBezTo>
                  <a:pt x="337" y="1360"/>
                  <a:pt x="393" y="1368"/>
                  <a:pt x="510" y="1369"/>
                </a:cubicBezTo>
                <a:cubicBezTo>
                  <a:pt x="627" y="1370"/>
                  <a:pt x="775" y="1403"/>
                  <a:pt x="985" y="1348"/>
                </a:cubicBezTo>
                <a:cubicBezTo>
                  <a:pt x="1195" y="1293"/>
                  <a:pt x="1209" y="54"/>
                  <a:pt x="985" y="27"/>
                </a:cubicBezTo>
                <a:cubicBezTo>
                  <a:pt x="761" y="0"/>
                  <a:pt x="606" y="115"/>
                  <a:pt x="477" y="156"/>
                </a:cubicBezTo>
                <a:cubicBezTo>
                  <a:pt x="348" y="197"/>
                  <a:pt x="280" y="207"/>
                  <a:pt x="212" y="271"/>
                </a:cubicBezTo>
                <a:cubicBezTo>
                  <a:pt x="144" y="335"/>
                  <a:pt x="117" y="456"/>
                  <a:pt x="84" y="528"/>
                </a:cubicBezTo>
                <a:close/>
              </a:path>
            </a:pathLst>
          </a:custGeom>
          <a:gradFill rotWithShape="1">
            <a:gsLst>
              <a:gs pos="0">
                <a:srgbClr val="00CCFF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</p:spPr>
        <p:txBody>
          <a:bodyPr wrap="none"/>
          <a:lstStyle/>
          <a:p>
            <a:endParaRPr lang="en-US" dirty="0"/>
          </a:p>
        </p:txBody>
      </p:sp>
      <p:sp>
        <p:nvSpPr>
          <p:cNvPr id="93191" name="Rectangle 4"/>
          <p:cNvSpPr>
            <a:spLocks noGrp="1" noChangeArrowheads="1"/>
          </p:cNvSpPr>
          <p:nvPr>
            <p:ph type="title"/>
          </p:nvPr>
        </p:nvSpPr>
        <p:spPr>
          <a:xfrm>
            <a:off x="323850" y="0"/>
            <a:ext cx="8361363" cy="973138"/>
          </a:xfrm>
        </p:spPr>
        <p:txBody>
          <a:bodyPr/>
          <a:lstStyle/>
          <a:p>
            <a:pPr>
              <a:defRPr/>
            </a:pPr>
            <a:r>
              <a:rPr lang="en-US" sz="3600" dirty="0">
                <a:latin typeface="Gill Sans MT" pitchFamily="34" charset="0"/>
                <a:cs typeface="+mj-cs"/>
              </a:rPr>
              <a:t>A day in the life… HTTP request/reply </a:t>
            </a:r>
            <a:endParaRPr lang="en-US" sz="3600" dirty="0">
              <a:latin typeface="Gill Sans MT" pitchFamily="34" charset="0"/>
              <a:cs typeface="+mj-cs"/>
            </a:endParaRPr>
          </a:p>
        </p:txBody>
      </p:sp>
      <p:grpSp>
        <p:nvGrpSpPr>
          <p:cNvPr id="216071" name="Group 35"/>
          <p:cNvGrpSpPr/>
          <p:nvPr/>
        </p:nvGrpSpPr>
        <p:grpSpPr bwMode="auto">
          <a:xfrm>
            <a:off x="1195388" y="1081088"/>
            <a:ext cx="976312" cy="1460500"/>
            <a:chOff x="651" y="681"/>
            <a:chExt cx="615" cy="920"/>
          </a:xfrm>
        </p:grpSpPr>
        <p:sp>
          <p:nvSpPr>
            <p:cNvPr id="216304" name="Freeform 36"/>
            <p:cNvSpPr/>
            <p:nvPr/>
          </p:nvSpPr>
          <p:spPr bwMode="auto">
            <a:xfrm>
              <a:off x="662" y="698"/>
              <a:ext cx="604" cy="903"/>
            </a:xfrm>
            <a:custGeom>
              <a:avLst/>
              <a:gdLst>
                <a:gd name="T0" fmla="*/ 496 w 604"/>
                <a:gd name="T1" fmla="*/ 0 h 903"/>
                <a:gd name="T2" fmla="*/ 604 w 604"/>
                <a:gd name="T3" fmla="*/ 903 h 903"/>
                <a:gd name="T4" fmla="*/ 0 w 604"/>
                <a:gd name="T5" fmla="*/ 788 h 903"/>
                <a:gd name="T6" fmla="*/ 456 w 604"/>
                <a:gd name="T7" fmla="*/ 750 h 903"/>
                <a:gd name="T8" fmla="*/ 496 w 604"/>
                <a:gd name="T9" fmla="*/ 0 h 9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4" h="903">
                  <a:moveTo>
                    <a:pt x="496" y="0"/>
                  </a:moveTo>
                  <a:lnTo>
                    <a:pt x="604" y="903"/>
                  </a:lnTo>
                  <a:lnTo>
                    <a:pt x="0" y="788"/>
                  </a:lnTo>
                  <a:lnTo>
                    <a:pt x="456" y="750"/>
                  </a:lnTo>
                  <a:lnTo>
                    <a:pt x="496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2700000" scaled="1"/>
            </a:gradFill>
            <a:ln>
              <a:noFill/>
            </a:ln>
            <a:effectLst/>
          </p:spPr>
          <p:txBody>
            <a:bodyPr wrap="none"/>
            <a:lstStyle/>
            <a:p>
              <a:endParaRPr lang="en-US" dirty="0"/>
            </a:p>
          </p:txBody>
        </p:sp>
        <p:grpSp>
          <p:nvGrpSpPr>
            <p:cNvPr id="216305" name="Group 37"/>
            <p:cNvGrpSpPr/>
            <p:nvPr/>
          </p:nvGrpSpPr>
          <p:grpSpPr bwMode="auto">
            <a:xfrm>
              <a:off x="651" y="681"/>
              <a:ext cx="500" cy="828"/>
              <a:chOff x="569" y="2954"/>
              <a:chExt cx="500" cy="828"/>
            </a:xfrm>
          </p:grpSpPr>
          <p:sp>
            <p:nvSpPr>
              <p:cNvPr id="93427" name="Rectangle 38"/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3428" name="Text Box 39"/>
              <p:cNvSpPr txBox="1">
                <a:spLocks noChangeArrowheads="1"/>
              </p:cNvSpPr>
              <p:nvPr/>
            </p:nvSpPr>
            <p:spPr bwMode="auto">
              <a:xfrm>
                <a:off x="607" y="2954"/>
                <a:ext cx="449" cy="82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9pPr>
              </a:lstStyle>
              <a:p>
                <a:pPr algn="ctr">
                  <a:defRPr/>
                </a:pPr>
                <a:r>
                  <a:rPr lang="en-US" sz="1600" i="0" dirty="0" smtClean="0">
                    <a:solidFill>
                      <a:srgbClr val="000000"/>
                    </a:solidFill>
                    <a:latin typeface="Arial" panose="020B0604020202090204" pitchFamily="34" charset="0"/>
                    <a:cs typeface="+mn-cs"/>
                  </a:rPr>
                  <a:t>HTTP</a:t>
                </a:r>
                <a:endParaRPr lang="en-US" sz="1600" i="0" dirty="0" smtClean="0">
                  <a:solidFill>
                    <a:srgbClr val="000000"/>
                  </a:solidFill>
                  <a:latin typeface="Arial" panose="020B0604020202090204" pitchFamily="34" charset="0"/>
                  <a:cs typeface="+mn-cs"/>
                </a:endParaRPr>
              </a:p>
              <a:p>
                <a:pPr algn="ctr">
                  <a:defRPr/>
                </a:pPr>
                <a:r>
                  <a:rPr lang="en-US" sz="1600" i="0" dirty="0" smtClean="0">
                    <a:solidFill>
                      <a:srgbClr val="000000"/>
                    </a:solidFill>
                    <a:latin typeface="Arial" panose="020B0604020202090204" pitchFamily="34" charset="0"/>
                    <a:cs typeface="+mn-cs"/>
                  </a:rPr>
                  <a:t>TCP</a:t>
                </a:r>
                <a:endParaRPr lang="en-US" sz="1600" i="0" dirty="0" smtClean="0">
                  <a:solidFill>
                    <a:srgbClr val="000000"/>
                  </a:solidFill>
                  <a:latin typeface="Arial" panose="020B0604020202090204" pitchFamily="34" charset="0"/>
                  <a:cs typeface="+mn-cs"/>
                </a:endParaRPr>
              </a:p>
              <a:p>
                <a:pPr algn="ctr">
                  <a:defRPr/>
                </a:pPr>
                <a:r>
                  <a:rPr lang="en-US" sz="1600" i="0" dirty="0" smtClean="0">
                    <a:solidFill>
                      <a:srgbClr val="000000"/>
                    </a:solidFill>
                    <a:latin typeface="Arial" panose="020B0604020202090204" pitchFamily="34" charset="0"/>
                    <a:cs typeface="+mn-cs"/>
                  </a:rPr>
                  <a:t>IP</a:t>
                </a:r>
                <a:endParaRPr lang="en-US" sz="1600" i="0" dirty="0" smtClean="0">
                  <a:solidFill>
                    <a:srgbClr val="000000"/>
                  </a:solidFill>
                  <a:latin typeface="Arial" panose="020B0604020202090204" pitchFamily="34" charset="0"/>
                  <a:cs typeface="+mn-cs"/>
                </a:endParaRPr>
              </a:p>
              <a:p>
                <a:pPr algn="ctr">
                  <a:defRPr/>
                </a:pPr>
                <a:r>
                  <a:rPr lang="en-US" sz="1600" i="0" dirty="0" smtClean="0">
                    <a:solidFill>
                      <a:srgbClr val="000000"/>
                    </a:solidFill>
                    <a:latin typeface="Arial" panose="020B0604020202090204" pitchFamily="34" charset="0"/>
                    <a:cs typeface="+mn-cs"/>
                  </a:rPr>
                  <a:t>Eth</a:t>
                </a:r>
                <a:endParaRPr lang="en-US" sz="1600" i="0" dirty="0" smtClean="0">
                  <a:solidFill>
                    <a:srgbClr val="000000"/>
                  </a:solidFill>
                  <a:latin typeface="Arial" panose="020B0604020202090204" pitchFamily="34" charset="0"/>
                  <a:cs typeface="+mn-cs"/>
                </a:endParaRPr>
              </a:p>
              <a:p>
                <a:pPr algn="ctr">
                  <a:defRPr/>
                </a:pPr>
                <a:r>
                  <a:rPr lang="en-US" sz="1600" i="0" dirty="0" smtClean="0">
                    <a:solidFill>
                      <a:srgbClr val="000000"/>
                    </a:solidFill>
                    <a:latin typeface="Arial" panose="020B0604020202090204" pitchFamily="34" charset="0"/>
                    <a:cs typeface="+mn-cs"/>
                  </a:rPr>
                  <a:t>Phy</a:t>
                </a:r>
                <a:endParaRPr lang="en-US" sz="1600" i="0" dirty="0" smtClean="0">
                  <a:solidFill>
                    <a:srgbClr val="000000"/>
                  </a:solidFill>
                  <a:latin typeface="Arial" panose="020B0604020202090204" pitchFamily="34" charset="0"/>
                  <a:cs typeface="+mn-cs"/>
                </a:endParaRPr>
              </a:p>
            </p:txBody>
          </p:sp>
          <p:sp>
            <p:nvSpPr>
              <p:cNvPr id="93429" name="Line 40"/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3430" name="Line 41"/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3431" name="Line 42"/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3432" name="Line 43"/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</p:grpSp>
      <p:grpSp>
        <p:nvGrpSpPr>
          <p:cNvPr id="707628" name="Group 44"/>
          <p:cNvGrpSpPr/>
          <p:nvPr/>
        </p:nvGrpSpPr>
        <p:grpSpPr bwMode="auto">
          <a:xfrm>
            <a:off x="442913" y="1054100"/>
            <a:ext cx="515937" cy="333375"/>
            <a:chOff x="328" y="678"/>
            <a:chExt cx="325" cy="210"/>
          </a:xfrm>
        </p:grpSpPr>
        <p:grpSp>
          <p:nvGrpSpPr>
            <p:cNvPr id="216300" name="Group 45"/>
            <p:cNvGrpSpPr/>
            <p:nvPr/>
          </p:nvGrpSpPr>
          <p:grpSpPr bwMode="auto">
            <a:xfrm>
              <a:off x="328" y="693"/>
              <a:ext cx="325" cy="154"/>
              <a:chOff x="844" y="3337"/>
              <a:chExt cx="325" cy="154"/>
            </a:xfrm>
          </p:grpSpPr>
          <p:sp>
            <p:nvSpPr>
              <p:cNvPr id="93423" name="Rectangle 46"/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3424" name="Text Box 47"/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325" cy="15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1000" i="0" dirty="0" smtClean="0">
                    <a:solidFill>
                      <a:srgbClr val="FFFFFF"/>
                    </a:solidFill>
                    <a:latin typeface="Arial" panose="020B0604020202090204" pitchFamily="34" charset="0"/>
                    <a:cs typeface="+mn-cs"/>
                  </a:rPr>
                  <a:t>HTTP</a:t>
                </a:r>
                <a:endParaRPr lang="en-US" sz="1000" i="0" dirty="0" smtClean="0">
                  <a:solidFill>
                    <a:srgbClr val="FFFFFF"/>
                  </a:solidFill>
                  <a:latin typeface="Arial" panose="020B0604020202090204" pitchFamily="34" charset="0"/>
                  <a:cs typeface="+mn-cs"/>
                </a:endParaRPr>
              </a:p>
            </p:txBody>
          </p:sp>
        </p:grpSp>
        <p:sp>
          <p:nvSpPr>
            <p:cNvPr id="93422" name="AutoShape 48"/>
            <p:cNvSpPr>
              <a:spLocks noChangeArrowheads="1"/>
            </p:cNvSpPr>
            <p:nvPr/>
          </p:nvSpPr>
          <p:spPr bwMode="auto">
            <a:xfrm>
              <a:off x="396" y="678"/>
              <a:ext cx="240" cy="210"/>
            </a:xfrm>
            <a:prstGeom prst="downArrow">
              <a:avLst>
                <a:gd name="adj1" fmla="val 49167"/>
                <a:gd name="adj2" fmla="val 24292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</p:grpSp>
      <p:sp>
        <p:nvSpPr>
          <p:cNvPr id="707633" name="Rectangle 49"/>
          <p:cNvSpPr>
            <a:spLocks noChangeArrowheads="1"/>
          </p:cNvSpPr>
          <p:nvPr/>
        </p:nvSpPr>
        <p:spPr bwMode="auto">
          <a:xfrm>
            <a:off x="5183188" y="3105150"/>
            <a:ext cx="3441700" cy="950913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000" dirty="0">
                <a:solidFill>
                  <a:srgbClr val="C00000"/>
                </a:solidFill>
                <a:latin typeface="Gill Sans MT" pitchFamily="34" charset="0"/>
                <a:cs typeface="+mn-cs"/>
              </a:rPr>
              <a:t>HTTP request</a:t>
            </a:r>
            <a:r>
              <a:rPr lang="en-US" sz="2000" i="0" dirty="0">
                <a:solidFill>
                  <a:srgbClr val="C00000"/>
                </a:solidFill>
                <a:latin typeface="Gill Sans MT" pitchFamily="34" charset="0"/>
                <a:cs typeface="+mn-cs"/>
              </a:rPr>
              <a:t> </a:t>
            </a:r>
            <a:r>
              <a:rPr lang="en-US" sz="2000" i="0" dirty="0">
                <a:solidFill>
                  <a:srgbClr val="000000"/>
                </a:solidFill>
                <a:latin typeface="Gill Sans MT" pitchFamily="34" charset="0"/>
                <a:cs typeface="+mn-cs"/>
              </a:rPr>
              <a:t>sent into TCP socket</a:t>
            </a:r>
            <a:endParaRPr lang="en-US" sz="2000" i="0" dirty="0">
              <a:solidFill>
                <a:srgbClr val="000000"/>
              </a:solidFill>
              <a:latin typeface="Gill Sans MT" pitchFamily="34" charset="0"/>
              <a:cs typeface="+mn-cs"/>
            </a:endParaRPr>
          </a:p>
        </p:txBody>
      </p:sp>
      <p:sp>
        <p:nvSpPr>
          <p:cNvPr id="707634" name="Rectangle 50"/>
          <p:cNvSpPr>
            <a:spLocks noChangeArrowheads="1"/>
          </p:cNvSpPr>
          <p:nvPr/>
        </p:nvSpPr>
        <p:spPr bwMode="auto">
          <a:xfrm>
            <a:off x="5176838" y="3797300"/>
            <a:ext cx="3787775" cy="985838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000" i="0" dirty="0">
                <a:solidFill>
                  <a:srgbClr val="000000"/>
                </a:solidFill>
                <a:latin typeface="Gill Sans MT" pitchFamily="34" charset="0"/>
                <a:cs typeface="+mn-cs"/>
              </a:rPr>
              <a:t>IP datagram containing HTTP request routed to www.google.com</a:t>
            </a:r>
            <a:endParaRPr lang="en-US" sz="2000" i="0" dirty="0">
              <a:solidFill>
                <a:srgbClr val="000000"/>
              </a:solidFill>
              <a:latin typeface="Gill Sans MT" pitchFamily="34" charset="0"/>
              <a:cs typeface="+mn-cs"/>
            </a:endParaRPr>
          </a:p>
        </p:txBody>
      </p:sp>
      <p:sp>
        <p:nvSpPr>
          <p:cNvPr id="707635" name="Rectangle 51"/>
          <p:cNvSpPr>
            <a:spLocks noChangeArrowheads="1"/>
          </p:cNvSpPr>
          <p:nvPr/>
        </p:nvSpPr>
        <p:spPr bwMode="auto">
          <a:xfrm>
            <a:off x="5189538" y="5702300"/>
            <a:ext cx="3865562" cy="536575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000" i="0" dirty="0">
                <a:solidFill>
                  <a:srgbClr val="000000"/>
                </a:solidFill>
                <a:latin typeface="Gill Sans MT" pitchFamily="34" charset="0"/>
                <a:cs typeface="+mn-cs"/>
              </a:rPr>
              <a:t>IP datagram containing HTTP reply routed back to client</a:t>
            </a:r>
            <a:endParaRPr lang="en-US" sz="2000" i="0" dirty="0">
              <a:solidFill>
                <a:srgbClr val="000000"/>
              </a:solidFill>
              <a:latin typeface="Gill Sans MT" pitchFamily="34" charset="0"/>
              <a:cs typeface="+mn-cs"/>
            </a:endParaRPr>
          </a:p>
        </p:txBody>
      </p:sp>
      <p:grpSp>
        <p:nvGrpSpPr>
          <p:cNvPr id="216076" name="Group 166"/>
          <p:cNvGrpSpPr/>
          <p:nvPr/>
        </p:nvGrpSpPr>
        <p:grpSpPr bwMode="auto">
          <a:xfrm>
            <a:off x="3795713" y="2409825"/>
            <a:ext cx="1576387" cy="1287463"/>
            <a:chOff x="3228" y="1776"/>
            <a:chExt cx="252" cy="96"/>
          </a:xfrm>
        </p:grpSpPr>
        <p:sp>
          <p:nvSpPr>
            <p:cNvPr id="216298" name="Line 164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6299" name="Line 165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</a:ln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16077" name="Group 167"/>
          <p:cNvGrpSpPr/>
          <p:nvPr/>
        </p:nvGrpSpPr>
        <p:grpSpPr bwMode="auto">
          <a:xfrm flipH="1">
            <a:off x="5600700" y="2424113"/>
            <a:ext cx="400050" cy="152400"/>
            <a:chOff x="3228" y="1776"/>
            <a:chExt cx="252" cy="96"/>
          </a:xfrm>
        </p:grpSpPr>
        <p:sp>
          <p:nvSpPr>
            <p:cNvPr id="216296" name="Line 168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6297" name="Line 169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</a:ln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16078" name="Group 170"/>
          <p:cNvGrpSpPr/>
          <p:nvPr/>
        </p:nvGrpSpPr>
        <p:grpSpPr bwMode="auto">
          <a:xfrm flipH="1" flipV="1">
            <a:off x="5753100" y="1900238"/>
            <a:ext cx="400050" cy="152400"/>
            <a:chOff x="3228" y="1776"/>
            <a:chExt cx="252" cy="96"/>
          </a:xfrm>
        </p:grpSpPr>
        <p:sp>
          <p:nvSpPr>
            <p:cNvPr id="216294" name="Line 171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6295" name="Line 172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</a:ln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16079" name="Group 110"/>
          <p:cNvGrpSpPr/>
          <p:nvPr/>
        </p:nvGrpSpPr>
        <p:grpSpPr bwMode="auto">
          <a:xfrm>
            <a:off x="3057525" y="5273675"/>
            <a:ext cx="757238" cy="379413"/>
            <a:chOff x="2466" y="2026"/>
            <a:chExt cx="477" cy="282"/>
          </a:xfrm>
        </p:grpSpPr>
        <p:sp>
          <p:nvSpPr>
            <p:cNvPr id="216280" name="Oval 111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eaLnBrk="1" hangingPunct="1"/>
              <a:endParaRPr lang="en-US" i="0" dirty="0">
                <a:solidFill>
                  <a:srgbClr val="000000"/>
                </a:solidFill>
                <a:latin typeface="Arial" panose="020B0604020202090204" pitchFamily="34" charset="0"/>
              </a:endParaRPr>
            </a:p>
          </p:txBody>
        </p:sp>
        <p:sp>
          <p:nvSpPr>
            <p:cNvPr id="216281" name="Line 112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6282" name="Rectangle 113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txBody>
            <a:bodyPr wrap="none" anchor="ctr"/>
            <a:lstStyle/>
            <a:p>
              <a:pPr algn="ctr"/>
              <a:endParaRPr lang="en-US" sz="2400" i="0" dirty="0">
                <a:solidFill>
                  <a:srgbClr val="000000"/>
                </a:solidFill>
                <a:latin typeface="Times New Roman" panose="02020503050405090304" charset="0"/>
              </a:endParaRPr>
            </a:p>
          </p:txBody>
        </p:sp>
        <p:sp>
          <p:nvSpPr>
            <p:cNvPr id="216283" name="Oval 114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eaLnBrk="1" hangingPunct="1"/>
              <a:endParaRPr lang="en-US" i="0" dirty="0">
                <a:solidFill>
                  <a:srgbClr val="000000"/>
                </a:solidFill>
                <a:latin typeface="Arial" panose="020B0604020202090204" pitchFamily="34" charset="0"/>
              </a:endParaRPr>
            </a:p>
          </p:txBody>
        </p:sp>
        <p:grpSp>
          <p:nvGrpSpPr>
            <p:cNvPr id="216284" name="Group 115"/>
            <p:cNvGrpSpPr/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216291" name="Line 116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6292" name="Line 117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6293" name="Line 118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216285" name="Group 119"/>
            <p:cNvGrpSpPr/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216288" name="Line 120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6289" name="Line 121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6290" name="Line 122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216286" name="Line 123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6287" name="Line 124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216080" name="Line 136"/>
          <p:cNvSpPr>
            <a:spLocks noChangeShapeType="1"/>
          </p:cNvSpPr>
          <p:nvPr/>
        </p:nvSpPr>
        <p:spPr bwMode="auto">
          <a:xfrm flipV="1">
            <a:off x="2543175" y="5443538"/>
            <a:ext cx="490538" cy="15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</p:spPr>
        <p:txBody>
          <a:bodyPr/>
          <a:lstStyle/>
          <a:p>
            <a:endParaRPr lang="en-US" dirty="0"/>
          </a:p>
        </p:txBody>
      </p:sp>
      <p:sp>
        <p:nvSpPr>
          <p:cNvPr id="216081" name="Text Box 137"/>
          <p:cNvSpPr txBox="1">
            <a:spLocks noChangeArrowheads="1"/>
          </p:cNvSpPr>
          <p:nvPr/>
        </p:nvSpPr>
        <p:spPr bwMode="auto">
          <a:xfrm>
            <a:off x="1003300" y="5835650"/>
            <a:ext cx="1595438" cy="33655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  <a:cs typeface="MS PGothic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 eaLnBrk="1" hangingPunct="1"/>
            <a:r>
              <a:rPr lang="en-US" sz="1600" i="0" dirty="0">
                <a:solidFill>
                  <a:srgbClr val="000000"/>
                </a:solidFill>
                <a:latin typeface="Arial" panose="020B0604020202090204" pitchFamily="34" charset="0"/>
              </a:rPr>
              <a:t>64.233.169.105</a:t>
            </a:r>
            <a:endParaRPr lang="en-US" sz="1600" i="0" dirty="0">
              <a:solidFill>
                <a:srgbClr val="000000"/>
              </a:solidFill>
              <a:latin typeface="Arial" panose="020B0604020202090204" pitchFamily="34" charset="0"/>
            </a:endParaRPr>
          </a:p>
        </p:txBody>
      </p:sp>
      <p:sp>
        <p:nvSpPr>
          <p:cNvPr id="216082" name="Text Box 138"/>
          <p:cNvSpPr txBox="1">
            <a:spLocks noChangeArrowheads="1"/>
          </p:cNvSpPr>
          <p:nvPr/>
        </p:nvSpPr>
        <p:spPr bwMode="auto">
          <a:xfrm>
            <a:off x="971550" y="5541963"/>
            <a:ext cx="1177925" cy="33655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  <a:cs typeface="MS PGothic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Comic Sans MS" panose="030F0902030302020204" pitchFamily="66" charset="0"/>
                <a:ea typeface="MS PGothic" charset="0"/>
              </a:defRPr>
            </a:lvl9pPr>
          </a:lstStyle>
          <a:p>
            <a:pPr eaLnBrk="1" hangingPunct="1"/>
            <a:r>
              <a:rPr lang="en-US" sz="1600" i="0" dirty="0">
                <a:solidFill>
                  <a:srgbClr val="000000"/>
                </a:solidFill>
                <a:latin typeface="Arial" panose="020B0604020202090204" pitchFamily="34" charset="0"/>
              </a:rPr>
              <a:t>web server</a:t>
            </a:r>
            <a:endParaRPr lang="en-US" sz="1600" i="0" dirty="0">
              <a:solidFill>
                <a:srgbClr val="000000"/>
              </a:solidFill>
              <a:latin typeface="Arial" panose="020B0604020202090204" pitchFamily="34" charset="0"/>
            </a:endParaRPr>
          </a:p>
        </p:txBody>
      </p:sp>
      <p:grpSp>
        <p:nvGrpSpPr>
          <p:cNvPr id="216083" name="Group 194"/>
          <p:cNvGrpSpPr/>
          <p:nvPr/>
        </p:nvGrpSpPr>
        <p:grpSpPr bwMode="auto">
          <a:xfrm>
            <a:off x="2970213" y="5649913"/>
            <a:ext cx="295275" cy="114300"/>
            <a:chOff x="3228" y="1776"/>
            <a:chExt cx="252" cy="96"/>
          </a:xfrm>
        </p:grpSpPr>
        <p:sp>
          <p:nvSpPr>
            <p:cNvPr id="216278" name="Line 195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6279" name="Line 196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</a:ln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16084" name="Group 200"/>
          <p:cNvGrpSpPr/>
          <p:nvPr/>
        </p:nvGrpSpPr>
        <p:grpSpPr bwMode="auto">
          <a:xfrm flipH="1" flipV="1">
            <a:off x="3813175" y="5354638"/>
            <a:ext cx="295275" cy="114300"/>
            <a:chOff x="3228" y="1776"/>
            <a:chExt cx="252" cy="96"/>
          </a:xfrm>
        </p:grpSpPr>
        <p:sp>
          <p:nvSpPr>
            <p:cNvPr id="216276" name="Line 201"/>
            <p:cNvSpPr>
              <a:spLocks noChangeShapeType="1"/>
            </p:cNvSpPr>
            <p:nvPr/>
          </p:nvSpPr>
          <p:spPr bwMode="auto">
            <a:xfrm flipV="1">
              <a:off x="3339" y="1776"/>
              <a:ext cx="141" cy="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6277" name="Line 202"/>
            <p:cNvSpPr>
              <a:spLocks noChangeShapeType="1"/>
            </p:cNvSpPr>
            <p:nvPr/>
          </p:nvSpPr>
          <p:spPr bwMode="auto">
            <a:xfrm flipV="1">
              <a:off x="3228" y="1833"/>
              <a:ext cx="102" cy="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</a:ln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93206" name="Line 112"/>
          <p:cNvSpPr>
            <a:spLocks noChangeShapeType="1"/>
          </p:cNvSpPr>
          <p:nvPr/>
        </p:nvSpPr>
        <p:spPr bwMode="auto">
          <a:xfrm flipH="1">
            <a:off x="3594100" y="2432050"/>
            <a:ext cx="1882775" cy="2892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grpSp>
        <p:nvGrpSpPr>
          <p:cNvPr id="216086" name="Group 145"/>
          <p:cNvGrpSpPr/>
          <p:nvPr/>
        </p:nvGrpSpPr>
        <p:grpSpPr bwMode="auto">
          <a:xfrm>
            <a:off x="1509713" y="3965575"/>
            <a:ext cx="976312" cy="1460500"/>
            <a:chOff x="4000" y="1895"/>
            <a:chExt cx="615" cy="920"/>
          </a:xfrm>
        </p:grpSpPr>
        <p:sp>
          <p:nvSpPr>
            <p:cNvPr id="216268" name="Freeform 146"/>
            <p:cNvSpPr/>
            <p:nvPr/>
          </p:nvSpPr>
          <p:spPr bwMode="auto">
            <a:xfrm>
              <a:off x="4011" y="1912"/>
              <a:ext cx="604" cy="903"/>
            </a:xfrm>
            <a:custGeom>
              <a:avLst/>
              <a:gdLst>
                <a:gd name="T0" fmla="*/ 496 w 604"/>
                <a:gd name="T1" fmla="*/ 0 h 903"/>
                <a:gd name="T2" fmla="*/ 604 w 604"/>
                <a:gd name="T3" fmla="*/ 903 h 903"/>
                <a:gd name="T4" fmla="*/ 0 w 604"/>
                <a:gd name="T5" fmla="*/ 788 h 903"/>
                <a:gd name="T6" fmla="*/ 456 w 604"/>
                <a:gd name="T7" fmla="*/ 750 h 903"/>
                <a:gd name="T8" fmla="*/ 496 w 604"/>
                <a:gd name="T9" fmla="*/ 0 h 9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4" h="903">
                  <a:moveTo>
                    <a:pt x="496" y="0"/>
                  </a:moveTo>
                  <a:lnTo>
                    <a:pt x="604" y="903"/>
                  </a:lnTo>
                  <a:lnTo>
                    <a:pt x="0" y="788"/>
                  </a:lnTo>
                  <a:lnTo>
                    <a:pt x="456" y="750"/>
                  </a:lnTo>
                  <a:lnTo>
                    <a:pt x="496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2700000" scaled="1"/>
            </a:gradFill>
            <a:ln>
              <a:noFill/>
            </a:ln>
            <a:effectLst/>
          </p:spPr>
          <p:txBody>
            <a:bodyPr wrap="none"/>
            <a:lstStyle/>
            <a:p>
              <a:endParaRPr lang="en-US" dirty="0"/>
            </a:p>
          </p:txBody>
        </p:sp>
        <p:grpSp>
          <p:nvGrpSpPr>
            <p:cNvPr id="216269" name="Group 147"/>
            <p:cNvGrpSpPr/>
            <p:nvPr/>
          </p:nvGrpSpPr>
          <p:grpSpPr bwMode="auto">
            <a:xfrm>
              <a:off x="4000" y="1895"/>
              <a:ext cx="500" cy="828"/>
              <a:chOff x="569" y="2954"/>
              <a:chExt cx="500" cy="828"/>
            </a:xfrm>
          </p:grpSpPr>
          <p:sp>
            <p:nvSpPr>
              <p:cNvPr id="93391" name="Rectangle 148"/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3392" name="Text Box 149"/>
              <p:cNvSpPr txBox="1">
                <a:spLocks noChangeArrowheads="1"/>
              </p:cNvSpPr>
              <p:nvPr/>
            </p:nvSpPr>
            <p:spPr bwMode="auto">
              <a:xfrm>
                <a:off x="607" y="2954"/>
                <a:ext cx="449" cy="82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9pPr>
              </a:lstStyle>
              <a:p>
                <a:pPr algn="ctr">
                  <a:defRPr/>
                </a:pPr>
                <a:r>
                  <a:rPr lang="en-US" sz="1600" i="0" dirty="0" smtClean="0">
                    <a:solidFill>
                      <a:srgbClr val="000000"/>
                    </a:solidFill>
                    <a:latin typeface="Arial" panose="020B0604020202090204" pitchFamily="34" charset="0"/>
                    <a:cs typeface="+mn-cs"/>
                  </a:rPr>
                  <a:t>HTTP</a:t>
                </a:r>
                <a:endParaRPr lang="en-US" sz="1600" i="0" dirty="0" smtClean="0">
                  <a:solidFill>
                    <a:srgbClr val="000000"/>
                  </a:solidFill>
                  <a:latin typeface="Arial" panose="020B0604020202090204" pitchFamily="34" charset="0"/>
                  <a:cs typeface="+mn-cs"/>
                </a:endParaRPr>
              </a:p>
              <a:p>
                <a:pPr algn="ctr">
                  <a:defRPr/>
                </a:pPr>
                <a:r>
                  <a:rPr lang="en-US" sz="1600" i="0" dirty="0" smtClean="0">
                    <a:solidFill>
                      <a:srgbClr val="000000"/>
                    </a:solidFill>
                    <a:latin typeface="Arial" panose="020B0604020202090204" pitchFamily="34" charset="0"/>
                    <a:cs typeface="+mn-cs"/>
                  </a:rPr>
                  <a:t>TCP</a:t>
                </a:r>
                <a:endParaRPr lang="en-US" sz="1600" i="0" dirty="0" smtClean="0">
                  <a:solidFill>
                    <a:srgbClr val="000000"/>
                  </a:solidFill>
                  <a:latin typeface="Arial" panose="020B0604020202090204" pitchFamily="34" charset="0"/>
                  <a:cs typeface="+mn-cs"/>
                </a:endParaRPr>
              </a:p>
              <a:p>
                <a:pPr algn="ctr">
                  <a:defRPr/>
                </a:pPr>
                <a:r>
                  <a:rPr lang="en-US" sz="1600" i="0" dirty="0" smtClean="0">
                    <a:solidFill>
                      <a:srgbClr val="000000"/>
                    </a:solidFill>
                    <a:latin typeface="Arial" panose="020B0604020202090204" pitchFamily="34" charset="0"/>
                    <a:cs typeface="+mn-cs"/>
                  </a:rPr>
                  <a:t>IP</a:t>
                </a:r>
                <a:endParaRPr lang="en-US" sz="1600" i="0" dirty="0" smtClean="0">
                  <a:solidFill>
                    <a:srgbClr val="000000"/>
                  </a:solidFill>
                  <a:latin typeface="Arial" panose="020B0604020202090204" pitchFamily="34" charset="0"/>
                  <a:cs typeface="+mn-cs"/>
                </a:endParaRPr>
              </a:p>
              <a:p>
                <a:pPr algn="ctr">
                  <a:defRPr/>
                </a:pPr>
                <a:r>
                  <a:rPr lang="en-US" sz="1600" i="0" dirty="0" smtClean="0">
                    <a:solidFill>
                      <a:srgbClr val="000000"/>
                    </a:solidFill>
                    <a:latin typeface="Arial" panose="020B0604020202090204" pitchFamily="34" charset="0"/>
                    <a:cs typeface="+mn-cs"/>
                  </a:rPr>
                  <a:t>Eth</a:t>
                </a:r>
                <a:endParaRPr lang="en-US" sz="1600" i="0" dirty="0" smtClean="0">
                  <a:solidFill>
                    <a:srgbClr val="000000"/>
                  </a:solidFill>
                  <a:latin typeface="Arial" panose="020B0604020202090204" pitchFamily="34" charset="0"/>
                  <a:cs typeface="+mn-cs"/>
                </a:endParaRPr>
              </a:p>
              <a:p>
                <a:pPr algn="ctr">
                  <a:defRPr/>
                </a:pPr>
                <a:r>
                  <a:rPr lang="en-US" sz="1600" i="0" dirty="0" smtClean="0">
                    <a:solidFill>
                      <a:srgbClr val="000000"/>
                    </a:solidFill>
                    <a:latin typeface="Arial" panose="020B0604020202090204" pitchFamily="34" charset="0"/>
                    <a:cs typeface="+mn-cs"/>
                  </a:rPr>
                  <a:t>Phy</a:t>
                </a:r>
                <a:endParaRPr lang="en-US" sz="1600" i="0" dirty="0" smtClean="0">
                  <a:solidFill>
                    <a:srgbClr val="000000"/>
                  </a:solidFill>
                  <a:latin typeface="Arial" panose="020B0604020202090204" pitchFamily="34" charset="0"/>
                  <a:cs typeface="+mn-cs"/>
                </a:endParaRPr>
              </a:p>
            </p:txBody>
          </p:sp>
          <p:sp>
            <p:nvSpPr>
              <p:cNvPr id="93393" name="Line 150"/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3394" name="Line 151"/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3395" name="Line 152"/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  <p:sp>
            <p:nvSpPr>
              <p:cNvPr id="93396" name="Line 153"/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dirty="0">
                  <a:cs typeface="+mn-cs"/>
                </a:endParaRPr>
              </a:p>
            </p:txBody>
          </p:sp>
        </p:grpSp>
      </p:grpSp>
      <p:sp>
        <p:nvSpPr>
          <p:cNvPr id="707813" name="Rectangle 229"/>
          <p:cNvSpPr>
            <a:spLocks noChangeArrowheads="1"/>
          </p:cNvSpPr>
          <p:nvPr/>
        </p:nvSpPr>
        <p:spPr bwMode="auto">
          <a:xfrm>
            <a:off x="5183188" y="4735513"/>
            <a:ext cx="3787775" cy="985837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000" i="0" dirty="0">
                <a:solidFill>
                  <a:srgbClr val="000000"/>
                </a:solidFill>
                <a:latin typeface="Gill Sans MT" pitchFamily="34" charset="0"/>
                <a:cs typeface="+mn-cs"/>
              </a:rPr>
              <a:t>web server responds with </a:t>
            </a:r>
            <a:r>
              <a:rPr lang="en-US" sz="2000" dirty="0">
                <a:solidFill>
                  <a:srgbClr val="C00000"/>
                </a:solidFill>
                <a:latin typeface="Gill Sans MT" pitchFamily="34" charset="0"/>
                <a:cs typeface="+mn-cs"/>
              </a:rPr>
              <a:t>HTTP reply</a:t>
            </a:r>
            <a:r>
              <a:rPr lang="en-US" sz="2000" i="0" dirty="0">
                <a:solidFill>
                  <a:srgbClr val="C00000"/>
                </a:solidFill>
                <a:latin typeface="Gill Sans MT" pitchFamily="34" charset="0"/>
                <a:cs typeface="+mn-cs"/>
              </a:rPr>
              <a:t> </a:t>
            </a:r>
            <a:r>
              <a:rPr lang="en-US" sz="2000" i="0" dirty="0">
                <a:solidFill>
                  <a:srgbClr val="000000"/>
                </a:solidFill>
                <a:latin typeface="Gill Sans MT" pitchFamily="34" charset="0"/>
                <a:cs typeface="+mn-cs"/>
              </a:rPr>
              <a:t>(containing web page)</a:t>
            </a:r>
            <a:endParaRPr lang="en-US" sz="2000" i="0" dirty="0">
              <a:solidFill>
                <a:srgbClr val="000000"/>
              </a:solidFill>
              <a:latin typeface="Gill Sans MT" pitchFamily="34" charset="0"/>
              <a:cs typeface="+mn-cs"/>
            </a:endParaRPr>
          </a:p>
        </p:txBody>
      </p:sp>
      <p:grpSp>
        <p:nvGrpSpPr>
          <p:cNvPr id="707941" name="Group 357"/>
          <p:cNvGrpSpPr/>
          <p:nvPr/>
        </p:nvGrpSpPr>
        <p:grpSpPr bwMode="auto">
          <a:xfrm>
            <a:off x="88900" y="1363663"/>
            <a:ext cx="1081088" cy="1058862"/>
            <a:chOff x="56" y="859"/>
            <a:chExt cx="681" cy="667"/>
          </a:xfrm>
        </p:grpSpPr>
        <p:grpSp>
          <p:nvGrpSpPr>
            <p:cNvPr id="216237" name="Group 230"/>
            <p:cNvGrpSpPr/>
            <p:nvPr/>
          </p:nvGrpSpPr>
          <p:grpSpPr bwMode="auto">
            <a:xfrm>
              <a:off x="290" y="874"/>
              <a:ext cx="379" cy="154"/>
              <a:chOff x="740" y="3209"/>
              <a:chExt cx="379" cy="154"/>
            </a:xfrm>
          </p:grpSpPr>
          <p:grpSp>
            <p:nvGrpSpPr>
              <p:cNvPr id="216263" name="Group 231"/>
              <p:cNvGrpSpPr/>
              <p:nvPr/>
            </p:nvGrpSpPr>
            <p:grpSpPr bwMode="auto">
              <a:xfrm>
                <a:off x="794" y="3209"/>
                <a:ext cx="325" cy="154"/>
                <a:chOff x="844" y="3337"/>
                <a:chExt cx="325" cy="154"/>
              </a:xfrm>
            </p:grpSpPr>
            <p:sp>
              <p:nvSpPr>
                <p:cNvPr id="93387" name="Rectangle 232"/>
                <p:cNvSpPr>
                  <a:spLocks noChangeArrowheads="1"/>
                </p:cNvSpPr>
                <p:nvPr/>
              </p:nvSpPr>
              <p:spPr bwMode="auto"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chemeClr val="bg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3388" name="Text Box 233"/>
                <p:cNvSpPr txBox="1">
                  <a:spLocks noChangeArrowheads="1"/>
                </p:cNvSpPr>
                <p:nvPr/>
              </p:nvSpPr>
              <p:spPr bwMode="auto">
                <a:xfrm>
                  <a:off x="844" y="3337"/>
                  <a:ext cx="325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none">
                  <a:spAutoFit/>
                </a:bodyPr>
                <a:lstStyle>
                  <a:lvl1pPr>
                    <a:defRPr i="1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MS PGothic" charset="0"/>
                    </a:defRPr>
                  </a:lvl1pPr>
                  <a:lvl2pPr marL="742950" indent="-285750">
                    <a:defRPr i="1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MS PGothic" charset="0"/>
                    </a:defRPr>
                  </a:lvl2pPr>
                  <a:lvl3pPr marL="1143000" indent="-228600">
                    <a:defRPr i="1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MS PGothic" charset="0"/>
                    </a:defRPr>
                  </a:lvl3pPr>
                  <a:lvl4pPr marL="1600200" indent="-228600">
                    <a:defRPr i="1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MS PGothic" charset="0"/>
                    </a:defRPr>
                  </a:lvl4pPr>
                  <a:lvl5pPr marL="2057400" indent="-228600">
                    <a:defRPr i="1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MS PGothic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MS PGothic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MS PGothic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MS PGothic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MS PGothic" charset="0"/>
                    </a:defRPr>
                  </a:lvl9pPr>
                </a:lstStyle>
                <a:p>
                  <a:pPr>
                    <a:defRPr/>
                  </a:pPr>
                  <a:r>
                    <a:rPr lang="en-US" sz="1000" i="0" dirty="0" smtClean="0">
                      <a:solidFill>
                        <a:srgbClr val="FFFFFF"/>
                      </a:solidFill>
                      <a:latin typeface="Arial" panose="020B0604020202090204" pitchFamily="34" charset="0"/>
                      <a:cs typeface="+mn-cs"/>
                    </a:rPr>
                    <a:t>HTTP</a:t>
                  </a:r>
                  <a:endParaRPr lang="en-US" sz="1000" i="0" dirty="0" smtClean="0">
                    <a:solidFill>
                      <a:srgbClr val="FFFFFF"/>
                    </a:solidFill>
                    <a:latin typeface="Arial" panose="020B0604020202090204" pitchFamily="34" charset="0"/>
                    <a:cs typeface="+mn-cs"/>
                  </a:endParaRPr>
                </a:p>
              </p:txBody>
            </p:sp>
          </p:grpSp>
          <p:sp>
            <p:nvSpPr>
              <p:cNvPr id="93385" name="Rectangle 234"/>
              <p:cNvSpPr>
                <a:spLocks noChangeArrowheads="1"/>
              </p:cNvSpPr>
              <p:nvPr/>
            </p:nvSpPr>
            <p:spPr bwMode="auto">
              <a:xfrm>
                <a:off x="750" y="3244"/>
                <a:ext cx="88" cy="8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3386" name="Rectangle 235"/>
              <p:cNvSpPr>
                <a:spLocks noChangeArrowheads="1"/>
              </p:cNvSpPr>
              <p:nvPr/>
            </p:nvSpPr>
            <p:spPr bwMode="auto">
              <a:xfrm>
                <a:off x="740" y="3238"/>
                <a:ext cx="354" cy="94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grpSp>
          <p:nvGrpSpPr>
            <p:cNvPr id="216238" name="Group 236"/>
            <p:cNvGrpSpPr/>
            <p:nvPr/>
          </p:nvGrpSpPr>
          <p:grpSpPr bwMode="auto">
            <a:xfrm>
              <a:off x="290" y="1022"/>
              <a:ext cx="379" cy="154"/>
              <a:chOff x="836" y="3305"/>
              <a:chExt cx="379" cy="154"/>
            </a:xfrm>
          </p:grpSpPr>
          <p:grpSp>
            <p:nvGrpSpPr>
              <p:cNvPr id="216257" name="Group 237"/>
              <p:cNvGrpSpPr/>
              <p:nvPr/>
            </p:nvGrpSpPr>
            <p:grpSpPr bwMode="auto">
              <a:xfrm>
                <a:off x="890" y="3305"/>
                <a:ext cx="325" cy="154"/>
                <a:chOff x="844" y="3337"/>
                <a:chExt cx="325" cy="154"/>
              </a:xfrm>
            </p:grpSpPr>
            <p:sp>
              <p:nvSpPr>
                <p:cNvPr id="93382" name="Rectangle 238"/>
                <p:cNvSpPr>
                  <a:spLocks noChangeArrowheads="1"/>
                </p:cNvSpPr>
                <p:nvPr/>
              </p:nvSpPr>
              <p:spPr bwMode="auto"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chemeClr val="bg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3383" name="Text Box 239"/>
                <p:cNvSpPr txBox="1">
                  <a:spLocks noChangeArrowheads="1"/>
                </p:cNvSpPr>
                <p:nvPr/>
              </p:nvSpPr>
              <p:spPr bwMode="auto">
                <a:xfrm>
                  <a:off x="844" y="3337"/>
                  <a:ext cx="325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none">
                  <a:spAutoFit/>
                </a:bodyPr>
                <a:lstStyle>
                  <a:lvl1pPr>
                    <a:defRPr i="1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MS PGothic" charset="0"/>
                    </a:defRPr>
                  </a:lvl1pPr>
                  <a:lvl2pPr marL="742950" indent="-285750">
                    <a:defRPr i="1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MS PGothic" charset="0"/>
                    </a:defRPr>
                  </a:lvl2pPr>
                  <a:lvl3pPr marL="1143000" indent="-228600">
                    <a:defRPr i="1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MS PGothic" charset="0"/>
                    </a:defRPr>
                  </a:lvl3pPr>
                  <a:lvl4pPr marL="1600200" indent="-228600">
                    <a:defRPr i="1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MS PGothic" charset="0"/>
                    </a:defRPr>
                  </a:lvl4pPr>
                  <a:lvl5pPr marL="2057400" indent="-228600">
                    <a:defRPr i="1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MS PGothic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MS PGothic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MS PGothic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MS PGothic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MS PGothic" charset="0"/>
                    </a:defRPr>
                  </a:lvl9pPr>
                </a:lstStyle>
                <a:p>
                  <a:pPr>
                    <a:defRPr/>
                  </a:pPr>
                  <a:r>
                    <a:rPr lang="en-US" sz="1000" i="0" dirty="0" smtClean="0">
                      <a:solidFill>
                        <a:srgbClr val="FFFFFF"/>
                      </a:solidFill>
                      <a:latin typeface="Arial" panose="020B0604020202090204" pitchFamily="34" charset="0"/>
                      <a:cs typeface="+mn-cs"/>
                    </a:rPr>
                    <a:t>HTTP</a:t>
                  </a:r>
                  <a:endParaRPr lang="en-US" sz="1000" i="0" dirty="0" smtClean="0">
                    <a:solidFill>
                      <a:srgbClr val="FFFFFF"/>
                    </a:solidFill>
                    <a:latin typeface="Arial" panose="020B0604020202090204" pitchFamily="34" charset="0"/>
                    <a:cs typeface="+mn-cs"/>
                  </a:endParaRPr>
                </a:p>
              </p:txBody>
            </p:sp>
          </p:grpSp>
          <p:grpSp>
            <p:nvGrpSpPr>
              <p:cNvPr id="216258" name="Group 240"/>
              <p:cNvGrpSpPr/>
              <p:nvPr/>
            </p:nvGrpSpPr>
            <p:grpSpPr bwMode="auto">
              <a:xfrm>
                <a:off x="836" y="3334"/>
                <a:ext cx="354" cy="94"/>
                <a:chOff x="836" y="3334"/>
                <a:chExt cx="354" cy="94"/>
              </a:xfrm>
            </p:grpSpPr>
            <p:sp>
              <p:nvSpPr>
                <p:cNvPr id="93380" name="Rectangle 241"/>
                <p:cNvSpPr>
                  <a:spLocks noChangeArrowheads="1"/>
                </p:cNvSpPr>
                <p:nvPr/>
              </p:nvSpPr>
              <p:spPr bwMode="auto">
                <a:xfrm>
                  <a:off x="846" y="3340"/>
                  <a:ext cx="88" cy="82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bg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3381" name="Rectangle 242"/>
                <p:cNvSpPr>
                  <a:spLocks noChangeArrowheads="1"/>
                </p:cNvSpPr>
                <p:nvPr/>
              </p:nvSpPr>
              <p:spPr bwMode="auto">
                <a:xfrm>
                  <a:off x="836" y="3334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</p:grpSp>
        <p:grpSp>
          <p:nvGrpSpPr>
            <p:cNvPr id="216239" name="Group 243"/>
            <p:cNvGrpSpPr/>
            <p:nvPr/>
          </p:nvGrpSpPr>
          <p:grpSpPr bwMode="auto">
            <a:xfrm>
              <a:off x="177" y="1042"/>
              <a:ext cx="480" cy="112"/>
              <a:chOff x="627" y="3377"/>
              <a:chExt cx="480" cy="112"/>
            </a:xfrm>
          </p:grpSpPr>
          <p:sp>
            <p:nvSpPr>
              <p:cNvPr id="93376" name="Rectangle 244"/>
              <p:cNvSpPr>
                <a:spLocks noChangeArrowheads="1"/>
              </p:cNvSpPr>
              <p:nvPr/>
            </p:nvSpPr>
            <p:spPr bwMode="auto">
              <a:xfrm>
                <a:off x="636" y="3388"/>
                <a:ext cx="96" cy="9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3377" name="Rectangle 245"/>
              <p:cNvSpPr>
                <a:spLocks noChangeArrowheads="1"/>
              </p:cNvSpPr>
              <p:nvPr/>
            </p:nvSpPr>
            <p:spPr bwMode="auto">
              <a:xfrm>
                <a:off x="627" y="3377"/>
                <a:ext cx="480" cy="112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grpSp>
          <p:nvGrpSpPr>
            <p:cNvPr id="216240" name="Group 246"/>
            <p:cNvGrpSpPr/>
            <p:nvPr/>
          </p:nvGrpSpPr>
          <p:grpSpPr bwMode="auto">
            <a:xfrm>
              <a:off x="56" y="1189"/>
              <a:ext cx="681" cy="154"/>
              <a:chOff x="504" y="3523"/>
              <a:chExt cx="681" cy="154"/>
            </a:xfrm>
          </p:grpSpPr>
          <p:grpSp>
            <p:nvGrpSpPr>
              <p:cNvPr id="216242" name="Group 247"/>
              <p:cNvGrpSpPr/>
              <p:nvPr/>
            </p:nvGrpSpPr>
            <p:grpSpPr bwMode="auto">
              <a:xfrm>
                <a:off x="623" y="3523"/>
                <a:ext cx="492" cy="154"/>
                <a:chOff x="723" y="3453"/>
                <a:chExt cx="492" cy="154"/>
              </a:xfrm>
            </p:grpSpPr>
            <p:grpSp>
              <p:nvGrpSpPr>
                <p:cNvPr id="216246" name="Group 248"/>
                <p:cNvGrpSpPr/>
                <p:nvPr/>
              </p:nvGrpSpPr>
              <p:grpSpPr bwMode="auto">
                <a:xfrm>
                  <a:off x="836" y="3453"/>
                  <a:ext cx="379" cy="154"/>
                  <a:chOff x="836" y="3305"/>
                  <a:chExt cx="379" cy="154"/>
                </a:xfrm>
              </p:grpSpPr>
              <p:grpSp>
                <p:nvGrpSpPr>
                  <p:cNvPr id="216249" name="Group 249"/>
                  <p:cNvGrpSpPr/>
                  <p:nvPr/>
                </p:nvGrpSpPr>
                <p:grpSpPr bwMode="auto">
                  <a:xfrm>
                    <a:off x="890" y="3305"/>
                    <a:ext cx="325" cy="154"/>
                    <a:chOff x="844" y="3337"/>
                    <a:chExt cx="325" cy="154"/>
                  </a:xfrm>
                </p:grpSpPr>
                <p:sp>
                  <p:nvSpPr>
                    <p:cNvPr id="93374" name="Rectangle 25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89" y="3370"/>
                      <a:ext cx="245" cy="8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 w="9525">
                      <a:solidFill>
                        <a:schemeClr val="bg1"/>
                      </a:solidFill>
                      <a:miter lim="800000"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solidFill>
                          <a:srgbClr val="000000"/>
                        </a:solidFill>
                        <a:cs typeface="+mn-cs"/>
                      </a:endParaRPr>
                    </a:p>
                  </p:txBody>
                </p:sp>
                <p:sp>
                  <p:nvSpPr>
                    <p:cNvPr id="93375" name="Text Box 251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844" y="3337"/>
                      <a:ext cx="325" cy="15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</p:spPr>
                  <p:txBody>
                    <a:bodyPr wrap="none">
                      <a:spAutoFit/>
                    </a:bodyPr>
                    <a:lstStyle>
                      <a:lvl1pPr>
                        <a:defRPr i="1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MS PGothic" charset="0"/>
                        </a:defRPr>
                      </a:lvl1pPr>
                      <a:lvl2pPr marL="742950" indent="-285750">
                        <a:defRPr i="1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MS PGothic" charset="0"/>
                        </a:defRPr>
                      </a:lvl2pPr>
                      <a:lvl3pPr marL="1143000" indent="-228600">
                        <a:defRPr i="1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MS PGothic" charset="0"/>
                        </a:defRPr>
                      </a:lvl3pPr>
                      <a:lvl4pPr marL="1600200" indent="-228600">
                        <a:defRPr i="1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MS PGothic" charset="0"/>
                        </a:defRPr>
                      </a:lvl4pPr>
                      <a:lvl5pPr marL="2057400" indent="-228600">
                        <a:defRPr i="1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MS PGothic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i="1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MS PGothic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i="1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MS PGothic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i="1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MS PGothic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i="1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MS PGothic" charset="0"/>
                        </a:defRPr>
                      </a:lvl9pPr>
                    </a:lstStyle>
                    <a:p>
                      <a:pPr>
                        <a:defRPr/>
                      </a:pPr>
                      <a:r>
                        <a:rPr lang="en-US" sz="1000" i="0" dirty="0" smtClean="0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cs typeface="+mn-cs"/>
                        </a:rPr>
                        <a:t>HTTP</a:t>
                      </a:r>
                      <a:endParaRPr lang="en-US" sz="1000" i="0" dirty="0" smtClean="0">
                        <a:solidFill>
                          <a:srgbClr val="FFFFFF"/>
                        </a:solidFill>
                        <a:latin typeface="Arial" panose="020B0604020202090204" pitchFamily="34" charset="0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216250" name="Group 252"/>
                  <p:cNvGrpSpPr/>
                  <p:nvPr/>
                </p:nvGrpSpPr>
                <p:grpSpPr bwMode="auto">
                  <a:xfrm>
                    <a:off x="836" y="3334"/>
                    <a:ext cx="354" cy="94"/>
                    <a:chOff x="836" y="3334"/>
                    <a:chExt cx="354" cy="94"/>
                  </a:xfrm>
                </p:grpSpPr>
                <p:sp>
                  <p:nvSpPr>
                    <p:cNvPr id="93372" name="Rectangle 25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46" y="3340"/>
                      <a:ext cx="88" cy="82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 w="9525">
                      <a:solidFill>
                        <a:schemeClr val="bg1"/>
                      </a:solidFill>
                      <a:miter lim="800000"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solidFill>
                          <a:srgbClr val="000000"/>
                        </a:solidFill>
                        <a:cs typeface="+mn-cs"/>
                      </a:endParaRPr>
                    </a:p>
                  </p:txBody>
                </p:sp>
                <p:sp>
                  <p:nvSpPr>
                    <p:cNvPr id="93373" name="Rectangle 25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36" y="3334"/>
                      <a:ext cx="354" cy="94"/>
                    </a:xfrm>
                    <a:prstGeom prst="rect">
                      <a:avLst/>
                    </a:prstGeom>
                    <a:noFill/>
                    <a:ln w="9525">
                      <a:solidFill>
                        <a:schemeClr val="accent1"/>
                      </a:solidFill>
                      <a:miter lim="800000"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solidFill>
                          <a:srgbClr val="000000"/>
                        </a:solidFill>
                        <a:cs typeface="+mn-cs"/>
                      </a:endParaRPr>
                    </a:p>
                  </p:txBody>
                </p:sp>
              </p:grpSp>
            </p:grpSp>
            <p:sp>
              <p:nvSpPr>
                <p:cNvPr id="93368" name="Rectangle 255"/>
                <p:cNvSpPr>
                  <a:spLocks noChangeArrowheads="1"/>
                </p:cNvSpPr>
                <p:nvPr/>
              </p:nvSpPr>
              <p:spPr bwMode="auto">
                <a:xfrm>
                  <a:off x="732" y="3484"/>
                  <a:ext cx="96" cy="93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3369" name="Rectangle 256"/>
                <p:cNvSpPr>
                  <a:spLocks noChangeArrowheads="1"/>
                </p:cNvSpPr>
                <p:nvPr/>
              </p:nvSpPr>
              <p:spPr bwMode="auto">
                <a:xfrm>
                  <a:off x="723" y="3473"/>
                  <a:ext cx="480" cy="112"/>
                </a:xfrm>
                <a:prstGeom prst="rect">
                  <a:avLst/>
                </a:prstGeom>
                <a:noFill/>
                <a:ln w="9525">
                  <a:solidFill>
                    <a:schemeClr val="accent2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sp>
            <p:nvSpPr>
              <p:cNvPr id="93364" name="Rectangle 257"/>
              <p:cNvSpPr>
                <a:spLocks noChangeArrowheads="1"/>
              </p:cNvSpPr>
              <p:nvPr/>
            </p:nvSpPr>
            <p:spPr bwMode="auto">
              <a:xfrm>
                <a:off x="517" y="3545"/>
                <a:ext cx="94" cy="108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3365" name="Rectangle 258"/>
              <p:cNvSpPr>
                <a:spLocks noChangeArrowheads="1"/>
              </p:cNvSpPr>
              <p:nvPr/>
            </p:nvSpPr>
            <p:spPr bwMode="auto">
              <a:xfrm>
                <a:off x="1115" y="3544"/>
                <a:ext cx="60" cy="108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3366" name="Rectangle 259"/>
              <p:cNvSpPr>
                <a:spLocks noChangeArrowheads="1"/>
              </p:cNvSpPr>
              <p:nvPr/>
            </p:nvSpPr>
            <p:spPr bwMode="auto">
              <a:xfrm>
                <a:off x="504" y="3529"/>
                <a:ext cx="681" cy="13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sp>
          <p:nvSpPr>
            <p:cNvPr id="93362" name="AutoShape 356"/>
            <p:cNvSpPr>
              <a:spLocks noChangeArrowheads="1"/>
            </p:cNvSpPr>
            <p:nvPr/>
          </p:nvSpPr>
          <p:spPr bwMode="auto">
            <a:xfrm>
              <a:off x="341" y="859"/>
              <a:ext cx="240" cy="667"/>
            </a:xfrm>
            <a:prstGeom prst="downArrow">
              <a:avLst>
                <a:gd name="adj1" fmla="val 49167"/>
                <a:gd name="adj2" fmla="val 67511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</p:grpSp>
      <p:grpSp>
        <p:nvGrpSpPr>
          <p:cNvPr id="707973" name="Group 389"/>
          <p:cNvGrpSpPr/>
          <p:nvPr/>
        </p:nvGrpSpPr>
        <p:grpSpPr bwMode="auto">
          <a:xfrm>
            <a:off x="92075" y="1890713"/>
            <a:ext cx="1081088" cy="244475"/>
            <a:chOff x="0" y="2762"/>
            <a:chExt cx="681" cy="154"/>
          </a:xfrm>
        </p:grpSpPr>
        <p:sp>
          <p:nvSpPr>
            <p:cNvPr id="93345" name="Rectangle 388"/>
            <p:cNvSpPr>
              <a:spLocks noChangeArrowheads="1"/>
            </p:cNvSpPr>
            <p:nvPr/>
          </p:nvSpPr>
          <p:spPr bwMode="auto">
            <a:xfrm>
              <a:off x="0" y="2768"/>
              <a:ext cx="681" cy="13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grpSp>
          <p:nvGrpSpPr>
            <p:cNvPr id="216225" name="Group 376"/>
            <p:cNvGrpSpPr/>
            <p:nvPr/>
          </p:nvGrpSpPr>
          <p:grpSpPr bwMode="auto">
            <a:xfrm>
              <a:off x="119" y="2762"/>
              <a:ext cx="492" cy="154"/>
              <a:chOff x="723" y="3453"/>
              <a:chExt cx="492" cy="154"/>
            </a:xfrm>
          </p:grpSpPr>
          <p:grpSp>
            <p:nvGrpSpPr>
              <p:cNvPr id="216228" name="Group 377"/>
              <p:cNvGrpSpPr/>
              <p:nvPr/>
            </p:nvGrpSpPr>
            <p:grpSpPr bwMode="auto">
              <a:xfrm>
                <a:off x="836" y="3453"/>
                <a:ext cx="379" cy="154"/>
                <a:chOff x="836" y="3305"/>
                <a:chExt cx="379" cy="154"/>
              </a:xfrm>
            </p:grpSpPr>
            <p:grpSp>
              <p:nvGrpSpPr>
                <p:cNvPr id="216231" name="Group 378"/>
                <p:cNvGrpSpPr/>
                <p:nvPr/>
              </p:nvGrpSpPr>
              <p:grpSpPr bwMode="auto">
                <a:xfrm>
                  <a:off x="890" y="3305"/>
                  <a:ext cx="325" cy="154"/>
                  <a:chOff x="844" y="3337"/>
                  <a:chExt cx="325" cy="154"/>
                </a:xfrm>
              </p:grpSpPr>
              <p:sp>
                <p:nvSpPr>
                  <p:cNvPr id="93356" name="Rectangle 379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  <p:sp>
                <p:nvSpPr>
                  <p:cNvPr id="93357" name="Text Box 38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25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sz="1000" i="0" dirty="0" smtClean="0">
                        <a:solidFill>
                          <a:srgbClr val="FFFFFF"/>
                        </a:solidFill>
                        <a:latin typeface="Arial" panose="020B0604020202090204" pitchFamily="34" charset="0"/>
                        <a:cs typeface="+mn-cs"/>
                      </a:rPr>
                      <a:t>HTTP</a:t>
                    </a:r>
                    <a:endParaRPr lang="en-US" sz="1000" i="0" dirty="0" smtClean="0">
                      <a:solidFill>
                        <a:srgbClr val="FFFFFF"/>
                      </a:solidFill>
                      <a:latin typeface="Arial" panose="020B0604020202090204" pitchFamily="34" charset="0"/>
                      <a:cs typeface="+mn-cs"/>
                    </a:endParaRPr>
                  </a:p>
                </p:txBody>
              </p:sp>
            </p:grpSp>
            <p:grpSp>
              <p:nvGrpSpPr>
                <p:cNvPr id="216232" name="Group 381"/>
                <p:cNvGrpSpPr/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93354" name="Rectangle 382"/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bg1"/>
                    </a:solidFill>
                    <a:miter lim="800000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  <p:sp>
                <p:nvSpPr>
                  <p:cNvPr id="93355" name="Rectangle 383"/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1"/>
                    </a:solidFill>
                    <a:miter lim="800000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</p:grpSp>
          </p:grpSp>
          <p:sp>
            <p:nvSpPr>
              <p:cNvPr id="93350" name="Rectangle 384"/>
              <p:cNvSpPr>
                <a:spLocks noChangeArrowheads="1"/>
              </p:cNvSpPr>
              <p:nvPr/>
            </p:nvSpPr>
            <p:spPr bwMode="auto">
              <a:xfrm>
                <a:off x="732" y="3484"/>
                <a:ext cx="96" cy="9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3351" name="Rectangle 385"/>
              <p:cNvSpPr>
                <a:spLocks noChangeArrowheads="1"/>
              </p:cNvSpPr>
              <p:nvPr/>
            </p:nvSpPr>
            <p:spPr bwMode="auto">
              <a:xfrm>
                <a:off x="723" y="3473"/>
                <a:ext cx="480" cy="112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sp>
          <p:nvSpPr>
            <p:cNvPr id="93347" name="Rectangle 386"/>
            <p:cNvSpPr>
              <a:spLocks noChangeArrowheads="1"/>
            </p:cNvSpPr>
            <p:nvPr/>
          </p:nvSpPr>
          <p:spPr bwMode="auto">
            <a:xfrm>
              <a:off x="13" y="2784"/>
              <a:ext cx="94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3348" name="Rectangle 387"/>
            <p:cNvSpPr>
              <a:spLocks noChangeArrowheads="1"/>
            </p:cNvSpPr>
            <p:nvPr/>
          </p:nvSpPr>
          <p:spPr bwMode="auto">
            <a:xfrm>
              <a:off x="611" y="2783"/>
              <a:ext cx="60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</p:grpSp>
      <p:grpSp>
        <p:nvGrpSpPr>
          <p:cNvPr id="707975" name="Group 391"/>
          <p:cNvGrpSpPr/>
          <p:nvPr/>
        </p:nvGrpSpPr>
        <p:grpSpPr bwMode="auto">
          <a:xfrm>
            <a:off x="411163" y="4051300"/>
            <a:ext cx="1081087" cy="949325"/>
            <a:chOff x="2231" y="3555"/>
            <a:chExt cx="681" cy="598"/>
          </a:xfrm>
        </p:grpSpPr>
        <p:grpSp>
          <p:nvGrpSpPr>
            <p:cNvPr id="216190" name="Group 392"/>
            <p:cNvGrpSpPr/>
            <p:nvPr/>
          </p:nvGrpSpPr>
          <p:grpSpPr bwMode="auto">
            <a:xfrm>
              <a:off x="2231" y="3684"/>
              <a:ext cx="681" cy="469"/>
              <a:chOff x="152" y="970"/>
              <a:chExt cx="681" cy="469"/>
            </a:xfrm>
          </p:grpSpPr>
          <p:grpSp>
            <p:nvGrpSpPr>
              <p:cNvPr id="216194" name="Group 393"/>
              <p:cNvGrpSpPr/>
              <p:nvPr/>
            </p:nvGrpSpPr>
            <p:grpSpPr bwMode="auto">
              <a:xfrm>
                <a:off x="386" y="970"/>
                <a:ext cx="379" cy="154"/>
                <a:chOff x="740" y="3209"/>
                <a:chExt cx="379" cy="154"/>
              </a:xfrm>
            </p:grpSpPr>
            <p:grpSp>
              <p:nvGrpSpPr>
                <p:cNvPr id="216219" name="Group 394"/>
                <p:cNvGrpSpPr/>
                <p:nvPr/>
              </p:nvGrpSpPr>
              <p:grpSpPr bwMode="auto">
                <a:xfrm>
                  <a:off x="794" y="3209"/>
                  <a:ext cx="325" cy="154"/>
                  <a:chOff x="844" y="3337"/>
                  <a:chExt cx="325" cy="154"/>
                </a:xfrm>
              </p:grpSpPr>
              <p:sp>
                <p:nvSpPr>
                  <p:cNvPr id="93343" name="Rectangle 395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  <p:sp>
                <p:nvSpPr>
                  <p:cNvPr id="93344" name="Text Box 39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25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sz="1000" i="0" dirty="0" smtClean="0">
                        <a:solidFill>
                          <a:srgbClr val="FFFFFF"/>
                        </a:solidFill>
                        <a:latin typeface="Arial" panose="020B0604020202090204" pitchFamily="34" charset="0"/>
                        <a:cs typeface="+mn-cs"/>
                      </a:rPr>
                      <a:t>HTTP</a:t>
                    </a:r>
                    <a:endParaRPr lang="en-US" sz="1000" i="0" dirty="0" smtClean="0">
                      <a:solidFill>
                        <a:srgbClr val="FFFFFF"/>
                      </a:solidFill>
                      <a:latin typeface="Arial" panose="020B0604020202090204" pitchFamily="34" charset="0"/>
                      <a:cs typeface="+mn-cs"/>
                    </a:endParaRPr>
                  </a:p>
                </p:txBody>
              </p:sp>
            </p:grpSp>
            <p:sp>
              <p:nvSpPr>
                <p:cNvPr id="93341" name="Rectangle 397"/>
                <p:cNvSpPr>
                  <a:spLocks noChangeArrowheads="1"/>
                </p:cNvSpPr>
                <p:nvPr/>
              </p:nvSpPr>
              <p:spPr bwMode="auto">
                <a:xfrm>
                  <a:off x="750" y="3244"/>
                  <a:ext cx="88" cy="82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bg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3342" name="Rectangle 398"/>
                <p:cNvSpPr>
                  <a:spLocks noChangeArrowheads="1"/>
                </p:cNvSpPr>
                <p:nvPr/>
              </p:nvSpPr>
              <p:spPr bwMode="auto">
                <a:xfrm>
                  <a:off x="740" y="3238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grpSp>
            <p:nvGrpSpPr>
              <p:cNvPr id="216195" name="Group 399"/>
              <p:cNvGrpSpPr/>
              <p:nvPr/>
            </p:nvGrpSpPr>
            <p:grpSpPr bwMode="auto">
              <a:xfrm>
                <a:off x="386" y="1118"/>
                <a:ext cx="379" cy="154"/>
                <a:chOff x="836" y="3305"/>
                <a:chExt cx="379" cy="154"/>
              </a:xfrm>
            </p:grpSpPr>
            <p:grpSp>
              <p:nvGrpSpPr>
                <p:cNvPr id="216213" name="Group 400"/>
                <p:cNvGrpSpPr/>
                <p:nvPr/>
              </p:nvGrpSpPr>
              <p:grpSpPr bwMode="auto">
                <a:xfrm>
                  <a:off x="890" y="3305"/>
                  <a:ext cx="325" cy="154"/>
                  <a:chOff x="844" y="3337"/>
                  <a:chExt cx="325" cy="154"/>
                </a:xfrm>
              </p:grpSpPr>
              <p:sp>
                <p:nvSpPr>
                  <p:cNvPr id="93338" name="Rectangle 401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  <p:sp>
                <p:nvSpPr>
                  <p:cNvPr id="93339" name="Text Box 40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25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sz="1000" i="0" dirty="0" smtClean="0">
                        <a:solidFill>
                          <a:srgbClr val="FFFFFF"/>
                        </a:solidFill>
                        <a:latin typeface="Arial" panose="020B0604020202090204" pitchFamily="34" charset="0"/>
                        <a:cs typeface="+mn-cs"/>
                      </a:rPr>
                      <a:t>HTTP</a:t>
                    </a:r>
                    <a:endParaRPr lang="en-US" sz="1000" i="0" dirty="0" smtClean="0">
                      <a:solidFill>
                        <a:srgbClr val="FFFFFF"/>
                      </a:solidFill>
                      <a:latin typeface="Arial" panose="020B0604020202090204" pitchFamily="34" charset="0"/>
                      <a:cs typeface="+mn-cs"/>
                    </a:endParaRPr>
                  </a:p>
                </p:txBody>
              </p:sp>
            </p:grpSp>
            <p:grpSp>
              <p:nvGrpSpPr>
                <p:cNvPr id="216214" name="Group 403"/>
                <p:cNvGrpSpPr/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93336" name="Rectangle 404"/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bg1"/>
                    </a:solidFill>
                    <a:miter lim="800000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  <p:sp>
                <p:nvSpPr>
                  <p:cNvPr id="93337" name="Rectangle 405"/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1"/>
                    </a:solidFill>
                    <a:miter lim="800000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</p:grpSp>
          </p:grpSp>
          <p:grpSp>
            <p:nvGrpSpPr>
              <p:cNvPr id="216196" name="Group 406"/>
              <p:cNvGrpSpPr/>
              <p:nvPr/>
            </p:nvGrpSpPr>
            <p:grpSpPr bwMode="auto">
              <a:xfrm>
                <a:off x="273" y="1138"/>
                <a:ext cx="480" cy="112"/>
                <a:chOff x="627" y="3377"/>
                <a:chExt cx="480" cy="112"/>
              </a:xfrm>
            </p:grpSpPr>
            <p:sp>
              <p:nvSpPr>
                <p:cNvPr id="93332" name="Rectangle 407"/>
                <p:cNvSpPr>
                  <a:spLocks noChangeArrowheads="1"/>
                </p:cNvSpPr>
                <p:nvPr/>
              </p:nvSpPr>
              <p:spPr bwMode="auto">
                <a:xfrm>
                  <a:off x="636" y="3388"/>
                  <a:ext cx="96" cy="93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3333" name="Rectangle 408"/>
                <p:cNvSpPr>
                  <a:spLocks noChangeArrowheads="1"/>
                </p:cNvSpPr>
                <p:nvPr/>
              </p:nvSpPr>
              <p:spPr bwMode="auto">
                <a:xfrm>
                  <a:off x="627" y="3377"/>
                  <a:ext cx="480" cy="112"/>
                </a:xfrm>
                <a:prstGeom prst="rect">
                  <a:avLst/>
                </a:prstGeom>
                <a:noFill/>
                <a:ln w="9525">
                  <a:solidFill>
                    <a:schemeClr val="accent2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grpSp>
            <p:nvGrpSpPr>
              <p:cNvPr id="216197" name="Group 409"/>
              <p:cNvGrpSpPr/>
              <p:nvPr/>
            </p:nvGrpSpPr>
            <p:grpSpPr bwMode="auto">
              <a:xfrm>
                <a:off x="152" y="1285"/>
                <a:ext cx="681" cy="154"/>
                <a:chOff x="504" y="3523"/>
                <a:chExt cx="681" cy="154"/>
              </a:xfrm>
            </p:grpSpPr>
            <p:grpSp>
              <p:nvGrpSpPr>
                <p:cNvPr id="216198" name="Group 410"/>
                <p:cNvGrpSpPr/>
                <p:nvPr/>
              </p:nvGrpSpPr>
              <p:grpSpPr bwMode="auto">
                <a:xfrm>
                  <a:off x="623" y="3523"/>
                  <a:ext cx="492" cy="154"/>
                  <a:chOff x="723" y="3453"/>
                  <a:chExt cx="492" cy="154"/>
                </a:xfrm>
              </p:grpSpPr>
              <p:grpSp>
                <p:nvGrpSpPr>
                  <p:cNvPr id="216202" name="Group 411"/>
                  <p:cNvGrpSpPr/>
                  <p:nvPr/>
                </p:nvGrpSpPr>
                <p:grpSpPr bwMode="auto">
                  <a:xfrm>
                    <a:off x="836" y="3453"/>
                    <a:ext cx="379" cy="154"/>
                    <a:chOff x="836" y="3305"/>
                    <a:chExt cx="379" cy="154"/>
                  </a:xfrm>
                </p:grpSpPr>
                <p:grpSp>
                  <p:nvGrpSpPr>
                    <p:cNvPr id="216205" name="Group 412"/>
                    <p:cNvGrpSpPr/>
                    <p:nvPr/>
                  </p:nvGrpSpPr>
                  <p:grpSpPr bwMode="auto">
                    <a:xfrm>
                      <a:off x="890" y="3305"/>
                      <a:ext cx="325" cy="154"/>
                      <a:chOff x="844" y="3337"/>
                      <a:chExt cx="325" cy="154"/>
                    </a:xfrm>
                  </p:grpSpPr>
                  <p:sp>
                    <p:nvSpPr>
                      <p:cNvPr id="93330" name="Rectangle 413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89" y="3370"/>
                        <a:ext cx="245" cy="8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w="9525">
                        <a:solidFill>
                          <a:schemeClr val="bg1"/>
                        </a:solidFill>
                        <a:miter lim="800000"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dirty="0">
                          <a:solidFill>
                            <a:srgbClr val="000000"/>
                          </a:solidFill>
                          <a:cs typeface="+mn-cs"/>
                        </a:endParaRPr>
                      </a:p>
                    </p:txBody>
                  </p:sp>
                  <p:sp>
                    <p:nvSpPr>
                      <p:cNvPr id="93331" name="Text Box 414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844" y="3337"/>
                        <a:ext cx="325" cy="1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  <p:txBody>
                      <a:bodyPr wrap="none">
                        <a:spAutoFit/>
                      </a:bodyPr>
                      <a:lstStyle>
                        <a:lvl1pPr>
                          <a:defRPr i="1">
                            <a:solidFill>
                              <a:schemeClr val="tx1"/>
                            </a:solidFill>
                            <a:latin typeface="Comic Sans MS" panose="030F0902030302020204" pitchFamily="66" charset="0"/>
                            <a:ea typeface="MS PGothic" charset="0"/>
                          </a:defRPr>
                        </a:lvl1pPr>
                        <a:lvl2pPr marL="742950" indent="-285750">
                          <a:defRPr i="1">
                            <a:solidFill>
                              <a:schemeClr val="tx1"/>
                            </a:solidFill>
                            <a:latin typeface="Comic Sans MS" panose="030F0902030302020204" pitchFamily="66" charset="0"/>
                            <a:ea typeface="MS PGothic" charset="0"/>
                          </a:defRPr>
                        </a:lvl2pPr>
                        <a:lvl3pPr marL="1143000" indent="-228600">
                          <a:defRPr i="1">
                            <a:solidFill>
                              <a:schemeClr val="tx1"/>
                            </a:solidFill>
                            <a:latin typeface="Comic Sans MS" panose="030F0902030302020204" pitchFamily="66" charset="0"/>
                            <a:ea typeface="MS PGothic" charset="0"/>
                          </a:defRPr>
                        </a:lvl3pPr>
                        <a:lvl4pPr marL="1600200" indent="-228600">
                          <a:defRPr i="1">
                            <a:solidFill>
                              <a:schemeClr val="tx1"/>
                            </a:solidFill>
                            <a:latin typeface="Comic Sans MS" panose="030F0902030302020204" pitchFamily="66" charset="0"/>
                            <a:ea typeface="MS PGothic" charset="0"/>
                          </a:defRPr>
                        </a:lvl4pPr>
                        <a:lvl5pPr marL="2057400" indent="-228600">
                          <a:defRPr i="1">
                            <a:solidFill>
                              <a:schemeClr val="tx1"/>
                            </a:solidFill>
                            <a:latin typeface="Comic Sans MS" panose="030F0902030302020204" pitchFamily="66" charset="0"/>
                            <a:ea typeface="MS PGothic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panose="030F0902030302020204" pitchFamily="66" charset="0"/>
                            <a:ea typeface="MS PGothic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panose="030F0902030302020204" pitchFamily="66" charset="0"/>
                            <a:ea typeface="MS PGothic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panose="030F0902030302020204" pitchFamily="66" charset="0"/>
                            <a:ea typeface="MS PGothic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i="1">
                            <a:solidFill>
                              <a:schemeClr val="tx1"/>
                            </a:solidFill>
                            <a:latin typeface="Comic Sans MS" panose="030F0902030302020204" pitchFamily="66" charset="0"/>
                            <a:ea typeface="MS PGothic" charset="0"/>
                          </a:defRPr>
                        </a:lvl9pPr>
                      </a:lstStyle>
                      <a:p>
                        <a:pPr>
                          <a:defRPr/>
                        </a:pPr>
                        <a:r>
                          <a:rPr lang="en-US" sz="1000" i="0" dirty="0" smtClean="0">
                            <a:solidFill>
                              <a:srgbClr val="FFFFFF"/>
                            </a:solidFill>
                            <a:latin typeface="Arial" panose="020B0604020202090204" pitchFamily="34" charset="0"/>
                            <a:cs typeface="+mn-cs"/>
                          </a:rPr>
                          <a:t>HTTP</a:t>
                        </a:r>
                        <a:endParaRPr lang="en-US" sz="1000" i="0" dirty="0" smtClean="0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cs typeface="+mn-cs"/>
                        </a:endParaRPr>
                      </a:p>
                    </p:txBody>
                  </p:sp>
                </p:grpSp>
                <p:grpSp>
                  <p:nvGrpSpPr>
                    <p:cNvPr id="216206" name="Group 415"/>
                    <p:cNvGrpSpPr/>
                    <p:nvPr/>
                  </p:nvGrpSpPr>
                  <p:grpSpPr bwMode="auto">
                    <a:xfrm>
                      <a:off x="836" y="3334"/>
                      <a:ext cx="354" cy="94"/>
                      <a:chOff x="836" y="3334"/>
                      <a:chExt cx="354" cy="94"/>
                    </a:xfrm>
                  </p:grpSpPr>
                  <p:sp>
                    <p:nvSpPr>
                      <p:cNvPr id="93328" name="Rectangle 416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46" y="3340"/>
                        <a:ext cx="88" cy="82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9525">
                        <a:solidFill>
                          <a:schemeClr val="bg1"/>
                        </a:solidFill>
                        <a:miter lim="800000"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dirty="0">
                          <a:solidFill>
                            <a:srgbClr val="000000"/>
                          </a:solidFill>
                          <a:cs typeface="+mn-cs"/>
                        </a:endParaRPr>
                      </a:p>
                    </p:txBody>
                  </p:sp>
                  <p:sp>
                    <p:nvSpPr>
                      <p:cNvPr id="93329" name="Rectangle 417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36" y="3334"/>
                        <a:ext cx="354" cy="94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accent1"/>
                        </a:solidFill>
                        <a:miter lim="800000"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pPr>
                          <a:defRPr/>
                        </a:pPr>
                        <a:endParaRPr lang="en-US" dirty="0">
                          <a:solidFill>
                            <a:srgbClr val="000000"/>
                          </a:solidFill>
                          <a:cs typeface="+mn-cs"/>
                        </a:endParaRPr>
                      </a:p>
                    </p:txBody>
                  </p:sp>
                </p:grpSp>
              </p:grpSp>
              <p:sp>
                <p:nvSpPr>
                  <p:cNvPr id="93324" name="Rectangle 418"/>
                  <p:cNvSpPr>
                    <a:spLocks noChangeArrowheads="1"/>
                  </p:cNvSpPr>
                  <p:nvPr/>
                </p:nvSpPr>
                <p:spPr bwMode="auto">
                  <a:xfrm>
                    <a:off x="732" y="3484"/>
                    <a:ext cx="96" cy="93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  <p:sp>
                <p:nvSpPr>
                  <p:cNvPr id="93325" name="Rectangle 419"/>
                  <p:cNvSpPr>
                    <a:spLocks noChangeArrowheads="1"/>
                  </p:cNvSpPr>
                  <p:nvPr/>
                </p:nvSpPr>
                <p:spPr bwMode="auto">
                  <a:xfrm>
                    <a:off x="723" y="3473"/>
                    <a:ext cx="480" cy="112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2"/>
                    </a:solidFill>
                    <a:miter lim="800000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</p:grpSp>
            <p:sp>
              <p:nvSpPr>
                <p:cNvPr id="93320" name="Rectangle 420"/>
                <p:cNvSpPr>
                  <a:spLocks noChangeArrowheads="1"/>
                </p:cNvSpPr>
                <p:nvPr/>
              </p:nvSpPr>
              <p:spPr bwMode="auto">
                <a:xfrm>
                  <a:off x="517" y="3545"/>
                  <a:ext cx="94" cy="108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3321" name="Rectangle 421"/>
                <p:cNvSpPr>
                  <a:spLocks noChangeArrowheads="1"/>
                </p:cNvSpPr>
                <p:nvPr/>
              </p:nvSpPr>
              <p:spPr bwMode="auto">
                <a:xfrm>
                  <a:off x="1115" y="3544"/>
                  <a:ext cx="60" cy="108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3322" name="Rectangle 422"/>
                <p:cNvSpPr>
                  <a:spLocks noChangeArrowheads="1"/>
                </p:cNvSpPr>
                <p:nvPr/>
              </p:nvSpPr>
              <p:spPr bwMode="auto">
                <a:xfrm>
                  <a:off x="504" y="3529"/>
                  <a:ext cx="681" cy="138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</p:grpSp>
        <p:grpSp>
          <p:nvGrpSpPr>
            <p:cNvPr id="216191" name="Group 423"/>
            <p:cNvGrpSpPr/>
            <p:nvPr/>
          </p:nvGrpSpPr>
          <p:grpSpPr bwMode="auto">
            <a:xfrm>
              <a:off x="2517" y="3555"/>
              <a:ext cx="325" cy="154"/>
              <a:chOff x="844" y="3337"/>
              <a:chExt cx="325" cy="154"/>
            </a:xfrm>
          </p:grpSpPr>
          <p:sp>
            <p:nvSpPr>
              <p:cNvPr id="93313" name="Rectangle 424"/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3314" name="Text Box 425"/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325" cy="15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1000" i="0" dirty="0" smtClean="0">
                    <a:solidFill>
                      <a:srgbClr val="FFFFFF"/>
                    </a:solidFill>
                    <a:latin typeface="Arial" panose="020B0604020202090204" pitchFamily="34" charset="0"/>
                    <a:cs typeface="+mn-cs"/>
                  </a:rPr>
                  <a:t>HTTP</a:t>
                </a:r>
                <a:endParaRPr lang="en-US" sz="1000" i="0" dirty="0" smtClean="0">
                  <a:solidFill>
                    <a:srgbClr val="FFFFFF"/>
                  </a:solidFill>
                  <a:latin typeface="Arial" panose="020B0604020202090204" pitchFamily="34" charset="0"/>
                  <a:cs typeface="+mn-cs"/>
                </a:endParaRPr>
              </a:p>
            </p:txBody>
          </p:sp>
        </p:grpSp>
      </p:grpSp>
      <p:grpSp>
        <p:nvGrpSpPr>
          <p:cNvPr id="708061" name="Group 477"/>
          <p:cNvGrpSpPr/>
          <p:nvPr/>
        </p:nvGrpSpPr>
        <p:grpSpPr bwMode="auto">
          <a:xfrm>
            <a:off x="76200" y="1119188"/>
            <a:ext cx="1081088" cy="1016000"/>
            <a:chOff x="2256" y="3531"/>
            <a:chExt cx="681" cy="640"/>
          </a:xfrm>
        </p:grpSpPr>
        <p:grpSp>
          <p:nvGrpSpPr>
            <p:cNvPr id="216157" name="Group 321"/>
            <p:cNvGrpSpPr/>
            <p:nvPr/>
          </p:nvGrpSpPr>
          <p:grpSpPr bwMode="auto">
            <a:xfrm>
              <a:off x="2482" y="3684"/>
              <a:ext cx="379" cy="154"/>
              <a:chOff x="740" y="3209"/>
              <a:chExt cx="379" cy="154"/>
            </a:xfrm>
          </p:grpSpPr>
          <p:grpSp>
            <p:nvGrpSpPr>
              <p:cNvPr id="216185" name="Group 322"/>
              <p:cNvGrpSpPr/>
              <p:nvPr/>
            </p:nvGrpSpPr>
            <p:grpSpPr bwMode="auto">
              <a:xfrm>
                <a:off x="794" y="3209"/>
                <a:ext cx="325" cy="154"/>
                <a:chOff x="844" y="3337"/>
                <a:chExt cx="325" cy="154"/>
              </a:xfrm>
            </p:grpSpPr>
            <p:sp>
              <p:nvSpPr>
                <p:cNvPr id="93309" name="Rectangle 323"/>
                <p:cNvSpPr>
                  <a:spLocks noChangeArrowheads="1"/>
                </p:cNvSpPr>
                <p:nvPr/>
              </p:nvSpPr>
              <p:spPr bwMode="auto"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chemeClr val="bg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3310" name="Text Box 324"/>
                <p:cNvSpPr txBox="1">
                  <a:spLocks noChangeArrowheads="1"/>
                </p:cNvSpPr>
                <p:nvPr/>
              </p:nvSpPr>
              <p:spPr bwMode="auto">
                <a:xfrm>
                  <a:off x="844" y="3337"/>
                  <a:ext cx="325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none">
                  <a:spAutoFit/>
                </a:bodyPr>
                <a:lstStyle>
                  <a:lvl1pPr>
                    <a:defRPr i="1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MS PGothic" charset="0"/>
                    </a:defRPr>
                  </a:lvl1pPr>
                  <a:lvl2pPr marL="742950" indent="-285750">
                    <a:defRPr i="1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MS PGothic" charset="0"/>
                    </a:defRPr>
                  </a:lvl2pPr>
                  <a:lvl3pPr marL="1143000" indent="-228600">
                    <a:defRPr i="1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MS PGothic" charset="0"/>
                    </a:defRPr>
                  </a:lvl3pPr>
                  <a:lvl4pPr marL="1600200" indent="-228600">
                    <a:defRPr i="1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MS PGothic" charset="0"/>
                    </a:defRPr>
                  </a:lvl4pPr>
                  <a:lvl5pPr marL="2057400" indent="-228600">
                    <a:defRPr i="1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MS PGothic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MS PGothic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MS PGothic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MS PGothic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MS PGothic" charset="0"/>
                    </a:defRPr>
                  </a:lvl9pPr>
                </a:lstStyle>
                <a:p>
                  <a:pPr>
                    <a:defRPr/>
                  </a:pPr>
                  <a:r>
                    <a:rPr lang="en-US" sz="1000" i="0" dirty="0" smtClean="0">
                      <a:solidFill>
                        <a:srgbClr val="FFFFFF"/>
                      </a:solidFill>
                      <a:latin typeface="Arial" panose="020B0604020202090204" pitchFamily="34" charset="0"/>
                      <a:cs typeface="+mn-cs"/>
                    </a:rPr>
                    <a:t>HTTP</a:t>
                  </a:r>
                  <a:endParaRPr lang="en-US" sz="1000" i="0" dirty="0" smtClean="0">
                    <a:solidFill>
                      <a:srgbClr val="FFFFFF"/>
                    </a:solidFill>
                    <a:latin typeface="Arial" panose="020B0604020202090204" pitchFamily="34" charset="0"/>
                    <a:cs typeface="+mn-cs"/>
                  </a:endParaRPr>
                </a:p>
              </p:txBody>
            </p:sp>
          </p:grpSp>
          <p:sp>
            <p:nvSpPr>
              <p:cNvPr id="93307" name="Rectangle 325"/>
              <p:cNvSpPr>
                <a:spLocks noChangeArrowheads="1"/>
              </p:cNvSpPr>
              <p:nvPr/>
            </p:nvSpPr>
            <p:spPr bwMode="auto">
              <a:xfrm>
                <a:off x="750" y="3244"/>
                <a:ext cx="88" cy="8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3308" name="Rectangle 326"/>
              <p:cNvSpPr>
                <a:spLocks noChangeArrowheads="1"/>
              </p:cNvSpPr>
              <p:nvPr/>
            </p:nvSpPr>
            <p:spPr bwMode="auto">
              <a:xfrm>
                <a:off x="740" y="3238"/>
                <a:ext cx="354" cy="94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grpSp>
          <p:nvGrpSpPr>
            <p:cNvPr id="216158" name="Group 327"/>
            <p:cNvGrpSpPr/>
            <p:nvPr/>
          </p:nvGrpSpPr>
          <p:grpSpPr bwMode="auto">
            <a:xfrm>
              <a:off x="2482" y="3844"/>
              <a:ext cx="379" cy="154"/>
              <a:chOff x="836" y="3305"/>
              <a:chExt cx="379" cy="154"/>
            </a:xfrm>
          </p:grpSpPr>
          <p:grpSp>
            <p:nvGrpSpPr>
              <p:cNvPr id="216179" name="Group 328"/>
              <p:cNvGrpSpPr/>
              <p:nvPr/>
            </p:nvGrpSpPr>
            <p:grpSpPr bwMode="auto">
              <a:xfrm>
                <a:off x="890" y="3305"/>
                <a:ext cx="325" cy="154"/>
                <a:chOff x="844" y="3337"/>
                <a:chExt cx="325" cy="154"/>
              </a:xfrm>
            </p:grpSpPr>
            <p:sp>
              <p:nvSpPr>
                <p:cNvPr id="93304" name="Rectangle 329"/>
                <p:cNvSpPr>
                  <a:spLocks noChangeArrowheads="1"/>
                </p:cNvSpPr>
                <p:nvPr/>
              </p:nvSpPr>
              <p:spPr bwMode="auto"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chemeClr val="bg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3305" name="Text Box 330"/>
                <p:cNvSpPr txBox="1">
                  <a:spLocks noChangeArrowheads="1"/>
                </p:cNvSpPr>
                <p:nvPr/>
              </p:nvSpPr>
              <p:spPr bwMode="auto">
                <a:xfrm>
                  <a:off x="844" y="3337"/>
                  <a:ext cx="325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none">
                  <a:spAutoFit/>
                </a:bodyPr>
                <a:lstStyle>
                  <a:lvl1pPr>
                    <a:defRPr i="1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MS PGothic" charset="0"/>
                    </a:defRPr>
                  </a:lvl1pPr>
                  <a:lvl2pPr marL="742950" indent="-285750">
                    <a:defRPr i="1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MS PGothic" charset="0"/>
                    </a:defRPr>
                  </a:lvl2pPr>
                  <a:lvl3pPr marL="1143000" indent="-228600">
                    <a:defRPr i="1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MS PGothic" charset="0"/>
                    </a:defRPr>
                  </a:lvl3pPr>
                  <a:lvl4pPr marL="1600200" indent="-228600">
                    <a:defRPr i="1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MS PGothic" charset="0"/>
                    </a:defRPr>
                  </a:lvl4pPr>
                  <a:lvl5pPr marL="2057400" indent="-228600">
                    <a:defRPr i="1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MS PGothic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MS PGothic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MS PGothic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MS PGothic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i="1">
                      <a:solidFill>
                        <a:schemeClr val="tx1"/>
                      </a:solidFill>
                      <a:latin typeface="Comic Sans MS" panose="030F0902030302020204" pitchFamily="66" charset="0"/>
                      <a:ea typeface="MS PGothic" charset="0"/>
                    </a:defRPr>
                  </a:lvl9pPr>
                </a:lstStyle>
                <a:p>
                  <a:pPr>
                    <a:defRPr/>
                  </a:pPr>
                  <a:r>
                    <a:rPr lang="en-US" sz="1000" i="0" dirty="0" smtClean="0">
                      <a:solidFill>
                        <a:srgbClr val="FFFFFF"/>
                      </a:solidFill>
                      <a:latin typeface="Arial" panose="020B0604020202090204" pitchFamily="34" charset="0"/>
                      <a:cs typeface="+mn-cs"/>
                    </a:rPr>
                    <a:t>HTTP</a:t>
                  </a:r>
                  <a:endParaRPr lang="en-US" sz="1000" i="0" dirty="0" smtClean="0">
                    <a:solidFill>
                      <a:srgbClr val="FFFFFF"/>
                    </a:solidFill>
                    <a:latin typeface="Arial" panose="020B0604020202090204" pitchFamily="34" charset="0"/>
                    <a:cs typeface="+mn-cs"/>
                  </a:endParaRPr>
                </a:p>
              </p:txBody>
            </p:sp>
          </p:grpSp>
          <p:grpSp>
            <p:nvGrpSpPr>
              <p:cNvPr id="216180" name="Group 331"/>
              <p:cNvGrpSpPr/>
              <p:nvPr/>
            </p:nvGrpSpPr>
            <p:grpSpPr bwMode="auto">
              <a:xfrm>
                <a:off x="836" y="3334"/>
                <a:ext cx="354" cy="94"/>
                <a:chOff x="836" y="3334"/>
                <a:chExt cx="354" cy="94"/>
              </a:xfrm>
            </p:grpSpPr>
            <p:sp>
              <p:nvSpPr>
                <p:cNvPr id="93302" name="Rectangle 332"/>
                <p:cNvSpPr>
                  <a:spLocks noChangeArrowheads="1"/>
                </p:cNvSpPr>
                <p:nvPr/>
              </p:nvSpPr>
              <p:spPr bwMode="auto">
                <a:xfrm>
                  <a:off x="846" y="3340"/>
                  <a:ext cx="88" cy="82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bg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3303" name="Rectangle 333"/>
                <p:cNvSpPr>
                  <a:spLocks noChangeArrowheads="1"/>
                </p:cNvSpPr>
                <p:nvPr/>
              </p:nvSpPr>
              <p:spPr bwMode="auto">
                <a:xfrm>
                  <a:off x="836" y="3334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</p:grpSp>
        <p:grpSp>
          <p:nvGrpSpPr>
            <p:cNvPr id="216159" name="Group 334"/>
            <p:cNvGrpSpPr/>
            <p:nvPr/>
          </p:nvGrpSpPr>
          <p:grpSpPr bwMode="auto">
            <a:xfrm>
              <a:off x="2369" y="3858"/>
              <a:ext cx="480" cy="112"/>
              <a:chOff x="627" y="3377"/>
              <a:chExt cx="480" cy="112"/>
            </a:xfrm>
          </p:grpSpPr>
          <p:sp>
            <p:nvSpPr>
              <p:cNvPr id="93298" name="Rectangle 335"/>
              <p:cNvSpPr>
                <a:spLocks noChangeArrowheads="1"/>
              </p:cNvSpPr>
              <p:nvPr/>
            </p:nvSpPr>
            <p:spPr bwMode="auto">
              <a:xfrm>
                <a:off x="636" y="3388"/>
                <a:ext cx="96" cy="9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3299" name="Rectangle 336"/>
              <p:cNvSpPr>
                <a:spLocks noChangeArrowheads="1"/>
              </p:cNvSpPr>
              <p:nvPr/>
            </p:nvSpPr>
            <p:spPr bwMode="auto">
              <a:xfrm>
                <a:off x="627" y="3377"/>
                <a:ext cx="480" cy="112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grpSp>
          <p:nvGrpSpPr>
            <p:cNvPr id="216160" name="Group 360"/>
            <p:cNvGrpSpPr/>
            <p:nvPr/>
          </p:nvGrpSpPr>
          <p:grpSpPr bwMode="auto">
            <a:xfrm>
              <a:off x="2534" y="3531"/>
              <a:ext cx="325" cy="154"/>
              <a:chOff x="844" y="3337"/>
              <a:chExt cx="325" cy="154"/>
            </a:xfrm>
          </p:grpSpPr>
          <p:sp>
            <p:nvSpPr>
              <p:cNvPr id="93296" name="Rectangle 361"/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3297" name="Text Box 362"/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325" cy="15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1pPr>
                <a:lvl2pPr marL="742950" indent="-28575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2pPr>
                <a:lvl3pPr marL="11430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3pPr>
                <a:lvl4pPr marL="16002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4pPr>
                <a:lvl5pPr marL="2057400" indent="-228600"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i="1">
                    <a:solidFill>
                      <a:schemeClr val="tx1"/>
                    </a:solidFill>
                    <a:latin typeface="Comic Sans MS" panose="030F0902030302020204" pitchFamily="66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1000" i="0" dirty="0" smtClean="0">
                    <a:solidFill>
                      <a:srgbClr val="FFFFFF"/>
                    </a:solidFill>
                    <a:latin typeface="Arial" panose="020B0604020202090204" pitchFamily="34" charset="0"/>
                    <a:cs typeface="+mn-cs"/>
                  </a:rPr>
                  <a:t>HTTP</a:t>
                </a:r>
                <a:endParaRPr lang="en-US" sz="1000" i="0" dirty="0" smtClean="0">
                  <a:solidFill>
                    <a:srgbClr val="FFFFFF"/>
                  </a:solidFill>
                  <a:latin typeface="Arial" panose="020B0604020202090204" pitchFamily="34" charset="0"/>
                  <a:cs typeface="+mn-cs"/>
                </a:endParaRPr>
              </a:p>
            </p:txBody>
          </p:sp>
        </p:grpSp>
        <p:grpSp>
          <p:nvGrpSpPr>
            <p:cNvPr id="216161" name="Group 461"/>
            <p:cNvGrpSpPr/>
            <p:nvPr/>
          </p:nvGrpSpPr>
          <p:grpSpPr bwMode="auto">
            <a:xfrm>
              <a:off x="2256" y="4017"/>
              <a:ext cx="681" cy="154"/>
              <a:chOff x="-341" y="3180"/>
              <a:chExt cx="681" cy="154"/>
            </a:xfrm>
          </p:grpSpPr>
          <p:sp>
            <p:nvSpPr>
              <p:cNvPr id="93283" name="Rectangle 457"/>
              <p:cNvSpPr>
                <a:spLocks noChangeArrowheads="1"/>
              </p:cNvSpPr>
              <p:nvPr/>
            </p:nvSpPr>
            <p:spPr bwMode="auto">
              <a:xfrm>
                <a:off x="-341" y="3186"/>
                <a:ext cx="681" cy="13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grpSp>
            <p:nvGrpSpPr>
              <p:cNvPr id="216163" name="Group 445"/>
              <p:cNvGrpSpPr/>
              <p:nvPr/>
            </p:nvGrpSpPr>
            <p:grpSpPr bwMode="auto">
              <a:xfrm>
                <a:off x="-222" y="3180"/>
                <a:ext cx="492" cy="154"/>
                <a:chOff x="723" y="3453"/>
                <a:chExt cx="492" cy="154"/>
              </a:xfrm>
            </p:grpSpPr>
            <p:grpSp>
              <p:nvGrpSpPr>
                <p:cNvPr id="216166" name="Group 446"/>
                <p:cNvGrpSpPr/>
                <p:nvPr/>
              </p:nvGrpSpPr>
              <p:grpSpPr bwMode="auto">
                <a:xfrm>
                  <a:off x="836" y="3453"/>
                  <a:ext cx="379" cy="154"/>
                  <a:chOff x="836" y="3305"/>
                  <a:chExt cx="379" cy="154"/>
                </a:xfrm>
              </p:grpSpPr>
              <p:grpSp>
                <p:nvGrpSpPr>
                  <p:cNvPr id="216169" name="Group 447"/>
                  <p:cNvGrpSpPr/>
                  <p:nvPr/>
                </p:nvGrpSpPr>
                <p:grpSpPr bwMode="auto">
                  <a:xfrm>
                    <a:off x="890" y="3305"/>
                    <a:ext cx="325" cy="154"/>
                    <a:chOff x="844" y="3337"/>
                    <a:chExt cx="325" cy="154"/>
                  </a:xfrm>
                </p:grpSpPr>
                <p:sp>
                  <p:nvSpPr>
                    <p:cNvPr id="93294" name="Rectangle 44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89" y="3370"/>
                      <a:ext cx="245" cy="8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 w="9525">
                      <a:solidFill>
                        <a:schemeClr val="bg1"/>
                      </a:solidFill>
                      <a:miter lim="800000"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solidFill>
                          <a:srgbClr val="000000"/>
                        </a:solidFill>
                        <a:cs typeface="+mn-cs"/>
                      </a:endParaRPr>
                    </a:p>
                  </p:txBody>
                </p:sp>
                <p:sp>
                  <p:nvSpPr>
                    <p:cNvPr id="93295" name="Text Box 449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844" y="3337"/>
                      <a:ext cx="325" cy="15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</p:spPr>
                  <p:txBody>
                    <a:bodyPr wrap="none">
                      <a:spAutoFit/>
                    </a:bodyPr>
                    <a:lstStyle>
                      <a:lvl1pPr>
                        <a:defRPr i="1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MS PGothic" charset="0"/>
                        </a:defRPr>
                      </a:lvl1pPr>
                      <a:lvl2pPr marL="742950" indent="-285750">
                        <a:defRPr i="1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MS PGothic" charset="0"/>
                        </a:defRPr>
                      </a:lvl2pPr>
                      <a:lvl3pPr marL="1143000" indent="-228600">
                        <a:defRPr i="1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MS PGothic" charset="0"/>
                        </a:defRPr>
                      </a:lvl3pPr>
                      <a:lvl4pPr marL="1600200" indent="-228600">
                        <a:defRPr i="1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MS PGothic" charset="0"/>
                        </a:defRPr>
                      </a:lvl4pPr>
                      <a:lvl5pPr marL="2057400" indent="-228600">
                        <a:defRPr i="1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MS PGothic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i="1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MS PGothic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i="1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MS PGothic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i="1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MS PGothic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i="1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  <a:ea typeface="MS PGothic" charset="0"/>
                        </a:defRPr>
                      </a:lvl9pPr>
                    </a:lstStyle>
                    <a:p>
                      <a:pPr>
                        <a:defRPr/>
                      </a:pPr>
                      <a:r>
                        <a:rPr lang="en-US" sz="1000" i="0" dirty="0" smtClean="0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cs typeface="+mn-cs"/>
                        </a:rPr>
                        <a:t>HTTP</a:t>
                      </a:r>
                      <a:endParaRPr lang="en-US" sz="1000" i="0" dirty="0" smtClean="0">
                        <a:solidFill>
                          <a:srgbClr val="FFFFFF"/>
                        </a:solidFill>
                        <a:latin typeface="Arial" panose="020B0604020202090204" pitchFamily="34" charset="0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216170" name="Group 450"/>
                  <p:cNvGrpSpPr/>
                  <p:nvPr/>
                </p:nvGrpSpPr>
                <p:grpSpPr bwMode="auto">
                  <a:xfrm>
                    <a:off x="836" y="3334"/>
                    <a:ext cx="354" cy="94"/>
                    <a:chOff x="836" y="3334"/>
                    <a:chExt cx="354" cy="94"/>
                  </a:xfrm>
                </p:grpSpPr>
                <p:sp>
                  <p:nvSpPr>
                    <p:cNvPr id="93292" name="Rectangle 45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46" y="3340"/>
                      <a:ext cx="88" cy="82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 w="9525">
                      <a:solidFill>
                        <a:schemeClr val="bg1"/>
                      </a:solidFill>
                      <a:miter lim="800000"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solidFill>
                          <a:srgbClr val="000000"/>
                        </a:solidFill>
                        <a:cs typeface="+mn-cs"/>
                      </a:endParaRPr>
                    </a:p>
                  </p:txBody>
                </p:sp>
                <p:sp>
                  <p:nvSpPr>
                    <p:cNvPr id="93293" name="Rectangle 45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36" y="3334"/>
                      <a:ext cx="354" cy="94"/>
                    </a:xfrm>
                    <a:prstGeom prst="rect">
                      <a:avLst/>
                    </a:prstGeom>
                    <a:noFill/>
                    <a:ln w="9525">
                      <a:solidFill>
                        <a:schemeClr val="accent1"/>
                      </a:solidFill>
                      <a:miter lim="800000"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US" dirty="0">
                        <a:solidFill>
                          <a:srgbClr val="000000"/>
                        </a:solidFill>
                        <a:cs typeface="+mn-cs"/>
                      </a:endParaRPr>
                    </a:p>
                  </p:txBody>
                </p:sp>
              </p:grpSp>
            </p:grpSp>
            <p:sp>
              <p:nvSpPr>
                <p:cNvPr id="93288" name="Rectangle 453"/>
                <p:cNvSpPr>
                  <a:spLocks noChangeArrowheads="1"/>
                </p:cNvSpPr>
                <p:nvPr/>
              </p:nvSpPr>
              <p:spPr bwMode="auto">
                <a:xfrm>
                  <a:off x="732" y="3484"/>
                  <a:ext cx="96" cy="93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  <p:sp>
              <p:nvSpPr>
                <p:cNvPr id="93289" name="Rectangle 454"/>
                <p:cNvSpPr>
                  <a:spLocks noChangeArrowheads="1"/>
                </p:cNvSpPr>
                <p:nvPr/>
              </p:nvSpPr>
              <p:spPr bwMode="auto">
                <a:xfrm>
                  <a:off x="723" y="3473"/>
                  <a:ext cx="480" cy="112"/>
                </a:xfrm>
                <a:prstGeom prst="rect">
                  <a:avLst/>
                </a:prstGeom>
                <a:noFill/>
                <a:ln w="9525">
                  <a:solidFill>
                    <a:schemeClr val="accent2"/>
                  </a:solidFill>
                  <a:miter lim="800000"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dirty="0">
                    <a:solidFill>
                      <a:srgbClr val="000000"/>
                    </a:solidFill>
                    <a:cs typeface="+mn-cs"/>
                  </a:endParaRPr>
                </a:p>
              </p:txBody>
            </p:sp>
          </p:grpSp>
          <p:sp>
            <p:nvSpPr>
              <p:cNvPr id="93285" name="Rectangle 455"/>
              <p:cNvSpPr>
                <a:spLocks noChangeArrowheads="1"/>
              </p:cNvSpPr>
              <p:nvPr/>
            </p:nvSpPr>
            <p:spPr bwMode="auto">
              <a:xfrm>
                <a:off x="-328" y="3202"/>
                <a:ext cx="94" cy="108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3286" name="Rectangle 456"/>
              <p:cNvSpPr>
                <a:spLocks noChangeArrowheads="1"/>
              </p:cNvSpPr>
              <p:nvPr/>
            </p:nvSpPr>
            <p:spPr bwMode="auto">
              <a:xfrm>
                <a:off x="270" y="3201"/>
                <a:ext cx="60" cy="108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</p:grpSp>
      <p:grpSp>
        <p:nvGrpSpPr>
          <p:cNvPr id="708046" name="Group 462"/>
          <p:cNvGrpSpPr/>
          <p:nvPr/>
        </p:nvGrpSpPr>
        <p:grpSpPr bwMode="auto">
          <a:xfrm>
            <a:off x="414338" y="4756150"/>
            <a:ext cx="1081087" cy="244475"/>
            <a:chOff x="-341" y="3180"/>
            <a:chExt cx="681" cy="154"/>
          </a:xfrm>
        </p:grpSpPr>
        <p:sp>
          <p:nvSpPr>
            <p:cNvPr id="93265" name="Rectangle 463"/>
            <p:cNvSpPr>
              <a:spLocks noChangeArrowheads="1"/>
            </p:cNvSpPr>
            <p:nvPr/>
          </p:nvSpPr>
          <p:spPr bwMode="auto">
            <a:xfrm>
              <a:off x="-341" y="3186"/>
              <a:ext cx="681" cy="13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grpSp>
          <p:nvGrpSpPr>
            <p:cNvPr id="216145" name="Group 464"/>
            <p:cNvGrpSpPr/>
            <p:nvPr/>
          </p:nvGrpSpPr>
          <p:grpSpPr bwMode="auto">
            <a:xfrm>
              <a:off x="-222" y="3180"/>
              <a:ext cx="492" cy="154"/>
              <a:chOff x="723" y="3453"/>
              <a:chExt cx="492" cy="154"/>
            </a:xfrm>
          </p:grpSpPr>
          <p:grpSp>
            <p:nvGrpSpPr>
              <p:cNvPr id="216148" name="Group 465"/>
              <p:cNvGrpSpPr/>
              <p:nvPr/>
            </p:nvGrpSpPr>
            <p:grpSpPr bwMode="auto">
              <a:xfrm>
                <a:off x="836" y="3453"/>
                <a:ext cx="379" cy="154"/>
                <a:chOff x="836" y="3305"/>
                <a:chExt cx="379" cy="154"/>
              </a:xfrm>
            </p:grpSpPr>
            <p:grpSp>
              <p:nvGrpSpPr>
                <p:cNvPr id="216151" name="Group 466"/>
                <p:cNvGrpSpPr/>
                <p:nvPr/>
              </p:nvGrpSpPr>
              <p:grpSpPr bwMode="auto">
                <a:xfrm>
                  <a:off x="890" y="3305"/>
                  <a:ext cx="325" cy="154"/>
                  <a:chOff x="844" y="3337"/>
                  <a:chExt cx="325" cy="154"/>
                </a:xfrm>
              </p:grpSpPr>
              <p:sp>
                <p:nvSpPr>
                  <p:cNvPr id="93276" name="Rectangle 467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  <p:sp>
                <p:nvSpPr>
                  <p:cNvPr id="93277" name="Text Box 46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25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 wrap="none">
                    <a:spAutoFit/>
                  </a:bodyPr>
                  <a:lstStyle>
                    <a:lvl1pPr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1pPr>
                    <a:lvl2pPr marL="742950" indent="-285750"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2pPr>
                    <a:lvl3pPr marL="1143000" indent="-228600"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3pPr>
                    <a:lvl4pPr marL="1600200" indent="-228600"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4pPr>
                    <a:lvl5pPr marL="2057400" indent="-228600"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i="1">
                        <a:solidFill>
                          <a:schemeClr val="tx1"/>
                        </a:solidFill>
                        <a:latin typeface="Comic Sans MS" panose="030F0902030302020204" pitchFamily="66" charset="0"/>
                        <a:ea typeface="MS PGothic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sz="1000" i="0" dirty="0" smtClean="0">
                        <a:solidFill>
                          <a:srgbClr val="FFFFFF"/>
                        </a:solidFill>
                        <a:latin typeface="Arial" panose="020B0604020202090204" pitchFamily="34" charset="0"/>
                        <a:cs typeface="+mn-cs"/>
                      </a:rPr>
                      <a:t>HTTP</a:t>
                    </a:r>
                    <a:endParaRPr lang="en-US" sz="1000" i="0" dirty="0" smtClean="0">
                      <a:solidFill>
                        <a:srgbClr val="FFFFFF"/>
                      </a:solidFill>
                      <a:latin typeface="Arial" panose="020B0604020202090204" pitchFamily="34" charset="0"/>
                      <a:cs typeface="+mn-cs"/>
                    </a:endParaRPr>
                  </a:p>
                </p:txBody>
              </p:sp>
            </p:grpSp>
            <p:grpSp>
              <p:nvGrpSpPr>
                <p:cNvPr id="216152" name="Group 469"/>
                <p:cNvGrpSpPr/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93274" name="Rectangle 470"/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bg1"/>
                    </a:solidFill>
                    <a:miter lim="800000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  <p:sp>
                <p:nvSpPr>
                  <p:cNvPr id="93275" name="Rectangle 471"/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1"/>
                    </a:solidFill>
                    <a:miter lim="800000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 dirty="0">
                      <a:solidFill>
                        <a:srgbClr val="000000"/>
                      </a:solidFill>
                      <a:cs typeface="+mn-cs"/>
                    </a:endParaRPr>
                  </a:p>
                </p:txBody>
              </p:sp>
            </p:grpSp>
          </p:grpSp>
          <p:sp>
            <p:nvSpPr>
              <p:cNvPr id="93270" name="Rectangle 472"/>
              <p:cNvSpPr>
                <a:spLocks noChangeArrowheads="1"/>
              </p:cNvSpPr>
              <p:nvPr/>
            </p:nvSpPr>
            <p:spPr bwMode="auto">
              <a:xfrm>
                <a:off x="732" y="3484"/>
                <a:ext cx="96" cy="9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3271" name="Rectangle 473"/>
              <p:cNvSpPr>
                <a:spLocks noChangeArrowheads="1"/>
              </p:cNvSpPr>
              <p:nvPr/>
            </p:nvSpPr>
            <p:spPr bwMode="auto">
              <a:xfrm>
                <a:off x="723" y="3473"/>
                <a:ext cx="480" cy="112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sp>
          <p:nvSpPr>
            <p:cNvPr id="93267" name="Rectangle 474"/>
            <p:cNvSpPr>
              <a:spLocks noChangeArrowheads="1"/>
            </p:cNvSpPr>
            <p:nvPr/>
          </p:nvSpPr>
          <p:spPr bwMode="auto">
            <a:xfrm>
              <a:off x="-328" y="3202"/>
              <a:ext cx="94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3268" name="Rectangle 475"/>
            <p:cNvSpPr>
              <a:spLocks noChangeArrowheads="1"/>
            </p:cNvSpPr>
            <p:nvPr/>
          </p:nvSpPr>
          <p:spPr bwMode="auto">
            <a:xfrm>
              <a:off x="270" y="3201"/>
              <a:ext cx="60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</p:grpSp>
      <p:pic>
        <p:nvPicPr>
          <p:cNvPr id="708062" name="Picture 47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6613" y="855663"/>
            <a:ext cx="1243012" cy="76835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</p:spPr>
      </p:pic>
      <p:sp>
        <p:nvSpPr>
          <p:cNvPr id="708064" name="Rectangle 480"/>
          <p:cNvSpPr>
            <a:spLocks noChangeArrowheads="1"/>
          </p:cNvSpPr>
          <p:nvPr/>
        </p:nvSpPr>
        <p:spPr bwMode="auto">
          <a:xfrm>
            <a:off x="3436947" y="959649"/>
            <a:ext cx="3865562" cy="536575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/>
          <a:p>
            <a:pPr marL="238125" indent="-238125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000" i="0" dirty="0">
                <a:solidFill>
                  <a:srgbClr val="000000"/>
                </a:solidFill>
                <a:latin typeface="Gill Sans MT" pitchFamily="34" charset="0"/>
                <a:cs typeface="+mn-cs"/>
              </a:rPr>
              <a:t>web page </a:t>
            </a:r>
            <a:r>
              <a:rPr lang="en-US" sz="2000" dirty="0">
                <a:solidFill>
                  <a:srgbClr val="C00000"/>
                </a:solidFill>
                <a:latin typeface="Gill Sans MT" pitchFamily="34" charset="0"/>
                <a:cs typeface="+mn-cs"/>
              </a:rPr>
              <a:t>finally (!!!)</a:t>
            </a:r>
            <a:r>
              <a:rPr lang="en-US" sz="2000" i="0" dirty="0">
                <a:solidFill>
                  <a:srgbClr val="C00000"/>
                </a:solidFill>
                <a:latin typeface="Gill Sans MT" pitchFamily="34" charset="0"/>
                <a:cs typeface="+mn-cs"/>
              </a:rPr>
              <a:t> </a:t>
            </a:r>
            <a:r>
              <a:rPr lang="en-US" sz="2000" i="0" dirty="0">
                <a:solidFill>
                  <a:srgbClr val="000000"/>
                </a:solidFill>
                <a:latin typeface="Gill Sans MT" pitchFamily="34" charset="0"/>
                <a:cs typeface="+mn-cs"/>
              </a:rPr>
              <a:t>displayed</a:t>
            </a:r>
            <a:endParaRPr lang="en-US" sz="2000" i="0" dirty="0">
              <a:solidFill>
                <a:srgbClr val="000000"/>
              </a:solidFill>
              <a:latin typeface="Gill Sans MT" pitchFamily="34" charset="0"/>
              <a:cs typeface="+mn-cs"/>
            </a:endParaRPr>
          </a:p>
        </p:txBody>
      </p:sp>
      <p:grpSp>
        <p:nvGrpSpPr>
          <p:cNvPr id="216095" name="Group 248"/>
          <p:cNvGrpSpPr/>
          <p:nvPr/>
        </p:nvGrpSpPr>
        <p:grpSpPr bwMode="auto">
          <a:xfrm>
            <a:off x="2470150" y="4932363"/>
            <a:ext cx="333375" cy="581025"/>
            <a:chOff x="4140" y="429"/>
            <a:chExt cx="1425" cy="2396"/>
          </a:xfrm>
        </p:grpSpPr>
        <p:sp>
          <p:nvSpPr>
            <p:cNvPr id="216112" name="Freeform 148"/>
            <p:cNvSpPr/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1 w 354"/>
                <a:gd name="T1" fmla="*/ 0 h 2742"/>
                <a:gd name="T2" fmla="*/ 116 w 354"/>
                <a:gd name="T3" fmla="*/ 137 h 2742"/>
                <a:gd name="T4" fmla="*/ 114 w 354"/>
                <a:gd name="T5" fmla="*/ 1057 h 2742"/>
                <a:gd name="T6" fmla="*/ 0 w 354"/>
                <a:gd name="T7" fmla="*/ 1105 h 2742"/>
                <a:gd name="T8" fmla="*/ 21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3234" name="Rectangle 149"/>
            <p:cNvSpPr>
              <a:spLocks noChangeArrowheads="1"/>
            </p:cNvSpPr>
            <p:nvPr/>
          </p:nvSpPr>
          <p:spPr bwMode="auto">
            <a:xfrm>
              <a:off x="4208" y="429"/>
              <a:ext cx="1045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216114" name="Freeform 150"/>
            <p:cNvSpPr/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0 w 211"/>
                <a:gd name="T3" fmla="*/ 88 h 2537"/>
                <a:gd name="T4" fmla="*/ 2 w 211"/>
                <a:gd name="T5" fmla="*/ 1007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6115" name="Freeform 151"/>
            <p:cNvSpPr/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2 h 226"/>
                <a:gd name="T4" fmla="*/ 108 w 328"/>
                <a:gd name="T5" fmla="*/ 92 h 226"/>
                <a:gd name="T6" fmla="*/ 0 w 328"/>
                <a:gd name="T7" fmla="*/ 4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3237" name="Rectangle 152"/>
            <p:cNvSpPr>
              <a:spLocks noChangeArrowheads="1"/>
            </p:cNvSpPr>
            <p:nvPr/>
          </p:nvSpPr>
          <p:spPr bwMode="auto">
            <a:xfrm>
              <a:off x="4215" y="691"/>
              <a:ext cx="590" cy="5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grpSp>
          <p:nvGrpSpPr>
            <p:cNvPr id="216117" name="Group 153"/>
            <p:cNvGrpSpPr/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93263" name="AutoShape 154"/>
              <p:cNvSpPr>
                <a:spLocks noChangeArrowheads="1"/>
              </p:cNvSpPr>
              <p:nvPr/>
            </p:nvSpPr>
            <p:spPr bwMode="auto">
              <a:xfrm>
                <a:off x="616" y="2571"/>
                <a:ext cx="720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3264" name="AutoShape 155"/>
              <p:cNvSpPr>
                <a:spLocks noChangeArrowheads="1"/>
              </p:cNvSpPr>
              <p:nvPr/>
            </p:nvSpPr>
            <p:spPr bwMode="auto">
              <a:xfrm>
                <a:off x="633" y="2590"/>
                <a:ext cx="686" cy="10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sp>
          <p:nvSpPr>
            <p:cNvPr id="93239" name="Rectangle 156"/>
            <p:cNvSpPr>
              <a:spLocks noChangeArrowheads="1"/>
            </p:cNvSpPr>
            <p:nvPr/>
          </p:nvSpPr>
          <p:spPr bwMode="auto">
            <a:xfrm>
              <a:off x="4221" y="1018"/>
              <a:ext cx="597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grpSp>
          <p:nvGrpSpPr>
            <p:cNvPr id="216119" name="Group 157"/>
            <p:cNvGrpSpPr/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93261" name="AutoShape 158"/>
              <p:cNvSpPr>
                <a:spLocks noChangeArrowheads="1"/>
              </p:cNvSpPr>
              <p:nvPr/>
            </p:nvSpPr>
            <p:spPr bwMode="auto">
              <a:xfrm>
                <a:off x="610" y="2566"/>
                <a:ext cx="728" cy="143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3262" name="AutoShape 159"/>
              <p:cNvSpPr>
                <a:spLocks noChangeArrowheads="1"/>
              </p:cNvSpPr>
              <p:nvPr/>
            </p:nvSpPr>
            <p:spPr bwMode="auto">
              <a:xfrm>
                <a:off x="627" y="2580"/>
                <a:ext cx="694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sp>
          <p:nvSpPr>
            <p:cNvPr id="93241" name="Rectangle 160"/>
            <p:cNvSpPr>
              <a:spLocks noChangeArrowheads="1"/>
            </p:cNvSpPr>
            <p:nvPr/>
          </p:nvSpPr>
          <p:spPr bwMode="auto">
            <a:xfrm>
              <a:off x="4215" y="1359"/>
              <a:ext cx="597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3242" name="Rectangle 161"/>
            <p:cNvSpPr>
              <a:spLocks noChangeArrowheads="1"/>
            </p:cNvSpPr>
            <p:nvPr/>
          </p:nvSpPr>
          <p:spPr bwMode="auto">
            <a:xfrm>
              <a:off x="4228" y="1653"/>
              <a:ext cx="597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grpSp>
          <p:nvGrpSpPr>
            <p:cNvPr id="216122" name="Group 162"/>
            <p:cNvGrpSpPr/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93259" name="AutoShape 163"/>
              <p:cNvSpPr>
                <a:spLocks noChangeArrowheads="1"/>
              </p:cNvSpPr>
              <p:nvPr/>
            </p:nvSpPr>
            <p:spPr bwMode="auto">
              <a:xfrm>
                <a:off x="617" y="2568"/>
                <a:ext cx="719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3260" name="AutoShape 164"/>
              <p:cNvSpPr>
                <a:spLocks noChangeArrowheads="1"/>
              </p:cNvSpPr>
              <p:nvPr/>
            </p:nvSpPr>
            <p:spPr bwMode="auto">
              <a:xfrm>
                <a:off x="634" y="2586"/>
                <a:ext cx="685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sp>
          <p:nvSpPr>
            <p:cNvPr id="216123" name="Freeform 165"/>
            <p:cNvSpPr/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1 h 226"/>
                <a:gd name="T4" fmla="*/ 108 w 328"/>
                <a:gd name="T5" fmla="*/ 90 h 226"/>
                <a:gd name="T6" fmla="*/ 0 w 328"/>
                <a:gd name="T7" fmla="*/ 3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216124" name="Group 166"/>
            <p:cNvGrpSpPr/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93257" name="AutoShape 167"/>
              <p:cNvSpPr>
                <a:spLocks noChangeArrowheads="1"/>
              </p:cNvSpPr>
              <p:nvPr/>
            </p:nvSpPr>
            <p:spPr bwMode="auto">
              <a:xfrm>
                <a:off x="612" y="2567"/>
                <a:ext cx="727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  <p:sp>
            <p:nvSpPr>
              <p:cNvPr id="93258" name="AutoShape 168"/>
              <p:cNvSpPr>
                <a:spLocks noChangeArrowheads="1"/>
              </p:cNvSpPr>
              <p:nvPr/>
            </p:nvSpPr>
            <p:spPr bwMode="auto">
              <a:xfrm>
                <a:off x="629" y="2580"/>
                <a:ext cx="693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dirty="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sp>
          <p:nvSpPr>
            <p:cNvPr id="93246" name="Rectangle 169"/>
            <p:cNvSpPr>
              <a:spLocks noChangeArrowheads="1"/>
            </p:cNvSpPr>
            <p:nvPr/>
          </p:nvSpPr>
          <p:spPr bwMode="auto">
            <a:xfrm>
              <a:off x="5253" y="429"/>
              <a:ext cx="68" cy="2291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216126" name="Freeform 170"/>
            <p:cNvSpPr/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6 w 296"/>
                <a:gd name="T3" fmla="*/ 57 h 256"/>
                <a:gd name="T4" fmla="*/ 98 w 296"/>
                <a:gd name="T5" fmla="*/ 102 h 256"/>
                <a:gd name="T6" fmla="*/ 0 w 296"/>
                <a:gd name="T7" fmla="*/ 39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6127" name="Freeform 171"/>
            <p:cNvSpPr/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01 w 304"/>
                <a:gd name="T3" fmla="*/ 66 h 288"/>
                <a:gd name="T4" fmla="*/ 95 w 304"/>
                <a:gd name="T5" fmla="*/ 116 h 288"/>
                <a:gd name="T6" fmla="*/ 2 w 304"/>
                <a:gd name="T7" fmla="*/ 5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3249" name="Oval 172"/>
            <p:cNvSpPr>
              <a:spLocks noChangeArrowheads="1"/>
            </p:cNvSpPr>
            <p:nvPr/>
          </p:nvSpPr>
          <p:spPr bwMode="auto">
            <a:xfrm>
              <a:off x="5518" y="2609"/>
              <a:ext cx="47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216129" name="Freeform 173"/>
            <p:cNvSpPr/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43 h 240"/>
                <a:gd name="T2" fmla="*/ 2 w 306"/>
                <a:gd name="T3" fmla="*/ 97 h 240"/>
                <a:gd name="T4" fmla="*/ 101 w 306"/>
                <a:gd name="T5" fmla="*/ 44 h 240"/>
                <a:gd name="T6" fmla="*/ 98 w 306"/>
                <a:gd name="T7" fmla="*/ 0 h 240"/>
                <a:gd name="T8" fmla="*/ 0 w 306"/>
                <a:gd name="T9" fmla="*/ 4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3251" name="AutoShape 174"/>
            <p:cNvSpPr>
              <a:spLocks noChangeArrowheads="1"/>
            </p:cNvSpPr>
            <p:nvPr/>
          </p:nvSpPr>
          <p:spPr bwMode="auto">
            <a:xfrm>
              <a:off x="4140" y="2681"/>
              <a:ext cx="1201" cy="144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3252" name="AutoShape 175"/>
            <p:cNvSpPr>
              <a:spLocks noChangeArrowheads="1"/>
            </p:cNvSpPr>
            <p:nvPr/>
          </p:nvSpPr>
          <p:spPr bwMode="auto">
            <a:xfrm>
              <a:off x="4208" y="2714"/>
              <a:ext cx="1065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3253" name="Oval 176"/>
            <p:cNvSpPr>
              <a:spLocks noChangeArrowheads="1"/>
            </p:cNvSpPr>
            <p:nvPr/>
          </p:nvSpPr>
          <p:spPr bwMode="auto">
            <a:xfrm>
              <a:off x="4310" y="2380"/>
              <a:ext cx="156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3254" name="Oval 177"/>
            <p:cNvSpPr>
              <a:spLocks noChangeArrowheads="1"/>
            </p:cNvSpPr>
            <p:nvPr/>
          </p:nvSpPr>
          <p:spPr bwMode="auto">
            <a:xfrm>
              <a:off x="4486" y="2386"/>
              <a:ext cx="163" cy="13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US" dirty="0">
                <a:solidFill>
                  <a:srgbClr val="FF0000"/>
                </a:solidFill>
                <a:cs typeface="+mn-cs"/>
              </a:endParaRPr>
            </a:p>
          </p:txBody>
        </p:sp>
        <p:sp>
          <p:nvSpPr>
            <p:cNvPr id="93255" name="Oval 178"/>
            <p:cNvSpPr>
              <a:spLocks noChangeArrowheads="1"/>
            </p:cNvSpPr>
            <p:nvPr/>
          </p:nvSpPr>
          <p:spPr bwMode="auto">
            <a:xfrm>
              <a:off x="4663" y="2380"/>
              <a:ext cx="156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93256" name="Rectangle 179"/>
            <p:cNvSpPr>
              <a:spLocks noChangeArrowheads="1"/>
            </p:cNvSpPr>
            <p:nvPr/>
          </p:nvSpPr>
          <p:spPr bwMode="auto">
            <a:xfrm>
              <a:off x="5063" y="1836"/>
              <a:ext cx="81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  <a:cs typeface="+mn-cs"/>
              </a:endParaRPr>
            </a:p>
          </p:txBody>
        </p:sp>
      </p:grpSp>
      <p:grpSp>
        <p:nvGrpSpPr>
          <p:cNvPr id="216096" name="Group 110"/>
          <p:cNvGrpSpPr/>
          <p:nvPr/>
        </p:nvGrpSpPr>
        <p:grpSpPr bwMode="auto">
          <a:xfrm>
            <a:off x="5213350" y="2041525"/>
            <a:ext cx="757238" cy="379413"/>
            <a:chOff x="2466" y="2026"/>
            <a:chExt cx="477" cy="282"/>
          </a:xfrm>
        </p:grpSpPr>
        <p:sp>
          <p:nvSpPr>
            <p:cNvPr id="216098" name="Oval 111"/>
            <p:cNvSpPr>
              <a:spLocks noChangeArrowheads="1"/>
            </p:cNvSpPr>
            <p:nvPr/>
          </p:nvSpPr>
          <p:spPr bwMode="auto">
            <a:xfrm>
              <a:off x="2466" y="2168"/>
              <a:ext cx="476" cy="14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eaLnBrk="1" hangingPunct="1"/>
              <a:endParaRPr lang="en-US" i="0" dirty="0">
                <a:solidFill>
                  <a:srgbClr val="000000"/>
                </a:solidFill>
                <a:latin typeface="Arial" panose="020B0604020202090204" pitchFamily="34" charset="0"/>
              </a:endParaRPr>
            </a:p>
          </p:txBody>
        </p:sp>
        <p:sp>
          <p:nvSpPr>
            <p:cNvPr id="216099" name="Line 112"/>
            <p:cNvSpPr>
              <a:spLocks noChangeShapeType="1"/>
            </p:cNvSpPr>
            <p:nvPr/>
          </p:nvSpPr>
          <p:spPr bwMode="auto">
            <a:xfrm>
              <a:off x="2470" y="2125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6100" name="Rectangle 113"/>
            <p:cNvSpPr>
              <a:spLocks noChangeArrowheads="1"/>
            </p:cNvSpPr>
            <p:nvPr/>
          </p:nvSpPr>
          <p:spPr bwMode="auto">
            <a:xfrm>
              <a:off x="2470" y="2125"/>
              <a:ext cx="472" cy="11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txBody>
            <a:bodyPr wrap="none" anchor="ctr"/>
            <a:lstStyle/>
            <a:p>
              <a:pPr algn="ctr"/>
              <a:endParaRPr lang="en-US" sz="2400" i="0" dirty="0">
                <a:solidFill>
                  <a:srgbClr val="000000"/>
                </a:solidFill>
                <a:latin typeface="Times New Roman" panose="02020503050405090304" charset="0"/>
              </a:endParaRPr>
            </a:p>
          </p:txBody>
        </p:sp>
        <p:sp>
          <p:nvSpPr>
            <p:cNvPr id="216101" name="Oval 114"/>
            <p:cNvSpPr>
              <a:spLocks noChangeArrowheads="1"/>
            </p:cNvSpPr>
            <p:nvPr/>
          </p:nvSpPr>
          <p:spPr bwMode="auto">
            <a:xfrm>
              <a:off x="2466" y="2026"/>
              <a:ext cx="476" cy="160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eaLnBrk="1" hangingPunct="1"/>
              <a:endParaRPr lang="en-US" i="0" dirty="0">
                <a:solidFill>
                  <a:srgbClr val="000000"/>
                </a:solidFill>
                <a:latin typeface="Arial" panose="020B0604020202090204" pitchFamily="34" charset="0"/>
              </a:endParaRPr>
            </a:p>
          </p:txBody>
        </p:sp>
        <p:grpSp>
          <p:nvGrpSpPr>
            <p:cNvPr id="216102" name="Group 115"/>
            <p:cNvGrpSpPr/>
            <p:nvPr/>
          </p:nvGrpSpPr>
          <p:grpSpPr bwMode="auto">
            <a:xfrm>
              <a:off x="2581" y="2061"/>
              <a:ext cx="236" cy="94"/>
              <a:chOff x="2848" y="848"/>
              <a:chExt cx="140" cy="98"/>
            </a:xfrm>
          </p:grpSpPr>
          <p:sp>
            <p:nvSpPr>
              <p:cNvPr id="216109" name="Line 116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6110" name="Line 117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6111" name="Line 118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216103" name="Group 119"/>
            <p:cNvGrpSpPr/>
            <p:nvPr/>
          </p:nvGrpSpPr>
          <p:grpSpPr bwMode="auto">
            <a:xfrm flipV="1">
              <a:off x="2581" y="2060"/>
              <a:ext cx="236" cy="94"/>
              <a:chOff x="2848" y="848"/>
              <a:chExt cx="140" cy="98"/>
            </a:xfrm>
          </p:grpSpPr>
          <p:sp>
            <p:nvSpPr>
              <p:cNvPr id="216106" name="Line 120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6107" name="Line 121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16108" name="Line 122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216104" name="Line 123"/>
            <p:cNvSpPr>
              <a:spLocks noChangeShapeType="1"/>
            </p:cNvSpPr>
            <p:nvPr/>
          </p:nvSpPr>
          <p:spPr bwMode="auto">
            <a:xfrm flipH="1">
              <a:off x="2942" y="2109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6105" name="Line 124"/>
            <p:cNvSpPr>
              <a:spLocks noChangeShapeType="1"/>
            </p:cNvSpPr>
            <p:nvPr/>
          </p:nvSpPr>
          <p:spPr bwMode="auto">
            <a:xfrm flipH="1">
              <a:off x="2466" y="2117"/>
              <a:ext cx="1" cy="1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endParaRPr lang="en-US" dirty="0"/>
            </a:p>
          </p:txBody>
        </p:sp>
      </p:grpSp>
      <p:pic>
        <p:nvPicPr>
          <p:cNvPr id="216097" name="Picture 15" descr="underline_base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425" y="671513"/>
            <a:ext cx="7769225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r>
              <a:rPr lang="en-US" sz="1200" dirty="0">
                <a:latin typeface="Tahoma" panose="020B0604030504040204" charset="0"/>
              </a:rPr>
              <a:t>6</a:t>
            </a:r>
            <a:r>
              <a:rPr lang="en-US" sz="1200" dirty="0" smtClean="0">
                <a:latin typeface="Tahoma" panose="020B0604030504040204" charset="0"/>
              </a:rPr>
              <a:t>-</a:t>
            </a:r>
            <a:fld id="{8E8C6E93-DF5B-BC4B-80F9-500DED1EEDCC}" type="slidenum">
              <a:rPr lang="en-US" sz="1200">
                <a:latin typeface="Tahoma" panose="020B0604030504040204" charset="0"/>
              </a:rPr>
            </a:fld>
            <a:endParaRPr lang="en-US" sz="1200" dirty="0">
              <a:latin typeface="Tahoma" panose="020B0604030504040204" charset="0"/>
            </a:endParaRPr>
          </a:p>
        </p:txBody>
      </p:sp>
      <p:sp>
        <p:nvSpPr>
          <p:cNvPr id="31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pPr algn="r"/>
            <a:r>
              <a:rPr lang="en-US" sz="1200" dirty="0" smtClean="0">
                <a:solidFill>
                  <a:srgbClr val="000000"/>
                </a:solidFill>
                <a:latin typeface="Tahoma" panose="020B0604030504040204" charset="0"/>
                <a:cs typeface="Arial" panose="020B0604020202090204" pitchFamily="34" charset="0"/>
              </a:rPr>
              <a:t>Link Layer and LANs</a:t>
            </a:r>
            <a:endParaRPr lang="en-US" sz="1200" dirty="0">
              <a:solidFill>
                <a:srgbClr val="000000"/>
              </a:solidFill>
              <a:latin typeface="Tahoma" panose="020B060403050404020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07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7" dur="500"/>
                                        <p:tgtEl>
                                          <p:spTgt spid="7079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7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0" dur="500"/>
                                        <p:tgtEl>
                                          <p:spTgt spid="7076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7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6.03747E-6 L -1.66667E-6 0.07357 L 0.36771 0.07056 L 0.26545 0.23434 L 0.35625 0.23133 L 0.54826 0.0199 L 0.30347 0.51932 L 0.03437 0.51932 L 0.03437 0.41962 " pathEditMode="relative" ptsTypes="AAAAAAAAA">
                                      <p:cBhvr>
                                        <p:cTn id="24" dur="2000" fill="hold"/>
                                        <p:tgtEl>
                                          <p:spTgt spid="7079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707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1" dur="500"/>
                                        <p:tgtEl>
                                          <p:spTgt spid="7079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7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6" dur="500"/>
                                        <p:tgtEl>
                                          <p:spTgt spid="7079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7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707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708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0" dur="500"/>
                                        <p:tgtEl>
                                          <p:spTgt spid="7079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7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5.8501E-6 L 0.00573 0.09969 L 0.28159 0.09646 L 0.52534 -0.418 L 0.31614 -0.18367 L 0.22986 -0.18668 L 0.32309 -0.36295 L -0.03438 -0.36295 L -0.03334 -0.42101 " pathEditMode="relative" ptsTypes="AAAAAAAAA">
                                      <p:cBhvr>
                                        <p:cTn id="54" dur="2000" fill="hold"/>
                                        <p:tgtEl>
                                          <p:spTgt spid="7080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0" dur="500"/>
                                        <p:tgtEl>
                                          <p:spTgt spid="7080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8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708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000"/>
                            </p:stCondLst>
                            <p:childTnLst>
                              <p:par>
                                <p:cTn id="6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1000"/>
                                        <p:tgtEl>
                                          <p:spTgt spid="708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2000"/>
                            </p:stCondLst>
                            <p:childTnLst>
                              <p:par>
                                <p:cTn id="73" presetID="9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708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7633" grpId="0"/>
      <p:bldP spid="707634" grpId="0"/>
      <p:bldP spid="707635" grpId="0"/>
      <p:bldP spid="707813" grpId="0"/>
      <p:bldP spid="708064" grpId="0"/>
      <p:bldP spid="708064" grpId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Gill Sans MT" pitchFamily="34" charset="0"/>
                <a:cs typeface="+mj-cs"/>
              </a:rPr>
              <a:t>Chapter </a:t>
            </a:r>
            <a:r>
              <a:rPr lang="en-US" dirty="0" smtClean="0">
                <a:latin typeface="Gill Sans MT" pitchFamily="34" charset="0"/>
                <a:cs typeface="+mj-cs"/>
              </a:rPr>
              <a:t>6: </a:t>
            </a:r>
            <a:r>
              <a:rPr lang="en-US" dirty="0">
                <a:latin typeface="Gill Sans MT" pitchFamily="34" charset="0"/>
                <a:cs typeface="+mj-cs"/>
              </a:rPr>
              <a:t>Summary</a:t>
            </a:r>
            <a:endParaRPr lang="en-US" dirty="0">
              <a:latin typeface="Gill Sans MT" pitchFamily="34" charset="0"/>
              <a:cs typeface="+mj-cs"/>
            </a:endParaRPr>
          </a:p>
        </p:txBody>
      </p:sp>
      <p:sp>
        <p:nvSpPr>
          <p:cNvPr id="9421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371600"/>
            <a:ext cx="7931150" cy="4648200"/>
          </a:xfrm>
        </p:spPr>
        <p:txBody>
          <a:bodyPr/>
          <a:lstStyle/>
          <a:p>
            <a:pPr>
              <a:defRPr/>
            </a:pPr>
            <a:r>
              <a:rPr lang="en-US" dirty="0" smtClean="0">
                <a:latin typeface="Gill Sans MT" pitchFamily="34" charset="0"/>
                <a:cs typeface="+mn-cs"/>
              </a:rPr>
              <a:t>principles </a:t>
            </a:r>
            <a:r>
              <a:rPr lang="en-US" dirty="0">
                <a:latin typeface="Gill Sans MT" pitchFamily="34" charset="0"/>
                <a:cs typeface="+mn-cs"/>
              </a:rPr>
              <a:t>behind data link layer services:</a:t>
            </a:r>
            <a:endParaRPr lang="en-US" dirty="0">
              <a:latin typeface="Gill Sans MT" pitchFamily="34" charset="0"/>
              <a:cs typeface="+mn-cs"/>
            </a:endParaRPr>
          </a:p>
          <a:p>
            <a:pPr lvl="1">
              <a:defRPr/>
            </a:pPr>
            <a:r>
              <a:rPr lang="en-US" dirty="0">
                <a:latin typeface="Gill Sans MT" pitchFamily="34" charset="0"/>
              </a:rPr>
              <a:t>error detection, correction</a:t>
            </a:r>
            <a:endParaRPr lang="en-US" dirty="0">
              <a:latin typeface="Gill Sans MT" pitchFamily="34" charset="0"/>
            </a:endParaRPr>
          </a:p>
          <a:p>
            <a:pPr lvl="1">
              <a:defRPr/>
            </a:pPr>
            <a:r>
              <a:rPr lang="en-US" dirty="0">
                <a:latin typeface="Gill Sans MT" pitchFamily="34" charset="0"/>
              </a:rPr>
              <a:t>sharing a broadcast channel: multiple access</a:t>
            </a:r>
            <a:endParaRPr lang="en-US" dirty="0">
              <a:latin typeface="Gill Sans MT" pitchFamily="34" charset="0"/>
            </a:endParaRPr>
          </a:p>
          <a:p>
            <a:pPr lvl="1">
              <a:defRPr/>
            </a:pPr>
            <a:r>
              <a:rPr lang="en-US" dirty="0">
                <a:latin typeface="Gill Sans MT" pitchFamily="34" charset="0"/>
              </a:rPr>
              <a:t>link layer addressing</a:t>
            </a:r>
            <a:endParaRPr lang="en-US" dirty="0">
              <a:latin typeface="Gill Sans MT" pitchFamily="34" charset="0"/>
            </a:endParaRPr>
          </a:p>
          <a:p>
            <a:pPr>
              <a:defRPr/>
            </a:pPr>
            <a:r>
              <a:rPr lang="en-US" dirty="0">
                <a:latin typeface="Gill Sans MT" pitchFamily="34" charset="0"/>
                <a:cs typeface="+mn-cs"/>
              </a:rPr>
              <a:t>instantiation and implementation of various link layer technologies</a:t>
            </a:r>
            <a:endParaRPr lang="en-US" dirty="0">
              <a:latin typeface="Gill Sans MT" pitchFamily="34" charset="0"/>
              <a:cs typeface="+mn-cs"/>
            </a:endParaRPr>
          </a:p>
          <a:p>
            <a:pPr lvl="1">
              <a:defRPr/>
            </a:pPr>
            <a:r>
              <a:rPr lang="en-US" dirty="0">
                <a:latin typeface="Gill Sans MT" pitchFamily="34" charset="0"/>
              </a:rPr>
              <a:t>Ethernet</a:t>
            </a:r>
            <a:endParaRPr lang="en-US" dirty="0">
              <a:latin typeface="Gill Sans MT" pitchFamily="34" charset="0"/>
            </a:endParaRPr>
          </a:p>
          <a:p>
            <a:pPr lvl="1">
              <a:defRPr/>
            </a:pPr>
            <a:r>
              <a:rPr lang="en-US" dirty="0">
                <a:latin typeface="Gill Sans MT" pitchFamily="34" charset="0"/>
              </a:rPr>
              <a:t>switched LANS, VLANs</a:t>
            </a:r>
            <a:endParaRPr lang="en-US" dirty="0">
              <a:latin typeface="Gill Sans MT" pitchFamily="34" charset="0"/>
            </a:endParaRPr>
          </a:p>
          <a:p>
            <a:pPr lvl="1">
              <a:defRPr/>
            </a:pPr>
            <a:r>
              <a:rPr lang="en-US" dirty="0">
                <a:latin typeface="Gill Sans MT" pitchFamily="34" charset="0"/>
              </a:rPr>
              <a:t>virtualized networks as a link layer: MPLS</a:t>
            </a:r>
            <a:endParaRPr lang="en-US" dirty="0">
              <a:latin typeface="Gill Sans MT" pitchFamily="34" charset="0"/>
            </a:endParaRPr>
          </a:p>
          <a:p>
            <a:pPr>
              <a:defRPr/>
            </a:pPr>
            <a:r>
              <a:rPr lang="en-US" dirty="0">
                <a:latin typeface="Gill Sans MT" pitchFamily="34" charset="0"/>
                <a:cs typeface="+mn-cs"/>
              </a:rPr>
              <a:t>synthesis: a day in the life of a web request</a:t>
            </a:r>
            <a:endParaRPr lang="en-US" dirty="0">
              <a:latin typeface="Gill Sans MT" pitchFamily="34" charset="0"/>
              <a:cs typeface="+mn-cs"/>
            </a:endParaRPr>
          </a:p>
          <a:p>
            <a:pPr>
              <a:defRPr/>
            </a:pPr>
            <a:endParaRPr lang="en-US" sz="2400" dirty="0">
              <a:latin typeface="Gill Sans MT" pitchFamily="34" charset="0"/>
              <a:cs typeface="+mn-cs"/>
            </a:endParaRPr>
          </a:p>
        </p:txBody>
      </p:sp>
      <p:pic>
        <p:nvPicPr>
          <p:cNvPr id="217093" name="Picture 21" descr="underline_base"/>
          <p:cNvPicPr>
            <a:picLocks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413" y="1030288"/>
            <a:ext cx="5027612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r>
              <a:rPr lang="en-US" sz="1200" dirty="0">
                <a:latin typeface="Tahoma" panose="020B0604030504040204" charset="0"/>
              </a:rPr>
              <a:t>6</a:t>
            </a:r>
            <a:r>
              <a:rPr lang="en-US" sz="1200" dirty="0" smtClean="0">
                <a:latin typeface="Tahoma" panose="020B0604030504040204" charset="0"/>
              </a:rPr>
              <a:t>-</a:t>
            </a:r>
            <a:fld id="{8E8C6E93-DF5B-BC4B-80F9-500DED1EEDCC}" type="slidenum">
              <a:rPr lang="en-US" sz="1200">
                <a:latin typeface="Tahoma" panose="020B0604030504040204" charset="0"/>
              </a:rPr>
            </a:fld>
            <a:endParaRPr lang="en-US" sz="1200" dirty="0">
              <a:latin typeface="Tahoma" panose="020B0604030504040204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pPr algn="r"/>
            <a:r>
              <a:rPr lang="en-US" sz="1200" dirty="0" smtClean="0">
                <a:solidFill>
                  <a:srgbClr val="000000"/>
                </a:solidFill>
                <a:latin typeface="Tahoma" panose="020B0604030504040204" charset="0"/>
                <a:cs typeface="Arial" panose="020B0604020202090204" pitchFamily="34" charset="0"/>
              </a:rPr>
              <a:t>Link Layer and LANs</a:t>
            </a:r>
            <a:endParaRPr lang="en-US" sz="1200" dirty="0">
              <a:solidFill>
                <a:srgbClr val="000000"/>
              </a:solidFill>
              <a:latin typeface="Tahoma" panose="020B060403050404020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6" name="Rectangle 2"/>
          <p:cNvSpPr>
            <a:spLocks noGrp="1" noChangeArrowheads="1"/>
          </p:cNvSpPr>
          <p:nvPr>
            <p:ph type="title"/>
          </p:nvPr>
        </p:nvSpPr>
        <p:spPr>
          <a:xfrm>
            <a:off x="523875" y="73025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pitchFamily="34" charset="0"/>
                <a:cs typeface="+mj-cs"/>
              </a:rPr>
              <a:t>Chapter </a:t>
            </a:r>
            <a:r>
              <a:rPr lang="en-US" dirty="0" smtClean="0">
                <a:latin typeface="Gill Sans MT" pitchFamily="34" charset="0"/>
                <a:cs typeface="+mj-cs"/>
              </a:rPr>
              <a:t>6: </a:t>
            </a:r>
            <a:r>
              <a:rPr lang="en-US" dirty="0">
                <a:latin typeface="Gill Sans MT" pitchFamily="34" charset="0"/>
                <a:cs typeface="+mj-cs"/>
              </a:rPr>
              <a:t>let</a:t>
            </a:r>
            <a:r>
              <a:rPr lang="ja-JP" altLang="en-US" dirty="0">
                <a:latin typeface="Gill Sans MT" pitchFamily="34" charset="0"/>
                <a:cs typeface="+mj-cs"/>
              </a:rPr>
              <a:t>’</a:t>
            </a:r>
            <a:r>
              <a:rPr lang="en-US" dirty="0">
                <a:latin typeface="Gill Sans MT" pitchFamily="34" charset="0"/>
                <a:cs typeface="+mj-cs"/>
              </a:rPr>
              <a:t>s take a breath</a:t>
            </a:r>
            <a:endParaRPr lang="en-US" dirty="0">
              <a:latin typeface="Gill Sans MT" pitchFamily="34" charset="0"/>
              <a:cs typeface="+mj-cs"/>
            </a:endParaRPr>
          </a:p>
        </p:txBody>
      </p:sp>
      <p:sp>
        <p:nvSpPr>
          <p:cNvPr id="9523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371600"/>
            <a:ext cx="7931150" cy="46482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pitchFamily="34" charset="0"/>
                <a:cs typeface="+mn-cs"/>
              </a:rPr>
              <a:t>journey down protocol stack </a:t>
            </a:r>
            <a:r>
              <a:rPr lang="en-US" i="1" dirty="0">
                <a:solidFill>
                  <a:srgbClr val="C00000"/>
                </a:solidFill>
                <a:latin typeface="Gill Sans MT" pitchFamily="34" charset="0"/>
                <a:cs typeface="+mn-cs"/>
              </a:rPr>
              <a:t>complete</a:t>
            </a:r>
            <a:r>
              <a:rPr lang="en-US" dirty="0">
                <a:solidFill>
                  <a:srgbClr val="C00000"/>
                </a:solidFill>
                <a:latin typeface="Gill Sans MT" pitchFamily="34" charset="0"/>
                <a:cs typeface="+mn-cs"/>
              </a:rPr>
              <a:t> </a:t>
            </a:r>
            <a:r>
              <a:rPr lang="en-US" dirty="0">
                <a:latin typeface="Gill Sans MT" pitchFamily="34" charset="0"/>
                <a:cs typeface="+mn-cs"/>
              </a:rPr>
              <a:t>(except PHY)</a:t>
            </a:r>
            <a:endParaRPr lang="en-US" dirty="0">
              <a:latin typeface="Gill Sans MT" pitchFamily="34" charset="0"/>
              <a:cs typeface="+mn-cs"/>
            </a:endParaRPr>
          </a:p>
          <a:p>
            <a:pPr>
              <a:defRPr/>
            </a:pPr>
            <a:r>
              <a:rPr lang="en-US" dirty="0">
                <a:latin typeface="Gill Sans MT" pitchFamily="34" charset="0"/>
                <a:cs typeface="+mn-cs"/>
              </a:rPr>
              <a:t>solid understanding of networking principles, practice</a:t>
            </a:r>
            <a:endParaRPr lang="en-US" dirty="0">
              <a:latin typeface="Gill Sans MT" pitchFamily="34" charset="0"/>
              <a:cs typeface="+mn-cs"/>
            </a:endParaRPr>
          </a:p>
          <a:p>
            <a:pPr>
              <a:defRPr/>
            </a:pPr>
            <a:r>
              <a:rPr lang="en-US" dirty="0">
                <a:latin typeface="Gill Sans MT" pitchFamily="34" charset="0"/>
                <a:cs typeface="+mn-cs"/>
              </a:rPr>
              <a:t>….. could stop here …. but </a:t>
            </a:r>
            <a:r>
              <a:rPr lang="en-US" i="1" dirty="0">
                <a:solidFill>
                  <a:srgbClr val="C00000"/>
                </a:solidFill>
                <a:latin typeface="Gill Sans MT" pitchFamily="34" charset="0"/>
                <a:cs typeface="+mn-cs"/>
              </a:rPr>
              <a:t>lots</a:t>
            </a:r>
            <a:r>
              <a:rPr lang="en-US" i="1" dirty="0">
                <a:solidFill>
                  <a:srgbClr val="FF0000"/>
                </a:solidFill>
                <a:latin typeface="Gill Sans MT" pitchFamily="34" charset="0"/>
                <a:cs typeface="+mn-cs"/>
              </a:rPr>
              <a:t> </a:t>
            </a:r>
            <a:r>
              <a:rPr lang="en-US" dirty="0">
                <a:latin typeface="Gill Sans MT" pitchFamily="34" charset="0"/>
                <a:cs typeface="+mn-cs"/>
              </a:rPr>
              <a:t>of interesting topics!</a:t>
            </a:r>
            <a:endParaRPr lang="en-US" dirty="0">
              <a:latin typeface="Gill Sans MT" pitchFamily="34" charset="0"/>
              <a:cs typeface="+mn-cs"/>
            </a:endParaRPr>
          </a:p>
          <a:p>
            <a:pPr lvl="1">
              <a:defRPr/>
            </a:pPr>
            <a:r>
              <a:rPr lang="en-US" dirty="0">
                <a:latin typeface="Gill Sans MT" pitchFamily="34" charset="0"/>
              </a:rPr>
              <a:t>wireless</a:t>
            </a:r>
            <a:endParaRPr lang="en-US" dirty="0">
              <a:latin typeface="Gill Sans MT" pitchFamily="34" charset="0"/>
            </a:endParaRPr>
          </a:p>
          <a:p>
            <a:pPr lvl="1">
              <a:defRPr/>
            </a:pPr>
            <a:r>
              <a:rPr lang="en-US" dirty="0">
                <a:latin typeface="Gill Sans MT" pitchFamily="34" charset="0"/>
              </a:rPr>
              <a:t>multimedia</a:t>
            </a:r>
            <a:endParaRPr lang="en-US" dirty="0">
              <a:latin typeface="Gill Sans MT" pitchFamily="34" charset="0"/>
            </a:endParaRPr>
          </a:p>
          <a:p>
            <a:pPr lvl="1">
              <a:defRPr/>
            </a:pPr>
            <a:r>
              <a:rPr lang="en-US" dirty="0">
                <a:latin typeface="Gill Sans MT" pitchFamily="34" charset="0"/>
              </a:rPr>
              <a:t>security </a:t>
            </a:r>
            <a:endParaRPr lang="en-US" dirty="0">
              <a:latin typeface="Gill Sans MT" pitchFamily="34" charset="0"/>
            </a:endParaRPr>
          </a:p>
          <a:p>
            <a:pPr>
              <a:defRPr/>
            </a:pPr>
            <a:endParaRPr lang="en-US" sz="2400" dirty="0">
              <a:latin typeface="Gill Sans MT" pitchFamily="34" charset="0"/>
              <a:cs typeface="+mn-cs"/>
            </a:endParaRPr>
          </a:p>
        </p:txBody>
      </p:sp>
      <p:pic>
        <p:nvPicPr>
          <p:cNvPr id="219141" name="Picture 17" descr="underline_base"/>
          <p:cNvPicPr>
            <a:picLocks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688" y="896938"/>
            <a:ext cx="6856412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22365"/>
            <a:ext cx="548655" cy="272319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r>
              <a:rPr lang="en-US" sz="1200" dirty="0">
                <a:latin typeface="Tahoma" panose="020B0604030504040204" charset="0"/>
              </a:rPr>
              <a:t>6</a:t>
            </a:r>
            <a:r>
              <a:rPr lang="en-US" sz="1200" dirty="0" smtClean="0">
                <a:latin typeface="Tahoma" panose="020B0604030504040204" charset="0"/>
              </a:rPr>
              <a:t>-</a:t>
            </a:r>
            <a:fld id="{8E8C6E93-DF5B-BC4B-80F9-500DED1EEDCC}" type="slidenum">
              <a:rPr lang="en-US" sz="1200">
                <a:latin typeface="Tahoma" panose="020B0604030504040204" charset="0"/>
              </a:rPr>
            </a:fld>
            <a:endParaRPr lang="en-US" sz="1200" dirty="0">
              <a:latin typeface="Tahoma" panose="020B0604030504040204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21551"/>
            <a:ext cx="2177473" cy="241541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charset="0"/>
              </a:defRPr>
            </a:lvl9pPr>
          </a:lstStyle>
          <a:p>
            <a:pPr algn="r"/>
            <a:r>
              <a:rPr lang="en-US" sz="1200" dirty="0" smtClean="0">
                <a:solidFill>
                  <a:srgbClr val="000000"/>
                </a:solidFill>
                <a:latin typeface="Tahoma" panose="020B0604030504040204" charset="0"/>
                <a:cs typeface="Arial" panose="020B0604020202090204" pitchFamily="34" charset="0"/>
              </a:rPr>
              <a:t>Link Layer and LANs</a:t>
            </a:r>
            <a:endParaRPr lang="en-US" sz="1200" dirty="0">
              <a:solidFill>
                <a:srgbClr val="000000"/>
              </a:solidFill>
              <a:latin typeface="Tahoma" panose="020B060403050404020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Gill Sans MT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gradFill>
          <a:gsLst>
            <a:gs pos="0">
              <a:schemeClr val="bg1">
                <a:lumMod val="95000"/>
              </a:schemeClr>
            </a:gs>
            <a:gs pos="100000">
              <a:schemeClr val="accent5">
                <a:lumMod val="75000"/>
              </a:schemeClr>
            </a:gs>
          </a:gsLst>
        </a:gradFill>
        <a:ln>
          <a:noFill/>
        </a:ln>
      </a:spPr>
      <a:bodyPr anchor="ctr"/>
      <a:lstStyle>
        <a:defPPr algn="ctr">
          <a:defRPr dirty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90204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30628</Words>
  <Application>WPS 表格</Application>
  <PresentationFormat>On-screen Show (4:3)</PresentationFormat>
  <Paragraphs>2215</Paragraphs>
  <Slides>80</Slides>
  <Notes>79</Notes>
  <HiddenSlides>0</HiddenSlides>
  <MMClips>0</MMClips>
  <ScaleCrop>false</ScaleCrop>
  <HeadingPairs>
    <vt:vector size="8" baseType="variant">
      <vt:variant>
        <vt:lpstr>已用的字体</vt:lpstr>
      </vt:variant>
      <vt:variant>
        <vt:i4>24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80</vt:i4>
      </vt:variant>
    </vt:vector>
  </HeadingPairs>
  <TitlesOfParts>
    <vt:vector size="106" baseType="lpstr">
      <vt:lpstr>Arial</vt:lpstr>
      <vt:lpstr>宋体</vt:lpstr>
      <vt:lpstr>Wingdings</vt:lpstr>
      <vt:lpstr>MS PGothic</vt:lpstr>
      <vt:lpstr>苹方-简</vt:lpstr>
      <vt:lpstr>Times New Roman</vt:lpstr>
      <vt:lpstr>Gill Sans MT</vt:lpstr>
      <vt:lpstr>Arial</vt:lpstr>
      <vt:lpstr>Comic Sans MS</vt:lpstr>
      <vt:lpstr>Wingdings</vt:lpstr>
      <vt:lpstr>Tahoma</vt:lpstr>
      <vt:lpstr>微软雅黑</vt:lpstr>
      <vt:lpstr>宋体</vt:lpstr>
      <vt:lpstr>Arial Unicode MS</vt:lpstr>
      <vt:lpstr>Courier New</vt:lpstr>
      <vt:lpstr>MS Mincho</vt:lpstr>
      <vt:lpstr>Gulim</vt:lpstr>
      <vt:lpstr>Apple SD Gothic Neo</vt:lpstr>
      <vt:lpstr>Calibri</vt:lpstr>
      <vt:lpstr>Helvetica Neue</vt:lpstr>
      <vt:lpstr>Gill Sans MT</vt:lpstr>
      <vt:lpstr>汉仪书宋二KW</vt:lpstr>
      <vt:lpstr>Hiragino Sans</vt:lpstr>
      <vt:lpstr>Thonburi</vt:lpstr>
      <vt:lpstr>Default Design</vt:lpstr>
      <vt:lpstr>Equation.3</vt:lpstr>
      <vt:lpstr>PowerPoint 演示文稿</vt:lpstr>
      <vt:lpstr>Link layer, LANs: outline</vt:lpstr>
      <vt:lpstr>Link layer: introduction</vt:lpstr>
      <vt:lpstr>Link layer: context</vt:lpstr>
      <vt:lpstr>Link layer services</vt:lpstr>
      <vt:lpstr>Link layer services (more)</vt:lpstr>
      <vt:lpstr>Where is the link layer implemented?</vt:lpstr>
      <vt:lpstr>Adaptors communicating</vt:lpstr>
      <vt:lpstr>Link layer, LANs: outline</vt:lpstr>
      <vt:lpstr>Error detection</vt:lpstr>
      <vt:lpstr>Parity checking</vt:lpstr>
      <vt:lpstr>Internet checksum (review)</vt:lpstr>
      <vt:lpstr>Cyclic redundancy check</vt:lpstr>
      <vt:lpstr>CRC example</vt:lpstr>
      <vt:lpstr>Link layer, LANs: outline</vt:lpstr>
      <vt:lpstr>Multiple access links, protocols</vt:lpstr>
      <vt:lpstr>Multiple access protocols</vt:lpstr>
      <vt:lpstr>An ideal multiple access protocol</vt:lpstr>
      <vt:lpstr>MAC protocols: taxonomy</vt:lpstr>
      <vt:lpstr>Channel partitioning MAC protocols: TDMA</vt:lpstr>
      <vt:lpstr>Channel partitioning MAC protocols: FDMA</vt:lpstr>
      <vt:lpstr>Random access protocols</vt:lpstr>
      <vt:lpstr>Slotted ALOHA</vt:lpstr>
      <vt:lpstr>Slotted ALOHA</vt:lpstr>
      <vt:lpstr>Slotted ALOHA: efficiency</vt:lpstr>
      <vt:lpstr>Pure (unslotted) ALOHA</vt:lpstr>
      <vt:lpstr>Pure ALOHA efficiency</vt:lpstr>
      <vt:lpstr>CSMA (carrier sense multiple access)</vt:lpstr>
      <vt:lpstr>CSMA collisions</vt:lpstr>
      <vt:lpstr>CSMA/CD (collision detection)</vt:lpstr>
      <vt:lpstr>CSMA/CD (collision detection)</vt:lpstr>
      <vt:lpstr>Ethernet CSMA/CD algorithm</vt:lpstr>
      <vt:lpstr>CSMA/CD efficiency</vt:lpstr>
      <vt:lpstr>“Taking turns” MAC protocols</vt:lpstr>
      <vt:lpstr>“Taking turns” MAC protocols</vt:lpstr>
      <vt:lpstr>“Taking turns” MAC protocols</vt:lpstr>
      <vt:lpstr>PowerPoint 演示文稿</vt:lpstr>
      <vt:lpstr>PowerPoint 演示文稿</vt:lpstr>
      <vt:lpstr> Summary of MAC protocols</vt:lpstr>
      <vt:lpstr>Link layer, LANs: outline</vt:lpstr>
      <vt:lpstr>MAC addresses and ARP</vt:lpstr>
      <vt:lpstr>LAN addresses and ARP</vt:lpstr>
      <vt:lpstr>LAN addresses (more)</vt:lpstr>
      <vt:lpstr>ARP: address resolution protocol</vt:lpstr>
      <vt:lpstr>ARP protocol: same LAN</vt:lpstr>
      <vt:lpstr>Addressing: routing to another LAN</vt:lpstr>
      <vt:lpstr>Addressing: routing to another LAN</vt:lpstr>
      <vt:lpstr>Addressing: routing to another LAN</vt:lpstr>
      <vt:lpstr>Addressing: routing to another LAN</vt:lpstr>
      <vt:lpstr>Addressing: routing to another LAN</vt:lpstr>
      <vt:lpstr>Addressing: routing to another LAN</vt:lpstr>
      <vt:lpstr>Link layer, LANs: outline</vt:lpstr>
      <vt:lpstr>Ethernet</vt:lpstr>
      <vt:lpstr>Ethernet: physical topology</vt:lpstr>
      <vt:lpstr>Ethernet frame structure</vt:lpstr>
      <vt:lpstr>Ethernet frame structure (more)</vt:lpstr>
      <vt:lpstr>Ethernet: unreliable, connectionless</vt:lpstr>
      <vt:lpstr>802.3 Ethernet standards: link &amp; physical layers</vt:lpstr>
      <vt:lpstr>Link layer, LANs: outline</vt:lpstr>
      <vt:lpstr>Ethernet switch</vt:lpstr>
      <vt:lpstr>Switch: multiple simultaneous transmissions</vt:lpstr>
      <vt:lpstr>Switch forwarding table</vt:lpstr>
      <vt:lpstr>Switch: self-learning</vt:lpstr>
      <vt:lpstr>Switch: frame filtering/forwarding</vt:lpstr>
      <vt:lpstr>Self-learning, forwarding: example</vt:lpstr>
      <vt:lpstr>Interconnecting switches</vt:lpstr>
      <vt:lpstr>Self-learning multi-switch example</vt:lpstr>
      <vt:lpstr>Institutional network</vt:lpstr>
      <vt:lpstr>Switches vs. routers</vt:lpstr>
      <vt:lpstr>Link layer, LANs: outline</vt:lpstr>
      <vt:lpstr>Synthesis: a day in the life of a web request</vt:lpstr>
      <vt:lpstr>A day in the life: scenario</vt:lpstr>
      <vt:lpstr>A day in the life… connecting to the Internet</vt:lpstr>
      <vt:lpstr>A day in the life… connecting to the Internet</vt:lpstr>
      <vt:lpstr>A day in the life… ARP (before DNS, before HTTP)</vt:lpstr>
      <vt:lpstr>A day in the life… using DNS</vt:lpstr>
      <vt:lpstr>A day in the life…TCP connection carrying HTTP</vt:lpstr>
      <vt:lpstr>A day in the life… HTTP request/reply </vt:lpstr>
      <vt:lpstr>Chapter 6: Summary</vt:lpstr>
      <vt:lpstr>Chapter 6: let’s take a breath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3rd Edition: Chapter 4</dc:title>
  <dc:creator>Jim Kurose and Keith Ross</dc:creator>
  <cp:lastModifiedBy>jamesz</cp:lastModifiedBy>
  <cp:revision>514</cp:revision>
  <dcterms:created xsi:type="dcterms:W3CDTF">2025-12-28T01:26:25Z</dcterms:created>
  <dcterms:modified xsi:type="dcterms:W3CDTF">2025-12-28T01:26:25Z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1F1887968E67D151FA865069EE46C9D3_42</vt:lpwstr>
  </property>
  <property fmtid="{D5CDD505-2E9C-101B-9397-08002B2CF9AE}" pid="3" name="KSOProductBuildVer">
    <vt:lpwstr>2052-12.1.24031.24031</vt:lpwstr>
  </property>
</Properties>
</file>