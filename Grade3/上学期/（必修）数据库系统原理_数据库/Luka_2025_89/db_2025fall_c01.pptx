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2" r:id="rId1"/>
  </p:sldMasterIdLst>
  <p:notesMasterIdLst>
    <p:notesMasterId r:id="rId94"/>
  </p:notesMasterIdLst>
  <p:sldIdLst>
    <p:sldId id="256" r:id="rId2"/>
    <p:sldId id="368" r:id="rId3"/>
    <p:sldId id="262" r:id="rId4"/>
    <p:sldId id="367" r:id="rId5"/>
    <p:sldId id="366" r:id="rId6"/>
    <p:sldId id="356" r:id="rId7"/>
    <p:sldId id="355" r:id="rId8"/>
    <p:sldId id="407" r:id="rId9"/>
    <p:sldId id="408" r:id="rId10"/>
    <p:sldId id="265" r:id="rId11"/>
    <p:sldId id="342" r:id="rId12"/>
    <p:sldId id="357" r:id="rId13"/>
    <p:sldId id="370" r:id="rId14"/>
    <p:sldId id="267" r:id="rId15"/>
    <p:sldId id="389" r:id="rId16"/>
    <p:sldId id="371" r:id="rId17"/>
    <p:sldId id="272" r:id="rId18"/>
    <p:sldId id="274" r:id="rId19"/>
    <p:sldId id="276" r:id="rId20"/>
    <p:sldId id="275" r:id="rId21"/>
    <p:sldId id="277" r:id="rId22"/>
    <p:sldId id="372" r:id="rId23"/>
    <p:sldId id="373" r:id="rId24"/>
    <p:sldId id="278" r:id="rId25"/>
    <p:sldId id="375" r:id="rId26"/>
    <p:sldId id="374" r:id="rId27"/>
    <p:sldId id="376" r:id="rId28"/>
    <p:sldId id="279" r:id="rId29"/>
    <p:sldId id="388" r:id="rId30"/>
    <p:sldId id="282" r:id="rId31"/>
    <p:sldId id="285" r:id="rId32"/>
    <p:sldId id="284" r:id="rId33"/>
    <p:sldId id="286" r:id="rId34"/>
    <p:sldId id="288" r:id="rId35"/>
    <p:sldId id="287" r:id="rId36"/>
    <p:sldId id="289" r:id="rId37"/>
    <p:sldId id="290" r:id="rId38"/>
    <p:sldId id="319" r:id="rId39"/>
    <p:sldId id="325" r:id="rId40"/>
    <p:sldId id="353" r:id="rId41"/>
    <p:sldId id="326" r:id="rId42"/>
    <p:sldId id="327" r:id="rId43"/>
    <p:sldId id="390" r:id="rId44"/>
    <p:sldId id="328" r:id="rId45"/>
    <p:sldId id="329" r:id="rId46"/>
    <p:sldId id="360" r:id="rId47"/>
    <p:sldId id="359" r:id="rId48"/>
    <p:sldId id="330" r:id="rId49"/>
    <p:sldId id="331" r:id="rId50"/>
    <p:sldId id="333" r:id="rId51"/>
    <p:sldId id="332" r:id="rId52"/>
    <p:sldId id="334" r:id="rId53"/>
    <p:sldId id="335" r:id="rId54"/>
    <p:sldId id="336" r:id="rId55"/>
    <p:sldId id="337" r:id="rId56"/>
    <p:sldId id="338" r:id="rId57"/>
    <p:sldId id="349" r:id="rId58"/>
    <p:sldId id="362" r:id="rId59"/>
    <p:sldId id="409" r:id="rId60"/>
    <p:sldId id="413" r:id="rId61"/>
    <p:sldId id="412" r:id="rId62"/>
    <p:sldId id="410" r:id="rId63"/>
    <p:sldId id="346" r:id="rId64"/>
    <p:sldId id="380" r:id="rId65"/>
    <p:sldId id="379" r:id="rId66"/>
    <p:sldId id="382" r:id="rId67"/>
    <p:sldId id="381" r:id="rId68"/>
    <p:sldId id="384" r:id="rId69"/>
    <p:sldId id="383" r:id="rId70"/>
    <p:sldId id="385" r:id="rId71"/>
    <p:sldId id="391" r:id="rId72"/>
    <p:sldId id="393" r:id="rId73"/>
    <p:sldId id="396" r:id="rId74"/>
    <p:sldId id="395" r:id="rId75"/>
    <p:sldId id="394" r:id="rId76"/>
    <p:sldId id="397" r:id="rId77"/>
    <p:sldId id="398" r:id="rId78"/>
    <p:sldId id="399" r:id="rId79"/>
    <p:sldId id="386" r:id="rId80"/>
    <p:sldId id="400" r:id="rId81"/>
    <p:sldId id="401" r:id="rId82"/>
    <p:sldId id="402" r:id="rId83"/>
    <p:sldId id="406" r:id="rId84"/>
    <p:sldId id="411" r:id="rId85"/>
    <p:sldId id="416" r:id="rId86"/>
    <p:sldId id="420" r:id="rId87"/>
    <p:sldId id="421" r:id="rId88"/>
    <p:sldId id="422" r:id="rId89"/>
    <p:sldId id="418" r:id="rId90"/>
    <p:sldId id="387" r:id="rId91"/>
    <p:sldId id="405" r:id="rId92"/>
    <p:sldId id="264" r:id="rId93"/>
  </p:sldIdLst>
  <p:sldSz cx="9144000" cy="6858000" type="screen4x3"/>
  <p:notesSz cx="6858000" cy="9144000"/>
  <p:defaultTextStyle>
    <a:defPPr>
      <a:defRPr lang="zh-CN"/>
    </a:defPPr>
    <a:lvl1pPr algn="l" rtl="0" fontAlgn="base">
      <a:spcBef>
        <a:spcPct val="20000"/>
      </a:spcBef>
      <a:spcAft>
        <a:spcPct val="0"/>
      </a:spcAft>
      <a:buClr>
        <a:schemeClr val="folHlink"/>
      </a:buClr>
      <a:buSzPct val="60000"/>
      <a:buFont typeface="Wingdings" pitchFamily="2" charset="2"/>
      <a:buChar char="n"/>
      <a:defRPr sz="3200" kern="1200">
        <a:solidFill>
          <a:srgbClr val="993300"/>
        </a:solidFill>
        <a:latin typeface="Tahoma" pitchFamily="34" charset="0"/>
        <a:ea typeface="宋体" pitchFamily="2" charset="-122"/>
        <a:cs typeface="+mn-cs"/>
      </a:defRPr>
    </a:lvl1pPr>
    <a:lvl2pPr marL="457200" algn="l" rtl="0" fontAlgn="base">
      <a:spcBef>
        <a:spcPct val="20000"/>
      </a:spcBef>
      <a:spcAft>
        <a:spcPct val="0"/>
      </a:spcAft>
      <a:buClr>
        <a:schemeClr val="folHlink"/>
      </a:buClr>
      <a:buSzPct val="60000"/>
      <a:buFont typeface="Wingdings" pitchFamily="2" charset="2"/>
      <a:buChar char="n"/>
      <a:defRPr sz="3200" kern="1200">
        <a:solidFill>
          <a:srgbClr val="993300"/>
        </a:solidFill>
        <a:latin typeface="Tahoma" pitchFamily="34" charset="0"/>
        <a:ea typeface="宋体" pitchFamily="2" charset="-122"/>
        <a:cs typeface="+mn-cs"/>
      </a:defRPr>
    </a:lvl2pPr>
    <a:lvl3pPr marL="914400" algn="l" rtl="0" fontAlgn="base">
      <a:spcBef>
        <a:spcPct val="20000"/>
      </a:spcBef>
      <a:spcAft>
        <a:spcPct val="0"/>
      </a:spcAft>
      <a:buClr>
        <a:schemeClr val="folHlink"/>
      </a:buClr>
      <a:buSzPct val="60000"/>
      <a:buFont typeface="Wingdings" pitchFamily="2" charset="2"/>
      <a:buChar char="n"/>
      <a:defRPr sz="3200" kern="1200">
        <a:solidFill>
          <a:srgbClr val="993300"/>
        </a:solidFill>
        <a:latin typeface="Tahoma" pitchFamily="34" charset="0"/>
        <a:ea typeface="宋体" pitchFamily="2" charset="-122"/>
        <a:cs typeface="+mn-cs"/>
      </a:defRPr>
    </a:lvl3pPr>
    <a:lvl4pPr marL="1371600" algn="l" rtl="0" fontAlgn="base">
      <a:spcBef>
        <a:spcPct val="20000"/>
      </a:spcBef>
      <a:spcAft>
        <a:spcPct val="0"/>
      </a:spcAft>
      <a:buClr>
        <a:schemeClr val="folHlink"/>
      </a:buClr>
      <a:buSzPct val="60000"/>
      <a:buFont typeface="Wingdings" pitchFamily="2" charset="2"/>
      <a:buChar char="n"/>
      <a:defRPr sz="3200" kern="1200">
        <a:solidFill>
          <a:srgbClr val="993300"/>
        </a:solidFill>
        <a:latin typeface="Tahoma" pitchFamily="34" charset="0"/>
        <a:ea typeface="宋体" pitchFamily="2" charset="-122"/>
        <a:cs typeface="+mn-cs"/>
      </a:defRPr>
    </a:lvl4pPr>
    <a:lvl5pPr marL="1828800" algn="l" rtl="0" fontAlgn="base">
      <a:spcBef>
        <a:spcPct val="20000"/>
      </a:spcBef>
      <a:spcAft>
        <a:spcPct val="0"/>
      </a:spcAft>
      <a:buClr>
        <a:schemeClr val="folHlink"/>
      </a:buClr>
      <a:buSzPct val="60000"/>
      <a:buFont typeface="Wingdings" pitchFamily="2" charset="2"/>
      <a:buChar char="n"/>
      <a:defRPr sz="3200" kern="1200">
        <a:solidFill>
          <a:srgbClr val="993300"/>
        </a:solidFill>
        <a:latin typeface="Tahoma" pitchFamily="34" charset="0"/>
        <a:ea typeface="宋体" pitchFamily="2" charset="-122"/>
        <a:cs typeface="+mn-cs"/>
      </a:defRPr>
    </a:lvl5pPr>
    <a:lvl6pPr marL="2286000" algn="l" defTabSz="914400" rtl="0" eaLnBrk="1" latinLnBrk="0" hangingPunct="1">
      <a:defRPr sz="3200" kern="1200">
        <a:solidFill>
          <a:srgbClr val="993300"/>
        </a:solidFill>
        <a:latin typeface="Tahoma" pitchFamily="34" charset="0"/>
        <a:ea typeface="宋体" pitchFamily="2" charset="-122"/>
        <a:cs typeface="+mn-cs"/>
      </a:defRPr>
    </a:lvl6pPr>
    <a:lvl7pPr marL="2743200" algn="l" defTabSz="914400" rtl="0" eaLnBrk="1" latinLnBrk="0" hangingPunct="1">
      <a:defRPr sz="3200" kern="1200">
        <a:solidFill>
          <a:srgbClr val="993300"/>
        </a:solidFill>
        <a:latin typeface="Tahoma" pitchFamily="34" charset="0"/>
        <a:ea typeface="宋体" pitchFamily="2" charset="-122"/>
        <a:cs typeface="+mn-cs"/>
      </a:defRPr>
    </a:lvl7pPr>
    <a:lvl8pPr marL="3200400" algn="l" defTabSz="914400" rtl="0" eaLnBrk="1" latinLnBrk="0" hangingPunct="1">
      <a:defRPr sz="3200" kern="1200">
        <a:solidFill>
          <a:srgbClr val="993300"/>
        </a:solidFill>
        <a:latin typeface="Tahoma" pitchFamily="34" charset="0"/>
        <a:ea typeface="宋体" pitchFamily="2" charset="-122"/>
        <a:cs typeface="+mn-cs"/>
      </a:defRPr>
    </a:lvl8pPr>
    <a:lvl9pPr marL="3657600" algn="l" defTabSz="914400" rtl="0" eaLnBrk="1" latinLnBrk="0" hangingPunct="1">
      <a:defRPr sz="3200" kern="1200">
        <a:solidFill>
          <a:srgbClr val="993300"/>
        </a:solidFill>
        <a:latin typeface="Tahoma"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6600"/>
    <a:srgbClr val="660066"/>
    <a:srgbClr val="FF0000"/>
    <a:srgbClr val="33CC33"/>
    <a:srgbClr val="CC0000"/>
    <a:srgbClr val="800080"/>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88" autoAdjust="0"/>
    <p:restoredTop sz="96370" autoAdjust="0"/>
  </p:normalViewPr>
  <p:slideViewPr>
    <p:cSldViewPr>
      <p:cViewPr varScale="1">
        <p:scale>
          <a:sx n="106" d="100"/>
          <a:sy n="106" d="100"/>
        </p:scale>
        <p:origin x="540"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613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SzTx/>
              <a:buFontTx/>
              <a:buNone/>
              <a:defRPr sz="1200">
                <a:solidFill>
                  <a:schemeClr val="tx1"/>
                </a:solidFill>
                <a:latin typeface="Arial" pitchFamily="34" charset="0"/>
                <a:ea typeface="宋体" pitchFamily="2" charset="-122"/>
              </a:defRPr>
            </a:lvl1pPr>
          </a:lstStyle>
          <a:p>
            <a:pPr>
              <a:defRPr/>
            </a:pPr>
            <a:endParaRPr lang="en-US" altLang="zh-CN"/>
          </a:p>
        </p:txBody>
      </p:sp>
      <p:sp>
        <p:nvSpPr>
          <p:cNvPr id="176131"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SzTx/>
              <a:buFontTx/>
              <a:buNone/>
              <a:defRPr sz="1200">
                <a:solidFill>
                  <a:schemeClr val="tx1"/>
                </a:solidFill>
                <a:latin typeface="Arial" pitchFamily="34" charset="0"/>
                <a:ea typeface="宋体" pitchFamily="2" charset="-122"/>
              </a:defRPr>
            </a:lvl1pPr>
          </a:lstStyle>
          <a:p>
            <a:pPr>
              <a:defRPr/>
            </a:pPr>
            <a:endParaRPr lang="en-US" altLang="zh-CN"/>
          </a:p>
        </p:txBody>
      </p:sp>
      <p:sp>
        <p:nvSpPr>
          <p:cNvPr id="11878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76133"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76134"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SzTx/>
              <a:buFontTx/>
              <a:buNone/>
              <a:defRPr sz="1200">
                <a:solidFill>
                  <a:schemeClr val="tx1"/>
                </a:solidFill>
                <a:latin typeface="Arial" pitchFamily="34" charset="0"/>
                <a:ea typeface="宋体" pitchFamily="2" charset="-122"/>
              </a:defRPr>
            </a:lvl1pPr>
          </a:lstStyle>
          <a:p>
            <a:pPr>
              <a:defRPr/>
            </a:pPr>
            <a:endParaRPr lang="en-US" altLang="zh-CN"/>
          </a:p>
        </p:txBody>
      </p:sp>
      <p:sp>
        <p:nvSpPr>
          <p:cNvPr id="176135"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SzTx/>
              <a:buFontTx/>
              <a:buNone/>
              <a:defRPr sz="1200">
                <a:solidFill>
                  <a:schemeClr val="tx1"/>
                </a:solidFill>
                <a:latin typeface="Arial" pitchFamily="34" charset="0"/>
                <a:ea typeface="宋体" pitchFamily="2" charset="-122"/>
              </a:defRPr>
            </a:lvl1pPr>
          </a:lstStyle>
          <a:p>
            <a:pPr>
              <a:defRPr/>
            </a:pPr>
            <a:fld id="{52AE3D9F-E8C5-4DB8-88D5-0633B3328F65}" type="slidenum">
              <a:rPr lang="en-US" altLang="zh-CN"/>
              <a:pPr>
                <a:defRPr/>
              </a:pPr>
              <a:t>‹#›</a:t>
            </a:fld>
            <a:endParaRPr lang="en-US" altLang="zh-CN"/>
          </a:p>
        </p:txBody>
      </p:sp>
    </p:spTree>
    <p:extLst>
      <p:ext uri="{BB962C8B-B14F-4D97-AF65-F5344CB8AC3E}">
        <p14:creationId xmlns:p14="http://schemas.microsoft.com/office/powerpoint/2010/main" val="315586757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2AE3D9F-E8C5-4DB8-88D5-0633B3328F65}" type="slidenum">
              <a:rPr lang="en-US" altLang="zh-CN" smtClean="0"/>
              <a:pPr>
                <a:defRPr/>
              </a:pPr>
              <a:t>1</a:t>
            </a:fld>
            <a:endParaRPr lang="en-US" altLang="zh-CN"/>
          </a:p>
        </p:txBody>
      </p:sp>
    </p:spTree>
    <p:extLst>
      <p:ext uri="{BB962C8B-B14F-4D97-AF65-F5344CB8AC3E}">
        <p14:creationId xmlns:p14="http://schemas.microsoft.com/office/powerpoint/2010/main" val="27468384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幻灯片图像占位符 1"/>
          <p:cNvSpPr>
            <a:spLocks noGrp="1" noRot="1" noChangeAspect="1" noTextEdit="1"/>
          </p:cNvSpPr>
          <p:nvPr>
            <p:ph type="sldImg"/>
          </p:nvPr>
        </p:nvSpPr>
        <p:spPr>
          <a:ln/>
        </p:spPr>
      </p:sp>
      <p:sp>
        <p:nvSpPr>
          <p:cNvPr id="121859" name="备注占位符 2"/>
          <p:cNvSpPr>
            <a:spLocks noGrp="1"/>
          </p:cNvSpPr>
          <p:nvPr>
            <p:ph type="body" idx="1"/>
          </p:nvPr>
        </p:nvSpPr>
        <p:spPr>
          <a:noFill/>
        </p:spPr>
        <p:txBody>
          <a:bodyPr/>
          <a:lstStyle/>
          <a:p>
            <a:endParaRPr lang="zh-CN" altLang="en-US">
              <a:latin typeface="Arial" charset="0"/>
            </a:endParaRPr>
          </a:p>
        </p:txBody>
      </p:sp>
      <p:sp>
        <p:nvSpPr>
          <p:cNvPr id="121860" name="灯片编号占位符 3"/>
          <p:cNvSpPr>
            <a:spLocks noGrp="1"/>
          </p:cNvSpPr>
          <p:nvPr>
            <p:ph type="sldNum" sz="quarter" idx="5"/>
          </p:nvPr>
        </p:nvSpPr>
        <p:spPr>
          <a:noFill/>
        </p:spPr>
        <p:txBody>
          <a:bodyPr/>
          <a:lstStyle>
            <a:lvl1pPr eaLnBrk="0" hangingPunct="0">
              <a:spcBef>
                <a:spcPct val="30000"/>
              </a:spcBef>
              <a:defRPr sz="1200">
                <a:solidFill>
                  <a:schemeClr val="tx1"/>
                </a:solidFill>
                <a:latin typeface="Arial" charset="0"/>
                <a:ea typeface="宋体" pitchFamily="2" charset="-122"/>
              </a:defRPr>
            </a:lvl1pPr>
            <a:lvl2pPr marL="742950" indent="-285750" eaLnBrk="0" hangingPunct="0">
              <a:spcBef>
                <a:spcPct val="30000"/>
              </a:spcBef>
              <a:defRPr sz="1200">
                <a:solidFill>
                  <a:schemeClr val="tx1"/>
                </a:solidFill>
                <a:latin typeface="Arial" charset="0"/>
                <a:ea typeface="宋体" pitchFamily="2" charset="-122"/>
              </a:defRPr>
            </a:lvl2pPr>
            <a:lvl3pPr marL="1143000" indent="-228600" eaLnBrk="0" hangingPunct="0">
              <a:spcBef>
                <a:spcPct val="30000"/>
              </a:spcBef>
              <a:defRPr sz="1200">
                <a:solidFill>
                  <a:schemeClr val="tx1"/>
                </a:solidFill>
                <a:latin typeface="Arial" charset="0"/>
                <a:ea typeface="宋体" pitchFamily="2" charset="-122"/>
              </a:defRPr>
            </a:lvl3pPr>
            <a:lvl4pPr marL="1600200" indent="-228600" eaLnBrk="0" hangingPunct="0">
              <a:spcBef>
                <a:spcPct val="30000"/>
              </a:spcBef>
              <a:defRPr sz="1200">
                <a:solidFill>
                  <a:schemeClr val="tx1"/>
                </a:solidFill>
                <a:latin typeface="Arial" charset="0"/>
                <a:ea typeface="宋体" pitchFamily="2" charset="-122"/>
              </a:defRPr>
            </a:lvl4pPr>
            <a:lvl5pPr marL="2057400" indent="-228600" eaLnBrk="0" hangingPunct="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eaLnBrk="1" hangingPunct="1">
              <a:spcBef>
                <a:spcPct val="0"/>
              </a:spcBef>
            </a:pPr>
            <a:fld id="{5EEEBF4A-CE66-4BBE-84F1-8600515AC54D}" type="slidenum">
              <a:rPr lang="en-US" altLang="zh-CN" smtClean="0"/>
              <a:pPr eaLnBrk="1" hangingPunct="1">
                <a:spcBef>
                  <a:spcPct val="0"/>
                </a:spcBef>
              </a:pPr>
              <a:t>2</a:t>
            </a:fld>
            <a:endParaRPr lang="en-US" altLang="zh-CN"/>
          </a:p>
        </p:txBody>
      </p:sp>
    </p:spTree>
    <p:extLst>
      <p:ext uri="{BB962C8B-B14F-4D97-AF65-F5344CB8AC3E}">
        <p14:creationId xmlns:p14="http://schemas.microsoft.com/office/powerpoint/2010/main" val="9050956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幻灯片图像占位符 1"/>
          <p:cNvSpPr>
            <a:spLocks noGrp="1" noRot="1" noChangeAspect="1" noTextEdit="1"/>
          </p:cNvSpPr>
          <p:nvPr>
            <p:ph type="sldImg"/>
          </p:nvPr>
        </p:nvSpPr>
        <p:spPr>
          <a:ln/>
        </p:spPr>
      </p:sp>
      <p:sp>
        <p:nvSpPr>
          <p:cNvPr id="121859" name="备注占位符 2"/>
          <p:cNvSpPr>
            <a:spLocks noGrp="1"/>
          </p:cNvSpPr>
          <p:nvPr>
            <p:ph type="body" idx="1"/>
          </p:nvPr>
        </p:nvSpPr>
        <p:spPr>
          <a:noFill/>
        </p:spPr>
        <p:txBody>
          <a:bodyPr/>
          <a:lstStyle/>
          <a:p>
            <a:endParaRPr lang="zh-CN" altLang="en-US">
              <a:latin typeface="Arial" charset="0"/>
            </a:endParaRPr>
          </a:p>
        </p:txBody>
      </p:sp>
      <p:sp>
        <p:nvSpPr>
          <p:cNvPr id="121860" name="灯片编号占位符 3"/>
          <p:cNvSpPr>
            <a:spLocks noGrp="1"/>
          </p:cNvSpPr>
          <p:nvPr>
            <p:ph type="sldNum" sz="quarter" idx="5"/>
          </p:nvPr>
        </p:nvSpPr>
        <p:spPr>
          <a:noFill/>
        </p:spPr>
        <p:txBody>
          <a:bodyPr/>
          <a:lstStyle>
            <a:lvl1pPr eaLnBrk="0" hangingPunct="0">
              <a:spcBef>
                <a:spcPct val="30000"/>
              </a:spcBef>
              <a:defRPr sz="1200">
                <a:solidFill>
                  <a:schemeClr val="tx1"/>
                </a:solidFill>
                <a:latin typeface="Arial" charset="0"/>
                <a:ea typeface="宋体" pitchFamily="2" charset="-122"/>
              </a:defRPr>
            </a:lvl1pPr>
            <a:lvl2pPr marL="742950" indent="-285750" eaLnBrk="0" hangingPunct="0">
              <a:spcBef>
                <a:spcPct val="30000"/>
              </a:spcBef>
              <a:defRPr sz="1200">
                <a:solidFill>
                  <a:schemeClr val="tx1"/>
                </a:solidFill>
                <a:latin typeface="Arial" charset="0"/>
                <a:ea typeface="宋体" pitchFamily="2" charset="-122"/>
              </a:defRPr>
            </a:lvl2pPr>
            <a:lvl3pPr marL="1143000" indent="-228600" eaLnBrk="0" hangingPunct="0">
              <a:spcBef>
                <a:spcPct val="30000"/>
              </a:spcBef>
              <a:defRPr sz="1200">
                <a:solidFill>
                  <a:schemeClr val="tx1"/>
                </a:solidFill>
                <a:latin typeface="Arial" charset="0"/>
                <a:ea typeface="宋体" pitchFamily="2" charset="-122"/>
              </a:defRPr>
            </a:lvl3pPr>
            <a:lvl4pPr marL="1600200" indent="-228600" eaLnBrk="0" hangingPunct="0">
              <a:spcBef>
                <a:spcPct val="30000"/>
              </a:spcBef>
              <a:defRPr sz="1200">
                <a:solidFill>
                  <a:schemeClr val="tx1"/>
                </a:solidFill>
                <a:latin typeface="Arial" charset="0"/>
                <a:ea typeface="宋体" pitchFamily="2" charset="-122"/>
              </a:defRPr>
            </a:lvl4pPr>
            <a:lvl5pPr marL="2057400" indent="-228600" eaLnBrk="0" hangingPunct="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eaLnBrk="1" hangingPunct="1">
              <a:spcBef>
                <a:spcPct val="0"/>
              </a:spcBef>
            </a:pPr>
            <a:fld id="{5EEEBF4A-CE66-4BBE-84F1-8600515AC54D}" type="slidenum">
              <a:rPr lang="en-US" altLang="zh-CN" smtClean="0"/>
              <a:pPr eaLnBrk="1" hangingPunct="1">
                <a:spcBef>
                  <a:spcPct val="0"/>
                </a:spcBef>
              </a:pPr>
              <a:t>4</a:t>
            </a:fld>
            <a:endParaRPr lang="en-US" altLang="zh-CN"/>
          </a:p>
        </p:txBody>
      </p:sp>
    </p:spTree>
    <p:extLst>
      <p:ext uri="{BB962C8B-B14F-4D97-AF65-F5344CB8AC3E}">
        <p14:creationId xmlns:p14="http://schemas.microsoft.com/office/powerpoint/2010/main" val="29253457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charset="0"/>
                <a:ea typeface="宋体" pitchFamily="2" charset="-122"/>
              </a:defRPr>
            </a:lvl1pPr>
            <a:lvl2pPr marL="742950" indent="-285750" eaLnBrk="0" hangingPunct="0">
              <a:spcBef>
                <a:spcPct val="30000"/>
              </a:spcBef>
              <a:defRPr sz="1200">
                <a:solidFill>
                  <a:schemeClr val="tx1"/>
                </a:solidFill>
                <a:latin typeface="Arial" charset="0"/>
                <a:ea typeface="宋体" pitchFamily="2" charset="-122"/>
              </a:defRPr>
            </a:lvl2pPr>
            <a:lvl3pPr marL="1143000" indent="-228600" eaLnBrk="0" hangingPunct="0">
              <a:spcBef>
                <a:spcPct val="30000"/>
              </a:spcBef>
              <a:defRPr sz="1200">
                <a:solidFill>
                  <a:schemeClr val="tx1"/>
                </a:solidFill>
                <a:latin typeface="Arial" charset="0"/>
                <a:ea typeface="宋体" pitchFamily="2" charset="-122"/>
              </a:defRPr>
            </a:lvl3pPr>
            <a:lvl4pPr marL="1600200" indent="-228600" eaLnBrk="0" hangingPunct="0">
              <a:spcBef>
                <a:spcPct val="30000"/>
              </a:spcBef>
              <a:defRPr sz="1200">
                <a:solidFill>
                  <a:schemeClr val="tx1"/>
                </a:solidFill>
                <a:latin typeface="Arial" charset="0"/>
                <a:ea typeface="宋体" pitchFamily="2" charset="-122"/>
              </a:defRPr>
            </a:lvl4pPr>
            <a:lvl5pPr marL="2057400" indent="-228600" eaLnBrk="0" hangingPunct="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eaLnBrk="1" hangingPunct="1">
              <a:spcBef>
                <a:spcPct val="0"/>
              </a:spcBef>
            </a:pPr>
            <a:fld id="{6B9B35EF-7283-4F37-9302-8213B007B548}" type="slidenum">
              <a:rPr lang="en-US" altLang="zh-CN" smtClean="0"/>
              <a:pPr eaLnBrk="1" hangingPunct="1">
                <a:spcBef>
                  <a:spcPct val="0"/>
                </a:spcBef>
              </a:pPr>
              <a:t>5</a:t>
            </a:fld>
            <a:endParaRPr lang="en-US" altLang="zh-CN"/>
          </a:p>
        </p:txBody>
      </p:sp>
      <p:sp>
        <p:nvSpPr>
          <p:cNvPr id="120835" name="Rectangle 1026"/>
          <p:cNvSpPr>
            <a:spLocks noGrp="1" noRot="1" noChangeAspect="1" noChangeArrowheads="1" noTextEdit="1"/>
          </p:cNvSpPr>
          <p:nvPr>
            <p:ph type="sldImg"/>
          </p:nvPr>
        </p:nvSpPr>
        <p:spPr>
          <a:ln/>
        </p:spPr>
      </p:sp>
      <p:sp>
        <p:nvSpPr>
          <p:cNvPr id="120836" name="Rectangle 1027"/>
          <p:cNvSpPr>
            <a:spLocks noGrp="1" noChangeArrowheads="1"/>
          </p:cNvSpPr>
          <p:nvPr>
            <p:ph type="body" idx="1"/>
          </p:nvPr>
        </p:nvSpPr>
        <p:spPr>
          <a:noFill/>
        </p:spPr>
        <p:txBody>
          <a:bodyPr/>
          <a:lstStyle/>
          <a:p>
            <a:endParaRPr lang="zh-CN" altLang="zh-CN">
              <a:latin typeface="Arial" charset="0"/>
            </a:endParaRPr>
          </a:p>
        </p:txBody>
      </p:sp>
    </p:spTree>
    <p:extLst>
      <p:ext uri="{BB962C8B-B14F-4D97-AF65-F5344CB8AC3E}">
        <p14:creationId xmlns:p14="http://schemas.microsoft.com/office/powerpoint/2010/main" val="34594553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charset="0"/>
                <a:ea typeface="宋体" pitchFamily="2" charset="-122"/>
              </a:defRPr>
            </a:lvl1pPr>
            <a:lvl2pPr marL="742950" indent="-285750" eaLnBrk="0" hangingPunct="0">
              <a:spcBef>
                <a:spcPct val="30000"/>
              </a:spcBef>
              <a:defRPr sz="1200">
                <a:solidFill>
                  <a:schemeClr val="tx1"/>
                </a:solidFill>
                <a:latin typeface="Arial" charset="0"/>
                <a:ea typeface="宋体" pitchFamily="2" charset="-122"/>
              </a:defRPr>
            </a:lvl2pPr>
            <a:lvl3pPr marL="1143000" indent="-228600" eaLnBrk="0" hangingPunct="0">
              <a:spcBef>
                <a:spcPct val="30000"/>
              </a:spcBef>
              <a:defRPr sz="1200">
                <a:solidFill>
                  <a:schemeClr val="tx1"/>
                </a:solidFill>
                <a:latin typeface="Arial" charset="0"/>
                <a:ea typeface="宋体" pitchFamily="2" charset="-122"/>
              </a:defRPr>
            </a:lvl3pPr>
            <a:lvl4pPr marL="1600200" indent="-228600" eaLnBrk="0" hangingPunct="0">
              <a:spcBef>
                <a:spcPct val="30000"/>
              </a:spcBef>
              <a:defRPr sz="1200">
                <a:solidFill>
                  <a:schemeClr val="tx1"/>
                </a:solidFill>
                <a:latin typeface="Arial" charset="0"/>
                <a:ea typeface="宋体" pitchFamily="2" charset="-122"/>
              </a:defRPr>
            </a:lvl4pPr>
            <a:lvl5pPr marL="2057400" indent="-228600" eaLnBrk="0" hangingPunct="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eaLnBrk="1" hangingPunct="1">
              <a:spcBef>
                <a:spcPct val="0"/>
              </a:spcBef>
            </a:pPr>
            <a:fld id="{61B8AB50-71F8-4856-81E9-E65239CAC887}" type="slidenum">
              <a:rPr lang="en-US" altLang="zh-CN" smtClean="0"/>
              <a:pPr eaLnBrk="1" hangingPunct="1">
                <a:spcBef>
                  <a:spcPct val="0"/>
                </a:spcBef>
              </a:pPr>
              <a:t>6</a:t>
            </a:fld>
            <a:endParaRPr lang="en-US" altLang="zh-CN"/>
          </a:p>
        </p:txBody>
      </p:sp>
      <p:sp>
        <p:nvSpPr>
          <p:cNvPr id="119811" name="Rectangle 1026"/>
          <p:cNvSpPr>
            <a:spLocks noGrp="1" noRot="1" noChangeAspect="1" noChangeArrowheads="1" noTextEdit="1"/>
          </p:cNvSpPr>
          <p:nvPr>
            <p:ph type="sldImg"/>
          </p:nvPr>
        </p:nvSpPr>
        <p:spPr>
          <a:ln/>
        </p:spPr>
      </p:sp>
      <p:sp>
        <p:nvSpPr>
          <p:cNvPr id="119812" name="Rectangle 1027"/>
          <p:cNvSpPr>
            <a:spLocks noGrp="1" noChangeArrowheads="1"/>
          </p:cNvSpPr>
          <p:nvPr>
            <p:ph type="body" idx="1"/>
          </p:nvPr>
        </p:nvSpPr>
        <p:spPr>
          <a:noFill/>
        </p:spPr>
        <p:txBody>
          <a:bodyPr/>
          <a:lstStyle/>
          <a:p>
            <a:r>
              <a:rPr lang="zh-CN" altLang="en-US">
                <a:latin typeface="Arial" charset="0"/>
              </a:rPr>
              <a:t>与一些教材的区别</a:t>
            </a:r>
          </a:p>
          <a:p>
            <a:r>
              <a:rPr lang="zh-CN" altLang="en-US">
                <a:latin typeface="Arial" charset="0"/>
              </a:rPr>
              <a:t>     偏重理论，不去讨论某个系统的具体使用方法，但会涉及实现技术</a:t>
            </a:r>
          </a:p>
          <a:p>
            <a:r>
              <a:rPr lang="zh-CN" altLang="en-US">
                <a:latin typeface="Arial" charset="0"/>
              </a:rPr>
              <a:t>我们的优势</a:t>
            </a:r>
          </a:p>
          <a:p>
            <a:pPr lvl="1">
              <a:buFontTx/>
              <a:buChar char="•"/>
            </a:pPr>
            <a:r>
              <a:rPr lang="zh-CN" altLang="en-US">
                <a:latin typeface="Arial" charset="0"/>
              </a:rPr>
              <a:t>虽然枯燥，但适应</a:t>
            </a:r>
            <a:r>
              <a:rPr lang="en-US" altLang="zh-CN">
                <a:latin typeface="Arial" charset="0"/>
              </a:rPr>
              <a:t>DBA</a:t>
            </a:r>
            <a:r>
              <a:rPr lang="zh-CN" altLang="en-US">
                <a:latin typeface="Arial" charset="0"/>
              </a:rPr>
              <a:t>的需要</a:t>
            </a:r>
          </a:p>
          <a:p>
            <a:pPr lvl="1">
              <a:buFontTx/>
              <a:buChar char="•"/>
            </a:pPr>
            <a:r>
              <a:rPr lang="zh-CN" altLang="en-US">
                <a:latin typeface="Arial" charset="0"/>
              </a:rPr>
              <a:t>不过时</a:t>
            </a:r>
          </a:p>
          <a:p>
            <a:pPr lvl="1">
              <a:buFontTx/>
              <a:buChar char="•"/>
            </a:pPr>
            <a:endParaRPr lang="zh-CN" altLang="en-US">
              <a:latin typeface="Arial" charset="0"/>
            </a:endParaRPr>
          </a:p>
          <a:p>
            <a:endParaRPr lang="en-US" altLang="zh-CN">
              <a:latin typeface="Arial" charset="0"/>
            </a:endParaRPr>
          </a:p>
        </p:txBody>
      </p:sp>
    </p:spTree>
    <p:extLst>
      <p:ext uri="{BB962C8B-B14F-4D97-AF65-F5344CB8AC3E}">
        <p14:creationId xmlns:p14="http://schemas.microsoft.com/office/powerpoint/2010/main" val="2455391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charset="0"/>
                <a:ea typeface="宋体" pitchFamily="2" charset="-122"/>
              </a:defRPr>
            </a:lvl1pPr>
            <a:lvl2pPr marL="742950" indent="-285750" eaLnBrk="0" hangingPunct="0">
              <a:spcBef>
                <a:spcPct val="30000"/>
              </a:spcBef>
              <a:defRPr sz="1200">
                <a:solidFill>
                  <a:schemeClr val="tx1"/>
                </a:solidFill>
                <a:latin typeface="Arial" charset="0"/>
                <a:ea typeface="宋体" pitchFamily="2" charset="-122"/>
              </a:defRPr>
            </a:lvl2pPr>
            <a:lvl3pPr marL="1143000" indent="-228600" eaLnBrk="0" hangingPunct="0">
              <a:spcBef>
                <a:spcPct val="30000"/>
              </a:spcBef>
              <a:defRPr sz="1200">
                <a:solidFill>
                  <a:schemeClr val="tx1"/>
                </a:solidFill>
                <a:latin typeface="Arial" charset="0"/>
                <a:ea typeface="宋体" pitchFamily="2" charset="-122"/>
              </a:defRPr>
            </a:lvl3pPr>
            <a:lvl4pPr marL="1600200" indent="-228600" eaLnBrk="0" hangingPunct="0">
              <a:spcBef>
                <a:spcPct val="30000"/>
              </a:spcBef>
              <a:defRPr sz="1200">
                <a:solidFill>
                  <a:schemeClr val="tx1"/>
                </a:solidFill>
                <a:latin typeface="Arial" charset="0"/>
                <a:ea typeface="宋体" pitchFamily="2" charset="-122"/>
              </a:defRPr>
            </a:lvl4pPr>
            <a:lvl5pPr marL="2057400" indent="-228600" eaLnBrk="0" hangingPunct="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eaLnBrk="1" hangingPunct="1">
              <a:spcBef>
                <a:spcPct val="0"/>
              </a:spcBef>
            </a:pPr>
            <a:fld id="{6B9B35EF-7283-4F37-9302-8213B007B548}" type="slidenum">
              <a:rPr lang="en-US" altLang="zh-CN" smtClean="0"/>
              <a:pPr eaLnBrk="1" hangingPunct="1">
                <a:spcBef>
                  <a:spcPct val="0"/>
                </a:spcBef>
              </a:pPr>
              <a:t>7</a:t>
            </a:fld>
            <a:endParaRPr lang="en-US" altLang="zh-CN"/>
          </a:p>
        </p:txBody>
      </p:sp>
      <p:sp>
        <p:nvSpPr>
          <p:cNvPr id="120835" name="Rectangle 1026"/>
          <p:cNvSpPr>
            <a:spLocks noGrp="1" noRot="1" noChangeAspect="1" noChangeArrowheads="1" noTextEdit="1"/>
          </p:cNvSpPr>
          <p:nvPr>
            <p:ph type="sldImg"/>
          </p:nvPr>
        </p:nvSpPr>
        <p:spPr>
          <a:ln/>
        </p:spPr>
      </p:sp>
      <p:sp>
        <p:nvSpPr>
          <p:cNvPr id="120836" name="Rectangle 1027"/>
          <p:cNvSpPr>
            <a:spLocks noGrp="1" noChangeArrowheads="1"/>
          </p:cNvSpPr>
          <p:nvPr>
            <p:ph type="body" idx="1"/>
          </p:nvPr>
        </p:nvSpPr>
        <p:spPr>
          <a:noFill/>
        </p:spPr>
        <p:txBody>
          <a:bodyPr/>
          <a:lstStyle/>
          <a:p>
            <a:endParaRPr lang="zh-CN" altLang="zh-CN">
              <a:latin typeface="Arial" charset="0"/>
            </a:endParaRPr>
          </a:p>
        </p:txBody>
      </p:sp>
    </p:spTree>
    <p:extLst>
      <p:ext uri="{BB962C8B-B14F-4D97-AF65-F5344CB8AC3E}">
        <p14:creationId xmlns:p14="http://schemas.microsoft.com/office/powerpoint/2010/main" val="27221604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幻灯片图像占位符 1"/>
          <p:cNvSpPr>
            <a:spLocks noGrp="1" noRot="1" noChangeAspect="1" noTextEdit="1"/>
          </p:cNvSpPr>
          <p:nvPr>
            <p:ph type="sldImg"/>
          </p:nvPr>
        </p:nvSpPr>
        <p:spPr>
          <a:ln/>
        </p:spPr>
      </p:sp>
      <p:sp>
        <p:nvSpPr>
          <p:cNvPr id="125955" name="备注占位符 2"/>
          <p:cNvSpPr>
            <a:spLocks noGrp="1"/>
          </p:cNvSpPr>
          <p:nvPr>
            <p:ph type="body" idx="1"/>
          </p:nvPr>
        </p:nvSpPr>
        <p:spPr>
          <a:noFill/>
        </p:spPr>
        <p:txBody>
          <a:bodyPr/>
          <a:lstStyle/>
          <a:p>
            <a:endParaRPr lang="zh-CN" altLang="en-US">
              <a:latin typeface="Arial" charset="0"/>
            </a:endParaRPr>
          </a:p>
        </p:txBody>
      </p:sp>
      <p:sp>
        <p:nvSpPr>
          <p:cNvPr id="125956" name="灯片编号占位符 3"/>
          <p:cNvSpPr>
            <a:spLocks noGrp="1"/>
          </p:cNvSpPr>
          <p:nvPr>
            <p:ph type="sldNum" sz="quarter" idx="5"/>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defRPr sz="3200">
                <a:solidFill>
                  <a:srgbClr val="993300"/>
                </a:solidFill>
                <a:latin typeface="Tahoma" pitchFamily="34" charset="0"/>
                <a:ea typeface="宋体" pitchFamily="2" charset="-122"/>
              </a:defRPr>
            </a:lvl2pPr>
            <a:lvl3pPr marL="1143000" indent="-228600" eaLnBrk="0" hangingPunct="0">
              <a:defRPr sz="3200">
                <a:solidFill>
                  <a:srgbClr val="993300"/>
                </a:solidFill>
                <a:latin typeface="Tahoma" pitchFamily="34" charset="0"/>
                <a:ea typeface="宋体" pitchFamily="2" charset="-122"/>
              </a:defRPr>
            </a:lvl3pPr>
            <a:lvl4pPr marL="1600200" indent="-228600" eaLnBrk="0" hangingPunct="0">
              <a:defRPr sz="3200">
                <a:solidFill>
                  <a:srgbClr val="993300"/>
                </a:solidFill>
                <a:latin typeface="Tahoma" pitchFamily="34" charset="0"/>
                <a:ea typeface="宋体" pitchFamily="2" charset="-122"/>
              </a:defRPr>
            </a:lvl4pPr>
            <a:lvl5pPr marL="2057400" indent="-228600" eaLnBrk="0" hangingPunct="0">
              <a:defRPr sz="3200">
                <a:solidFill>
                  <a:srgbClr val="993300"/>
                </a:solidFill>
                <a:latin typeface="Tahom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Tahom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Tahom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Tahom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Tahoma" pitchFamily="34" charset="0"/>
                <a:ea typeface="宋体" pitchFamily="2" charset="-122"/>
              </a:defRPr>
            </a:lvl9pPr>
          </a:lstStyle>
          <a:p>
            <a:pPr eaLnBrk="1" hangingPunct="1"/>
            <a:fld id="{14CE4836-9BD2-4A54-9E6D-29FEC454A548}" type="slidenum">
              <a:rPr lang="en-US" altLang="zh-CN" sz="1200" smtClean="0">
                <a:solidFill>
                  <a:schemeClr val="tx1"/>
                </a:solidFill>
                <a:latin typeface="Arial" charset="0"/>
              </a:rPr>
              <a:pPr eaLnBrk="1" hangingPunct="1"/>
              <a:t>16</a:t>
            </a:fld>
            <a:endParaRPr lang="en-US" altLang="zh-CN" sz="1200">
              <a:solidFill>
                <a:schemeClr val="tx1"/>
              </a:solidFill>
              <a:latin typeface="Arial" charset="0"/>
            </a:endParaRPr>
          </a:p>
        </p:txBody>
      </p:sp>
    </p:spTree>
    <p:extLst>
      <p:ext uri="{BB962C8B-B14F-4D97-AF65-F5344CB8AC3E}">
        <p14:creationId xmlns:p14="http://schemas.microsoft.com/office/powerpoint/2010/main" val="31727021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幻灯片图像占位符 1"/>
          <p:cNvSpPr>
            <a:spLocks noGrp="1" noRot="1" noChangeAspect="1" noTextEdit="1"/>
          </p:cNvSpPr>
          <p:nvPr>
            <p:ph type="sldImg"/>
          </p:nvPr>
        </p:nvSpPr>
        <p:spPr>
          <a:ln/>
        </p:spPr>
      </p:sp>
      <p:sp>
        <p:nvSpPr>
          <p:cNvPr id="125955" name="备注占位符 2"/>
          <p:cNvSpPr>
            <a:spLocks noGrp="1"/>
          </p:cNvSpPr>
          <p:nvPr>
            <p:ph type="body" idx="1"/>
          </p:nvPr>
        </p:nvSpPr>
        <p:spPr>
          <a:noFill/>
        </p:spPr>
        <p:txBody>
          <a:bodyPr/>
          <a:lstStyle/>
          <a:p>
            <a:endParaRPr lang="zh-CN" altLang="en-US">
              <a:latin typeface="Arial" charset="0"/>
            </a:endParaRPr>
          </a:p>
        </p:txBody>
      </p:sp>
      <p:sp>
        <p:nvSpPr>
          <p:cNvPr id="125956" name="灯片编号占位符 3"/>
          <p:cNvSpPr>
            <a:spLocks noGrp="1"/>
          </p:cNvSpPr>
          <p:nvPr>
            <p:ph type="sldNum" sz="quarter" idx="5"/>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defRPr sz="3200">
                <a:solidFill>
                  <a:srgbClr val="993300"/>
                </a:solidFill>
                <a:latin typeface="Tahoma" pitchFamily="34" charset="0"/>
                <a:ea typeface="宋体" pitchFamily="2" charset="-122"/>
              </a:defRPr>
            </a:lvl2pPr>
            <a:lvl3pPr marL="1143000" indent="-228600" eaLnBrk="0" hangingPunct="0">
              <a:defRPr sz="3200">
                <a:solidFill>
                  <a:srgbClr val="993300"/>
                </a:solidFill>
                <a:latin typeface="Tahoma" pitchFamily="34" charset="0"/>
                <a:ea typeface="宋体" pitchFamily="2" charset="-122"/>
              </a:defRPr>
            </a:lvl3pPr>
            <a:lvl4pPr marL="1600200" indent="-228600" eaLnBrk="0" hangingPunct="0">
              <a:defRPr sz="3200">
                <a:solidFill>
                  <a:srgbClr val="993300"/>
                </a:solidFill>
                <a:latin typeface="Tahoma" pitchFamily="34" charset="0"/>
                <a:ea typeface="宋体" pitchFamily="2" charset="-122"/>
              </a:defRPr>
            </a:lvl4pPr>
            <a:lvl5pPr marL="2057400" indent="-228600" eaLnBrk="0" hangingPunct="0">
              <a:defRPr sz="3200">
                <a:solidFill>
                  <a:srgbClr val="993300"/>
                </a:solidFill>
                <a:latin typeface="Tahom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Tahom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Tahom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Tahom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Tahoma" pitchFamily="34" charset="0"/>
                <a:ea typeface="宋体" pitchFamily="2" charset="-122"/>
              </a:defRPr>
            </a:lvl9pPr>
          </a:lstStyle>
          <a:p>
            <a:pPr eaLnBrk="1" hangingPunct="1"/>
            <a:fld id="{14CE4836-9BD2-4A54-9E6D-29FEC454A548}" type="slidenum">
              <a:rPr lang="en-US" altLang="zh-CN" sz="1200" smtClean="0">
                <a:solidFill>
                  <a:schemeClr val="tx1"/>
                </a:solidFill>
                <a:latin typeface="Arial" charset="0"/>
              </a:rPr>
              <a:pPr eaLnBrk="1" hangingPunct="1"/>
              <a:t>17</a:t>
            </a:fld>
            <a:endParaRPr lang="en-US" altLang="zh-CN" sz="1200">
              <a:solidFill>
                <a:schemeClr val="tx1"/>
              </a:solidFill>
              <a:latin typeface="Arial" charset="0"/>
            </a:endParaRPr>
          </a:p>
        </p:txBody>
      </p:sp>
    </p:spTree>
    <p:extLst>
      <p:ext uri="{BB962C8B-B14F-4D97-AF65-F5344CB8AC3E}">
        <p14:creationId xmlns:p14="http://schemas.microsoft.com/office/powerpoint/2010/main" val="5639193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幻灯片图像占位符 1"/>
          <p:cNvSpPr>
            <a:spLocks noGrp="1" noRot="1" noChangeAspect="1" noTextEdit="1"/>
          </p:cNvSpPr>
          <p:nvPr>
            <p:ph type="sldImg"/>
          </p:nvPr>
        </p:nvSpPr>
        <p:spPr>
          <a:ln/>
        </p:spPr>
      </p:sp>
      <p:sp>
        <p:nvSpPr>
          <p:cNvPr id="128003" name="备注占位符 2"/>
          <p:cNvSpPr>
            <a:spLocks noGrp="1"/>
          </p:cNvSpPr>
          <p:nvPr>
            <p:ph type="body" idx="1"/>
          </p:nvPr>
        </p:nvSpPr>
        <p:spPr>
          <a:noFill/>
        </p:spPr>
        <p:txBody>
          <a:bodyPr/>
          <a:lstStyle/>
          <a:p>
            <a:r>
              <a:rPr lang="zh-CN" altLang="en-US">
                <a:latin typeface="Arial" charset="0"/>
              </a:rPr>
              <a:t>应用是动力，应用与技术发展，软硬件发展</a:t>
            </a:r>
          </a:p>
        </p:txBody>
      </p:sp>
      <p:sp>
        <p:nvSpPr>
          <p:cNvPr id="128004" name="灯片编号占位符 3"/>
          <p:cNvSpPr>
            <a:spLocks noGrp="1"/>
          </p:cNvSpPr>
          <p:nvPr>
            <p:ph type="sldNum" sz="quarter" idx="5"/>
          </p:nvPr>
        </p:nvSpPr>
        <p:spPr>
          <a:noFill/>
        </p:spPr>
        <p:txBody>
          <a:bodyPr/>
          <a:lstStyle>
            <a:lvl1pPr eaLnBrk="0" hangingPunct="0">
              <a:spcBef>
                <a:spcPct val="30000"/>
              </a:spcBef>
              <a:defRPr sz="1200">
                <a:solidFill>
                  <a:schemeClr val="tx1"/>
                </a:solidFill>
                <a:latin typeface="Arial" charset="0"/>
                <a:ea typeface="宋体" pitchFamily="2" charset="-122"/>
              </a:defRPr>
            </a:lvl1pPr>
            <a:lvl2pPr marL="742950" indent="-285750" eaLnBrk="0" hangingPunct="0">
              <a:spcBef>
                <a:spcPct val="30000"/>
              </a:spcBef>
              <a:defRPr sz="1200">
                <a:solidFill>
                  <a:schemeClr val="tx1"/>
                </a:solidFill>
                <a:latin typeface="Arial" charset="0"/>
                <a:ea typeface="宋体" pitchFamily="2" charset="-122"/>
              </a:defRPr>
            </a:lvl2pPr>
            <a:lvl3pPr marL="1143000" indent="-228600" eaLnBrk="0" hangingPunct="0">
              <a:spcBef>
                <a:spcPct val="30000"/>
              </a:spcBef>
              <a:defRPr sz="1200">
                <a:solidFill>
                  <a:schemeClr val="tx1"/>
                </a:solidFill>
                <a:latin typeface="Arial" charset="0"/>
                <a:ea typeface="宋体" pitchFamily="2" charset="-122"/>
              </a:defRPr>
            </a:lvl3pPr>
            <a:lvl4pPr marL="1600200" indent="-228600" eaLnBrk="0" hangingPunct="0">
              <a:spcBef>
                <a:spcPct val="30000"/>
              </a:spcBef>
              <a:defRPr sz="1200">
                <a:solidFill>
                  <a:schemeClr val="tx1"/>
                </a:solidFill>
                <a:latin typeface="Arial" charset="0"/>
                <a:ea typeface="宋体" pitchFamily="2" charset="-122"/>
              </a:defRPr>
            </a:lvl4pPr>
            <a:lvl5pPr marL="2057400" indent="-228600" eaLnBrk="0" hangingPunct="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eaLnBrk="1" hangingPunct="1">
              <a:spcBef>
                <a:spcPct val="0"/>
              </a:spcBef>
            </a:pPr>
            <a:fld id="{BC8F62CC-32C9-4306-8DEB-5350C3950933}" type="slidenum">
              <a:rPr lang="en-US" altLang="zh-CN" smtClean="0"/>
              <a:pPr eaLnBrk="1" hangingPunct="1">
                <a:spcBef>
                  <a:spcPct val="0"/>
                </a:spcBef>
              </a:pPr>
              <a:t>18</a:t>
            </a:fld>
            <a:endParaRPr lang="en-US" altLang="zh-CN"/>
          </a:p>
        </p:txBody>
      </p:sp>
    </p:spTree>
    <p:extLst>
      <p:ext uri="{BB962C8B-B14F-4D97-AF65-F5344CB8AC3E}">
        <p14:creationId xmlns:p14="http://schemas.microsoft.com/office/powerpoint/2010/main" val="29056754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幻灯片图像占位符 1"/>
          <p:cNvSpPr>
            <a:spLocks noGrp="1" noRot="1" noChangeAspect="1" noTextEdit="1"/>
          </p:cNvSpPr>
          <p:nvPr>
            <p:ph type="sldImg"/>
          </p:nvPr>
        </p:nvSpPr>
        <p:spPr>
          <a:ln/>
        </p:spPr>
      </p:sp>
      <p:sp>
        <p:nvSpPr>
          <p:cNvPr id="129027" name="备注占位符 2"/>
          <p:cNvSpPr>
            <a:spLocks noGrp="1"/>
          </p:cNvSpPr>
          <p:nvPr>
            <p:ph type="body" idx="1"/>
          </p:nvPr>
        </p:nvSpPr>
        <p:spPr>
          <a:noFill/>
        </p:spPr>
        <p:txBody>
          <a:bodyPr/>
          <a:lstStyle/>
          <a:p>
            <a:pPr algn="l"/>
            <a:r>
              <a:rPr lang="zh-CN" altLang="en-US" b="0" i="0" dirty="0">
                <a:solidFill>
                  <a:srgbClr val="000000"/>
                </a:solidFill>
                <a:effectLst/>
                <a:latin typeface="PingFangSC-Regular"/>
              </a:rPr>
              <a:t>文件系统具有以下缺点</a:t>
            </a:r>
            <a:r>
              <a:rPr lang="en-US" altLang="zh-CN" b="0" i="0" dirty="0">
                <a:solidFill>
                  <a:srgbClr val="000000"/>
                </a:solidFill>
                <a:effectLst/>
                <a:latin typeface="PingFangSC-Regular"/>
              </a:rPr>
              <a:t>:</a:t>
            </a:r>
          </a:p>
          <a:p>
            <a:pPr algn="l"/>
            <a:r>
              <a:rPr lang="en-US" altLang="zh-CN" b="0" i="0" dirty="0">
                <a:solidFill>
                  <a:srgbClr val="000000"/>
                </a:solidFill>
                <a:effectLst/>
                <a:latin typeface="PingFangSC-Regular"/>
              </a:rPr>
              <a:t>(1)</a:t>
            </a:r>
            <a:r>
              <a:rPr lang="zh-CN" altLang="en-US" b="0" i="0" dirty="0">
                <a:solidFill>
                  <a:srgbClr val="000000"/>
                </a:solidFill>
                <a:effectLst/>
                <a:latin typeface="PingFangSC-Regular"/>
              </a:rPr>
              <a:t>数据共享性差</a:t>
            </a:r>
            <a:r>
              <a:rPr lang="en-US" altLang="zh-CN" b="0" i="0" dirty="0">
                <a:solidFill>
                  <a:srgbClr val="000000"/>
                </a:solidFill>
                <a:effectLst/>
                <a:latin typeface="PingFangSC-Regular"/>
              </a:rPr>
              <a:t>, </a:t>
            </a:r>
            <a:r>
              <a:rPr lang="zh-CN" altLang="en-US" b="0" i="0" dirty="0">
                <a:solidFill>
                  <a:srgbClr val="000000"/>
                </a:solidFill>
                <a:effectLst/>
                <a:latin typeface="PingFangSC-Regular"/>
              </a:rPr>
              <a:t>冗余度大。文件与应用程序紧密相关</a:t>
            </a:r>
            <a:r>
              <a:rPr lang="en-US" altLang="zh-CN" b="0" i="0" dirty="0">
                <a:solidFill>
                  <a:srgbClr val="000000"/>
                </a:solidFill>
                <a:effectLst/>
                <a:latin typeface="PingFangSC-Regular"/>
              </a:rPr>
              <a:t>,</a:t>
            </a:r>
            <a:r>
              <a:rPr lang="zh-CN" altLang="en-US" b="0" i="0" dirty="0">
                <a:solidFill>
                  <a:srgbClr val="000000"/>
                </a:solidFill>
                <a:effectLst/>
                <a:latin typeface="PingFangSC-Regular"/>
              </a:rPr>
              <a:t>相同的数据集合在不同的应用程序中使用时</a:t>
            </a:r>
            <a:r>
              <a:rPr lang="en-US" altLang="zh-CN" b="0" i="0" dirty="0">
                <a:solidFill>
                  <a:srgbClr val="000000"/>
                </a:solidFill>
                <a:effectLst/>
                <a:latin typeface="PingFangSC-Regular"/>
              </a:rPr>
              <a:t>,</a:t>
            </a:r>
            <a:r>
              <a:rPr lang="zh-CN" altLang="en-US" b="0" i="0" dirty="0">
                <a:solidFill>
                  <a:srgbClr val="000000"/>
                </a:solidFill>
                <a:effectLst/>
                <a:latin typeface="PingFangSC-Regular"/>
              </a:rPr>
              <a:t>经常需要重复定义、重复存储。</a:t>
            </a:r>
          </a:p>
          <a:p>
            <a:pPr algn="l"/>
            <a:r>
              <a:rPr lang="en-US" altLang="zh-CN" b="0" i="0" dirty="0">
                <a:solidFill>
                  <a:srgbClr val="000000"/>
                </a:solidFill>
                <a:effectLst/>
                <a:latin typeface="PingFangSC-Regular"/>
              </a:rPr>
              <a:t>(2)</a:t>
            </a:r>
            <a:r>
              <a:rPr lang="zh-CN" altLang="en-US" b="0" i="0" dirty="0">
                <a:solidFill>
                  <a:srgbClr val="000000"/>
                </a:solidFill>
                <a:effectLst/>
                <a:latin typeface="PingFangSC-Regular"/>
              </a:rPr>
              <a:t>数据不一致性。由于数据的重复存储</a:t>
            </a:r>
            <a:r>
              <a:rPr lang="en-US" altLang="zh-CN" b="0" i="0" dirty="0">
                <a:solidFill>
                  <a:srgbClr val="000000"/>
                </a:solidFill>
                <a:effectLst/>
                <a:latin typeface="PingFangSC-Regular"/>
              </a:rPr>
              <a:t>,</a:t>
            </a:r>
            <a:r>
              <a:rPr lang="zh-CN" altLang="en-US" b="0" i="0" dirty="0">
                <a:solidFill>
                  <a:srgbClr val="000000"/>
                </a:solidFill>
                <a:effectLst/>
                <a:latin typeface="PingFangSC-Regular"/>
              </a:rPr>
              <a:t>单独管理</a:t>
            </a:r>
            <a:r>
              <a:rPr lang="en-US" altLang="zh-CN" b="0" i="0" dirty="0">
                <a:solidFill>
                  <a:srgbClr val="000000"/>
                </a:solidFill>
                <a:effectLst/>
                <a:latin typeface="PingFangSC-Regular"/>
              </a:rPr>
              <a:t>,</a:t>
            </a:r>
            <a:r>
              <a:rPr lang="zh-CN" altLang="en-US" b="0" i="0" dirty="0">
                <a:solidFill>
                  <a:srgbClr val="000000"/>
                </a:solidFill>
                <a:effectLst/>
                <a:latin typeface="PingFangSC-Regular"/>
              </a:rPr>
              <a:t>给数据的修改和维护带来了困难</a:t>
            </a:r>
            <a:r>
              <a:rPr lang="en-US" altLang="zh-CN" b="0" i="0" dirty="0">
                <a:solidFill>
                  <a:srgbClr val="000000"/>
                </a:solidFill>
                <a:effectLst/>
                <a:latin typeface="PingFangSC-Regular"/>
              </a:rPr>
              <a:t>,</a:t>
            </a:r>
            <a:r>
              <a:rPr lang="zh-CN" altLang="en-US" b="0" i="0" dirty="0">
                <a:solidFill>
                  <a:srgbClr val="000000"/>
                </a:solidFill>
                <a:effectLst/>
                <a:latin typeface="PingFangSC-Regular"/>
              </a:rPr>
              <a:t>容易造成数据不一致。</a:t>
            </a:r>
          </a:p>
          <a:p>
            <a:pPr algn="l"/>
            <a:r>
              <a:rPr lang="en-US" altLang="zh-CN" b="0" i="0" dirty="0">
                <a:solidFill>
                  <a:srgbClr val="000000"/>
                </a:solidFill>
                <a:effectLst/>
                <a:latin typeface="PingFangSC-Regular"/>
              </a:rPr>
              <a:t>(3)</a:t>
            </a:r>
            <a:r>
              <a:rPr lang="zh-CN" altLang="en-US" b="0" i="0" dirty="0">
                <a:solidFill>
                  <a:srgbClr val="000000"/>
                </a:solidFill>
                <a:effectLst/>
                <a:latin typeface="PingFangSC-Regular"/>
              </a:rPr>
              <a:t>数据独立性差。由于文件与应用程序紧密</a:t>
            </a:r>
            <a:r>
              <a:rPr lang="en-US" altLang="zh-CN" b="0" i="0" dirty="0">
                <a:solidFill>
                  <a:srgbClr val="000000"/>
                </a:solidFill>
                <a:effectLst/>
                <a:latin typeface="PingFangSC-Regular"/>
              </a:rPr>
              <a:t>,</a:t>
            </a:r>
            <a:r>
              <a:rPr lang="zh-CN" altLang="en-US" b="0" i="0" dirty="0">
                <a:solidFill>
                  <a:srgbClr val="000000"/>
                </a:solidFill>
                <a:effectLst/>
                <a:latin typeface="PingFangSC-Regular"/>
              </a:rPr>
              <a:t>当文件的系统结构发生改变时</a:t>
            </a:r>
            <a:r>
              <a:rPr lang="en-US" altLang="zh-CN" b="0" i="0" dirty="0">
                <a:solidFill>
                  <a:srgbClr val="000000"/>
                </a:solidFill>
                <a:effectLst/>
                <a:latin typeface="PingFangSC-Regular"/>
              </a:rPr>
              <a:t>,</a:t>
            </a:r>
            <a:r>
              <a:rPr lang="zh-CN" altLang="en-US" b="0" i="0" dirty="0">
                <a:solidFill>
                  <a:srgbClr val="000000"/>
                </a:solidFill>
                <a:effectLst/>
                <a:latin typeface="PingFangSC-Regular"/>
              </a:rPr>
              <a:t>我们必须修改应用程序</a:t>
            </a:r>
            <a:r>
              <a:rPr lang="en-US" altLang="zh-CN" b="0" i="0" dirty="0">
                <a:solidFill>
                  <a:srgbClr val="000000"/>
                </a:solidFill>
                <a:effectLst/>
                <a:latin typeface="PingFangSC-Regular"/>
              </a:rPr>
              <a:t>,</a:t>
            </a:r>
            <a:r>
              <a:rPr lang="zh-CN" altLang="en-US" b="0" i="0" dirty="0">
                <a:solidFill>
                  <a:srgbClr val="000000"/>
                </a:solidFill>
                <a:effectLst/>
                <a:latin typeface="PingFangSC-Regular"/>
              </a:rPr>
              <a:t>包括记录结构的定义和应用程序的数据处理部分。此外</a:t>
            </a:r>
            <a:r>
              <a:rPr lang="en-US" altLang="zh-CN" b="0" i="0" dirty="0">
                <a:solidFill>
                  <a:srgbClr val="000000"/>
                </a:solidFill>
                <a:effectLst/>
                <a:latin typeface="PingFangSC-Regular"/>
              </a:rPr>
              <a:t>,</a:t>
            </a:r>
            <a:r>
              <a:rPr lang="zh-CN" altLang="en-US" b="0" i="0" dirty="0">
                <a:solidFill>
                  <a:srgbClr val="000000"/>
                </a:solidFill>
                <a:effectLst/>
                <a:latin typeface="PingFangSC-Regular"/>
              </a:rPr>
              <a:t>如果应用程序发生改变也可能影响文件的定义。</a:t>
            </a:r>
          </a:p>
          <a:p>
            <a:pPr algn="l"/>
            <a:r>
              <a:rPr lang="en-US" altLang="zh-CN" b="0" i="0" dirty="0">
                <a:solidFill>
                  <a:srgbClr val="000000"/>
                </a:solidFill>
                <a:effectLst/>
                <a:latin typeface="PingFangSC-Regular"/>
              </a:rPr>
              <a:t>(4)</a:t>
            </a:r>
            <a:r>
              <a:rPr lang="zh-CN" altLang="en-US" b="0" i="0" dirty="0">
                <a:solidFill>
                  <a:srgbClr val="000000"/>
                </a:solidFill>
                <a:effectLst/>
                <a:latin typeface="PingFangSC-Regular"/>
              </a:rPr>
              <a:t>数据结构化程度低。文件系统中数据组织成记录</a:t>
            </a:r>
            <a:r>
              <a:rPr lang="en-US" altLang="zh-CN" b="0" i="0" dirty="0">
                <a:solidFill>
                  <a:srgbClr val="000000"/>
                </a:solidFill>
                <a:effectLst/>
                <a:latin typeface="PingFangSC-Regular"/>
              </a:rPr>
              <a:t>,</a:t>
            </a:r>
            <a:r>
              <a:rPr lang="zh-CN" altLang="en-US" b="0" i="0" dirty="0">
                <a:solidFill>
                  <a:srgbClr val="000000"/>
                </a:solidFill>
                <a:effectLst/>
                <a:latin typeface="PingFangSC-Regular"/>
              </a:rPr>
              <a:t>记录由字段组成</a:t>
            </a:r>
            <a:r>
              <a:rPr lang="en-US" altLang="zh-CN" b="0" i="0" dirty="0">
                <a:solidFill>
                  <a:srgbClr val="000000"/>
                </a:solidFill>
                <a:effectLst/>
                <a:latin typeface="PingFangSC-Regular"/>
              </a:rPr>
              <a:t>,</a:t>
            </a:r>
            <a:r>
              <a:rPr lang="zh-CN" altLang="en-US" b="0" i="0" dirty="0">
                <a:solidFill>
                  <a:srgbClr val="000000"/>
                </a:solidFill>
                <a:effectLst/>
                <a:latin typeface="PingFangSC-Regular"/>
              </a:rPr>
              <a:t>记录内部有了一定的结构。但是文件之间是孤立的。从整体上看是无结构的</a:t>
            </a:r>
            <a:r>
              <a:rPr lang="en-US" altLang="zh-CN" b="0" i="0" dirty="0">
                <a:solidFill>
                  <a:srgbClr val="000000"/>
                </a:solidFill>
                <a:effectLst/>
                <a:latin typeface="PingFangSC-Regular"/>
              </a:rPr>
              <a:t>,</a:t>
            </a:r>
            <a:r>
              <a:rPr lang="zh-CN" altLang="en-US" b="0" i="0" dirty="0">
                <a:solidFill>
                  <a:srgbClr val="000000"/>
                </a:solidFill>
                <a:effectLst/>
                <a:latin typeface="PingFangSC-Regular"/>
              </a:rPr>
              <a:t>没有反映现实事物之间的内在联系</a:t>
            </a:r>
            <a:r>
              <a:rPr lang="en-US" altLang="zh-CN" b="0" i="0" dirty="0">
                <a:solidFill>
                  <a:srgbClr val="000000"/>
                </a:solidFill>
                <a:effectLst/>
                <a:latin typeface="PingFangSC-Regular"/>
              </a:rPr>
              <a:t>,</a:t>
            </a:r>
            <a:r>
              <a:rPr lang="zh-CN" altLang="en-US" b="0" i="0" dirty="0">
                <a:solidFill>
                  <a:srgbClr val="000000"/>
                </a:solidFill>
                <a:effectLst/>
                <a:latin typeface="PingFangSC-Regular"/>
              </a:rPr>
              <a:t>因此很难对数据进行合理的组织以适应不同的应用的需要。在一个应用系统中不增加新文件就不能增加新的应用</a:t>
            </a:r>
            <a:r>
              <a:rPr lang="en-US" altLang="zh-CN" b="0" i="0" dirty="0">
                <a:solidFill>
                  <a:srgbClr val="000000"/>
                </a:solidFill>
                <a:effectLst/>
                <a:latin typeface="PingFangSC-Regular"/>
              </a:rPr>
              <a:t>,</a:t>
            </a:r>
            <a:r>
              <a:rPr lang="zh-CN" altLang="en-US" b="0" i="0" dirty="0">
                <a:solidFill>
                  <a:srgbClr val="000000"/>
                </a:solidFill>
                <a:effectLst/>
                <a:latin typeface="PingFangSC-Regular"/>
              </a:rPr>
              <a:t>不易于扩展新的应用。</a:t>
            </a:r>
          </a:p>
        </p:txBody>
      </p:sp>
      <p:sp>
        <p:nvSpPr>
          <p:cNvPr id="129028" name="灯片编号占位符 3"/>
          <p:cNvSpPr>
            <a:spLocks noGrp="1"/>
          </p:cNvSpPr>
          <p:nvPr>
            <p:ph type="sldNum" sz="quarter" idx="5"/>
          </p:nvPr>
        </p:nvSpPr>
        <p:spPr>
          <a:noFill/>
        </p:spPr>
        <p:txBody>
          <a:bodyPr/>
          <a:lstStyle>
            <a:lvl1pPr eaLnBrk="0" hangingPunct="0">
              <a:spcBef>
                <a:spcPct val="30000"/>
              </a:spcBef>
              <a:defRPr sz="1200">
                <a:solidFill>
                  <a:schemeClr val="tx1"/>
                </a:solidFill>
                <a:latin typeface="Arial" charset="0"/>
                <a:ea typeface="宋体" pitchFamily="2" charset="-122"/>
              </a:defRPr>
            </a:lvl1pPr>
            <a:lvl2pPr marL="742950" indent="-285750" eaLnBrk="0" hangingPunct="0">
              <a:spcBef>
                <a:spcPct val="30000"/>
              </a:spcBef>
              <a:defRPr sz="1200">
                <a:solidFill>
                  <a:schemeClr val="tx1"/>
                </a:solidFill>
                <a:latin typeface="Arial" charset="0"/>
                <a:ea typeface="宋体" pitchFamily="2" charset="-122"/>
              </a:defRPr>
            </a:lvl2pPr>
            <a:lvl3pPr marL="1143000" indent="-228600" eaLnBrk="0" hangingPunct="0">
              <a:spcBef>
                <a:spcPct val="30000"/>
              </a:spcBef>
              <a:defRPr sz="1200">
                <a:solidFill>
                  <a:schemeClr val="tx1"/>
                </a:solidFill>
                <a:latin typeface="Arial" charset="0"/>
                <a:ea typeface="宋体" pitchFamily="2" charset="-122"/>
              </a:defRPr>
            </a:lvl3pPr>
            <a:lvl4pPr marL="1600200" indent="-228600" eaLnBrk="0" hangingPunct="0">
              <a:spcBef>
                <a:spcPct val="30000"/>
              </a:spcBef>
              <a:defRPr sz="1200">
                <a:solidFill>
                  <a:schemeClr val="tx1"/>
                </a:solidFill>
                <a:latin typeface="Arial" charset="0"/>
                <a:ea typeface="宋体" pitchFamily="2" charset="-122"/>
              </a:defRPr>
            </a:lvl4pPr>
            <a:lvl5pPr marL="2057400" indent="-228600" eaLnBrk="0" hangingPunct="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eaLnBrk="1" hangingPunct="1">
              <a:spcBef>
                <a:spcPct val="0"/>
              </a:spcBef>
            </a:pPr>
            <a:fld id="{959AD7CF-71FB-46D3-A2E6-DC78E428301E}" type="slidenum">
              <a:rPr lang="en-US" altLang="zh-CN" smtClean="0"/>
              <a:pPr eaLnBrk="1" hangingPunct="1">
                <a:spcBef>
                  <a:spcPct val="0"/>
                </a:spcBef>
              </a:pPr>
              <a:t>21</a:t>
            </a:fld>
            <a:endParaRPr lang="en-US" altLang="zh-CN"/>
          </a:p>
        </p:txBody>
      </p:sp>
    </p:spTree>
    <p:extLst>
      <p:ext uri="{BB962C8B-B14F-4D97-AF65-F5344CB8AC3E}">
        <p14:creationId xmlns:p14="http://schemas.microsoft.com/office/powerpoint/2010/main" val="28764739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幻灯片图像占位符 1"/>
          <p:cNvSpPr>
            <a:spLocks noGrp="1" noRot="1" noChangeAspect="1" noTextEdit="1"/>
          </p:cNvSpPr>
          <p:nvPr>
            <p:ph type="sldImg"/>
          </p:nvPr>
        </p:nvSpPr>
        <p:spPr>
          <a:ln/>
        </p:spPr>
      </p:sp>
      <p:sp>
        <p:nvSpPr>
          <p:cNvPr id="130051" name="备注占位符 2"/>
          <p:cNvSpPr>
            <a:spLocks noGrp="1"/>
          </p:cNvSpPr>
          <p:nvPr>
            <p:ph type="body" idx="1"/>
          </p:nvPr>
        </p:nvSpPr>
        <p:spPr>
          <a:noFill/>
        </p:spPr>
        <p:txBody>
          <a:bodyPr/>
          <a:lstStyle/>
          <a:p>
            <a:endParaRPr lang="zh-CN" altLang="en-US">
              <a:latin typeface="Arial" charset="0"/>
            </a:endParaRPr>
          </a:p>
        </p:txBody>
      </p:sp>
      <p:sp>
        <p:nvSpPr>
          <p:cNvPr id="130052" name="灯片编号占位符 3"/>
          <p:cNvSpPr>
            <a:spLocks noGrp="1"/>
          </p:cNvSpPr>
          <p:nvPr>
            <p:ph type="sldNum" sz="quarter" idx="5"/>
          </p:nvPr>
        </p:nvSpPr>
        <p:spPr>
          <a:noFill/>
        </p:spPr>
        <p:txBody>
          <a:bodyPr/>
          <a:lstStyle>
            <a:lvl1pPr eaLnBrk="0" hangingPunct="0">
              <a:spcBef>
                <a:spcPct val="30000"/>
              </a:spcBef>
              <a:defRPr sz="1200">
                <a:solidFill>
                  <a:schemeClr val="tx1"/>
                </a:solidFill>
                <a:latin typeface="Arial" charset="0"/>
                <a:ea typeface="宋体" pitchFamily="2" charset="-122"/>
              </a:defRPr>
            </a:lvl1pPr>
            <a:lvl2pPr marL="742950" indent="-285750" eaLnBrk="0" hangingPunct="0">
              <a:spcBef>
                <a:spcPct val="30000"/>
              </a:spcBef>
              <a:defRPr sz="1200">
                <a:solidFill>
                  <a:schemeClr val="tx1"/>
                </a:solidFill>
                <a:latin typeface="Arial" charset="0"/>
                <a:ea typeface="宋体" pitchFamily="2" charset="-122"/>
              </a:defRPr>
            </a:lvl2pPr>
            <a:lvl3pPr marL="1143000" indent="-228600" eaLnBrk="0" hangingPunct="0">
              <a:spcBef>
                <a:spcPct val="30000"/>
              </a:spcBef>
              <a:defRPr sz="1200">
                <a:solidFill>
                  <a:schemeClr val="tx1"/>
                </a:solidFill>
                <a:latin typeface="Arial" charset="0"/>
                <a:ea typeface="宋体" pitchFamily="2" charset="-122"/>
              </a:defRPr>
            </a:lvl3pPr>
            <a:lvl4pPr marL="1600200" indent="-228600" eaLnBrk="0" hangingPunct="0">
              <a:spcBef>
                <a:spcPct val="30000"/>
              </a:spcBef>
              <a:defRPr sz="1200">
                <a:solidFill>
                  <a:schemeClr val="tx1"/>
                </a:solidFill>
                <a:latin typeface="Arial" charset="0"/>
                <a:ea typeface="宋体" pitchFamily="2" charset="-122"/>
              </a:defRPr>
            </a:lvl4pPr>
            <a:lvl5pPr marL="2057400" indent="-228600" eaLnBrk="0" hangingPunct="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eaLnBrk="1" hangingPunct="1">
              <a:spcBef>
                <a:spcPct val="0"/>
              </a:spcBef>
            </a:pPr>
            <a:fld id="{92007D35-DB4F-417C-9723-DF4DB2D453E8}" type="slidenum">
              <a:rPr lang="en-US" altLang="zh-CN" smtClean="0"/>
              <a:pPr eaLnBrk="1" hangingPunct="1">
                <a:spcBef>
                  <a:spcPct val="0"/>
                </a:spcBef>
              </a:pPr>
              <a:t>22</a:t>
            </a:fld>
            <a:endParaRPr lang="en-US" altLang="zh-CN"/>
          </a:p>
        </p:txBody>
      </p:sp>
    </p:spTree>
    <p:extLst>
      <p:ext uri="{BB962C8B-B14F-4D97-AF65-F5344CB8AC3E}">
        <p14:creationId xmlns:p14="http://schemas.microsoft.com/office/powerpoint/2010/main" val="27529960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幻灯片图像占位符 1"/>
          <p:cNvSpPr>
            <a:spLocks noGrp="1" noRot="1" noChangeAspect="1" noTextEdit="1"/>
          </p:cNvSpPr>
          <p:nvPr>
            <p:ph type="sldImg"/>
          </p:nvPr>
        </p:nvSpPr>
        <p:spPr>
          <a:ln/>
        </p:spPr>
      </p:sp>
      <p:sp>
        <p:nvSpPr>
          <p:cNvPr id="130051" name="备注占位符 2"/>
          <p:cNvSpPr>
            <a:spLocks noGrp="1"/>
          </p:cNvSpPr>
          <p:nvPr>
            <p:ph type="body" idx="1"/>
          </p:nvPr>
        </p:nvSpPr>
        <p:spPr>
          <a:noFill/>
        </p:spPr>
        <p:txBody>
          <a:bodyPr/>
          <a:lstStyle/>
          <a:p>
            <a:endParaRPr lang="zh-CN" altLang="en-US">
              <a:latin typeface="Arial" charset="0"/>
            </a:endParaRPr>
          </a:p>
        </p:txBody>
      </p:sp>
      <p:sp>
        <p:nvSpPr>
          <p:cNvPr id="130052" name="灯片编号占位符 3"/>
          <p:cNvSpPr>
            <a:spLocks noGrp="1"/>
          </p:cNvSpPr>
          <p:nvPr>
            <p:ph type="sldNum" sz="quarter" idx="5"/>
          </p:nvPr>
        </p:nvSpPr>
        <p:spPr>
          <a:noFill/>
        </p:spPr>
        <p:txBody>
          <a:bodyPr/>
          <a:lstStyle>
            <a:lvl1pPr eaLnBrk="0" hangingPunct="0">
              <a:spcBef>
                <a:spcPct val="30000"/>
              </a:spcBef>
              <a:defRPr sz="1200">
                <a:solidFill>
                  <a:schemeClr val="tx1"/>
                </a:solidFill>
                <a:latin typeface="Arial" charset="0"/>
                <a:ea typeface="宋体" pitchFamily="2" charset="-122"/>
              </a:defRPr>
            </a:lvl1pPr>
            <a:lvl2pPr marL="742950" indent="-285750" eaLnBrk="0" hangingPunct="0">
              <a:spcBef>
                <a:spcPct val="30000"/>
              </a:spcBef>
              <a:defRPr sz="1200">
                <a:solidFill>
                  <a:schemeClr val="tx1"/>
                </a:solidFill>
                <a:latin typeface="Arial" charset="0"/>
                <a:ea typeface="宋体" pitchFamily="2" charset="-122"/>
              </a:defRPr>
            </a:lvl2pPr>
            <a:lvl3pPr marL="1143000" indent="-228600" eaLnBrk="0" hangingPunct="0">
              <a:spcBef>
                <a:spcPct val="30000"/>
              </a:spcBef>
              <a:defRPr sz="1200">
                <a:solidFill>
                  <a:schemeClr val="tx1"/>
                </a:solidFill>
                <a:latin typeface="Arial" charset="0"/>
                <a:ea typeface="宋体" pitchFamily="2" charset="-122"/>
              </a:defRPr>
            </a:lvl3pPr>
            <a:lvl4pPr marL="1600200" indent="-228600" eaLnBrk="0" hangingPunct="0">
              <a:spcBef>
                <a:spcPct val="30000"/>
              </a:spcBef>
              <a:defRPr sz="1200">
                <a:solidFill>
                  <a:schemeClr val="tx1"/>
                </a:solidFill>
                <a:latin typeface="Arial" charset="0"/>
                <a:ea typeface="宋体" pitchFamily="2" charset="-122"/>
              </a:defRPr>
            </a:lvl4pPr>
            <a:lvl5pPr marL="2057400" indent="-228600" eaLnBrk="0" hangingPunct="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eaLnBrk="1" hangingPunct="1">
              <a:spcBef>
                <a:spcPct val="0"/>
              </a:spcBef>
            </a:pPr>
            <a:fld id="{92007D35-DB4F-417C-9723-DF4DB2D453E8}" type="slidenum">
              <a:rPr lang="en-US" altLang="zh-CN" smtClean="0"/>
              <a:pPr eaLnBrk="1" hangingPunct="1">
                <a:spcBef>
                  <a:spcPct val="0"/>
                </a:spcBef>
              </a:pPr>
              <a:t>23</a:t>
            </a:fld>
            <a:endParaRPr lang="en-US" altLang="zh-CN"/>
          </a:p>
        </p:txBody>
      </p:sp>
    </p:spTree>
    <p:extLst>
      <p:ext uri="{BB962C8B-B14F-4D97-AF65-F5344CB8AC3E}">
        <p14:creationId xmlns:p14="http://schemas.microsoft.com/office/powerpoint/2010/main" val="20686653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幻灯片图像占位符 1"/>
          <p:cNvSpPr>
            <a:spLocks noGrp="1" noRot="1" noChangeAspect="1" noTextEdit="1"/>
          </p:cNvSpPr>
          <p:nvPr>
            <p:ph type="sldImg"/>
          </p:nvPr>
        </p:nvSpPr>
        <p:spPr>
          <a:ln/>
        </p:spPr>
      </p:sp>
      <p:sp>
        <p:nvSpPr>
          <p:cNvPr id="130051" name="备注占位符 2"/>
          <p:cNvSpPr>
            <a:spLocks noGrp="1"/>
          </p:cNvSpPr>
          <p:nvPr>
            <p:ph type="body" idx="1"/>
          </p:nvPr>
        </p:nvSpPr>
        <p:spPr>
          <a:noFill/>
        </p:spPr>
        <p:txBody>
          <a:bodyPr/>
          <a:lstStyle/>
          <a:p>
            <a:endParaRPr lang="zh-CN" altLang="en-US">
              <a:latin typeface="Arial" charset="0"/>
            </a:endParaRPr>
          </a:p>
        </p:txBody>
      </p:sp>
      <p:sp>
        <p:nvSpPr>
          <p:cNvPr id="130052" name="灯片编号占位符 3"/>
          <p:cNvSpPr>
            <a:spLocks noGrp="1"/>
          </p:cNvSpPr>
          <p:nvPr>
            <p:ph type="sldNum" sz="quarter" idx="5"/>
          </p:nvPr>
        </p:nvSpPr>
        <p:spPr>
          <a:noFill/>
        </p:spPr>
        <p:txBody>
          <a:bodyPr/>
          <a:lstStyle>
            <a:lvl1pPr eaLnBrk="0" hangingPunct="0">
              <a:spcBef>
                <a:spcPct val="30000"/>
              </a:spcBef>
              <a:defRPr sz="1200">
                <a:solidFill>
                  <a:schemeClr val="tx1"/>
                </a:solidFill>
                <a:latin typeface="Arial" charset="0"/>
                <a:ea typeface="宋体" pitchFamily="2" charset="-122"/>
              </a:defRPr>
            </a:lvl1pPr>
            <a:lvl2pPr marL="742950" indent="-285750" eaLnBrk="0" hangingPunct="0">
              <a:spcBef>
                <a:spcPct val="30000"/>
              </a:spcBef>
              <a:defRPr sz="1200">
                <a:solidFill>
                  <a:schemeClr val="tx1"/>
                </a:solidFill>
                <a:latin typeface="Arial" charset="0"/>
                <a:ea typeface="宋体" pitchFamily="2" charset="-122"/>
              </a:defRPr>
            </a:lvl2pPr>
            <a:lvl3pPr marL="1143000" indent="-228600" eaLnBrk="0" hangingPunct="0">
              <a:spcBef>
                <a:spcPct val="30000"/>
              </a:spcBef>
              <a:defRPr sz="1200">
                <a:solidFill>
                  <a:schemeClr val="tx1"/>
                </a:solidFill>
                <a:latin typeface="Arial" charset="0"/>
                <a:ea typeface="宋体" pitchFamily="2" charset="-122"/>
              </a:defRPr>
            </a:lvl3pPr>
            <a:lvl4pPr marL="1600200" indent="-228600" eaLnBrk="0" hangingPunct="0">
              <a:spcBef>
                <a:spcPct val="30000"/>
              </a:spcBef>
              <a:defRPr sz="1200">
                <a:solidFill>
                  <a:schemeClr val="tx1"/>
                </a:solidFill>
                <a:latin typeface="Arial" charset="0"/>
                <a:ea typeface="宋体" pitchFamily="2" charset="-122"/>
              </a:defRPr>
            </a:lvl4pPr>
            <a:lvl5pPr marL="2057400" indent="-228600" eaLnBrk="0" hangingPunct="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eaLnBrk="1" hangingPunct="1">
              <a:spcBef>
                <a:spcPct val="0"/>
              </a:spcBef>
            </a:pPr>
            <a:fld id="{92007D35-DB4F-417C-9723-DF4DB2D453E8}" type="slidenum">
              <a:rPr lang="en-US" altLang="zh-CN" smtClean="0"/>
              <a:pPr eaLnBrk="1" hangingPunct="1">
                <a:spcBef>
                  <a:spcPct val="0"/>
                </a:spcBef>
              </a:pPr>
              <a:t>24</a:t>
            </a:fld>
            <a:endParaRPr lang="en-US" altLang="zh-CN"/>
          </a:p>
        </p:txBody>
      </p:sp>
    </p:spTree>
    <p:extLst>
      <p:ext uri="{BB962C8B-B14F-4D97-AF65-F5344CB8AC3E}">
        <p14:creationId xmlns:p14="http://schemas.microsoft.com/office/powerpoint/2010/main" val="33342067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幻灯片图像占位符 1"/>
          <p:cNvSpPr>
            <a:spLocks noGrp="1" noRot="1" noChangeAspect="1" noTextEdit="1"/>
          </p:cNvSpPr>
          <p:nvPr>
            <p:ph type="sldImg"/>
          </p:nvPr>
        </p:nvSpPr>
        <p:spPr>
          <a:ln/>
        </p:spPr>
      </p:sp>
      <p:sp>
        <p:nvSpPr>
          <p:cNvPr id="131075" name="备注占位符 2"/>
          <p:cNvSpPr>
            <a:spLocks noGrp="1"/>
          </p:cNvSpPr>
          <p:nvPr>
            <p:ph type="body" idx="1"/>
          </p:nvPr>
        </p:nvSpPr>
        <p:spPr>
          <a:noFill/>
        </p:spPr>
        <p:txBody>
          <a:bodyPr/>
          <a:lstStyle/>
          <a:p>
            <a:endParaRPr lang="zh-CN" altLang="en-US" dirty="0">
              <a:latin typeface="Arial" charset="0"/>
            </a:endParaRPr>
          </a:p>
        </p:txBody>
      </p:sp>
      <p:sp>
        <p:nvSpPr>
          <p:cNvPr id="131076" name="灯片编号占位符 3"/>
          <p:cNvSpPr>
            <a:spLocks noGrp="1"/>
          </p:cNvSpPr>
          <p:nvPr>
            <p:ph type="sldNum" sz="quarter" idx="5"/>
          </p:nvPr>
        </p:nvSpPr>
        <p:spPr>
          <a:noFill/>
        </p:spPr>
        <p:txBody>
          <a:bodyPr/>
          <a:lstStyle>
            <a:lvl1pPr eaLnBrk="0" hangingPunct="0">
              <a:spcBef>
                <a:spcPct val="30000"/>
              </a:spcBef>
              <a:defRPr sz="1200">
                <a:solidFill>
                  <a:schemeClr val="tx1"/>
                </a:solidFill>
                <a:latin typeface="Arial" charset="0"/>
                <a:ea typeface="宋体" pitchFamily="2" charset="-122"/>
              </a:defRPr>
            </a:lvl1pPr>
            <a:lvl2pPr marL="742950" indent="-285750" eaLnBrk="0" hangingPunct="0">
              <a:spcBef>
                <a:spcPct val="30000"/>
              </a:spcBef>
              <a:defRPr sz="1200">
                <a:solidFill>
                  <a:schemeClr val="tx1"/>
                </a:solidFill>
                <a:latin typeface="Arial" charset="0"/>
                <a:ea typeface="宋体" pitchFamily="2" charset="-122"/>
              </a:defRPr>
            </a:lvl2pPr>
            <a:lvl3pPr marL="1143000" indent="-228600" eaLnBrk="0" hangingPunct="0">
              <a:spcBef>
                <a:spcPct val="30000"/>
              </a:spcBef>
              <a:defRPr sz="1200">
                <a:solidFill>
                  <a:schemeClr val="tx1"/>
                </a:solidFill>
                <a:latin typeface="Arial" charset="0"/>
                <a:ea typeface="宋体" pitchFamily="2" charset="-122"/>
              </a:defRPr>
            </a:lvl3pPr>
            <a:lvl4pPr marL="1600200" indent="-228600" eaLnBrk="0" hangingPunct="0">
              <a:spcBef>
                <a:spcPct val="30000"/>
              </a:spcBef>
              <a:defRPr sz="1200">
                <a:solidFill>
                  <a:schemeClr val="tx1"/>
                </a:solidFill>
                <a:latin typeface="Arial" charset="0"/>
                <a:ea typeface="宋体" pitchFamily="2" charset="-122"/>
              </a:defRPr>
            </a:lvl4pPr>
            <a:lvl5pPr marL="2057400" indent="-228600" eaLnBrk="0" hangingPunct="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eaLnBrk="1" hangingPunct="1">
              <a:spcBef>
                <a:spcPct val="0"/>
              </a:spcBef>
            </a:pPr>
            <a:fld id="{2FA4AE76-1300-4AB1-9E58-34A396E882C8}" type="slidenum">
              <a:rPr lang="en-US" altLang="zh-CN" smtClean="0"/>
              <a:pPr eaLnBrk="1" hangingPunct="1">
                <a:spcBef>
                  <a:spcPct val="0"/>
                </a:spcBef>
              </a:pPr>
              <a:t>25</a:t>
            </a:fld>
            <a:endParaRPr lang="en-US" altLang="zh-CN"/>
          </a:p>
        </p:txBody>
      </p:sp>
    </p:spTree>
    <p:extLst>
      <p:ext uri="{BB962C8B-B14F-4D97-AF65-F5344CB8AC3E}">
        <p14:creationId xmlns:p14="http://schemas.microsoft.com/office/powerpoint/2010/main" val="17169840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幻灯片图像占位符 1"/>
          <p:cNvSpPr>
            <a:spLocks noGrp="1" noRot="1" noChangeAspect="1" noTextEdit="1"/>
          </p:cNvSpPr>
          <p:nvPr>
            <p:ph type="sldImg"/>
          </p:nvPr>
        </p:nvSpPr>
        <p:spPr>
          <a:ln/>
        </p:spPr>
      </p:sp>
      <p:sp>
        <p:nvSpPr>
          <p:cNvPr id="130051" name="备注占位符 2"/>
          <p:cNvSpPr>
            <a:spLocks noGrp="1"/>
          </p:cNvSpPr>
          <p:nvPr>
            <p:ph type="body" idx="1"/>
          </p:nvPr>
        </p:nvSpPr>
        <p:spPr>
          <a:noFill/>
        </p:spPr>
        <p:txBody>
          <a:bodyPr/>
          <a:lstStyle/>
          <a:p>
            <a:endParaRPr lang="zh-CN" altLang="en-US" dirty="0">
              <a:latin typeface="Arial" charset="0"/>
            </a:endParaRPr>
          </a:p>
        </p:txBody>
      </p:sp>
      <p:sp>
        <p:nvSpPr>
          <p:cNvPr id="130052" name="灯片编号占位符 3"/>
          <p:cNvSpPr>
            <a:spLocks noGrp="1"/>
          </p:cNvSpPr>
          <p:nvPr>
            <p:ph type="sldNum" sz="quarter" idx="5"/>
          </p:nvPr>
        </p:nvSpPr>
        <p:spPr>
          <a:noFill/>
        </p:spPr>
        <p:txBody>
          <a:bodyPr/>
          <a:lstStyle>
            <a:lvl1pPr eaLnBrk="0" hangingPunct="0">
              <a:spcBef>
                <a:spcPct val="30000"/>
              </a:spcBef>
              <a:defRPr sz="1200">
                <a:solidFill>
                  <a:schemeClr val="tx1"/>
                </a:solidFill>
                <a:latin typeface="Arial" charset="0"/>
                <a:ea typeface="宋体" pitchFamily="2" charset="-122"/>
              </a:defRPr>
            </a:lvl1pPr>
            <a:lvl2pPr marL="742950" indent="-285750" eaLnBrk="0" hangingPunct="0">
              <a:spcBef>
                <a:spcPct val="30000"/>
              </a:spcBef>
              <a:defRPr sz="1200">
                <a:solidFill>
                  <a:schemeClr val="tx1"/>
                </a:solidFill>
                <a:latin typeface="Arial" charset="0"/>
                <a:ea typeface="宋体" pitchFamily="2" charset="-122"/>
              </a:defRPr>
            </a:lvl2pPr>
            <a:lvl3pPr marL="1143000" indent="-228600" eaLnBrk="0" hangingPunct="0">
              <a:spcBef>
                <a:spcPct val="30000"/>
              </a:spcBef>
              <a:defRPr sz="1200">
                <a:solidFill>
                  <a:schemeClr val="tx1"/>
                </a:solidFill>
                <a:latin typeface="Arial" charset="0"/>
                <a:ea typeface="宋体" pitchFamily="2" charset="-122"/>
              </a:defRPr>
            </a:lvl3pPr>
            <a:lvl4pPr marL="1600200" indent="-228600" eaLnBrk="0" hangingPunct="0">
              <a:spcBef>
                <a:spcPct val="30000"/>
              </a:spcBef>
              <a:defRPr sz="1200">
                <a:solidFill>
                  <a:schemeClr val="tx1"/>
                </a:solidFill>
                <a:latin typeface="Arial" charset="0"/>
                <a:ea typeface="宋体" pitchFamily="2" charset="-122"/>
              </a:defRPr>
            </a:lvl4pPr>
            <a:lvl5pPr marL="2057400" indent="-228600" eaLnBrk="0" hangingPunct="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eaLnBrk="1" hangingPunct="1">
              <a:spcBef>
                <a:spcPct val="0"/>
              </a:spcBef>
            </a:pPr>
            <a:fld id="{92007D35-DB4F-417C-9723-DF4DB2D453E8}" type="slidenum">
              <a:rPr lang="en-US" altLang="zh-CN" smtClean="0"/>
              <a:pPr eaLnBrk="1" hangingPunct="1">
                <a:spcBef>
                  <a:spcPct val="0"/>
                </a:spcBef>
              </a:pPr>
              <a:t>26</a:t>
            </a:fld>
            <a:endParaRPr lang="en-US" altLang="zh-CN"/>
          </a:p>
        </p:txBody>
      </p:sp>
    </p:spTree>
    <p:extLst>
      <p:ext uri="{BB962C8B-B14F-4D97-AF65-F5344CB8AC3E}">
        <p14:creationId xmlns:p14="http://schemas.microsoft.com/office/powerpoint/2010/main" val="16124924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幻灯片图像占位符 1"/>
          <p:cNvSpPr>
            <a:spLocks noGrp="1" noRot="1" noChangeAspect="1" noTextEdit="1"/>
          </p:cNvSpPr>
          <p:nvPr>
            <p:ph type="sldImg"/>
          </p:nvPr>
        </p:nvSpPr>
        <p:spPr>
          <a:ln/>
        </p:spPr>
      </p:sp>
      <p:sp>
        <p:nvSpPr>
          <p:cNvPr id="131075" name="备注占位符 2"/>
          <p:cNvSpPr>
            <a:spLocks noGrp="1"/>
          </p:cNvSpPr>
          <p:nvPr>
            <p:ph type="body" idx="1"/>
          </p:nvPr>
        </p:nvSpPr>
        <p:spPr>
          <a:noFill/>
        </p:spPr>
        <p:txBody>
          <a:bodyPr/>
          <a:lstStyle/>
          <a:p>
            <a:endParaRPr lang="zh-CN" altLang="en-US">
              <a:latin typeface="Arial" charset="0"/>
            </a:endParaRPr>
          </a:p>
        </p:txBody>
      </p:sp>
      <p:sp>
        <p:nvSpPr>
          <p:cNvPr id="131076" name="灯片编号占位符 3"/>
          <p:cNvSpPr>
            <a:spLocks noGrp="1"/>
          </p:cNvSpPr>
          <p:nvPr>
            <p:ph type="sldNum" sz="quarter" idx="5"/>
          </p:nvPr>
        </p:nvSpPr>
        <p:spPr>
          <a:noFill/>
        </p:spPr>
        <p:txBody>
          <a:bodyPr/>
          <a:lstStyle>
            <a:lvl1pPr eaLnBrk="0" hangingPunct="0">
              <a:spcBef>
                <a:spcPct val="30000"/>
              </a:spcBef>
              <a:defRPr sz="1200">
                <a:solidFill>
                  <a:schemeClr val="tx1"/>
                </a:solidFill>
                <a:latin typeface="Arial" charset="0"/>
                <a:ea typeface="宋体" pitchFamily="2" charset="-122"/>
              </a:defRPr>
            </a:lvl1pPr>
            <a:lvl2pPr marL="742950" indent="-285750" eaLnBrk="0" hangingPunct="0">
              <a:spcBef>
                <a:spcPct val="30000"/>
              </a:spcBef>
              <a:defRPr sz="1200">
                <a:solidFill>
                  <a:schemeClr val="tx1"/>
                </a:solidFill>
                <a:latin typeface="Arial" charset="0"/>
                <a:ea typeface="宋体" pitchFamily="2" charset="-122"/>
              </a:defRPr>
            </a:lvl2pPr>
            <a:lvl3pPr marL="1143000" indent="-228600" eaLnBrk="0" hangingPunct="0">
              <a:spcBef>
                <a:spcPct val="30000"/>
              </a:spcBef>
              <a:defRPr sz="1200">
                <a:solidFill>
                  <a:schemeClr val="tx1"/>
                </a:solidFill>
                <a:latin typeface="Arial" charset="0"/>
                <a:ea typeface="宋体" pitchFamily="2" charset="-122"/>
              </a:defRPr>
            </a:lvl3pPr>
            <a:lvl4pPr marL="1600200" indent="-228600" eaLnBrk="0" hangingPunct="0">
              <a:spcBef>
                <a:spcPct val="30000"/>
              </a:spcBef>
              <a:defRPr sz="1200">
                <a:solidFill>
                  <a:schemeClr val="tx1"/>
                </a:solidFill>
                <a:latin typeface="Arial" charset="0"/>
                <a:ea typeface="宋体" pitchFamily="2" charset="-122"/>
              </a:defRPr>
            </a:lvl4pPr>
            <a:lvl5pPr marL="2057400" indent="-228600" eaLnBrk="0" hangingPunct="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eaLnBrk="1" hangingPunct="1">
              <a:spcBef>
                <a:spcPct val="0"/>
              </a:spcBef>
            </a:pPr>
            <a:fld id="{2FA4AE76-1300-4AB1-9E58-34A396E882C8}" type="slidenum">
              <a:rPr lang="en-US" altLang="zh-CN" smtClean="0"/>
              <a:pPr eaLnBrk="1" hangingPunct="1">
                <a:spcBef>
                  <a:spcPct val="0"/>
                </a:spcBef>
              </a:pPr>
              <a:t>27</a:t>
            </a:fld>
            <a:endParaRPr lang="en-US" altLang="zh-CN"/>
          </a:p>
        </p:txBody>
      </p:sp>
    </p:spTree>
    <p:extLst>
      <p:ext uri="{BB962C8B-B14F-4D97-AF65-F5344CB8AC3E}">
        <p14:creationId xmlns:p14="http://schemas.microsoft.com/office/powerpoint/2010/main" val="13878346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幻灯片图像占位符 1"/>
          <p:cNvSpPr>
            <a:spLocks noGrp="1" noRot="1" noChangeAspect="1" noTextEdit="1"/>
          </p:cNvSpPr>
          <p:nvPr>
            <p:ph type="sldImg"/>
          </p:nvPr>
        </p:nvSpPr>
        <p:spPr>
          <a:ln/>
        </p:spPr>
      </p:sp>
      <p:sp>
        <p:nvSpPr>
          <p:cNvPr id="131075" name="备注占位符 2"/>
          <p:cNvSpPr>
            <a:spLocks noGrp="1"/>
          </p:cNvSpPr>
          <p:nvPr>
            <p:ph type="body" idx="1"/>
          </p:nvPr>
        </p:nvSpPr>
        <p:spPr>
          <a:noFill/>
        </p:spPr>
        <p:txBody>
          <a:bodyPr/>
          <a:lstStyle/>
          <a:p>
            <a:endParaRPr lang="zh-CN" altLang="en-US">
              <a:latin typeface="Arial" charset="0"/>
            </a:endParaRPr>
          </a:p>
        </p:txBody>
      </p:sp>
      <p:sp>
        <p:nvSpPr>
          <p:cNvPr id="131076" name="灯片编号占位符 3"/>
          <p:cNvSpPr>
            <a:spLocks noGrp="1"/>
          </p:cNvSpPr>
          <p:nvPr>
            <p:ph type="sldNum" sz="quarter" idx="5"/>
          </p:nvPr>
        </p:nvSpPr>
        <p:spPr>
          <a:noFill/>
        </p:spPr>
        <p:txBody>
          <a:bodyPr/>
          <a:lstStyle>
            <a:lvl1pPr eaLnBrk="0" hangingPunct="0">
              <a:spcBef>
                <a:spcPct val="30000"/>
              </a:spcBef>
              <a:defRPr sz="1200">
                <a:solidFill>
                  <a:schemeClr val="tx1"/>
                </a:solidFill>
                <a:latin typeface="Arial" charset="0"/>
                <a:ea typeface="宋体" pitchFamily="2" charset="-122"/>
              </a:defRPr>
            </a:lvl1pPr>
            <a:lvl2pPr marL="742950" indent="-285750" eaLnBrk="0" hangingPunct="0">
              <a:spcBef>
                <a:spcPct val="30000"/>
              </a:spcBef>
              <a:defRPr sz="1200">
                <a:solidFill>
                  <a:schemeClr val="tx1"/>
                </a:solidFill>
                <a:latin typeface="Arial" charset="0"/>
                <a:ea typeface="宋体" pitchFamily="2" charset="-122"/>
              </a:defRPr>
            </a:lvl2pPr>
            <a:lvl3pPr marL="1143000" indent="-228600" eaLnBrk="0" hangingPunct="0">
              <a:spcBef>
                <a:spcPct val="30000"/>
              </a:spcBef>
              <a:defRPr sz="1200">
                <a:solidFill>
                  <a:schemeClr val="tx1"/>
                </a:solidFill>
                <a:latin typeface="Arial" charset="0"/>
                <a:ea typeface="宋体" pitchFamily="2" charset="-122"/>
              </a:defRPr>
            </a:lvl3pPr>
            <a:lvl4pPr marL="1600200" indent="-228600" eaLnBrk="0" hangingPunct="0">
              <a:spcBef>
                <a:spcPct val="30000"/>
              </a:spcBef>
              <a:defRPr sz="1200">
                <a:solidFill>
                  <a:schemeClr val="tx1"/>
                </a:solidFill>
                <a:latin typeface="Arial" charset="0"/>
                <a:ea typeface="宋体" pitchFamily="2" charset="-122"/>
              </a:defRPr>
            </a:lvl4pPr>
            <a:lvl5pPr marL="2057400" indent="-228600" eaLnBrk="0" hangingPunct="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eaLnBrk="1" hangingPunct="1">
              <a:spcBef>
                <a:spcPct val="0"/>
              </a:spcBef>
            </a:pPr>
            <a:fld id="{2FA4AE76-1300-4AB1-9E58-34A396E882C8}" type="slidenum">
              <a:rPr lang="en-US" altLang="zh-CN" smtClean="0"/>
              <a:pPr eaLnBrk="1" hangingPunct="1">
                <a:spcBef>
                  <a:spcPct val="0"/>
                </a:spcBef>
              </a:pPr>
              <a:t>28</a:t>
            </a:fld>
            <a:endParaRPr lang="en-US" altLang="zh-CN"/>
          </a:p>
        </p:txBody>
      </p:sp>
    </p:spTree>
    <p:extLst>
      <p:ext uri="{BB962C8B-B14F-4D97-AF65-F5344CB8AC3E}">
        <p14:creationId xmlns:p14="http://schemas.microsoft.com/office/powerpoint/2010/main" val="34541670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现有的数据库系统均是基于某种数据模型的。</a:t>
            </a:r>
          </a:p>
        </p:txBody>
      </p:sp>
      <p:sp>
        <p:nvSpPr>
          <p:cNvPr id="4" name="灯片编号占位符 3"/>
          <p:cNvSpPr>
            <a:spLocks noGrp="1"/>
          </p:cNvSpPr>
          <p:nvPr>
            <p:ph type="sldNum" sz="quarter" idx="10"/>
          </p:nvPr>
        </p:nvSpPr>
        <p:spPr/>
        <p:txBody>
          <a:bodyPr/>
          <a:lstStyle/>
          <a:p>
            <a:pPr>
              <a:defRPr/>
            </a:pPr>
            <a:fld id="{52AE3D9F-E8C5-4DB8-88D5-0633B3328F65}" type="slidenum">
              <a:rPr lang="en-US" altLang="zh-CN" smtClean="0"/>
              <a:pPr>
                <a:defRPr/>
              </a:pPr>
              <a:t>30</a:t>
            </a:fld>
            <a:endParaRPr lang="en-US" altLang="zh-CN"/>
          </a:p>
        </p:txBody>
      </p:sp>
    </p:spTree>
    <p:extLst>
      <p:ext uri="{BB962C8B-B14F-4D97-AF65-F5344CB8AC3E}">
        <p14:creationId xmlns:p14="http://schemas.microsoft.com/office/powerpoint/2010/main" val="29947099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幻灯片图像占位符 1"/>
          <p:cNvSpPr>
            <a:spLocks noGrp="1" noRot="1" noChangeAspect="1" noTextEdit="1"/>
          </p:cNvSpPr>
          <p:nvPr>
            <p:ph type="sldImg"/>
          </p:nvPr>
        </p:nvSpPr>
        <p:spPr>
          <a:ln/>
        </p:spPr>
      </p:sp>
      <p:sp>
        <p:nvSpPr>
          <p:cNvPr id="132099" name="备注占位符 2"/>
          <p:cNvSpPr>
            <a:spLocks noGrp="1"/>
          </p:cNvSpPr>
          <p:nvPr>
            <p:ph type="body" idx="1"/>
          </p:nvPr>
        </p:nvSpPr>
        <p:spPr>
          <a:noFill/>
        </p:spPr>
        <p:txBody>
          <a:bodyPr/>
          <a:lstStyle/>
          <a:p>
            <a:pPr eaLnBrk="1" hangingPunct="1"/>
            <a:r>
              <a:rPr lang="zh-CN" altLang="en-US">
                <a:latin typeface="Arial" charset="0"/>
              </a:rPr>
              <a:t>现实世界抽象为概念模型，再把概念模型转换为计算机上某一</a:t>
            </a:r>
            <a:r>
              <a:rPr lang="en-US" altLang="zh-CN">
                <a:latin typeface="Arial" charset="0"/>
              </a:rPr>
              <a:t>DBMS</a:t>
            </a:r>
            <a:r>
              <a:rPr lang="zh-CN" altLang="en-US">
                <a:latin typeface="Arial" charset="0"/>
              </a:rPr>
              <a:t>支持的数据模型</a:t>
            </a:r>
          </a:p>
        </p:txBody>
      </p:sp>
      <p:sp>
        <p:nvSpPr>
          <p:cNvPr id="132100" name="灯片编号占位符 3"/>
          <p:cNvSpPr>
            <a:spLocks noGrp="1"/>
          </p:cNvSpPr>
          <p:nvPr>
            <p:ph type="sldNum" sz="quarter" idx="5"/>
          </p:nvPr>
        </p:nvSpPr>
        <p:spPr>
          <a:noFill/>
        </p:spPr>
        <p:txBody>
          <a:bodyPr/>
          <a:lstStyle>
            <a:lvl1pPr eaLnBrk="0" hangingPunct="0">
              <a:spcBef>
                <a:spcPct val="30000"/>
              </a:spcBef>
              <a:defRPr sz="1200">
                <a:solidFill>
                  <a:schemeClr val="tx1"/>
                </a:solidFill>
                <a:latin typeface="Arial" charset="0"/>
                <a:ea typeface="宋体" pitchFamily="2" charset="-122"/>
              </a:defRPr>
            </a:lvl1pPr>
            <a:lvl2pPr marL="742950" indent="-285750" eaLnBrk="0" hangingPunct="0">
              <a:spcBef>
                <a:spcPct val="30000"/>
              </a:spcBef>
              <a:defRPr sz="1200">
                <a:solidFill>
                  <a:schemeClr val="tx1"/>
                </a:solidFill>
                <a:latin typeface="Arial" charset="0"/>
                <a:ea typeface="宋体" pitchFamily="2" charset="-122"/>
              </a:defRPr>
            </a:lvl2pPr>
            <a:lvl3pPr marL="1143000" indent="-228600" eaLnBrk="0" hangingPunct="0">
              <a:spcBef>
                <a:spcPct val="30000"/>
              </a:spcBef>
              <a:defRPr sz="1200">
                <a:solidFill>
                  <a:schemeClr val="tx1"/>
                </a:solidFill>
                <a:latin typeface="Arial" charset="0"/>
                <a:ea typeface="宋体" pitchFamily="2" charset="-122"/>
              </a:defRPr>
            </a:lvl3pPr>
            <a:lvl4pPr marL="1600200" indent="-228600" eaLnBrk="0" hangingPunct="0">
              <a:spcBef>
                <a:spcPct val="30000"/>
              </a:spcBef>
              <a:defRPr sz="1200">
                <a:solidFill>
                  <a:schemeClr val="tx1"/>
                </a:solidFill>
                <a:latin typeface="Arial" charset="0"/>
                <a:ea typeface="宋体" pitchFamily="2" charset="-122"/>
              </a:defRPr>
            </a:lvl4pPr>
            <a:lvl5pPr marL="2057400" indent="-228600" eaLnBrk="0" hangingPunct="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eaLnBrk="1" hangingPunct="1">
              <a:spcBef>
                <a:spcPct val="0"/>
              </a:spcBef>
            </a:pPr>
            <a:fld id="{69F3CA49-8D59-49F7-907B-FA2D498A47DA}" type="slidenum">
              <a:rPr lang="en-US" altLang="zh-CN" smtClean="0"/>
              <a:pPr eaLnBrk="1" hangingPunct="1">
                <a:spcBef>
                  <a:spcPct val="0"/>
                </a:spcBef>
              </a:pPr>
              <a:t>33</a:t>
            </a:fld>
            <a:endParaRPr lang="en-US" altLang="zh-CN"/>
          </a:p>
        </p:txBody>
      </p:sp>
    </p:spTree>
    <p:extLst>
      <p:ext uri="{BB962C8B-B14F-4D97-AF65-F5344CB8AC3E}">
        <p14:creationId xmlns:p14="http://schemas.microsoft.com/office/powerpoint/2010/main" val="2926806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幻灯片图像占位符 1"/>
          <p:cNvSpPr>
            <a:spLocks noGrp="1" noRot="1" noChangeAspect="1" noTextEdit="1"/>
          </p:cNvSpPr>
          <p:nvPr>
            <p:ph type="sldImg"/>
          </p:nvPr>
        </p:nvSpPr>
        <p:spPr>
          <a:ln/>
        </p:spPr>
      </p:sp>
      <p:sp>
        <p:nvSpPr>
          <p:cNvPr id="133123" name="备注占位符 2"/>
          <p:cNvSpPr>
            <a:spLocks noGrp="1"/>
          </p:cNvSpPr>
          <p:nvPr>
            <p:ph type="body" idx="1"/>
          </p:nvPr>
        </p:nvSpPr>
        <p:spPr>
          <a:noFill/>
        </p:spPr>
        <p:txBody>
          <a:bodyPr/>
          <a:lstStyle/>
          <a:p>
            <a:endParaRPr lang="zh-CN" altLang="en-US">
              <a:latin typeface="Arial" charset="0"/>
            </a:endParaRPr>
          </a:p>
        </p:txBody>
      </p:sp>
      <p:sp>
        <p:nvSpPr>
          <p:cNvPr id="133124" name="灯片编号占位符 3"/>
          <p:cNvSpPr>
            <a:spLocks noGrp="1"/>
          </p:cNvSpPr>
          <p:nvPr>
            <p:ph type="sldNum" sz="quarter" idx="5"/>
          </p:nvPr>
        </p:nvSpPr>
        <p:spPr>
          <a:noFill/>
        </p:spPr>
        <p:txBody>
          <a:bodyPr/>
          <a:lstStyle>
            <a:lvl1pPr eaLnBrk="0" hangingPunct="0">
              <a:spcBef>
                <a:spcPct val="30000"/>
              </a:spcBef>
              <a:defRPr sz="1200">
                <a:solidFill>
                  <a:schemeClr val="tx1"/>
                </a:solidFill>
                <a:latin typeface="Arial" charset="0"/>
                <a:ea typeface="宋体" pitchFamily="2" charset="-122"/>
              </a:defRPr>
            </a:lvl1pPr>
            <a:lvl2pPr marL="742950" indent="-285750" eaLnBrk="0" hangingPunct="0">
              <a:spcBef>
                <a:spcPct val="30000"/>
              </a:spcBef>
              <a:defRPr sz="1200">
                <a:solidFill>
                  <a:schemeClr val="tx1"/>
                </a:solidFill>
                <a:latin typeface="Arial" charset="0"/>
                <a:ea typeface="宋体" pitchFamily="2" charset="-122"/>
              </a:defRPr>
            </a:lvl2pPr>
            <a:lvl3pPr marL="1143000" indent="-228600" eaLnBrk="0" hangingPunct="0">
              <a:spcBef>
                <a:spcPct val="30000"/>
              </a:spcBef>
              <a:defRPr sz="1200">
                <a:solidFill>
                  <a:schemeClr val="tx1"/>
                </a:solidFill>
                <a:latin typeface="Arial" charset="0"/>
                <a:ea typeface="宋体" pitchFamily="2" charset="-122"/>
              </a:defRPr>
            </a:lvl3pPr>
            <a:lvl4pPr marL="1600200" indent="-228600" eaLnBrk="0" hangingPunct="0">
              <a:spcBef>
                <a:spcPct val="30000"/>
              </a:spcBef>
              <a:defRPr sz="1200">
                <a:solidFill>
                  <a:schemeClr val="tx1"/>
                </a:solidFill>
                <a:latin typeface="Arial" charset="0"/>
                <a:ea typeface="宋体" pitchFamily="2" charset="-122"/>
              </a:defRPr>
            </a:lvl4pPr>
            <a:lvl5pPr marL="2057400" indent="-228600" eaLnBrk="0" hangingPunct="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eaLnBrk="1" hangingPunct="1">
              <a:spcBef>
                <a:spcPct val="0"/>
              </a:spcBef>
            </a:pPr>
            <a:fld id="{BAC192C4-9A3A-4F31-B301-A4B298E3E527}" type="slidenum">
              <a:rPr lang="en-US" altLang="zh-CN" smtClean="0"/>
              <a:pPr eaLnBrk="1" hangingPunct="1">
                <a:spcBef>
                  <a:spcPct val="0"/>
                </a:spcBef>
              </a:pPr>
              <a:t>37</a:t>
            </a:fld>
            <a:endParaRPr lang="en-US" altLang="zh-CN"/>
          </a:p>
        </p:txBody>
      </p:sp>
    </p:spTree>
    <p:extLst>
      <p:ext uri="{BB962C8B-B14F-4D97-AF65-F5344CB8AC3E}">
        <p14:creationId xmlns:p14="http://schemas.microsoft.com/office/powerpoint/2010/main" val="29991457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t>
            </a:r>
            <a:r>
              <a:rPr lang="zh-CN" altLang="en-US" dirty="0"/>
              <a:t>与对象</a:t>
            </a:r>
            <a:r>
              <a:rPr lang="en-US" altLang="zh-CN" dirty="0"/>
              <a:t>-</a:t>
            </a:r>
            <a:r>
              <a:rPr lang="zh-CN" altLang="en-US" dirty="0"/>
              <a:t>关系模型有重大差别</a:t>
            </a:r>
            <a:r>
              <a:rPr lang="en-US" altLang="zh-CN" dirty="0"/>
              <a:t>)</a:t>
            </a:r>
            <a:endParaRPr lang="zh-CN" altLang="en-US" dirty="0"/>
          </a:p>
        </p:txBody>
      </p:sp>
      <p:sp>
        <p:nvSpPr>
          <p:cNvPr id="4" name="灯片编号占位符 3"/>
          <p:cNvSpPr>
            <a:spLocks noGrp="1"/>
          </p:cNvSpPr>
          <p:nvPr>
            <p:ph type="sldNum" sz="quarter" idx="10"/>
          </p:nvPr>
        </p:nvSpPr>
        <p:spPr/>
        <p:txBody>
          <a:bodyPr/>
          <a:lstStyle/>
          <a:p>
            <a:pPr>
              <a:defRPr/>
            </a:pPr>
            <a:fld id="{52AE3D9F-E8C5-4DB8-88D5-0633B3328F65}" type="slidenum">
              <a:rPr lang="en-US" altLang="zh-CN" smtClean="0"/>
              <a:pPr>
                <a:defRPr/>
              </a:pPr>
              <a:t>38</a:t>
            </a:fld>
            <a:endParaRPr lang="en-US" altLang="zh-CN"/>
          </a:p>
        </p:txBody>
      </p:sp>
    </p:spTree>
    <p:extLst>
      <p:ext uri="{BB962C8B-B14F-4D97-AF65-F5344CB8AC3E}">
        <p14:creationId xmlns:p14="http://schemas.microsoft.com/office/powerpoint/2010/main" val="29630218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幻灯片图像占位符 1"/>
          <p:cNvSpPr>
            <a:spLocks noGrp="1" noRot="1" noChangeAspect="1" noTextEdit="1"/>
          </p:cNvSpPr>
          <p:nvPr>
            <p:ph type="sldImg"/>
          </p:nvPr>
        </p:nvSpPr>
        <p:spPr>
          <a:ln/>
        </p:spPr>
      </p:sp>
      <p:sp>
        <p:nvSpPr>
          <p:cNvPr id="138243" name="备注占位符 2"/>
          <p:cNvSpPr>
            <a:spLocks noGrp="1"/>
          </p:cNvSpPr>
          <p:nvPr>
            <p:ph type="body" idx="1"/>
          </p:nvPr>
        </p:nvSpPr>
        <p:spPr>
          <a:noFill/>
        </p:spPr>
        <p:txBody>
          <a:bodyPr/>
          <a:lstStyle/>
          <a:p>
            <a:r>
              <a:rPr lang="zh-CN" altLang="en-US" dirty="0">
                <a:latin typeface="Arial" charset="0"/>
              </a:rPr>
              <a:t>关系模型是由一组关系组成的。</a:t>
            </a:r>
          </a:p>
        </p:txBody>
      </p:sp>
      <p:sp>
        <p:nvSpPr>
          <p:cNvPr id="138244" name="灯片编号占位符 3"/>
          <p:cNvSpPr>
            <a:spLocks noGrp="1"/>
          </p:cNvSpPr>
          <p:nvPr>
            <p:ph type="sldNum" sz="quarter" idx="5"/>
          </p:nvPr>
        </p:nvSpPr>
        <p:spPr>
          <a:noFill/>
        </p:spPr>
        <p:txBody>
          <a:bodyPr/>
          <a:lstStyle>
            <a:lvl1pPr eaLnBrk="0" hangingPunct="0">
              <a:spcBef>
                <a:spcPct val="30000"/>
              </a:spcBef>
              <a:defRPr sz="1200">
                <a:solidFill>
                  <a:schemeClr val="tx1"/>
                </a:solidFill>
                <a:latin typeface="Arial" charset="0"/>
                <a:ea typeface="宋体" pitchFamily="2" charset="-122"/>
              </a:defRPr>
            </a:lvl1pPr>
            <a:lvl2pPr marL="742950" indent="-285750" eaLnBrk="0" hangingPunct="0">
              <a:spcBef>
                <a:spcPct val="30000"/>
              </a:spcBef>
              <a:defRPr sz="1200">
                <a:solidFill>
                  <a:schemeClr val="tx1"/>
                </a:solidFill>
                <a:latin typeface="Arial" charset="0"/>
                <a:ea typeface="宋体" pitchFamily="2" charset="-122"/>
              </a:defRPr>
            </a:lvl2pPr>
            <a:lvl3pPr marL="1143000" indent="-228600" eaLnBrk="0" hangingPunct="0">
              <a:spcBef>
                <a:spcPct val="30000"/>
              </a:spcBef>
              <a:defRPr sz="1200">
                <a:solidFill>
                  <a:schemeClr val="tx1"/>
                </a:solidFill>
                <a:latin typeface="Arial" charset="0"/>
                <a:ea typeface="宋体" pitchFamily="2" charset="-122"/>
              </a:defRPr>
            </a:lvl3pPr>
            <a:lvl4pPr marL="1600200" indent="-228600" eaLnBrk="0" hangingPunct="0">
              <a:spcBef>
                <a:spcPct val="30000"/>
              </a:spcBef>
              <a:defRPr sz="1200">
                <a:solidFill>
                  <a:schemeClr val="tx1"/>
                </a:solidFill>
                <a:latin typeface="Arial" charset="0"/>
                <a:ea typeface="宋体" pitchFamily="2" charset="-122"/>
              </a:defRPr>
            </a:lvl4pPr>
            <a:lvl5pPr marL="2057400" indent="-228600" eaLnBrk="0" hangingPunct="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eaLnBrk="1" hangingPunct="1">
              <a:spcBef>
                <a:spcPct val="0"/>
              </a:spcBef>
            </a:pPr>
            <a:fld id="{92EE1340-4B85-4B2C-A790-01B831A13C0C}" type="slidenum">
              <a:rPr lang="en-US" altLang="zh-CN" smtClean="0"/>
              <a:pPr eaLnBrk="1" hangingPunct="1">
                <a:spcBef>
                  <a:spcPct val="0"/>
                </a:spcBef>
              </a:pPr>
              <a:t>39</a:t>
            </a:fld>
            <a:endParaRPr lang="en-US" altLang="zh-CN"/>
          </a:p>
        </p:txBody>
      </p:sp>
    </p:spTree>
    <p:extLst>
      <p:ext uri="{BB962C8B-B14F-4D97-AF65-F5344CB8AC3E}">
        <p14:creationId xmlns:p14="http://schemas.microsoft.com/office/powerpoint/2010/main" val="15182150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幻灯片图像占位符 1"/>
          <p:cNvSpPr>
            <a:spLocks noGrp="1" noRot="1" noChangeAspect="1" noTextEdit="1"/>
          </p:cNvSpPr>
          <p:nvPr>
            <p:ph type="sldImg"/>
          </p:nvPr>
        </p:nvSpPr>
        <p:spPr>
          <a:ln/>
        </p:spPr>
      </p:sp>
      <p:sp>
        <p:nvSpPr>
          <p:cNvPr id="139267" name="备注占位符 2"/>
          <p:cNvSpPr>
            <a:spLocks noGrp="1"/>
          </p:cNvSpPr>
          <p:nvPr>
            <p:ph type="body" idx="1"/>
          </p:nvPr>
        </p:nvSpPr>
        <p:spPr>
          <a:noFill/>
        </p:spPr>
        <p:txBody>
          <a:bodyPr/>
          <a:lstStyle/>
          <a:p>
            <a:endParaRPr lang="zh-CN" altLang="en-US">
              <a:latin typeface="Arial" charset="0"/>
            </a:endParaRPr>
          </a:p>
        </p:txBody>
      </p:sp>
      <p:sp>
        <p:nvSpPr>
          <p:cNvPr id="139268" name="灯片编号占位符 3"/>
          <p:cNvSpPr>
            <a:spLocks noGrp="1"/>
          </p:cNvSpPr>
          <p:nvPr>
            <p:ph type="sldNum" sz="quarter" idx="5"/>
          </p:nvPr>
        </p:nvSpPr>
        <p:spPr>
          <a:noFill/>
        </p:spPr>
        <p:txBody>
          <a:bodyPr/>
          <a:lstStyle>
            <a:lvl1pPr eaLnBrk="0" hangingPunct="0">
              <a:spcBef>
                <a:spcPct val="30000"/>
              </a:spcBef>
              <a:defRPr sz="1200">
                <a:solidFill>
                  <a:schemeClr val="tx1"/>
                </a:solidFill>
                <a:latin typeface="Arial" charset="0"/>
                <a:ea typeface="宋体" pitchFamily="2" charset="-122"/>
              </a:defRPr>
            </a:lvl1pPr>
            <a:lvl2pPr marL="742950" indent="-285750" eaLnBrk="0" hangingPunct="0">
              <a:spcBef>
                <a:spcPct val="30000"/>
              </a:spcBef>
              <a:defRPr sz="1200">
                <a:solidFill>
                  <a:schemeClr val="tx1"/>
                </a:solidFill>
                <a:latin typeface="Arial" charset="0"/>
                <a:ea typeface="宋体" pitchFamily="2" charset="-122"/>
              </a:defRPr>
            </a:lvl2pPr>
            <a:lvl3pPr marL="1143000" indent="-228600" eaLnBrk="0" hangingPunct="0">
              <a:spcBef>
                <a:spcPct val="30000"/>
              </a:spcBef>
              <a:defRPr sz="1200">
                <a:solidFill>
                  <a:schemeClr val="tx1"/>
                </a:solidFill>
                <a:latin typeface="Arial" charset="0"/>
                <a:ea typeface="宋体" pitchFamily="2" charset="-122"/>
              </a:defRPr>
            </a:lvl3pPr>
            <a:lvl4pPr marL="1600200" indent="-228600" eaLnBrk="0" hangingPunct="0">
              <a:spcBef>
                <a:spcPct val="30000"/>
              </a:spcBef>
              <a:defRPr sz="1200">
                <a:solidFill>
                  <a:schemeClr val="tx1"/>
                </a:solidFill>
                <a:latin typeface="Arial" charset="0"/>
                <a:ea typeface="宋体" pitchFamily="2" charset="-122"/>
              </a:defRPr>
            </a:lvl4pPr>
            <a:lvl5pPr marL="2057400" indent="-228600" eaLnBrk="0" hangingPunct="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eaLnBrk="1" hangingPunct="1">
              <a:spcBef>
                <a:spcPct val="0"/>
              </a:spcBef>
            </a:pPr>
            <a:fld id="{885423E5-6833-4ABE-80A2-646509C195D5}" type="slidenum">
              <a:rPr lang="en-US" altLang="zh-CN" smtClean="0"/>
              <a:pPr eaLnBrk="1" hangingPunct="1">
                <a:spcBef>
                  <a:spcPct val="0"/>
                </a:spcBef>
              </a:pPr>
              <a:t>41</a:t>
            </a:fld>
            <a:endParaRPr lang="en-US" altLang="zh-CN"/>
          </a:p>
        </p:txBody>
      </p:sp>
    </p:spTree>
    <p:extLst>
      <p:ext uri="{BB962C8B-B14F-4D97-AF65-F5344CB8AC3E}">
        <p14:creationId xmlns:p14="http://schemas.microsoft.com/office/powerpoint/2010/main" val="31590681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幻灯片图像占位符 1"/>
          <p:cNvSpPr>
            <a:spLocks noGrp="1" noRot="1" noChangeAspect="1" noTextEdit="1"/>
          </p:cNvSpPr>
          <p:nvPr>
            <p:ph type="sldImg"/>
          </p:nvPr>
        </p:nvSpPr>
        <p:spPr>
          <a:ln/>
        </p:spPr>
      </p:sp>
      <p:sp>
        <p:nvSpPr>
          <p:cNvPr id="140291" name="备注占位符 2"/>
          <p:cNvSpPr>
            <a:spLocks noGrp="1"/>
          </p:cNvSpPr>
          <p:nvPr>
            <p:ph type="body" idx="1"/>
          </p:nvPr>
        </p:nvSpPr>
        <p:spPr>
          <a:noFill/>
        </p:spPr>
        <p:txBody>
          <a:bodyPr/>
          <a:lstStyle/>
          <a:p>
            <a:endParaRPr lang="zh-CN" altLang="en-US">
              <a:latin typeface="Arial" charset="0"/>
            </a:endParaRPr>
          </a:p>
        </p:txBody>
      </p:sp>
      <p:sp>
        <p:nvSpPr>
          <p:cNvPr id="140292" name="灯片编号占位符 3"/>
          <p:cNvSpPr>
            <a:spLocks noGrp="1"/>
          </p:cNvSpPr>
          <p:nvPr>
            <p:ph type="sldNum" sz="quarter" idx="5"/>
          </p:nvPr>
        </p:nvSpPr>
        <p:spPr>
          <a:noFill/>
        </p:spPr>
        <p:txBody>
          <a:bodyPr/>
          <a:lstStyle>
            <a:lvl1pPr eaLnBrk="0" hangingPunct="0">
              <a:spcBef>
                <a:spcPct val="30000"/>
              </a:spcBef>
              <a:defRPr sz="1200">
                <a:solidFill>
                  <a:schemeClr val="tx1"/>
                </a:solidFill>
                <a:latin typeface="Arial" charset="0"/>
                <a:ea typeface="宋体" pitchFamily="2" charset="-122"/>
              </a:defRPr>
            </a:lvl1pPr>
            <a:lvl2pPr marL="742950" indent="-285750" eaLnBrk="0" hangingPunct="0">
              <a:spcBef>
                <a:spcPct val="30000"/>
              </a:spcBef>
              <a:defRPr sz="1200">
                <a:solidFill>
                  <a:schemeClr val="tx1"/>
                </a:solidFill>
                <a:latin typeface="Arial" charset="0"/>
                <a:ea typeface="宋体" pitchFamily="2" charset="-122"/>
              </a:defRPr>
            </a:lvl2pPr>
            <a:lvl3pPr marL="1143000" indent="-228600" eaLnBrk="0" hangingPunct="0">
              <a:spcBef>
                <a:spcPct val="30000"/>
              </a:spcBef>
              <a:defRPr sz="1200">
                <a:solidFill>
                  <a:schemeClr val="tx1"/>
                </a:solidFill>
                <a:latin typeface="Arial" charset="0"/>
                <a:ea typeface="宋体" pitchFamily="2" charset="-122"/>
              </a:defRPr>
            </a:lvl3pPr>
            <a:lvl4pPr marL="1600200" indent="-228600" eaLnBrk="0" hangingPunct="0">
              <a:spcBef>
                <a:spcPct val="30000"/>
              </a:spcBef>
              <a:defRPr sz="1200">
                <a:solidFill>
                  <a:schemeClr val="tx1"/>
                </a:solidFill>
                <a:latin typeface="Arial" charset="0"/>
                <a:ea typeface="宋体" pitchFamily="2" charset="-122"/>
              </a:defRPr>
            </a:lvl4pPr>
            <a:lvl5pPr marL="2057400" indent="-228600" eaLnBrk="0" hangingPunct="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eaLnBrk="1" hangingPunct="1">
              <a:spcBef>
                <a:spcPct val="0"/>
              </a:spcBef>
            </a:pPr>
            <a:fld id="{36FAB8A5-2EF4-43E3-AB69-07C0051883DE}" type="slidenum">
              <a:rPr lang="en-US" altLang="zh-CN" smtClean="0"/>
              <a:pPr eaLnBrk="1" hangingPunct="1">
                <a:spcBef>
                  <a:spcPct val="0"/>
                </a:spcBef>
              </a:pPr>
              <a:t>49</a:t>
            </a:fld>
            <a:endParaRPr lang="en-US" altLang="zh-CN"/>
          </a:p>
        </p:txBody>
      </p:sp>
    </p:spTree>
    <p:extLst>
      <p:ext uri="{BB962C8B-B14F-4D97-AF65-F5344CB8AC3E}">
        <p14:creationId xmlns:p14="http://schemas.microsoft.com/office/powerpoint/2010/main" val="21325146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幻灯片图像占位符 1"/>
          <p:cNvSpPr>
            <a:spLocks noGrp="1" noRot="1" noChangeAspect="1" noTextEdit="1"/>
          </p:cNvSpPr>
          <p:nvPr>
            <p:ph type="sldImg"/>
          </p:nvPr>
        </p:nvSpPr>
        <p:spPr>
          <a:ln/>
        </p:spPr>
      </p:sp>
      <p:sp>
        <p:nvSpPr>
          <p:cNvPr id="141315" name="备注占位符 2"/>
          <p:cNvSpPr>
            <a:spLocks noGrp="1"/>
          </p:cNvSpPr>
          <p:nvPr>
            <p:ph type="body" idx="1"/>
          </p:nvPr>
        </p:nvSpPr>
        <p:spPr>
          <a:noFill/>
        </p:spPr>
        <p:txBody>
          <a:bodyPr/>
          <a:lstStyle/>
          <a:p>
            <a:r>
              <a:rPr lang="zh-CN" altLang="en-US">
                <a:latin typeface="Arial" charset="0"/>
              </a:rPr>
              <a:t>表示型数据模型</a:t>
            </a:r>
          </a:p>
        </p:txBody>
      </p:sp>
      <p:sp>
        <p:nvSpPr>
          <p:cNvPr id="141316" name="灯片编号占位符 3"/>
          <p:cNvSpPr>
            <a:spLocks noGrp="1"/>
          </p:cNvSpPr>
          <p:nvPr>
            <p:ph type="sldNum" sz="quarter" idx="5"/>
          </p:nvPr>
        </p:nvSpPr>
        <p:spPr>
          <a:noFill/>
        </p:spPr>
        <p:txBody>
          <a:bodyPr/>
          <a:lstStyle>
            <a:lvl1pPr eaLnBrk="0" hangingPunct="0">
              <a:spcBef>
                <a:spcPct val="30000"/>
              </a:spcBef>
              <a:defRPr sz="1200">
                <a:solidFill>
                  <a:schemeClr val="tx1"/>
                </a:solidFill>
                <a:latin typeface="Arial" charset="0"/>
                <a:ea typeface="宋体" pitchFamily="2" charset="-122"/>
              </a:defRPr>
            </a:lvl1pPr>
            <a:lvl2pPr marL="742950" indent="-285750" eaLnBrk="0" hangingPunct="0">
              <a:spcBef>
                <a:spcPct val="30000"/>
              </a:spcBef>
              <a:defRPr sz="1200">
                <a:solidFill>
                  <a:schemeClr val="tx1"/>
                </a:solidFill>
                <a:latin typeface="Arial" charset="0"/>
                <a:ea typeface="宋体" pitchFamily="2" charset="-122"/>
              </a:defRPr>
            </a:lvl2pPr>
            <a:lvl3pPr marL="1143000" indent="-228600" eaLnBrk="0" hangingPunct="0">
              <a:spcBef>
                <a:spcPct val="30000"/>
              </a:spcBef>
              <a:defRPr sz="1200">
                <a:solidFill>
                  <a:schemeClr val="tx1"/>
                </a:solidFill>
                <a:latin typeface="Arial" charset="0"/>
                <a:ea typeface="宋体" pitchFamily="2" charset="-122"/>
              </a:defRPr>
            </a:lvl3pPr>
            <a:lvl4pPr marL="1600200" indent="-228600" eaLnBrk="0" hangingPunct="0">
              <a:spcBef>
                <a:spcPct val="30000"/>
              </a:spcBef>
              <a:defRPr sz="1200">
                <a:solidFill>
                  <a:schemeClr val="tx1"/>
                </a:solidFill>
                <a:latin typeface="Arial" charset="0"/>
                <a:ea typeface="宋体" pitchFamily="2" charset="-122"/>
              </a:defRPr>
            </a:lvl4pPr>
            <a:lvl5pPr marL="2057400" indent="-228600" eaLnBrk="0" hangingPunct="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eaLnBrk="1" hangingPunct="1">
              <a:spcBef>
                <a:spcPct val="0"/>
              </a:spcBef>
            </a:pPr>
            <a:fld id="{F1FF04B1-99CE-4B35-A601-2941D633442C}" type="slidenum">
              <a:rPr lang="en-US" altLang="zh-CN" smtClean="0"/>
              <a:pPr eaLnBrk="1" hangingPunct="1">
                <a:spcBef>
                  <a:spcPct val="0"/>
                </a:spcBef>
              </a:pPr>
              <a:t>50</a:t>
            </a:fld>
            <a:endParaRPr lang="en-US" altLang="zh-CN"/>
          </a:p>
        </p:txBody>
      </p:sp>
    </p:spTree>
    <p:extLst>
      <p:ext uri="{BB962C8B-B14F-4D97-AF65-F5344CB8AC3E}">
        <p14:creationId xmlns:p14="http://schemas.microsoft.com/office/powerpoint/2010/main" val="13213588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幻灯片图像占位符 1"/>
          <p:cNvSpPr>
            <a:spLocks noGrp="1" noRot="1" noChangeAspect="1" noTextEdit="1"/>
          </p:cNvSpPr>
          <p:nvPr>
            <p:ph type="sldImg"/>
          </p:nvPr>
        </p:nvSpPr>
        <p:spPr>
          <a:ln/>
        </p:spPr>
      </p:sp>
      <p:sp>
        <p:nvSpPr>
          <p:cNvPr id="142339" name="备注占位符 2"/>
          <p:cNvSpPr>
            <a:spLocks noGrp="1"/>
          </p:cNvSpPr>
          <p:nvPr>
            <p:ph type="body" idx="1"/>
          </p:nvPr>
        </p:nvSpPr>
        <p:spPr>
          <a:noFill/>
        </p:spPr>
        <p:txBody>
          <a:bodyPr/>
          <a:lstStyle/>
          <a:p>
            <a:r>
              <a:rPr lang="zh-CN" altLang="en-US">
                <a:latin typeface="Arial" charset="0"/>
              </a:rPr>
              <a:t>一部分数据库</a:t>
            </a:r>
          </a:p>
        </p:txBody>
      </p:sp>
      <p:sp>
        <p:nvSpPr>
          <p:cNvPr id="142340" name="灯片编号占位符 3"/>
          <p:cNvSpPr>
            <a:spLocks noGrp="1"/>
          </p:cNvSpPr>
          <p:nvPr>
            <p:ph type="sldNum" sz="quarter" idx="5"/>
          </p:nvPr>
        </p:nvSpPr>
        <p:spPr>
          <a:noFill/>
        </p:spPr>
        <p:txBody>
          <a:bodyPr/>
          <a:lstStyle>
            <a:lvl1pPr eaLnBrk="0" hangingPunct="0">
              <a:spcBef>
                <a:spcPct val="30000"/>
              </a:spcBef>
              <a:defRPr sz="1200">
                <a:solidFill>
                  <a:schemeClr val="tx1"/>
                </a:solidFill>
                <a:latin typeface="Arial" charset="0"/>
                <a:ea typeface="宋体" pitchFamily="2" charset="-122"/>
              </a:defRPr>
            </a:lvl1pPr>
            <a:lvl2pPr marL="742950" indent="-285750" eaLnBrk="0" hangingPunct="0">
              <a:spcBef>
                <a:spcPct val="30000"/>
              </a:spcBef>
              <a:defRPr sz="1200">
                <a:solidFill>
                  <a:schemeClr val="tx1"/>
                </a:solidFill>
                <a:latin typeface="Arial" charset="0"/>
                <a:ea typeface="宋体" pitchFamily="2" charset="-122"/>
              </a:defRPr>
            </a:lvl2pPr>
            <a:lvl3pPr marL="1143000" indent="-228600" eaLnBrk="0" hangingPunct="0">
              <a:spcBef>
                <a:spcPct val="30000"/>
              </a:spcBef>
              <a:defRPr sz="1200">
                <a:solidFill>
                  <a:schemeClr val="tx1"/>
                </a:solidFill>
                <a:latin typeface="Arial" charset="0"/>
                <a:ea typeface="宋体" pitchFamily="2" charset="-122"/>
              </a:defRPr>
            </a:lvl3pPr>
            <a:lvl4pPr marL="1600200" indent="-228600" eaLnBrk="0" hangingPunct="0">
              <a:spcBef>
                <a:spcPct val="30000"/>
              </a:spcBef>
              <a:defRPr sz="1200">
                <a:solidFill>
                  <a:schemeClr val="tx1"/>
                </a:solidFill>
                <a:latin typeface="Arial" charset="0"/>
                <a:ea typeface="宋体" pitchFamily="2" charset="-122"/>
              </a:defRPr>
            </a:lvl4pPr>
            <a:lvl5pPr marL="2057400" indent="-228600" eaLnBrk="0" hangingPunct="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eaLnBrk="1" hangingPunct="1">
              <a:spcBef>
                <a:spcPct val="0"/>
              </a:spcBef>
            </a:pPr>
            <a:fld id="{C9852492-9330-4DC7-B851-DE5E2E8D168B}" type="slidenum">
              <a:rPr lang="en-US" altLang="zh-CN" smtClean="0"/>
              <a:pPr eaLnBrk="1" hangingPunct="1">
                <a:spcBef>
                  <a:spcPct val="0"/>
                </a:spcBef>
              </a:pPr>
              <a:t>51</a:t>
            </a:fld>
            <a:endParaRPr lang="en-US" altLang="zh-CN"/>
          </a:p>
        </p:txBody>
      </p:sp>
    </p:spTree>
    <p:extLst>
      <p:ext uri="{BB962C8B-B14F-4D97-AF65-F5344CB8AC3E}">
        <p14:creationId xmlns:p14="http://schemas.microsoft.com/office/powerpoint/2010/main" val="9918920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幻灯片图像占位符 1"/>
          <p:cNvSpPr>
            <a:spLocks noGrp="1" noRot="1" noChangeAspect="1" noTextEdit="1"/>
          </p:cNvSpPr>
          <p:nvPr>
            <p:ph type="sldImg"/>
          </p:nvPr>
        </p:nvSpPr>
        <p:spPr>
          <a:ln/>
        </p:spPr>
      </p:sp>
      <p:sp>
        <p:nvSpPr>
          <p:cNvPr id="143363" name="备注占位符 2"/>
          <p:cNvSpPr>
            <a:spLocks noGrp="1"/>
          </p:cNvSpPr>
          <p:nvPr>
            <p:ph type="body" idx="1"/>
          </p:nvPr>
        </p:nvSpPr>
        <p:spPr>
          <a:noFill/>
        </p:spPr>
        <p:txBody>
          <a:bodyPr/>
          <a:lstStyle/>
          <a:p>
            <a:r>
              <a:rPr lang="zh-CN" altLang="en-US">
                <a:latin typeface="Arial" charset="0"/>
              </a:rPr>
              <a:t>数据库的存取路径和数据存储的全部细节。</a:t>
            </a:r>
          </a:p>
        </p:txBody>
      </p:sp>
      <p:sp>
        <p:nvSpPr>
          <p:cNvPr id="143364" name="灯片编号占位符 3"/>
          <p:cNvSpPr>
            <a:spLocks noGrp="1"/>
          </p:cNvSpPr>
          <p:nvPr>
            <p:ph type="sldNum" sz="quarter" idx="5"/>
          </p:nvPr>
        </p:nvSpPr>
        <p:spPr>
          <a:noFill/>
        </p:spPr>
        <p:txBody>
          <a:bodyPr/>
          <a:lstStyle>
            <a:lvl1pPr eaLnBrk="0" hangingPunct="0">
              <a:spcBef>
                <a:spcPct val="30000"/>
              </a:spcBef>
              <a:defRPr sz="1200">
                <a:solidFill>
                  <a:schemeClr val="tx1"/>
                </a:solidFill>
                <a:latin typeface="Arial" charset="0"/>
                <a:ea typeface="宋体" pitchFamily="2" charset="-122"/>
              </a:defRPr>
            </a:lvl1pPr>
            <a:lvl2pPr marL="742950" indent="-285750" eaLnBrk="0" hangingPunct="0">
              <a:spcBef>
                <a:spcPct val="30000"/>
              </a:spcBef>
              <a:defRPr sz="1200">
                <a:solidFill>
                  <a:schemeClr val="tx1"/>
                </a:solidFill>
                <a:latin typeface="Arial" charset="0"/>
                <a:ea typeface="宋体" pitchFamily="2" charset="-122"/>
              </a:defRPr>
            </a:lvl2pPr>
            <a:lvl3pPr marL="1143000" indent="-228600" eaLnBrk="0" hangingPunct="0">
              <a:spcBef>
                <a:spcPct val="30000"/>
              </a:spcBef>
              <a:defRPr sz="1200">
                <a:solidFill>
                  <a:schemeClr val="tx1"/>
                </a:solidFill>
                <a:latin typeface="Arial" charset="0"/>
                <a:ea typeface="宋体" pitchFamily="2" charset="-122"/>
              </a:defRPr>
            </a:lvl3pPr>
            <a:lvl4pPr marL="1600200" indent="-228600" eaLnBrk="0" hangingPunct="0">
              <a:spcBef>
                <a:spcPct val="30000"/>
              </a:spcBef>
              <a:defRPr sz="1200">
                <a:solidFill>
                  <a:schemeClr val="tx1"/>
                </a:solidFill>
                <a:latin typeface="Arial" charset="0"/>
                <a:ea typeface="宋体" pitchFamily="2" charset="-122"/>
              </a:defRPr>
            </a:lvl4pPr>
            <a:lvl5pPr marL="2057400" indent="-228600" eaLnBrk="0" hangingPunct="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eaLnBrk="1" hangingPunct="1">
              <a:spcBef>
                <a:spcPct val="0"/>
              </a:spcBef>
            </a:pPr>
            <a:fld id="{BB8D8B96-3532-46EA-B951-DEAB954DCC16}" type="slidenum">
              <a:rPr lang="en-US" altLang="zh-CN" smtClean="0"/>
              <a:pPr eaLnBrk="1" hangingPunct="1">
                <a:spcBef>
                  <a:spcPct val="0"/>
                </a:spcBef>
              </a:pPr>
              <a:t>52</a:t>
            </a:fld>
            <a:endParaRPr lang="en-US" altLang="zh-CN"/>
          </a:p>
        </p:txBody>
      </p:sp>
    </p:spTree>
    <p:extLst>
      <p:ext uri="{BB962C8B-B14F-4D97-AF65-F5344CB8AC3E}">
        <p14:creationId xmlns:p14="http://schemas.microsoft.com/office/powerpoint/2010/main" val="18427060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幻灯片图像占位符 1"/>
          <p:cNvSpPr>
            <a:spLocks noGrp="1" noRot="1" noChangeAspect="1" noTextEdit="1"/>
          </p:cNvSpPr>
          <p:nvPr>
            <p:ph type="sldImg"/>
          </p:nvPr>
        </p:nvSpPr>
        <p:spPr>
          <a:ln/>
        </p:spPr>
      </p:sp>
      <p:sp>
        <p:nvSpPr>
          <p:cNvPr id="144387" name="备注占位符 2"/>
          <p:cNvSpPr>
            <a:spLocks noGrp="1"/>
          </p:cNvSpPr>
          <p:nvPr>
            <p:ph type="body" idx="1"/>
          </p:nvPr>
        </p:nvSpPr>
        <p:spPr>
          <a:noFill/>
        </p:spPr>
        <p:txBody>
          <a:bodyPr/>
          <a:lstStyle/>
          <a:p>
            <a:endParaRPr lang="zh-CN" altLang="en-US">
              <a:latin typeface="Arial" charset="0"/>
            </a:endParaRPr>
          </a:p>
        </p:txBody>
      </p:sp>
      <p:sp>
        <p:nvSpPr>
          <p:cNvPr id="144388" name="灯片编号占位符 3"/>
          <p:cNvSpPr>
            <a:spLocks noGrp="1"/>
          </p:cNvSpPr>
          <p:nvPr>
            <p:ph type="sldNum" sz="quarter" idx="5"/>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defRPr sz="3200">
                <a:solidFill>
                  <a:srgbClr val="993300"/>
                </a:solidFill>
                <a:latin typeface="Tahoma" pitchFamily="34" charset="0"/>
                <a:ea typeface="宋体" pitchFamily="2" charset="-122"/>
              </a:defRPr>
            </a:lvl2pPr>
            <a:lvl3pPr marL="1143000" indent="-228600" eaLnBrk="0" hangingPunct="0">
              <a:defRPr sz="3200">
                <a:solidFill>
                  <a:srgbClr val="993300"/>
                </a:solidFill>
                <a:latin typeface="Tahoma" pitchFamily="34" charset="0"/>
                <a:ea typeface="宋体" pitchFamily="2" charset="-122"/>
              </a:defRPr>
            </a:lvl3pPr>
            <a:lvl4pPr marL="1600200" indent="-228600" eaLnBrk="0" hangingPunct="0">
              <a:defRPr sz="3200">
                <a:solidFill>
                  <a:srgbClr val="993300"/>
                </a:solidFill>
                <a:latin typeface="Tahoma" pitchFamily="34" charset="0"/>
                <a:ea typeface="宋体" pitchFamily="2" charset="-122"/>
              </a:defRPr>
            </a:lvl4pPr>
            <a:lvl5pPr marL="2057400" indent="-228600" eaLnBrk="0" hangingPunct="0">
              <a:defRPr sz="3200">
                <a:solidFill>
                  <a:srgbClr val="993300"/>
                </a:solidFill>
                <a:latin typeface="Tahom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Tahom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Tahom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Tahom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Tahoma" pitchFamily="34" charset="0"/>
                <a:ea typeface="宋体" pitchFamily="2" charset="-122"/>
              </a:defRPr>
            </a:lvl9pPr>
          </a:lstStyle>
          <a:p>
            <a:pPr eaLnBrk="1" hangingPunct="1"/>
            <a:fld id="{88032441-9F2F-4FF2-A67C-5B7A6C6531B2}" type="slidenum">
              <a:rPr lang="en-US" altLang="zh-CN" sz="1200" smtClean="0">
                <a:solidFill>
                  <a:schemeClr val="tx1"/>
                </a:solidFill>
                <a:latin typeface="Arial" charset="0"/>
              </a:rPr>
              <a:pPr eaLnBrk="1" hangingPunct="1"/>
              <a:t>53</a:t>
            </a:fld>
            <a:endParaRPr lang="en-US" altLang="zh-CN" sz="1200">
              <a:solidFill>
                <a:schemeClr val="tx1"/>
              </a:solidFill>
              <a:latin typeface="Arial" charset="0"/>
            </a:endParaRPr>
          </a:p>
        </p:txBody>
      </p:sp>
    </p:spTree>
    <p:extLst>
      <p:ext uri="{BB962C8B-B14F-4D97-AF65-F5344CB8AC3E}">
        <p14:creationId xmlns:p14="http://schemas.microsoft.com/office/powerpoint/2010/main" val="4676358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幻灯片图像占位符 1"/>
          <p:cNvSpPr>
            <a:spLocks noGrp="1" noRot="1" noChangeAspect="1" noTextEdit="1"/>
          </p:cNvSpPr>
          <p:nvPr>
            <p:ph type="sldImg"/>
          </p:nvPr>
        </p:nvSpPr>
        <p:spPr>
          <a:ln/>
        </p:spPr>
      </p:sp>
      <p:sp>
        <p:nvSpPr>
          <p:cNvPr id="145411" name="备注占位符 2"/>
          <p:cNvSpPr>
            <a:spLocks noGrp="1"/>
          </p:cNvSpPr>
          <p:nvPr>
            <p:ph type="body" idx="1"/>
          </p:nvPr>
        </p:nvSpPr>
        <p:spPr>
          <a:noFill/>
        </p:spPr>
        <p:txBody>
          <a:bodyPr/>
          <a:lstStyle/>
          <a:p>
            <a:r>
              <a:rPr lang="zh-CN" altLang="en-US">
                <a:latin typeface="Arial" charset="0"/>
              </a:rPr>
              <a:t>三层数据库架构只是描述数据，真正的数据是存储在大容量存储设备</a:t>
            </a:r>
            <a:r>
              <a:rPr lang="en-US" altLang="zh-CN">
                <a:latin typeface="Arial" charset="0"/>
              </a:rPr>
              <a:t>(Mass Storage)</a:t>
            </a:r>
            <a:r>
              <a:rPr lang="zh-CN" altLang="en-US">
                <a:latin typeface="Arial" charset="0"/>
              </a:rPr>
              <a:t>中的数据库。换句话说，当外部层以用户观点显示数据，也就是引用外部架构向概念架构请求数据时，概念架构请求内部架构从数据库取得数据，在取得真正数据后，数据需要进行转换来符合概念架构的定义，然后再转换成符合外部架构的定义，最后才是外部层用户观点所看到的数据。在各层间进行的数据转换过程称为“映射”</a:t>
            </a:r>
            <a:r>
              <a:rPr lang="en-US" altLang="zh-CN">
                <a:latin typeface="Arial" charset="0"/>
              </a:rPr>
              <a:t>(Mapping)</a:t>
            </a:r>
            <a:r>
              <a:rPr lang="zh-CN" altLang="en-US">
                <a:latin typeface="Arial" charset="0"/>
              </a:rPr>
              <a:t>。</a:t>
            </a:r>
          </a:p>
          <a:p>
            <a:r>
              <a:rPr lang="zh-CN" altLang="en-US">
                <a:latin typeface="Arial" charset="0"/>
              </a:rPr>
              <a:t>数据库管理系统负责三层架构的映射</a:t>
            </a:r>
            <a:r>
              <a:rPr lang="en-US" altLang="zh-CN">
                <a:latin typeface="Arial" charset="0"/>
              </a:rPr>
              <a:t>(Mapping)</a:t>
            </a:r>
            <a:r>
              <a:rPr lang="zh-CN" altLang="en-US">
                <a:latin typeface="Arial" charset="0"/>
              </a:rPr>
              <a:t>，映射数据可以检查各层架构的描述是否一致。</a:t>
            </a:r>
          </a:p>
          <a:p>
            <a:endParaRPr lang="zh-CN" altLang="en-US">
              <a:latin typeface="Arial" charset="0"/>
            </a:endParaRPr>
          </a:p>
        </p:txBody>
      </p:sp>
      <p:sp>
        <p:nvSpPr>
          <p:cNvPr id="145412" name="灯片编号占位符 3"/>
          <p:cNvSpPr>
            <a:spLocks noGrp="1"/>
          </p:cNvSpPr>
          <p:nvPr>
            <p:ph type="sldNum" sz="quarter" idx="5"/>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defRPr sz="3200">
                <a:solidFill>
                  <a:srgbClr val="993300"/>
                </a:solidFill>
                <a:latin typeface="Tahoma" pitchFamily="34" charset="0"/>
                <a:ea typeface="宋体" pitchFamily="2" charset="-122"/>
              </a:defRPr>
            </a:lvl2pPr>
            <a:lvl3pPr marL="1143000" indent="-228600" eaLnBrk="0" hangingPunct="0">
              <a:defRPr sz="3200">
                <a:solidFill>
                  <a:srgbClr val="993300"/>
                </a:solidFill>
                <a:latin typeface="Tahoma" pitchFamily="34" charset="0"/>
                <a:ea typeface="宋体" pitchFamily="2" charset="-122"/>
              </a:defRPr>
            </a:lvl3pPr>
            <a:lvl4pPr marL="1600200" indent="-228600" eaLnBrk="0" hangingPunct="0">
              <a:defRPr sz="3200">
                <a:solidFill>
                  <a:srgbClr val="993300"/>
                </a:solidFill>
                <a:latin typeface="Tahoma" pitchFamily="34" charset="0"/>
                <a:ea typeface="宋体" pitchFamily="2" charset="-122"/>
              </a:defRPr>
            </a:lvl4pPr>
            <a:lvl5pPr marL="2057400" indent="-228600" eaLnBrk="0" hangingPunct="0">
              <a:defRPr sz="3200">
                <a:solidFill>
                  <a:srgbClr val="993300"/>
                </a:solidFill>
                <a:latin typeface="Tahom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Tahom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Tahom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Tahom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Tahoma" pitchFamily="34" charset="0"/>
                <a:ea typeface="宋体" pitchFamily="2" charset="-122"/>
              </a:defRPr>
            </a:lvl9pPr>
          </a:lstStyle>
          <a:p>
            <a:pPr eaLnBrk="1" hangingPunct="1"/>
            <a:fld id="{3D729C61-B23F-4208-A416-AEF2013A321A}" type="slidenum">
              <a:rPr lang="en-US" altLang="zh-CN" sz="1200" smtClean="0">
                <a:solidFill>
                  <a:schemeClr val="tx1"/>
                </a:solidFill>
                <a:latin typeface="Arial" charset="0"/>
              </a:rPr>
              <a:pPr eaLnBrk="1" hangingPunct="1"/>
              <a:t>54</a:t>
            </a:fld>
            <a:endParaRPr lang="en-US" altLang="zh-CN" sz="1200">
              <a:solidFill>
                <a:schemeClr val="tx1"/>
              </a:solidFill>
              <a:latin typeface="Arial" charset="0"/>
            </a:endParaRPr>
          </a:p>
        </p:txBody>
      </p:sp>
    </p:spTree>
    <p:extLst>
      <p:ext uri="{BB962C8B-B14F-4D97-AF65-F5344CB8AC3E}">
        <p14:creationId xmlns:p14="http://schemas.microsoft.com/office/powerpoint/2010/main" val="28897267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幻灯片图像占位符 1"/>
          <p:cNvSpPr>
            <a:spLocks noGrp="1" noRot="1" noChangeAspect="1" noTextEdit="1"/>
          </p:cNvSpPr>
          <p:nvPr>
            <p:ph type="sldImg"/>
          </p:nvPr>
        </p:nvSpPr>
        <p:spPr>
          <a:ln/>
        </p:spPr>
      </p:sp>
      <p:sp>
        <p:nvSpPr>
          <p:cNvPr id="147459" name="备注占位符 2"/>
          <p:cNvSpPr>
            <a:spLocks noGrp="1"/>
          </p:cNvSpPr>
          <p:nvPr>
            <p:ph type="body" idx="1"/>
          </p:nvPr>
        </p:nvSpPr>
        <p:spPr>
          <a:noFill/>
        </p:spPr>
        <p:txBody>
          <a:bodyPr/>
          <a:lstStyle/>
          <a:p>
            <a:endParaRPr lang="zh-CN" altLang="en-US">
              <a:latin typeface="Arial" charset="0"/>
            </a:endParaRPr>
          </a:p>
        </p:txBody>
      </p:sp>
      <p:sp>
        <p:nvSpPr>
          <p:cNvPr id="147460" name="灯片编号占位符 3"/>
          <p:cNvSpPr>
            <a:spLocks noGrp="1"/>
          </p:cNvSpPr>
          <p:nvPr>
            <p:ph type="sldNum" sz="quarter" idx="5"/>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defRPr sz="3200">
                <a:solidFill>
                  <a:srgbClr val="993300"/>
                </a:solidFill>
                <a:latin typeface="Tahoma" pitchFamily="34" charset="0"/>
                <a:ea typeface="宋体" pitchFamily="2" charset="-122"/>
              </a:defRPr>
            </a:lvl2pPr>
            <a:lvl3pPr marL="1143000" indent="-228600" eaLnBrk="0" hangingPunct="0">
              <a:defRPr sz="3200">
                <a:solidFill>
                  <a:srgbClr val="993300"/>
                </a:solidFill>
                <a:latin typeface="Tahoma" pitchFamily="34" charset="0"/>
                <a:ea typeface="宋体" pitchFamily="2" charset="-122"/>
              </a:defRPr>
            </a:lvl3pPr>
            <a:lvl4pPr marL="1600200" indent="-228600" eaLnBrk="0" hangingPunct="0">
              <a:defRPr sz="3200">
                <a:solidFill>
                  <a:srgbClr val="993300"/>
                </a:solidFill>
                <a:latin typeface="Tahoma" pitchFamily="34" charset="0"/>
                <a:ea typeface="宋体" pitchFamily="2" charset="-122"/>
              </a:defRPr>
            </a:lvl4pPr>
            <a:lvl5pPr marL="2057400" indent="-228600" eaLnBrk="0" hangingPunct="0">
              <a:defRPr sz="3200">
                <a:solidFill>
                  <a:srgbClr val="993300"/>
                </a:solidFill>
                <a:latin typeface="Tahom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Tahom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Tahom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Tahom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Tahoma" pitchFamily="34" charset="0"/>
                <a:ea typeface="宋体" pitchFamily="2" charset="-122"/>
              </a:defRPr>
            </a:lvl9pPr>
          </a:lstStyle>
          <a:p>
            <a:pPr eaLnBrk="1" hangingPunct="1"/>
            <a:fld id="{3AC915C5-74B7-4F22-A53D-6049941D6267}" type="slidenum">
              <a:rPr lang="en-US" altLang="zh-CN" sz="1200" smtClean="0">
                <a:solidFill>
                  <a:schemeClr val="tx1"/>
                </a:solidFill>
                <a:latin typeface="Arial" charset="0"/>
              </a:rPr>
              <a:pPr eaLnBrk="1" hangingPunct="1"/>
              <a:t>55</a:t>
            </a:fld>
            <a:endParaRPr lang="en-US" altLang="zh-CN" sz="1200">
              <a:solidFill>
                <a:schemeClr val="tx1"/>
              </a:solidFill>
              <a:latin typeface="Arial" charset="0"/>
            </a:endParaRPr>
          </a:p>
        </p:txBody>
      </p:sp>
    </p:spTree>
    <p:extLst>
      <p:ext uri="{BB962C8B-B14F-4D97-AF65-F5344CB8AC3E}">
        <p14:creationId xmlns:p14="http://schemas.microsoft.com/office/powerpoint/2010/main" val="42891095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幻灯片图像占位符 1"/>
          <p:cNvSpPr>
            <a:spLocks noGrp="1" noRot="1" noChangeAspect="1" noTextEdit="1"/>
          </p:cNvSpPr>
          <p:nvPr>
            <p:ph type="sldImg"/>
          </p:nvPr>
        </p:nvSpPr>
        <p:spPr>
          <a:ln/>
        </p:spPr>
      </p:sp>
      <p:sp>
        <p:nvSpPr>
          <p:cNvPr id="146435" name="备注占位符 2"/>
          <p:cNvSpPr>
            <a:spLocks noGrp="1"/>
          </p:cNvSpPr>
          <p:nvPr>
            <p:ph type="body" idx="1"/>
          </p:nvPr>
        </p:nvSpPr>
        <p:spPr>
          <a:noFill/>
        </p:spPr>
        <p:txBody>
          <a:bodyPr/>
          <a:lstStyle/>
          <a:p>
            <a:endParaRPr lang="zh-CN" altLang="en-US">
              <a:latin typeface="Arial" charset="0"/>
            </a:endParaRPr>
          </a:p>
        </p:txBody>
      </p:sp>
      <p:sp>
        <p:nvSpPr>
          <p:cNvPr id="146436" name="灯片编号占位符 3"/>
          <p:cNvSpPr>
            <a:spLocks noGrp="1"/>
          </p:cNvSpPr>
          <p:nvPr>
            <p:ph type="sldNum" sz="quarter" idx="5"/>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defRPr sz="3200">
                <a:solidFill>
                  <a:srgbClr val="993300"/>
                </a:solidFill>
                <a:latin typeface="Tahoma" pitchFamily="34" charset="0"/>
                <a:ea typeface="宋体" pitchFamily="2" charset="-122"/>
              </a:defRPr>
            </a:lvl2pPr>
            <a:lvl3pPr marL="1143000" indent="-228600" eaLnBrk="0" hangingPunct="0">
              <a:defRPr sz="3200">
                <a:solidFill>
                  <a:srgbClr val="993300"/>
                </a:solidFill>
                <a:latin typeface="Tahoma" pitchFamily="34" charset="0"/>
                <a:ea typeface="宋体" pitchFamily="2" charset="-122"/>
              </a:defRPr>
            </a:lvl3pPr>
            <a:lvl4pPr marL="1600200" indent="-228600" eaLnBrk="0" hangingPunct="0">
              <a:defRPr sz="3200">
                <a:solidFill>
                  <a:srgbClr val="993300"/>
                </a:solidFill>
                <a:latin typeface="Tahoma" pitchFamily="34" charset="0"/>
                <a:ea typeface="宋体" pitchFamily="2" charset="-122"/>
              </a:defRPr>
            </a:lvl4pPr>
            <a:lvl5pPr marL="2057400" indent="-228600" eaLnBrk="0" hangingPunct="0">
              <a:defRPr sz="3200">
                <a:solidFill>
                  <a:srgbClr val="993300"/>
                </a:solidFill>
                <a:latin typeface="Tahom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Tahom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Tahom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Tahom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Tahoma" pitchFamily="34" charset="0"/>
                <a:ea typeface="宋体" pitchFamily="2" charset="-122"/>
              </a:defRPr>
            </a:lvl9pPr>
          </a:lstStyle>
          <a:p>
            <a:pPr eaLnBrk="1" hangingPunct="1"/>
            <a:fld id="{4BBFCD89-0788-4D9E-8CF9-2A3F4CDAF4D4}" type="slidenum">
              <a:rPr lang="en-US" altLang="zh-CN" sz="1200" smtClean="0">
                <a:solidFill>
                  <a:schemeClr val="tx1"/>
                </a:solidFill>
                <a:latin typeface="Arial" charset="0"/>
              </a:rPr>
              <a:pPr eaLnBrk="1" hangingPunct="1"/>
              <a:t>58</a:t>
            </a:fld>
            <a:endParaRPr lang="en-US" altLang="zh-CN" sz="1200">
              <a:solidFill>
                <a:schemeClr val="tx1"/>
              </a:solidFill>
              <a:latin typeface="Arial" charset="0"/>
            </a:endParaRPr>
          </a:p>
        </p:txBody>
      </p:sp>
    </p:spTree>
    <p:extLst>
      <p:ext uri="{BB962C8B-B14F-4D97-AF65-F5344CB8AC3E}">
        <p14:creationId xmlns:p14="http://schemas.microsoft.com/office/powerpoint/2010/main" val="11621010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2AE3D9F-E8C5-4DB8-88D5-0633B3328F65}" type="slidenum">
              <a:rPr lang="en-US" altLang="zh-CN" smtClean="0"/>
              <a:pPr>
                <a:defRPr/>
              </a:pPr>
              <a:t>62</a:t>
            </a:fld>
            <a:endParaRPr lang="en-US" altLang="zh-CN"/>
          </a:p>
        </p:txBody>
      </p:sp>
    </p:spTree>
    <p:extLst>
      <p:ext uri="{BB962C8B-B14F-4D97-AF65-F5344CB8AC3E}">
        <p14:creationId xmlns:p14="http://schemas.microsoft.com/office/powerpoint/2010/main" val="16830539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vmlDrawing" Target="../drawings/vmlDrawing1.v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aphicFrame>
        <p:nvGraphicFramePr>
          <p:cNvPr id="4" name="Object 20"/>
          <p:cNvGraphicFramePr>
            <a:graphicFrameLocks/>
          </p:cNvGraphicFramePr>
          <p:nvPr userDrawn="1"/>
        </p:nvGraphicFramePr>
        <p:xfrm>
          <a:off x="533400" y="3124200"/>
          <a:ext cx="8305800" cy="76200"/>
        </p:xfrm>
        <a:graphic>
          <a:graphicData uri="http://schemas.openxmlformats.org/presentationml/2006/ole">
            <mc:AlternateContent xmlns:mc="http://schemas.openxmlformats.org/markup-compatibility/2006">
              <mc:Choice xmlns:v="urn:schemas-microsoft-com:vml" Requires="v">
                <p:oleObj spid="_x0000_s1051" name="Clip" r:id="rId3" imgW="6857143" imgH="48963" progId="MS_ClipArt_Gallery.5">
                  <p:embed/>
                </p:oleObj>
              </mc:Choice>
              <mc:Fallback>
                <p:oleObj name="Clip" r:id="rId3" imgW="6857143" imgH="48963" progId="MS_ClipArt_Gallery.5">
                  <p:embed/>
                  <p:pic>
                    <p:nvPicPr>
                      <p:cNvPr id="4" name="Object 2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3124200"/>
                        <a:ext cx="8305800" cy="7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684" name="Rectangle 12"/>
          <p:cNvSpPr>
            <a:spLocks noGrp="1" noChangeArrowheads="1"/>
          </p:cNvSpPr>
          <p:nvPr>
            <p:ph type="ctrTitle"/>
          </p:nvPr>
        </p:nvSpPr>
        <p:spPr>
          <a:xfrm>
            <a:off x="838200" y="1371600"/>
            <a:ext cx="7772400" cy="1462088"/>
          </a:xfrm>
        </p:spPr>
        <p:txBody>
          <a:bodyPr/>
          <a:lstStyle>
            <a:lvl1pPr algn="ctr">
              <a:defRPr b="1"/>
            </a:lvl1pPr>
          </a:lstStyle>
          <a:p>
            <a:pPr lvl="0"/>
            <a:r>
              <a:rPr lang="zh-CN" altLang="en-US" noProof="0"/>
              <a:t>单击此处编辑母版标题样式</a:t>
            </a:r>
          </a:p>
        </p:txBody>
      </p:sp>
      <p:sp>
        <p:nvSpPr>
          <p:cNvPr id="28685" name="Rectangle 13"/>
          <p:cNvSpPr>
            <a:spLocks noGrp="1" noChangeArrowheads="1"/>
          </p:cNvSpPr>
          <p:nvPr>
            <p:ph type="subTitle" idx="1"/>
          </p:nvPr>
        </p:nvSpPr>
        <p:spPr>
          <a:xfrm>
            <a:off x="1371600" y="3657600"/>
            <a:ext cx="6400800" cy="1752600"/>
          </a:xfrm>
        </p:spPr>
        <p:txBody>
          <a:bodyPr/>
          <a:lstStyle>
            <a:lvl1pPr marL="0" indent="0" algn="ctr">
              <a:buFont typeface="Wingdings" pitchFamily="2" charset="2"/>
              <a:buNone/>
              <a:defRPr>
                <a:solidFill>
                  <a:schemeClr val="tx1"/>
                </a:solidFill>
              </a:defRPr>
            </a:lvl1pPr>
          </a:lstStyle>
          <a:p>
            <a:pPr lvl="0"/>
            <a:r>
              <a:rPr lang="zh-CN" altLang="en-US" noProof="0"/>
              <a:t>单击此处编辑母版副标题样式</a:t>
            </a:r>
          </a:p>
        </p:txBody>
      </p:sp>
      <p:sp>
        <p:nvSpPr>
          <p:cNvPr id="5" name="Rectangle 14"/>
          <p:cNvSpPr>
            <a:spLocks noGrp="1" noChangeArrowheads="1"/>
          </p:cNvSpPr>
          <p:nvPr>
            <p:ph type="dt" sz="half" idx="10"/>
          </p:nvPr>
        </p:nvSpPr>
        <p:spPr>
          <a:xfrm>
            <a:off x="990600" y="6248400"/>
            <a:ext cx="1905000" cy="457200"/>
          </a:xfrm>
        </p:spPr>
        <p:txBody>
          <a:bodyPr/>
          <a:lstStyle>
            <a:lvl1pPr>
              <a:defRPr>
                <a:solidFill>
                  <a:schemeClr val="bg2"/>
                </a:solidFill>
                <a:latin typeface="+mn-lt"/>
              </a:defRPr>
            </a:lvl1pPr>
          </a:lstStyle>
          <a:p>
            <a:pPr>
              <a:defRPr/>
            </a:pPr>
            <a:fld id="{4BCFAB07-E506-4353-887A-F447567038B1}" type="datetime1">
              <a:rPr lang="zh-CN" altLang="en-US"/>
              <a:pPr>
                <a:defRPr/>
              </a:pPr>
              <a:t>2025/9/10</a:t>
            </a:fld>
            <a:endParaRPr lang="en-US" altLang="zh-CN"/>
          </a:p>
        </p:txBody>
      </p:sp>
      <p:sp>
        <p:nvSpPr>
          <p:cNvPr id="6" name="Rectangle 15"/>
          <p:cNvSpPr>
            <a:spLocks noGrp="1" noChangeArrowheads="1"/>
          </p:cNvSpPr>
          <p:nvPr>
            <p:ph type="ftr" sz="quarter" idx="11"/>
          </p:nvPr>
        </p:nvSpPr>
        <p:spPr>
          <a:xfrm>
            <a:off x="3429000" y="6248400"/>
            <a:ext cx="2895600" cy="457200"/>
          </a:xfrm>
        </p:spPr>
        <p:txBody>
          <a:bodyPr/>
          <a:lstStyle>
            <a:lvl1pPr>
              <a:defRPr>
                <a:solidFill>
                  <a:schemeClr val="bg2"/>
                </a:solidFill>
                <a:latin typeface="+mn-lt"/>
              </a:defRPr>
            </a:lvl1pPr>
          </a:lstStyle>
          <a:p>
            <a:pPr>
              <a:defRPr/>
            </a:pPr>
            <a:r>
              <a:rPr lang="en-US" altLang="zh-CN"/>
              <a:t>《数据库系统概论》- 第1章</a:t>
            </a:r>
          </a:p>
        </p:txBody>
      </p:sp>
      <p:sp>
        <p:nvSpPr>
          <p:cNvPr id="7" name="Rectangle 16"/>
          <p:cNvSpPr>
            <a:spLocks noGrp="1" noChangeArrowheads="1"/>
          </p:cNvSpPr>
          <p:nvPr>
            <p:ph type="sldNum" sz="quarter" idx="12"/>
          </p:nvPr>
        </p:nvSpPr>
        <p:spPr>
          <a:xfrm>
            <a:off x="6858000" y="6248400"/>
            <a:ext cx="1905000" cy="457200"/>
          </a:xfrm>
        </p:spPr>
        <p:txBody>
          <a:bodyPr/>
          <a:lstStyle>
            <a:lvl1pPr>
              <a:defRPr>
                <a:solidFill>
                  <a:schemeClr val="bg2"/>
                </a:solidFill>
                <a:latin typeface="+mn-lt"/>
              </a:defRPr>
            </a:lvl1pPr>
          </a:lstStyle>
          <a:p>
            <a:pPr>
              <a:defRPr/>
            </a:pPr>
            <a:fld id="{355E2440-6E8B-4754-977C-8D06A1AB93B6}" type="slidenum">
              <a:rPr lang="en-US" altLang="zh-CN"/>
              <a:pPr>
                <a:defRPr/>
              </a:pPr>
              <a:t>‹#›</a:t>
            </a:fld>
            <a:endParaRPr lang="en-US" altLang="zh-CN"/>
          </a:p>
        </p:txBody>
      </p:sp>
    </p:spTree>
    <p:extLst>
      <p:ext uri="{BB962C8B-B14F-4D97-AF65-F5344CB8AC3E}">
        <p14:creationId xmlns:p14="http://schemas.microsoft.com/office/powerpoint/2010/main" val="3931744566"/>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p:txBody>
          <a:bodyPr/>
          <a:lstStyle>
            <a:lvl1pPr>
              <a:defRPr/>
            </a:lvl1pPr>
          </a:lstStyle>
          <a:p>
            <a:pPr>
              <a:defRPr/>
            </a:pPr>
            <a:fld id="{738512F7-16C8-4D97-ABA0-FDF257DF34C7}" type="datetime1">
              <a:rPr lang="zh-CN" altLang="en-US"/>
              <a:pPr>
                <a:defRPr/>
              </a:pPr>
              <a:t>2025/9/10</a:t>
            </a:fld>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r>
              <a:rPr lang="en-US" altLang="zh-CN"/>
              <a:t>《数据库系统概论》- 第1章</a:t>
            </a:r>
          </a:p>
        </p:txBody>
      </p:sp>
      <p:sp>
        <p:nvSpPr>
          <p:cNvPr id="6" name="Rectangle 13"/>
          <p:cNvSpPr>
            <a:spLocks noGrp="1" noChangeArrowheads="1"/>
          </p:cNvSpPr>
          <p:nvPr>
            <p:ph type="sldNum" sz="quarter" idx="12"/>
          </p:nvPr>
        </p:nvSpPr>
        <p:spPr/>
        <p:txBody>
          <a:bodyPr/>
          <a:lstStyle>
            <a:lvl1pPr>
              <a:defRPr smtClean="0"/>
            </a:lvl1pPr>
          </a:lstStyle>
          <a:p>
            <a:pPr>
              <a:defRPr/>
            </a:pPr>
            <a:fld id="{C03E185F-BD63-415B-91CE-225A42695DCA}" type="slidenum">
              <a:rPr lang="en-US" altLang="zh-CN" smtClean="0"/>
              <a:pPr>
                <a:defRPr/>
              </a:pPr>
              <a:t>‹#›</a:t>
            </a:fld>
            <a:r>
              <a:rPr lang="en-US" altLang="zh-CN" dirty="0"/>
              <a:t>/90</a:t>
            </a:r>
          </a:p>
        </p:txBody>
      </p:sp>
    </p:spTree>
    <p:extLst>
      <p:ext uri="{BB962C8B-B14F-4D97-AF65-F5344CB8AC3E}">
        <p14:creationId xmlns:p14="http://schemas.microsoft.com/office/powerpoint/2010/main" val="2135245255"/>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1"/>
          <p:cNvSpPr>
            <a:spLocks noGrp="1" noChangeArrowheads="1"/>
          </p:cNvSpPr>
          <p:nvPr>
            <p:ph type="dt" sz="half" idx="10"/>
          </p:nvPr>
        </p:nvSpPr>
        <p:spPr/>
        <p:txBody>
          <a:bodyPr/>
          <a:lstStyle>
            <a:lvl1pPr>
              <a:defRPr/>
            </a:lvl1pPr>
          </a:lstStyle>
          <a:p>
            <a:pPr>
              <a:defRPr/>
            </a:pPr>
            <a:fld id="{8CFCF1FC-0818-4519-A5E5-98158F0C5A6B}" type="datetime1">
              <a:rPr lang="zh-CN" altLang="en-US"/>
              <a:pPr>
                <a:defRPr/>
              </a:pPr>
              <a:t>2025/9/10</a:t>
            </a:fld>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r>
              <a:rPr lang="en-US" altLang="zh-CN"/>
              <a:t>《数据库系统概论》- 第1章</a:t>
            </a:r>
          </a:p>
        </p:txBody>
      </p:sp>
      <p:sp>
        <p:nvSpPr>
          <p:cNvPr id="6" name="Rectangle 13"/>
          <p:cNvSpPr>
            <a:spLocks noGrp="1" noChangeArrowheads="1"/>
          </p:cNvSpPr>
          <p:nvPr>
            <p:ph type="sldNum" sz="quarter" idx="12"/>
          </p:nvPr>
        </p:nvSpPr>
        <p:spPr/>
        <p:txBody>
          <a:bodyPr/>
          <a:lstStyle>
            <a:lvl1pPr>
              <a:defRPr smtClean="0"/>
            </a:lvl1pPr>
          </a:lstStyle>
          <a:p>
            <a:pPr>
              <a:defRPr/>
            </a:pPr>
            <a:fld id="{927D598E-F538-41C9-954B-5D0D690212F9}" type="slidenum">
              <a:rPr lang="en-US" altLang="zh-CN"/>
              <a:pPr>
                <a:defRPr/>
              </a:pPr>
              <a:t>‹#›</a:t>
            </a:fld>
            <a:r>
              <a:rPr lang="en-US" altLang="zh-CN" dirty="0"/>
              <a:t>/102</a:t>
            </a:r>
          </a:p>
        </p:txBody>
      </p:sp>
    </p:spTree>
    <p:extLst>
      <p:ext uri="{BB962C8B-B14F-4D97-AF65-F5344CB8AC3E}">
        <p14:creationId xmlns:p14="http://schemas.microsoft.com/office/powerpoint/2010/main" val="2972908633"/>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447800"/>
            <a:ext cx="4095750" cy="46847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857750" y="1447800"/>
            <a:ext cx="4097338" cy="46847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p:cNvSpPr>
            <a:spLocks noGrp="1" noChangeArrowheads="1"/>
          </p:cNvSpPr>
          <p:nvPr>
            <p:ph type="dt" sz="half" idx="10"/>
          </p:nvPr>
        </p:nvSpPr>
        <p:spPr/>
        <p:txBody>
          <a:bodyPr/>
          <a:lstStyle>
            <a:lvl1pPr>
              <a:defRPr/>
            </a:lvl1pPr>
          </a:lstStyle>
          <a:p>
            <a:pPr>
              <a:defRPr/>
            </a:pPr>
            <a:fld id="{0E6A5068-7196-4B83-982B-59BD6406C3C9}" type="datetime1">
              <a:rPr lang="zh-CN" altLang="en-US"/>
              <a:pPr>
                <a:defRPr/>
              </a:pPr>
              <a:t>2025/9/10</a:t>
            </a:fld>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r>
              <a:rPr lang="en-US" altLang="zh-CN"/>
              <a:t>《数据库系统概论》- 第1章</a:t>
            </a:r>
          </a:p>
        </p:txBody>
      </p:sp>
      <p:sp>
        <p:nvSpPr>
          <p:cNvPr id="7" name="Rectangle 13"/>
          <p:cNvSpPr>
            <a:spLocks noGrp="1" noChangeArrowheads="1"/>
          </p:cNvSpPr>
          <p:nvPr>
            <p:ph type="sldNum" sz="quarter" idx="12"/>
          </p:nvPr>
        </p:nvSpPr>
        <p:spPr/>
        <p:txBody>
          <a:bodyPr/>
          <a:lstStyle>
            <a:lvl1pPr>
              <a:defRPr smtClean="0"/>
            </a:lvl1pPr>
          </a:lstStyle>
          <a:p>
            <a:pPr>
              <a:defRPr/>
            </a:pPr>
            <a:fld id="{2924905E-0C68-43D4-AAF8-DF5E393E6E18}" type="slidenum">
              <a:rPr lang="en-US" altLang="zh-CN"/>
              <a:pPr>
                <a:defRPr/>
              </a:pPr>
              <a:t>‹#›</a:t>
            </a:fld>
            <a:r>
              <a:rPr lang="en-US" altLang="zh-CN" dirty="0"/>
              <a:t>/102</a:t>
            </a:r>
          </a:p>
        </p:txBody>
      </p:sp>
    </p:spTree>
    <p:extLst>
      <p:ext uri="{BB962C8B-B14F-4D97-AF65-F5344CB8AC3E}">
        <p14:creationId xmlns:p14="http://schemas.microsoft.com/office/powerpoint/2010/main" val="4112907185"/>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p:cNvSpPr>
            <a:spLocks noGrp="1" noChangeArrowheads="1"/>
          </p:cNvSpPr>
          <p:nvPr>
            <p:ph type="dt" sz="half" idx="10"/>
          </p:nvPr>
        </p:nvSpPr>
        <p:spPr/>
        <p:txBody>
          <a:bodyPr/>
          <a:lstStyle>
            <a:lvl1pPr>
              <a:defRPr/>
            </a:lvl1pPr>
          </a:lstStyle>
          <a:p>
            <a:pPr>
              <a:defRPr/>
            </a:pPr>
            <a:fld id="{82E62CC8-3325-4A7F-916A-81B301721417}" type="datetime1">
              <a:rPr lang="zh-CN" altLang="en-US"/>
              <a:pPr>
                <a:defRPr/>
              </a:pPr>
              <a:t>2025/9/10</a:t>
            </a:fld>
            <a:endParaRPr lang="en-US" altLang="zh-CN"/>
          </a:p>
        </p:txBody>
      </p:sp>
      <p:sp>
        <p:nvSpPr>
          <p:cNvPr id="8" name="Rectangle 12"/>
          <p:cNvSpPr>
            <a:spLocks noGrp="1" noChangeArrowheads="1"/>
          </p:cNvSpPr>
          <p:nvPr>
            <p:ph type="ftr" sz="quarter" idx="11"/>
          </p:nvPr>
        </p:nvSpPr>
        <p:spPr/>
        <p:txBody>
          <a:bodyPr/>
          <a:lstStyle>
            <a:lvl1pPr>
              <a:defRPr/>
            </a:lvl1pPr>
          </a:lstStyle>
          <a:p>
            <a:pPr>
              <a:defRPr/>
            </a:pPr>
            <a:r>
              <a:rPr lang="en-US" altLang="zh-CN"/>
              <a:t>《数据库系统概论》- 第1章</a:t>
            </a:r>
          </a:p>
        </p:txBody>
      </p:sp>
      <p:sp>
        <p:nvSpPr>
          <p:cNvPr id="9" name="Rectangle 13"/>
          <p:cNvSpPr>
            <a:spLocks noGrp="1" noChangeArrowheads="1"/>
          </p:cNvSpPr>
          <p:nvPr>
            <p:ph type="sldNum" sz="quarter" idx="12"/>
          </p:nvPr>
        </p:nvSpPr>
        <p:spPr/>
        <p:txBody>
          <a:bodyPr/>
          <a:lstStyle>
            <a:lvl1pPr>
              <a:defRPr smtClean="0"/>
            </a:lvl1pPr>
          </a:lstStyle>
          <a:p>
            <a:pPr>
              <a:defRPr/>
            </a:pPr>
            <a:fld id="{63B567E8-8053-42CA-A830-D1425CD340F8}" type="slidenum">
              <a:rPr lang="en-US" altLang="zh-CN"/>
              <a:pPr>
                <a:defRPr/>
              </a:pPr>
              <a:t>‹#›</a:t>
            </a:fld>
            <a:r>
              <a:rPr lang="en-US" altLang="zh-CN" dirty="0"/>
              <a:t>/102</a:t>
            </a:r>
          </a:p>
        </p:txBody>
      </p:sp>
    </p:spTree>
    <p:extLst>
      <p:ext uri="{BB962C8B-B14F-4D97-AF65-F5344CB8AC3E}">
        <p14:creationId xmlns:p14="http://schemas.microsoft.com/office/powerpoint/2010/main" val="1267923672"/>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1"/>
          <p:cNvSpPr>
            <a:spLocks noGrp="1" noChangeArrowheads="1"/>
          </p:cNvSpPr>
          <p:nvPr>
            <p:ph type="dt" sz="half" idx="10"/>
          </p:nvPr>
        </p:nvSpPr>
        <p:spPr/>
        <p:txBody>
          <a:bodyPr/>
          <a:lstStyle>
            <a:lvl1pPr>
              <a:defRPr/>
            </a:lvl1pPr>
          </a:lstStyle>
          <a:p>
            <a:pPr>
              <a:defRPr/>
            </a:pPr>
            <a:fld id="{3FAD6C82-9260-4CDD-A7A0-E24E36AF79B5}" type="datetime1">
              <a:rPr lang="zh-CN" altLang="en-US"/>
              <a:pPr>
                <a:defRPr/>
              </a:pPr>
              <a:t>2025/9/10</a:t>
            </a:fld>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r>
              <a:rPr lang="en-US" altLang="zh-CN"/>
              <a:t>《数据库系统概论》- 第1章</a:t>
            </a:r>
          </a:p>
        </p:txBody>
      </p:sp>
      <p:sp>
        <p:nvSpPr>
          <p:cNvPr id="5" name="Rectangle 13"/>
          <p:cNvSpPr>
            <a:spLocks noGrp="1" noChangeArrowheads="1"/>
          </p:cNvSpPr>
          <p:nvPr>
            <p:ph type="sldNum" sz="quarter" idx="12"/>
          </p:nvPr>
        </p:nvSpPr>
        <p:spPr/>
        <p:txBody>
          <a:bodyPr/>
          <a:lstStyle>
            <a:lvl1pPr>
              <a:defRPr smtClean="0"/>
            </a:lvl1pPr>
          </a:lstStyle>
          <a:p>
            <a:pPr>
              <a:defRPr/>
            </a:pPr>
            <a:fld id="{45CCA0D0-B72D-4E93-8F15-7A5027267A4D}" type="slidenum">
              <a:rPr lang="en-US" altLang="zh-CN"/>
              <a:pPr>
                <a:defRPr/>
              </a:pPr>
              <a:t>‹#›</a:t>
            </a:fld>
            <a:r>
              <a:rPr lang="en-US" altLang="zh-CN" dirty="0"/>
              <a:t>/102</a:t>
            </a:r>
          </a:p>
        </p:txBody>
      </p:sp>
    </p:spTree>
    <p:extLst>
      <p:ext uri="{BB962C8B-B14F-4D97-AF65-F5344CB8AC3E}">
        <p14:creationId xmlns:p14="http://schemas.microsoft.com/office/powerpoint/2010/main" val="3540605055"/>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p:txBody>
          <a:bodyPr/>
          <a:lstStyle>
            <a:lvl1pPr>
              <a:defRPr/>
            </a:lvl1pPr>
          </a:lstStyle>
          <a:p>
            <a:pPr>
              <a:defRPr/>
            </a:pPr>
            <a:fld id="{C07CC14F-53F4-4B43-97C5-955EF28A518C}" type="datetime1">
              <a:rPr lang="zh-CN" altLang="en-US"/>
              <a:pPr>
                <a:defRPr/>
              </a:pPr>
              <a:t>2025/9/10</a:t>
            </a:fld>
            <a:endParaRPr lang="en-US" altLang="zh-CN"/>
          </a:p>
        </p:txBody>
      </p:sp>
      <p:sp>
        <p:nvSpPr>
          <p:cNvPr id="3" name="Rectangle 12"/>
          <p:cNvSpPr>
            <a:spLocks noGrp="1" noChangeArrowheads="1"/>
          </p:cNvSpPr>
          <p:nvPr>
            <p:ph type="ftr" sz="quarter" idx="11"/>
          </p:nvPr>
        </p:nvSpPr>
        <p:spPr/>
        <p:txBody>
          <a:bodyPr/>
          <a:lstStyle>
            <a:lvl1pPr>
              <a:defRPr/>
            </a:lvl1pPr>
          </a:lstStyle>
          <a:p>
            <a:pPr>
              <a:defRPr/>
            </a:pPr>
            <a:r>
              <a:rPr lang="en-US" altLang="zh-CN"/>
              <a:t>《数据库系统概论》- 第1章</a:t>
            </a:r>
          </a:p>
        </p:txBody>
      </p:sp>
      <p:sp>
        <p:nvSpPr>
          <p:cNvPr id="4" name="Rectangle 13"/>
          <p:cNvSpPr>
            <a:spLocks noGrp="1" noChangeArrowheads="1"/>
          </p:cNvSpPr>
          <p:nvPr>
            <p:ph type="sldNum" sz="quarter" idx="12"/>
          </p:nvPr>
        </p:nvSpPr>
        <p:spPr/>
        <p:txBody>
          <a:bodyPr/>
          <a:lstStyle>
            <a:lvl1pPr>
              <a:defRPr smtClean="0"/>
            </a:lvl1pPr>
          </a:lstStyle>
          <a:p>
            <a:pPr>
              <a:defRPr/>
            </a:pPr>
            <a:fld id="{28F7B512-82B4-47BE-A2CA-D6B3CC3E3531}" type="slidenum">
              <a:rPr lang="en-US" altLang="zh-CN"/>
              <a:pPr>
                <a:defRPr/>
              </a:pPr>
              <a:t>‹#›</a:t>
            </a:fld>
            <a:r>
              <a:rPr lang="en-US" altLang="zh-CN" dirty="0"/>
              <a:t>/102</a:t>
            </a:r>
          </a:p>
        </p:txBody>
      </p:sp>
    </p:spTree>
    <p:extLst>
      <p:ext uri="{BB962C8B-B14F-4D97-AF65-F5344CB8AC3E}">
        <p14:creationId xmlns:p14="http://schemas.microsoft.com/office/powerpoint/2010/main" val="595324052"/>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p:txBody>
          <a:bodyPr/>
          <a:lstStyle>
            <a:lvl1pPr>
              <a:defRPr/>
            </a:lvl1pPr>
          </a:lstStyle>
          <a:p>
            <a:pPr>
              <a:defRPr/>
            </a:pPr>
            <a:fld id="{9B018CFF-031B-45EF-8351-CD4F21B0D5E3}" type="datetime1">
              <a:rPr lang="zh-CN" altLang="en-US"/>
              <a:pPr>
                <a:defRPr/>
              </a:pPr>
              <a:t>2025/9/10</a:t>
            </a:fld>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r>
              <a:rPr lang="en-US" altLang="zh-CN"/>
              <a:t>《数据库系统概论》- 第1章</a:t>
            </a:r>
          </a:p>
        </p:txBody>
      </p:sp>
      <p:sp>
        <p:nvSpPr>
          <p:cNvPr id="7" name="Rectangle 13"/>
          <p:cNvSpPr>
            <a:spLocks noGrp="1" noChangeArrowheads="1"/>
          </p:cNvSpPr>
          <p:nvPr>
            <p:ph type="sldNum" sz="quarter" idx="12"/>
          </p:nvPr>
        </p:nvSpPr>
        <p:spPr/>
        <p:txBody>
          <a:bodyPr/>
          <a:lstStyle>
            <a:lvl1pPr>
              <a:defRPr smtClean="0"/>
            </a:lvl1pPr>
          </a:lstStyle>
          <a:p>
            <a:pPr>
              <a:defRPr/>
            </a:pPr>
            <a:fld id="{DBBB90A5-8C1D-4B6C-B694-F7C9F1CA3BC9}" type="slidenum">
              <a:rPr lang="en-US" altLang="zh-CN"/>
              <a:pPr>
                <a:defRPr/>
              </a:pPr>
              <a:t>‹#›</a:t>
            </a:fld>
            <a:r>
              <a:rPr lang="en-US" altLang="zh-CN" dirty="0"/>
              <a:t>/102</a:t>
            </a:r>
          </a:p>
        </p:txBody>
      </p:sp>
    </p:spTree>
    <p:extLst>
      <p:ext uri="{BB962C8B-B14F-4D97-AF65-F5344CB8AC3E}">
        <p14:creationId xmlns:p14="http://schemas.microsoft.com/office/powerpoint/2010/main" val="3529761301"/>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p:txBody>
          <a:bodyPr/>
          <a:lstStyle>
            <a:lvl1pPr>
              <a:defRPr/>
            </a:lvl1pPr>
          </a:lstStyle>
          <a:p>
            <a:pPr>
              <a:defRPr/>
            </a:pPr>
            <a:fld id="{C20363B4-C8A9-4714-8871-F3EC0D4F500B}" type="datetime1">
              <a:rPr lang="zh-CN" altLang="en-US"/>
              <a:pPr>
                <a:defRPr/>
              </a:pPr>
              <a:t>2025/9/10</a:t>
            </a:fld>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r>
              <a:rPr lang="en-US" altLang="zh-CN"/>
              <a:t>《数据库系统概论》- 第1章</a:t>
            </a:r>
          </a:p>
        </p:txBody>
      </p:sp>
      <p:sp>
        <p:nvSpPr>
          <p:cNvPr id="7" name="Rectangle 13"/>
          <p:cNvSpPr>
            <a:spLocks noGrp="1" noChangeArrowheads="1"/>
          </p:cNvSpPr>
          <p:nvPr>
            <p:ph type="sldNum" sz="quarter" idx="12"/>
          </p:nvPr>
        </p:nvSpPr>
        <p:spPr/>
        <p:txBody>
          <a:bodyPr/>
          <a:lstStyle>
            <a:lvl1pPr>
              <a:defRPr smtClean="0"/>
            </a:lvl1pPr>
          </a:lstStyle>
          <a:p>
            <a:pPr>
              <a:defRPr/>
            </a:pPr>
            <a:fld id="{BA433F64-DA2B-4C0F-8A66-BB36CA84250E}" type="slidenum">
              <a:rPr lang="en-US" altLang="zh-CN"/>
              <a:pPr>
                <a:defRPr/>
              </a:pPr>
              <a:t>‹#›</a:t>
            </a:fld>
            <a:r>
              <a:rPr lang="en-US" altLang="zh-CN" dirty="0"/>
              <a:t>/102</a:t>
            </a:r>
          </a:p>
        </p:txBody>
      </p:sp>
    </p:spTree>
    <p:extLst>
      <p:ext uri="{BB962C8B-B14F-4D97-AF65-F5344CB8AC3E}">
        <p14:creationId xmlns:p14="http://schemas.microsoft.com/office/powerpoint/2010/main" val="2249928305"/>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p:txBody>
          <a:bodyPr/>
          <a:lstStyle>
            <a:lvl1pPr>
              <a:defRPr/>
            </a:lvl1pPr>
          </a:lstStyle>
          <a:p>
            <a:pPr>
              <a:defRPr/>
            </a:pPr>
            <a:fld id="{71AED7A4-63DA-45B6-BD57-FE65A6D4914B}" type="datetime1">
              <a:rPr lang="zh-CN" altLang="en-US"/>
              <a:pPr>
                <a:defRPr/>
              </a:pPr>
              <a:t>2025/9/10</a:t>
            </a:fld>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r>
              <a:rPr lang="en-US" altLang="zh-CN"/>
              <a:t>《数据库系统概论》- 第1章</a:t>
            </a:r>
          </a:p>
        </p:txBody>
      </p:sp>
      <p:sp>
        <p:nvSpPr>
          <p:cNvPr id="6" name="Rectangle 13"/>
          <p:cNvSpPr>
            <a:spLocks noGrp="1" noChangeArrowheads="1"/>
          </p:cNvSpPr>
          <p:nvPr>
            <p:ph type="sldNum" sz="quarter" idx="12"/>
          </p:nvPr>
        </p:nvSpPr>
        <p:spPr/>
        <p:txBody>
          <a:bodyPr/>
          <a:lstStyle>
            <a:lvl1pPr>
              <a:defRPr smtClean="0"/>
            </a:lvl1pPr>
          </a:lstStyle>
          <a:p>
            <a:pPr>
              <a:defRPr/>
            </a:pPr>
            <a:fld id="{8003098F-4293-415B-BD41-0767C90499DD}" type="slidenum">
              <a:rPr lang="en-US" altLang="zh-CN"/>
              <a:pPr>
                <a:defRPr/>
              </a:pPr>
              <a:t>‹#›</a:t>
            </a:fld>
            <a:r>
              <a:rPr lang="en-US" altLang="zh-CN" dirty="0"/>
              <a:t>/102</a:t>
            </a:r>
          </a:p>
        </p:txBody>
      </p:sp>
    </p:spTree>
    <p:extLst>
      <p:ext uri="{BB962C8B-B14F-4D97-AF65-F5344CB8AC3E}">
        <p14:creationId xmlns:p14="http://schemas.microsoft.com/office/powerpoint/2010/main" val="2549770582"/>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69113" y="381000"/>
            <a:ext cx="2085975" cy="575151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381000"/>
            <a:ext cx="6107113" cy="575151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p:txBody>
          <a:bodyPr/>
          <a:lstStyle>
            <a:lvl1pPr>
              <a:defRPr/>
            </a:lvl1pPr>
          </a:lstStyle>
          <a:p>
            <a:pPr>
              <a:defRPr/>
            </a:pPr>
            <a:fld id="{29EF255C-583E-4F24-9062-9C8F8E17A54D}" type="datetime1">
              <a:rPr lang="zh-CN" altLang="en-US"/>
              <a:pPr>
                <a:defRPr/>
              </a:pPr>
              <a:t>2025/9/10</a:t>
            </a:fld>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r>
              <a:rPr lang="en-US" altLang="zh-CN"/>
              <a:t>《数据库系统概论》- 第1章</a:t>
            </a:r>
          </a:p>
        </p:txBody>
      </p:sp>
      <p:sp>
        <p:nvSpPr>
          <p:cNvPr id="6" name="Rectangle 13"/>
          <p:cNvSpPr>
            <a:spLocks noGrp="1" noChangeArrowheads="1"/>
          </p:cNvSpPr>
          <p:nvPr>
            <p:ph type="sldNum" sz="quarter" idx="12"/>
          </p:nvPr>
        </p:nvSpPr>
        <p:spPr/>
        <p:txBody>
          <a:bodyPr/>
          <a:lstStyle>
            <a:lvl1pPr>
              <a:defRPr smtClean="0"/>
            </a:lvl1pPr>
          </a:lstStyle>
          <a:p>
            <a:pPr>
              <a:defRPr/>
            </a:pPr>
            <a:fld id="{C155BF62-27D1-4E68-B118-39199631D5F8}" type="slidenum">
              <a:rPr lang="en-US" altLang="zh-CN"/>
              <a:pPr>
                <a:defRPr/>
              </a:pPr>
              <a:t>‹#›</a:t>
            </a:fld>
            <a:r>
              <a:rPr lang="en-US" altLang="zh-CN" dirty="0"/>
              <a:t>/102</a:t>
            </a:r>
          </a:p>
        </p:txBody>
      </p:sp>
    </p:spTree>
    <p:extLst>
      <p:ext uri="{BB962C8B-B14F-4D97-AF65-F5344CB8AC3E}">
        <p14:creationId xmlns:p14="http://schemas.microsoft.com/office/powerpoint/2010/main" val="3941250944"/>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9"/>
          <p:cNvSpPr>
            <a:spLocks noGrp="1" noChangeArrowheads="1"/>
          </p:cNvSpPr>
          <p:nvPr>
            <p:ph type="title"/>
          </p:nvPr>
        </p:nvSpPr>
        <p:spPr bwMode="auto">
          <a:xfrm>
            <a:off x="838200" y="381000"/>
            <a:ext cx="81057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Rectangle 10"/>
          <p:cNvSpPr>
            <a:spLocks noGrp="1" noChangeArrowheads="1"/>
          </p:cNvSpPr>
          <p:nvPr>
            <p:ph type="body" idx="1"/>
          </p:nvPr>
        </p:nvSpPr>
        <p:spPr bwMode="auto">
          <a:xfrm>
            <a:off x="609600" y="1447800"/>
            <a:ext cx="8345488" cy="4684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7659" name="Rectangle 11"/>
          <p:cNvSpPr>
            <a:spLocks noGrp="1" noChangeArrowheads="1"/>
          </p:cNvSpPr>
          <p:nvPr>
            <p:ph type="dt" sz="half" idx="2"/>
          </p:nvPr>
        </p:nvSpPr>
        <p:spPr bwMode="auto">
          <a:xfrm>
            <a:off x="6096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SzTx/>
              <a:buFontTx/>
              <a:buNone/>
              <a:defRPr sz="1400">
                <a:solidFill>
                  <a:schemeClr val="tx1"/>
                </a:solidFill>
                <a:latin typeface="Times New Roman" pitchFamily="18" charset="0"/>
                <a:ea typeface="宋体" pitchFamily="2" charset="-122"/>
              </a:defRPr>
            </a:lvl1pPr>
          </a:lstStyle>
          <a:p>
            <a:pPr>
              <a:defRPr/>
            </a:pPr>
            <a:fld id="{B6D82733-4DE2-468A-8C5E-D43B9F0421A1}" type="datetime1">
              <a:rPr lang="zh-CN" altLang="en-US"/>
              <a:pPr>
                <a:defRPr/>
              </a:pPr>
              <a:t>2025/9/10</a:t>
            </a:fld>
            <a:endParaRPr lang="en-US" altLang="zh-CN"/>
          </a:p>
        </p:txBody>
      </p:sp>
      <p:sp>
        <p:nvSpPr>
          <p:cNvPr id="27660" name="Rectangle 12"/>
          <p:cNvSpPr>
            <a:spLocks noGrp="1" noChangeArrowheads="1"/>
          </p:cNvSpPr>
          <p:nvPr>
            <p:ph type="ftr" sz="quarter" idx="3"/>
          </p:nvPr>
        </p:nvSpPr>
        <p:spPr bwMode="auto">
          <a:xfrm>
            <a:off x="3276600" y="624363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spcBef>
                <a:spcPct val="0"/>
              </a:spcBef>
              <a:buClrTx/>
              <a:buSzTx/>
              <a:buFontTx/>
              <a:buNone/>
              <a:defRPr sz="1400">
                <a:solidFill>
                  <a:schemeClr val="tx1"/>
                </a:solidFill>
                <a:latin typeface="Times New Roman" pitchFamily="18" charset="0"/>
                <a:ea typeface="宋体" pitchFamily="2" charset="-122"/>
              </a:defRPr>
            </a:lvl1pPr>
          </a:lstStyle>
          <a:p>
            <a:pPr>
              <a:defRPr/>
            </a:pPr>
            <a:r>
              <a:rPr lang="en-US" altLang="zh-CN"/>
              <a:t>《数据库系统概论》- 第1章</a:t>
            </a:r>
          </a:p>
        </p:txBody>
      </p:sp>
      <p:sp>
        <p:nvSpPr>
          <p:cNvPr id="27661" name="Rectangle 13"/>
          <p:cNvSpPr>
            <a:spLocks noGrp="1" noChangeArrowheads="1"/>
          </p:cNvSpPr>
          <p:nvPr>
            <p:ph type="sldNum" sz="quarter" idx="4"/>
          </p:nvPr>
        </p:nvSpPr>
        <p:spPr bwMode="auto">
          <a:xfrm>
            <a:off x="70421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SzTx/>
              <a:buFontTx/>
              <a:buNone/>
              <a:defRPr sz="1400">
                <a:solidFill>
                  <a:schemeClr val="tx1"/>
                </a:solidFill>
                <a:latin typeface="Times New Roman" pitchFamily="18" charset="0"/>
                <a:ea typeface="宋体" pitchFamily="2" charset="-122"/>
              </a:defRPr>
            </a:lvl1pPr>
          </a:lstStyle>
          <a:p>
            <a:pPr>
              <a:defRPr/>
            </a:pPr>
            <a:fld id="{AF82112C-2DB4-46D9-A580-14B28F1229D0}" type="slidenum">
              <a:rPr lang="en-US" altLang="zh-CN"/>
              <a:pPr>
                <a:defRPr/>
              </a:pPr>
              <a:t>‹#›</a:t>
            </a:fld>
            <a:r>
              <a:rPr lang="en-US" altLang="zh-CN" dirty="0"/>
              <a:t>/94</a:t>
            </a:r>
          </a:p>
        </p:txBody>
      </p:sp>
      <p:pic>
        <p:nvPicPr>
          <p:cNvPr id="1031" name="Picture 25" descr="redBa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38200" y="1219200"/>
            <a:ext cx="7924800" cy="15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transition>
    <p:fade/>
  </p:transition>
  <p:hf hdr="0"/>
  <p:txStyles>
    <p:titleStyle>
      <a:lvl1pPr algn="l" rtl="0" eaLnBrk="0" fontAlgn="base" hangingPunct="0">
        <a:spcBef>
          <a:spcPct val="0"/>
        </a:spcBef>
        <a:spcAft>
          <a:spcPct val="0"/>
        </a:spcAft>
        <a:defRPr sz="3200">
          <a:solidFill>
            <a:schemeClr val="tx2"/>
          </a:solidFill>
          <a:latin typeface="Times New Roman" panose="02020603050405020304" pitchFamily="18" charset="0"/>
          <a:ea typeface="+mj-ea"/>
          <a:cs typeface="Times New Roman" panose="02020603050405020304" pitchFamily="18" charset="0"/>
        </a:defRPr>
      </a:lvl1pPr>
      <a:lvl2pPr algn="l" rtl="0" eaLnBrk="0" fontAlgn="base" hangingPunct="0">
        <a:spcBef>
          <a:spcPct val="0"/>
        </a:spcBef>
        <a:spcAft>
          <a:spcPct val="0"/>
        </a:spcAft>
        <a:defRPr sz="3200">
          <a:solidFill>
            <a:schemeClr val="tx2"/>
          </a:solidFill>
          <a:latin typeface="Times New Roman" pitchFamily="18" charset="0"/>
          <a:ea typeface="宋体" pitchFamily="2" charset="-122"/>
          <a:cs typeface="Times New Roman" pitchFamily="18" charset="0"/>
        </a:defRPr>
      </a:lvl2pPr>
      <a:lvl3pPr algn="l" rtl="0" eaLnBrk="0" fontAlgn="base" hangingPunct="0">
        <a:spcBef>
          <a:spcPct val="0"/>
        </a:spcBef>
        <a:spcAft>
          <a:spcPct val="0"/>
        </a:spcAft>
        <a:defRPr sz="3200">
          <a:solidFill>
            <a:schemeClr val="tx2"/>
          </a:solidFill>
          <a:latin typeface="Times New Roman" pitchFamily="18" charset="0"/>
          <a:ea typeface="宋体" pitchFamily="2" charset="-122"/>
          <a:cs typeface="Times New Roman" pitchFamily="18" charset="0"/>
        </a:defRPr>
      </a:lvl3pPr>
      <a:lvl4pPr algn="l" rtl="0" eaLnBrk="0" fontAlgn="base" hangingPunct="0">
        <a:spcBef>
          <a:spcPct val="0"/>
        </a:spcBef>
        <a:spcAft>
          <a:spcPct val="0"/>
        </a:spcAft>
        <a:defRPr sz="3200">
          <a:solidFill>
            <a:schemeClr val="tx2"/>
          </a:solidFill>
          <a:latin typeface="Times New Roman" pitchFamily="18" charset="0"/>
          <a:ea typeface="宋体" pitchFamily="2" charset="-122"/>
          <a:cs typeface="Times New Roman" pitchFamily="18" charset="0"/>
        </a:defRPr>
      </a:lvl4pPr>
      <a:lvl5pPr algn="l" rtl="0" eaLnBrk="0" fontAlgn="base" hangingPunct="0">
        <a:spcBef>
          <a:spcPct val="0"/>
        </a:spcBef>
        <a:spcAft>
          <a:spcPct val="0"/>
        </a:spcAft>
        <a:defRPr sz="3200">
          <a:solidFill>
            <a:schemeClr val="tx2"/>
          </a:solidFill>
          <a:latin typeface="Times New Roman" pitchFamily="18" charset="0"/>
          <a:ea typeface="宋体" pitchFamily="2" charset="-122"/>
          <a:cs typeface="Times New Roman" pitchFamily="18" charset="0"/>
        </a:defRPr>
      </a:lvl5pPr>
      <a:lvl6pPr marL="457200" algn="l" rtl="0" fontAlgn="base">
        <a:spcBef>
          <a:spcPct val="0"/>
        </a:spcBef>
        <a:spcAft>
          <a:spcPct val="0"/>
        </a:spcAft>
        <a:defRPr sz="3200">
          <a:solidFill>
            <a:schemeClr val="tx2"/>
          </a:solidFill>
          <a:latin typeface="Tahoma" pitchFamily="34" charset="0"/>
          <a:ea typeface="宋体" pitchFamily="2" charset="-122"/>
        </a:defRPr>
      </a:lvl6pPr>
      <a:lvl7pPr marL="914400" algn="l" rtl="0" fontAlgn="base">
        <a:spcBef>
          <a:spcPct val="0"/>
        </a:spcBef>
        <a:spcAft>
          <a:spcPct val="0"/>
        </a:spcAft>
        <a:defRPr sz="3200">
          <a:solidFill>
            <a:schemeClr val="tx2"/>
          </a:solidFill>
          <a:latin typeface="Tahoma" pitchFamily="34" charset="0"/>
          <a:ea typeface="宋体" pitchFamily="2" charset="-122"/>
        </a:defRPr>
      </a:lvl7pPr>
      <a:lvl8pPr marL="1371600" algn="l" rtl="0" fontAlgn="base">
        <a:spcBef>
          <a:spcPct val="0"/>
        </a:spcBef>
        <a:spcAft>
          <a:spcPct val="0"/>
        </a:spcAft>
        <a:defRPr sz="3200">
          <a:solidFill>
            <a:schemeClr val="tx2"/>
          </a:solidFill>
          <a:latin typeface="Tahoma" pitchFamily="34" charset="0"/>
          <a:ea typeface="宋体" pitchFamily="2" charset="-122"/>
        </a:defRPr>
      </a:lvl8pPr>
      <a:lvl9pPr marL="1828800" algn="l" rtl="0" fontAlgn="base">
        <a:spcBef>
          <a:spcPct val="0"/>
        </a:spcBef>
        <a:spcAft>
          <a:spcPct val="0"/>
        </a:spcAft>
        <a:defRPr sz="3200">
          <a:solidFill>
            <a:schemeClr val="tx2"/>
          </a:solidFill>
          <a:latin typeface="Tahoma" pitchFamily="34"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7.wmf"/><Relationship Id="rId4" Type="http://schemas.openxmlformats.org/officeDocument/2006/relationships/oleObject" Target="../embeddings/oleObject2.bin"/></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ctrTitle"/>
          </p:nvPr>
        </p:nvSpPr>
        <p:spPr/>
        <p:txBody>
          <a:bodyPr/>
          <a:lstStyle/>
          <a:p>
            <a:pPr eaLnBrk="1" hangingPunct="1"/>
            <a:r>
              <a:rPr lang="zh-CN" altLang="en-US" sz="4000" dirty="0"/>
              <a:t>数据库系统概念</a:t>
            </a:r>
            <a:br>
              <a:rPr lang="zh-CN" altLang="en-US" sz="4000" dirty="0"/>
            </a:br>
            <a:r>
              <a:rPr lang="zh-CN" altLang="en-US" sz="900" dirty="0"/>
              <a:t/>
            </a:r>
            <a:br>
              <a:rPr lang="zh-CN" altLang="en-US" sz="900" dirty="0"/>
            </a:br>
            <a:r>
              <a:rPr lang="en-US" altLang="zh-CN" sz="2800" dirty="0"/>
              <a:t>Database System Concepts</a:t>
            </a:r>
          </a:p>
        </p:txBody>
      </p:sp>
      <p:sp>
        <p:nvSpPr>
          <p:cNvPr id="13315" name="Rectangle 3"/>
          <p:cNvSpPr>
            <a:spLocks noGrp="1" noChangeArrowheads="1"/>
          </p:cNvSpPr>
          <p:nvPr>
            <p:ph type="subTitle" idx="1"/>
          </p:nvPr>
        </p:nvSpPr>
        <p:spPr>
          <a:xfrm>
            <a:off x="1371600" y="3657600"/>
            <a:ext cx="6400800" cy="2438400"/>
          </a:xfrm>
        </p:spPr>
        <p:txBody>
          <a:bodyPr/>
          <a:lstStyle/>
          <a:p>
            <a:pPr eaLnBrk="1" hangingPunct="1">
              <a:lnSpc>
                <a:spcPct val="90000"/>
              </a:lnSpc>
            </a:pPr>
            <a:r>
              <a:rPr lang="zh-CN" altLang="en-US" sz="2400" dirty="0">
                <a:latin typeface="楷体_GB2312" pitchFamily="49" charset="-122"/>
                <a:ea typeface="楷体_GB2312" pitchFamily="49" charset="-122"/>
              </a:rPr>
              <a:t>四川大学计算机学院</a:t>
            </a:r>
          </a:p>
          <a:p>
            <a:pPr eaLnBrk="1" hangingPunct="1">
              <a:lnSpc>
                <a:spcPct val="90000"/>
              </a:lnSpc>
            </a:pPr>
            <a:endParaRPr lang="zh-CN" altLang="en-US" sz="2400" dirty="0">
              <a:latin typeface="楷体_GB2312" pitchFamily="49" charset="-122"/>
              <a:ea typeface="楷体_GB2312" pitchFamily="49" charset="-122"/>
            </a:endParaRPr>
          </a:p>
          <a:p>
            <a:pPr eaLnBrk="1" hangingPunct="1">
              <a:lnSpc>
                <a:spcPct val="90000"/>
              </a:lnSpc>
            </a:pPr>
            <a:r>
              <a:rPr lang="zh-CN" altLang="en-US" sz="2400" dirty="0">
                <a:latin typeface="楷体_GB2312" pitchFamily="49" charset="-122"/>
                <a:ea typeface="楷体_GB2312" pitchFamily="49" charset="-122"/>
              </a:rPr>
              <a:t>郭际香</a:t>
            </a:r>
          </a:p>
          <a:p>
            <a:pPr eaLnBrk="1" hangingPunct="1">
              <a:lnSpc>
                <a:spcPct val="90000"/>
              </a:lnSpc>
            </a:pPr>
            <a:r>
              <a:rPr lang="en-US" altLang="zh-CN" sz="2400" dirty="0">
                <a:latin typeface="Times New Roman" pitchFamily="18" charset="0"/>
                <a:ea typeface="楷体_GB2312" pitchFamily="49" charset="-122"/>
              </a:rPr>
              <a:t>guojixiang@scu.edu.cn</a:t>
            </a:r>
          </a:p>
          <a:p>
            <a:pPr eaLnBrk="1" hangingPunct="1">
              <a:lnSpc>
                <a:spcPct val="90000"/>
              </a:lnSpc>
            </a:pPr>
            <a:endParaRPr lang="en-US" altLang="zh-CN" sz="2400" dirty="0">
              <a:latin typeface="Times New Roman" pitchFamily="18" charset="0"/>
              <a:ea typeface="楷体_GB2312" pitchFamily="49" charset="-122"/>
            </a:endParaRPr>
          </a:p>
          <a:p>
            <a:pPr eaLnBrk="1" hangingPunct="1">
              <a:lnSpc>
                <a:spcPct val="90000"/>
              </a:lnSpc>
            </a:pPr>
            <a:r>
              <a:rPr lang="en-US" altLang="zh-CN" sz="2400" dirty="0">
                <a:latin typeface="Times New Roman" pitchFamily="18" charset="0"/>
              </a:rPr>
              <a:t>2025.09</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32F570D0-9BF1-4E42-AABC-AFAB6C144499}"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22531"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22532"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11619F90-EBA3-4049-ACC3-E480AFEC6571}" type="slidenum">
              <a:rPr lang="en-US" altLang="zh-CN" sz="1400">
                <a:solidFill>
                  <a:schemeClr val="tx1"/>
                </a:solidFill>
                <a:latin typeface="Times New Roman" pitchFamily="18" charset="0"/>
              </a:rPr>
              <a:pPr eaLnBrk="1" hangingPunct="1"/>
              <a:t>2</a:t>
            </a:fld>
            <a:r>
              <a:rPr lang="en-US" altLang="zh-CN" sz="1400">
                <a:solidFill>
                  <a:schemeClr val="tx1"/>
                </a:solidFill>
                <a:latin typeface="Times New Roman" pitchFamily="18" charset="0"/>
              </a:rPr>
              <a:t>/92</a:t>
            </a:r>
          </a:p>
        </p:txBody>
      </p:sp>
      <p:sp>
        <p:nvSpPr>
          <p:cNvPr id="22533" name="Rectangle 2"/>
          <p:cNvSpPr>
            <a:spLocks noGrp="1" noChangeArrowheads="1"/>
          </p:cNvSpPr>
          <p:nvPr>
            <p:ph type="title"/>
          </p:nvPr>
        </p:nvSpPr>
        <p:spPr/>
        <p:txBody>
          <a:bodyPr/>
          <a:lstStyle/>
          <a:p>
            <a:pPr eaLnBrk="1" hangingPunct="1"/>
            <a:r>
              <a:rPr lang="zh-CN" altLang="en-US" dirty="0"/>
              <a:t>自我介绍</a:t>
            </a:r>
          </a:p>
        </p:txBody>
      </p:sp>
      <p:sp>
        <p:nvSpPr>
          <p:cNvPr id="22534" name="Rectangle 3"/>
          <p:cNvSpPr>
            <a:spLocks noGrp="1" noChangeArrowheads="1"/>
          </p:cNvSpPr>
          <p:nvPr>
            <p:ph type="body" idx="1"/>
          </p:nvPr>
        </p:nvSpPr>
        <p:spPr>
          <a:xfrm>
            <a:off x="609600" y="1447800"/>
            <a:ext cx="8077200" cy="4876800"/>
          </a:xfrm>
        </p:spPr>
        <p:txBody>
          <a:bodyPr/>
          <a:lstStyle/>
          <a:p>
            <a:pPr eaLnBrk="1" hangingPunct="1"/>
            <a:r>
              <a:rPr lang="zh-CN" altLang="en-US" dirty="0"/>
              <a:t>郭际香</a:t>
            </a:r>
            <a:endParaRPr lang="en-US" altLang="zh-CN" dirty="0"/>
          </a:p>
          <a:p>
            <a:pPr lvl="1" eaLnBrk="1" hangingPunct="1"/>
            <a:r>
              <a:rPr lang="zh-CN" altLang="en-US" dirty="0"/>
              <a:t>计算机学院，机器智能实验室</a:t>
            </a:r>
            <a:r>
              <a:rPr lang="en-US" altLang="zh-CN" dirty="0"/>
              <a:t>/</a:t>
            </a:r>
            <a:r>
              <a:rPr lang="zh-CN" altLang="en-US" dirty="0"/>
              <a:t>智能医学中心</a:t>
            </a:r>
            <a:endParaRPr lang="en-US" altLang="zh-CN" dirty="0"/>
          </a:p>
          <a:p>
            <a:pPr lvl="1" eaLnBrk="1" hangingPunct="1"/>
            <a:r>
              <a:rPr lang="zh-CN" altLang="en-US" dirty="0"/>
              <a:t>研究方向：智能医学，包括深度神经网络、医学图像处理、三维建模、计算机辅助诊疗及手术规划设计等（华西医学院、华西口腔学院）；</a:t>
            </a:r>
            <a:endParaRPr lang="en-US" altLang="zh-CN" dirty="0"/>
          </a:p>
          <a:p>
            <a:pPr eaLnBrk="1" hangingPunct="1"/>
            <a:r>
              <a:rPr lang="zh-CN" altLang="en-US" dirty="0"/>
              <a:t>我的联系方式</a:t>
            </a:r>
            <a:endParaRPr lang="en-US" altLang="zh-CN" dirty="0"/>
          </a:p>
          <a:p>
            <a:pPr lvl="1" eaLnBrk="1" hangingPunct="1"/>
            <a:r>
              <a:rPr lang="zh-CN" altLang="en-US" dirty="0"/>
              <a:t>个人邮箱：</a:t>
            </a:r>
            <a:r>
              <a:rPr lang="en-US" altLang="zh-CN" dirty="0"/>
              <a:t>guojixiang@scu.edu.cn</a:t>
            </a:r>
          </a:p>
          <a:p>
            <a:pPr lvl="1" eaLnBrk="1" hangingPunct="1"/>
            <a:r>
              <a:rPr lang="zh-CN" altLang="en-US" dirty="0"/>
              <a:t>基础教学楼</a:t>
            </a:r>
            <a:r>
              <a:rPr lang="en-US" altLang="zh-CN" dirty="0"/>
              <a:t>B320/</a:t>
            </a:r>
            <a:r>
              <a:rPr lang="zh-CN" altLang="en-US" dirty="0"/>
              <a:t>川大科技</a:t>
            </a:r>
            <a:r>
              <a:rPr lang="zh-CN" altLang="en-US" dirty="0">
                <a:sym typeface="Wingdings" panose="05000000000000000000" pitchFamily="2" charset="2"/>
              </a:rPr>
              <a:t></a:t>
            </a:r>
            <a:r>
              <a:rPr lang="zh-CN" altLang="en-US" dirty="0"/>
              <a:t>展业大厦</a:t>
            </a:r>
            <a:r>
              <a:rPr lang="en-US" altLang="zh-CN" dirty="0"/>
              <a:t>611</a:t>
            </a:r>
            <a:endParaRPr lang="en-US" altLang="zh-CN" dirty="0">
              <a:solidFill>
                <a:srgbClr val="006600"/>
              </a:solidFill>
            </a:endParaRPr>
          </a:p>
          <a:p>
            <a:pPr lvl="1" eaLnBrk="1" hangingPunct="1"/>
            <a:endParaRPr lang="en-US" altLang="zh-CN" dirty="0"/>
          </a:p>
        </p:txBody>
      </p:sp>
    </p:spTree>
    <p:extLst>
      <p:ext uri="{BB962C8B-B14F-4D97-AF65-F5344CB8AC3E}">
        <p14:creationId xmlns:p14="http://schemas.microsoft.com/office/powerpoint/2010/main" val="265883283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8492ECD5-D3E7-4E2A-A9AC-51CF133308E6}"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9459"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9460"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E52E9E89-2861-4DE0-8A56-08423A7A94AE}" type="slidenum">
              <a:rPr lang="en-US" altLang="zh-CN" sz="1400">
                <a:solidFill>
                  <a:schemeClr val="tx1"/>
                </a:solidFill>
                <a:latin typeface="Times New Roman" pitchFamily="18" charset="0"/>
              </a:rPr>
              <a:pPr eaLnBrk="1" hangingPunct="1"/>
              <a:t>3</a:t>
            </a:fld>
            <a:r>
              <a:rPr lang="en-US" altLang="zh-CN" sz="1400">
                <a:solidFill>
                  <a:schemeClr val="tx1"/>
                </a:solidFill>
                <a:latin typeface="Times New Roman" pitchFamily="18" charset="0"/>
              </a:rPr>
              <a:t>/92</a:t>
            </a:r>
          </a:p>
        </p:txBody>
      </p:sp>
      <p:sp>
        <p:nvSpPr>
          <p:cNvPr id="19461" name="Rectangle 2"/>
          <p:cNvSpPr>
            <a:spLocks noGrp="1" noChangeArrowheads="1"/>
          </p:cNvSpPr>
          <p:nvPr>
            <p:ph type="title"/>
          </p:nvPr>
        </p:nvSpPr>
        <p:spPr/>
        <p:txBody>
          <a:bodyPr/>
          <a:lstStyle/>
          <a:p>
            <a:pPr eaLnBrk="1" hangingPunct="1"/>
            <a:r>
              <a:rPr lang="zh-CN" altLang="en-US" dirty="0"/>
              <a:t>教材及参考书目</a:t>
            </a:r>
          </a:p>
        </p:txBody>
      </p:sp>
      <p:sp>
        <p:nvSpPr>
          <p:cNvPr id="8" name="Rectangle 3"/>
          <p:cNvSpPr txBox="1">
            <a:spLocks noChangeArrowheads="1"/>
          </p:cNvSpPr>
          <p:nvPr/>
        </p:nvSpPr>
        <p:spPr bwMode="auto">
          <a:xfrm>
            <a:off x="609600" y="1447800"/>
            <a:ext cx="8345488"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eaLnBrk="1" hangingPunct="1"/>
            <a:r>
              <a:rPr lang="zh-CN" altLang="en-US" sz="2400" b="1" u="sng" dirty="0">
                <a:solidFill>
                  <a:srgbClr val="0000FF"/>
                </a:solidFill>
                <a:latin typeface="Times New Roman" panose="02020603050405020304" pitchFamily="18" charset="0"/>
                <a:cs typeface="Times New Roman" panose="02020603050405020304" pitchFamily="18" charset="0"/>
              </a:rPr>
              <a:t>教材</a:t>
            </a:r>
            <a:r>
              <a:rPr lang="zh-CN" altLang="en-US" sz="2400" dirty="0">
                <a:solidFill>
                  <a:schemeClr val="tx1"/>
                </a:solidFill>
                <a:latin typeface="Times New Roman" panose="02020603050405020304" pitchFamily="18" charset="0"/>
                <a:cs typeface="Times New Roman" panose="02020603050405020304" pitchFamily="18" charset="0"/>
              </a:rPr>
              <a:t>：</a:t>
            </a:r>
            <a:r>
              <a:rPr lang="en-US" altLang="zh-CN" sz="2400" dirty="0" err="1">
                <a:solidFill>
                  <a:srgbClr val="000000"/>
                </a:solidFill>
              </a:rPr>
              <a:t>Silberschatz</a:t>
            </a:r>
            <a:r>
              <a:rPr lang="en-US" altLang="zh-CN" sz="2400" dirty="0">
                <a:solidFill>
                  <a:srgbClr val="000000"/>
                </a:solidFill>
              </a:rPr>
              <a:t> A, </a:t>
            </a:r>
            <a:r>
              <a:rPr lang="en-US" altLang="zh-CN" sz="2400" dirty="0" err="1">
                <a:solidFill>
                  <a:srgbClr val="000000"/>
                </a:solidFill>
              </a:rPr>
              <a:t>Korth</a:t>
            </a:r>
            <a:r>
              <a:rPr lang="en-US" altLang="zh-CN" sz="2400" dirty="0">
                <a:solidFill>
                  <a:srgbClr val="000000"/>
                </a:solidFill>
              </a:rPr>
              <a:t> HF, </a:t>
            </a:r>
            <a:r>
              <a:rPr lang="zh-CN" altLang="en-US" sz="2400" dirty="0">
                <a:solidFill>
                  <a:srgbClr val="000000"/>
                </a:solidFill>
              </a:rPr>
              <a:t>等著</a:t>
            </a:r>
            <a:r>
              <a:rPr lang="en-US" altLang="zh-CN" sz="2400" dirty="0">
                <a:solidFill>
                  <a:srgbClr val="000000"/>
                </a:solidFill>
              </a:rPr>
              <a:t>. </a:t>
            </a:r>
            <a:r>
              <a:rPr lang="zh-CN" altLang="en-US" sz="2400" dirty="0">
                <a:solidFill>
                  <a:srgbClr val="000000"/>
                </a:solidFill>
              </a:rPr>
              <a:t>杨冬青</a:t>
            </a:r>
            <a:r>
              <a:rPr lang="en-US" altLang="zh-CN" sz="2400" dirty="0">
                <a:solidFill>
                  <a:srgbClr val="000000"/>
                </a:solidFill>
              </a:rPr>
              <a:t>,</a:t>
            </a:r>
            <a:r>
              <a:rPr lang="zh-CN" altLang="en-US" sz="2400" dirty="0">
                <a:solidFill>
                  <a:srgbClr val="000000"/>
                </a:solidFill>
              </a:rPr>
              <a:t>李鸿燕等译</a:t>
            </a:r>
            <a:r>
              <a:rPr lang="en-US" altLang="zh-CN" sz="2400" dirty="0">
                <a:solidFill>
                  <a:srgbClr val="000000"/>
                </a:solidFill>
              </a:rPr>
              <a:t>. </a:t>
            </a:r>
            <a:r>
              <a:rPr lang="zh-CN" altLang="en-US" sz="2400" u="sng" dirty="0">
                <a:solidFill>
                  <a:srgbClr val="0000FF"/>
                </a:solidFill>
                <a:latin typeface="Times New Roman" panose="02020603050405020304" pitchFamily="18" charset="0"/>
                <a:cs typeface="Times New Roman" panose="02020603050405020304" pitchFamily="18" charset="0"/>
              </a:rPr>
              <a:t>数据库系统概念</a:t>
            </a:r>
            <a:r>
              <a:rPr lang="zh-CN" altLang="en-US" sz="2400" dirty="0">
                <a:solidFill>
                  <a:srgbClr val="0000FF"/>
                </a:solidFill>
                <a:latin typeface="Times New Roman" panose="02020603050405020304" pitchFamily="18" charset="0"/>
                <a:cs typeface="Times New Roman" panose="02020603050405020304" pitchFamily="18" charset="0"/>
              </a:rPr>
              <a:t>（</a:t>
            </a:r>
            <a:r>
              <a:rPr lang="zh-CN" altLang="en-US" sz="2400" b="1" u="sng" dirty="0">
                <a:solidFill>
                  <a:srgbClr val="0000FF"/>
                </a:solidFill>
                <a:latin typeface="Times New Roman" panose="02020603050405020304" pitchFamily="18" charset="0"/>
                <a:cs typeface="Times New Roman" panose="02020603050405020304" pitchFamily="18" charset="0"/>
              </a:rPr>
              <a:t>本科教学版</a:t>
            </a:r>
            <a:r>
              <a:rPr lang="zh-CN" altLang="en-US" sz="2400" dirty="0">
                <a:solidFill>
                  <a:srgbClr val="0000FF"/>
                </a:solidFill>
                <a:latin typeface="Times New Roman" panose="02020603050405020304" pitchFamily="18" charset="0"/>
                <a:cs typeface="Times New Roman" panose="02020603050405020304" pitchFamily="18" charset="0"/>
              </a:rPr>
              <a:t>）</a:t>
            </a:r>
            <a:r>
              <a:rPr lang="en-US" altLang="zh-CN" sz="2400" dirty="0">
                <a:solidFill>
                  <a:srgbClr val="000000"/>
                </a:solidFill>
              </a:rPr>
              <a:t>, </a:t>
            </a:r>
            <a:r>
              <a:rPr lang="zh-CN" altLang="en-US" sz="2400" kern="0" dirty="0">
                <a:solidFill>
                  <a:srgbClr val="000000"/>
                </a:solidFill>
              </a:rPr>
              <a:t>机械工业出版社</a:t>
            </a:r>
            <a:r>
              <a:rPr lang="en-US" altLang="zh-CN" sz="2400" kern="0" dirty="0">
                <a:solidFill>
                  <a:srgbClr val="000000"/>
                </a:solidFill>
              </a:rPr>
              <a:t>, 2021.10.</a:t>
            </a:r>
          </a:p>
          <a:p>
            <a:pPr eaLnBrk="1" hangingPunct="1">
              <a:lnSpc>
                <a:spcPct val="90000"/>
              </a:lnSpc>
            </a:pPr>
            <a:endParaRPr lang="en-US" altLang="zh-CN" sz="2400" kern="0" dirty="0">
              <a:solidFill>
                <a:srgbClr val="000000"/>
              </a:solidFill>
            </a:endParaRPr>
          </a:p>
          <a:p>
            <a:pPr marL="0" indent="0" eaLnBrk="1" hangingPunct="1">
              <a:lnSpc>
                <a:spcPct val="90000"/>
              </a:lnSpc>
              <a:buNone/>
            </a:pPr>
            <a:r>
              <a:rPr lang="zh-CN" altLang="en-US" sz="2400" b="1" dirty="0">
                <a:solidFill>
                  <a:schemeClr val="tx1"/>
                </a:solidFill>
                <a:latin typeface="Times New Roman" panose="02020603050405020304" pitchFamily="18" charset="0"/>
                <a:cs typeface="Times New Roman" panose="02020603050405020304" pitchFamily="18" charset="0"/>
              </a:rPr>
              <a:t>    参考书目：</a:t>
            </a:r>
            <a:endParaRPr lang="en-US" altLang="zh-CN" sz="2400" b="1" dirty="0">
              <a:solidFill>
                <a:schemeClr val="tx1"/>
              </a:solidFill>
              <a:latin typeface="Times New Roman" panose="02020603050405020304" pitchFamily="18" charset="0"/>
              <a:cs typeface="Times New Roman" panose="02020603050405020304" pitchFamily="18" charset="0"/>
            </a:endParaRPr>
          </a:p>
          <a:p>
            <a:pPr eaLnBrk="1" hangingPunct="1">
              <a:lnSpc>
                <a:spcPct val="90000"/>
              </a:lnSpc>
            </a:pPr>
            <a:r>
              <a:rPr lang="en-US" altLang="zh-CN" sz="2400" kern="0" dirty="0">
                <a:solidFill>
                  <a:srgbClr val="000000"/>
                </a:solidFill>
              </a:rPr>
              <a:t>Jeffrey D. Ullman, Jennifer </a:t>
            </a:r>
            <a:r>
              <a:rPr lang="en-US" altLang="zh-CN" sz="2400" kern="0" dirty="0" err="1">
                <a:solidFill>
                  <a:srgbClr val="000000"/>
                </a:solidFill>
              </a:rPr>
              <a:t>Widom</a:t>
            </a:r>
            <a:r>
              <a:rPr lang="zh-CN" altLang="en-US" sz="2400" kern="0" dirty="0">
                <a:solidFill>
                  <a:srgbClr val="000000"/>
                </a:solidFill>
              </a:rPr>
              <a:t>著</a:t>
            </a:r>
            <a:r>
              <a:rPr lang="en-US" altLang="zh-CN" sz="2400" kern="0" dirty="0">
                <a:solidFill>
                  <a:srgbClr val="000000"/>
                </a:solidFill>
              </a:rPr>
              <a:t>, </a:t>
            </a:r>
            <a:r>
              <a:rPr lang="zh-CN" altLang="en-US" sz="2400" kern="0" dirty="0">
                <a:solidFill>
                  <a:srgbClr val="000000"/>
                </a:solidFill>
              </a:rPr>
              <a:t>岳丽华</a:t>
            </a:r>
            <a:r>
              <a:rPr lang="en-US" altLang="zh-CN" sz="2400" kern="0" dirty="0">
                <a:solidFill>
                  <a:srgbClr val="000000"/>
                </a:solidFill>
              </a:rPr>
              <a:t>, </a:t>
            </a:r>
            <a:r>
              <a:rPr lang="zh-CN" altLang="en-US" sz="2400" kern="0" dirty="0">
                <a:solidFill>
                  <a:srgbClr val="000000"/>
                </a:solidFill>
              </a:rPr>
              <a:t>金培全</a:t>
            </a:r>
            <a:r>
              <a:rPr lang="en-US" altLang="zh-CN" sz="2400" kern="0" dirty="0">
                <a:solidFill>
                  <a:srgbClr val="000000"/>
                </a:solidFill>
              </a:rPr>
              <a:t>, </a:t>
            </a:r>
            <a:r>
              <a:rPr lang="zh-CN" altLang="en-US" sz="2400" kern="0" dirty="0">
                <a:solidFill>
                  <a:srgbClr val="000000"/>
                </a:solidFill>
              </a:rPr>
              <a:t>万寿红等译</a:t>
            </a:r>
            <a:r>
              <a:rPr lang="en-US" altLang="zh-CN" sz="2400" kern="0" dirty="0">
                <a:solidFill>
                  <a:srgbClr val="000000"/>
                </a:solidFill>
              </a:rPr>
              <a:t>. </a:t>
            </a:r>
            <a:r>
              <a:rPr lang="zh-CN" altLang="en-US" sz="2400" b="1" kern="0" dirty="0">
                <a:solidFill>
                  <a:srgbClr val="000000"/>
                </a:solidFill>
              </a:rPr>
              <a:t>数据库系统基础教程</a:t>
            </a:r>
            <a:r>
              <a:rPr lang="en-US" altLang="zh-CN" sz="2400" kern="0" dirty="0">
                <a:solidFill>
                  <a:srgbClr val="000000"/>
                </a:solidFill>
              </a:rPr>
              <a:t>(</a:t>
            </a:r>
            <a:r>
              <a:rPr lang="zh-CN" altLang="en-US" sz="2400" kern="0" dirty="0">
                <a:solidFill>
                  <a:srgbClr val="000000"/>
                </a:solidFill>
              </a:rPr>
              <a:t>第</a:t>
            </a:r>
            <a:r>
              <a:rPr lang="en-US" altLang="zh-CN" sz="2400" kern="0" dirty="0">
                <a:solidFill>
                  <a:srgbClr val="000000"/>
                </a:solidFill>
              </a:rPr>
              <a:t>3</a:t>
            </a:r>
            <a:r>
              <a:rPr lang="zh-CN" altLang="en-US" sz="2400" kern="0" dirty="0">
                <a:solidFill>
                  <a:srgbClr val="000000"/>
                </a:solidFill>
              </a:rPr>
              <a:t>版</a:t>
            </a:r>
            <a:r>
              <a:rPr lang="en-US" altLang="zh-CN" sz="2400" kern="0" dirty="0">
                <a:solidFill>
                  <a:srgbClr val="000000"/>
                </a:solidFill>
              </a:rPr>
              <a:t>). </a:t>
            </a:r>
            <a:r>
              <a:rPr lang="zh-CN" altLang="en-US" sz="2400" kern="0" dirty="0">
                <a:solidFill>
                  <a:srgbClr val="000000"/>
                </a:solidFill>
              </a:rPr>
              <a:t>北京</a:t>
            </a:r>
            <a:r>
              <a:rPr lang="en-US" altLang="zh-CN" sz="2400" kern="0" dirty="0">
                <a:solidFill>
                  <a:srgbClr val="000000"/>
                </a:solidFill>
              </a:rPr>
              <a:t>:</a:t>
            </a:r>
            <a:r>
              <a:rPr lang="zh-CN" altLang="en-US" sz="2400" kern="0" dirty="0">
                <a:solidFill>
                  <a:srgbClr val="000000"/>
                </a:solidFill>
              </a:rPr>
              <a:t>机械工业出版社</a:t>
            </a:r>
            <a:r>
              <a:rPr lang="en-US" altLang="zh-CN" sz="2400" kern="0" dirty="0">
                <a:solidFill>
                  <a:srgbClr val="000000"/>
                </a:solidFill>
              </a:rPr>
              <a:t>, 2009.8.</a:t>
            </a:r>
          </a:p>
          <a:p>
            <a:pPr eaLnBrk="1" hangingPunct="1">
              <a:lnSpc>
                <a:spcPct val="90000"/>
              </a:lnSpc>
            </a:pPr>
            <a:r>
              <a:rPr lang="en-US" altLang="zh-CN" sz="2400" kern="0" dirty="0">
                <a:solidFill>
                  <a:srgbClr val="000000"/>
                </a:solidFill>
              </a:rPr>
              <a:t>C.J. Date</a:t>
            </a:r>
            <a:r>
              <a:rPr lang="zh-CN" altLang="en-US" sz="2400" kern="0" dirty="0">
                <a:solidFill>
                  <a:srgbClr val="000000"/>
                </a:solidFill>
              </a:rPr>
              <a:t>著</a:t>
            </a:r>
            <a:r>
              <a:rPr lang="en-US" altLang="zh-CN" sz="2400" kern="0" dirty="0">
                <a:solidFill>
                  <a:srgbClr val="000000"/>
                </a:solidFill>
              </a:rPr>
              <a:t>, </a:t>
            </a:r>
            <a:r>
              <a:rPr lang="zh-CN" altLang="en-US" sz="2400" kern="0" dirty="0">
                <a:solidFill>
                  <a:srgbClr val="000000"/>
                </a:solidFill>
              </a:rPr>
              <a:t>孟小峰</a:t>
            </a:r>
            <a:r>
              <a:rPr lang="en-US" altLang="zh-CN" sz="2400" kern="0" dirty="0">
                <a:solidFill>
                  <a:srgbClr val="000000"/>
                </a:solidFill>
              </a:rPr>
              <a:t>, </a:t>
            </a:r>
            <a:r>
              <a:rPr lang="zh-CN" altLang="en-US" sz="2400" kern="0" dirty="0">
                <a:solidFill>
                  <a:srgbClr val="000000"/>
                </a:solidFill>
              </a:rPr>
              <a:t>王珊等译</a:t>
            </a:r>
            <a:r>
              <a:rPr lang="en-US" altLang="zh-CN" sz="2400" kern="0" dirty="0">
                <a:solidFill>
                  <a:srgbClr val="000000"/>
                </a:solidFill>
              </a:rPr>
              <a:t>.</a:t>
            </a:r>
            <a:r>
              <a:rPr lang="zh-CN" altLang="en-US" sz="2400" b="1" kern="0" dirty="0">
                <a:solidFill>
                  <a:srgbClr val="000000"/>
                </a:solidFill>
              </a:rPr>
              <a:t>数据库系统导论</a:t>
            </a:r>
            <a:r>
              <a:rPr lang="en-US" altLang="zh-CN" sz="2400" kern="0" dirty="0">
                <a:solidFill>
                  <a:srgbClr val="000000"/>
                </a:solidFill>
              </a:rPr>
              <a:t>, An Introduction to Database Systems (</a:t>
            </a:r>
            <a:r>
              <a:rPr lang="zh-CN" altLang="en-US" sz="2400" kern="0" dirty="0">
                <a:solidFill>
                  <a:srgbClr val="000000"/>
                </a:solidFill>
              </a:rPr>
              <a:t>第</a:t>
            </a:r>
            <a:r>
              <a:rPr lang="en-US" altLang="zh-CN" sz="2400" kern="0" dirty="0">
                <a:solidFill>
                  <a:srgbClr val="000000"/>
                </a:solidFill>
              </a:rPr>
              <a:t>8</a:t>
            </a:r>
            <a:r>
              <a:rPr lang="zh-CN" altLang="en-US" sz="2400" kern="0" dirty="0">
                <a:solidFill>
                  <a:srgbClr val="000000"/>
                </a:solidFill>
              </a:rPr>
              <a:t>版</a:t>
            </a:r>
            <a:r>
              <a:rPr lang="en-US" altLang="zh-CN" sz="2400" kern="0" dirty="0">
                <a:solidFill>
                  <a:srgbClr val="000000"/>
                </a:solidFill>
              </a:rPr>
              <a:t>) </a:t>
            </a:r>
            <a:r>
              <a:rPr lang="zh-CN" altLang="en-US" sz="2400" kern="0" dirty="0">
                <a:solidFill>
                  <a:srgbClr val="000000"/>
                </a:solidFill>
              </a:rPr>
              <a:t>中国电力出版社</a:t>
            </a:r>
            <a:r>
              <a:rPr lang="en-US" altLang="zh-CN" sz="2400" kern="0" dirty="0">
                <a:solidFill>
                  <a:srgbClr val="000000"/>
                </a:solidFill>
              </a:rPr>
              <a:t>, </a:t>
            </a:r>
            <a:r>
              <a:rPr lang="en-US" altLang="zh-CN" sz="2400" kern="0" dirty="0" smtClean="0">
                <a:solidFill>
                  <a:srgbClr val="000000"/>
                </a:solidFill>
              </a:rPr>
              <a:t>2006.1. </a:t>
            </a:r>
            <a:endParaRPr lang="en-US" altLang="zh-CN" sz="2400" kern="0" dirty="0">
              <a:solidFill>
                <a:srgbClr val="000000"/>
              </a:solidFill>
            </a:endParaRPr>
          </a:p>
          <a:p>
            <a:pPr eaLnBrk="1" hangingPunct="1">
              <a:lnSpc>
                <a:spcPct val="90000"/>
              </a:lnSpc>
            </a:pPr>
            <a:r>
              <a:rPr lang="zh-CN" altLang="en-US" sz="2400" kern="0" dirty="0">
                <a:solidFill>
                  <a:srgbClr val="000000"/>
                </a:solidFill>
              </a:rPr>
              <a:t>王珊</a:t>
            </a:r>
            <a:r>
              <a:rPr lang="en-US" altLang="zh-CN" sz="2400" kern="0" dirty="0">
                <a:solidFill>
                  <a:srgbClr val="000000"/>
                </a:solidFill>
              </a:rPr>
              <a:t>,</a:t>
            </a:r>
            <a:r>
              <a:rPr lang="zh-CN" altLang="en-US" sz="2400" kern="0" dirty="0">
                <a:solidFill>
                  <a:srgbClr val="000000"/>
                </a:solidFill>
              </a:rPr>
              <a:t>萨师烜</a:t>
            </a:r>
            <a:r>
              <a:rPr lang="en-US" altLang="zh-CN" sz="2400" kern="0" dirty="0">
                <a:solidFill>
                  <a:srgbClr val="000000"/>
                </a:solidFill>
              </a:rPr>
              <a:t>. </a:t>
            </a:r>
            <a:r>
              <a:rPr lang="zh-CN" altLang="en-US" sz="2400" kern="0" dirty="0">
                <a:solidFill>
                  <a:srgbClr val="000000"/>
                </a:solidFill>
              </a:rPr>
              <a:t>数据库系统概论</a:t>
            </a:r>
            <a:r>
              <a:rPr lang="en-US" altLang="zh-CN" sz="2400" kern="0" dirty="0">
                <a:solidFill>
                  <a:srgbClr val="000000"/>
                </a:solidFill>
              </a:rPr>
              <a:t>(</a:t>
            </a:r>
            <a:r>
              <a:rPr lang="zh-CN" altLang="en-US" sz="2400" kern="0" dirty="0">
                <a:solidFill>
                  <a:srgbClr val="000000"/>
                </a:solidFill>
              </a:rPr>
              <a:t>第</a:t>
            </a:r>
            <a:r>
              <a:rPr lang="en-US" altLang="zh-CN" sz="2400" kern="0" dirty="0">
                <a:solidFill>
                  <a:srgbClr val="000000"/>
                </a:solidFill>
              </a:rPr>
              <a:t>5</a:t>
            </a:r>
            <a:r>
              <a:rPr lang="zh-CN" altLang="en-US" sz="2400" kern="0" dirty="0">
                <a:solidFill>
                  <a:srgbClr val="000000"/>
                </a:solidFill>
              </a:rPr>
              <a:t>版</a:t>
            </a:r>
            <a:r>
              <a:rPr lang="en-US" altLang="zh-CN" sz="2400" kern="0" dirty="0">
                <a:solidFill>
                  <a:srgbClr val="000000"/>
                </a:solidFill>
              </a:rPr>
              <a:t>),</a:t>
            </a:r>
            <a:r>
              <a:rPr lang="zh-CN" altLang="en-US" sz="2400" kern="0" dirty="0">
                <a:solidFill>
                  <a:srgbClr val="000000"/>
                </a:solidFill>
              </a:rPr>
              <a:t>北京</a:t>
            </a:r>
            <a:r>
              <a:rPr lang="en-US" altLang="zh-CN" sz="2400" kern="0" dirty="0">
                <a:solidFill>
                  <a:srgbClr val="000000"/>
                </a:solidFill>
              </a:rPr>
              <a:t>:</a:t>
            </a:r>
            <a:r>
              <a:rPr lang="zh-CN" altLang="en-US" sz="2400" kern="0" dirty="0">
                <a:solidFill>
                  <a:srgbClr val="000000"/>
                </a:solidFill>
              </a:rPr>
              <a:t>高等教育</a:t>
            </a:r>
            <a:r>
              <a:rPr lang="zh-CN" altLang="en-US" sz="2400" kern="0" dirty="0" smtClean="0">
                <a:solidFill>
                  <a:srgbClr val="000000"/>
                </a:solidFill>
              </a:rPr>
              <a:t>出版社</a:t>
            </a:r>
            <a:r>
              <a:rPr lang="en-US" altLang="zh-CN" sz="2400" kern="0" dirty="0" smtClean="0">
                <a:solidFill>
                  <a:srgbClr val="000000"/>
                </a:solidFill>
              </a:rPr>
              <a:t>, 2014.9.</a:t>
            </a:r>
            <a:endParaRPr lang="en-US" altLang="zh-CN" sz="2400" kern="0" dirty="0">
              <a:solidFill>
                <a:srgbClr val="000000"/>
              </a:solidFill>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4" name="Rectangle 3"/>
          <p:cNvSpPr>
            <a:spLocks noGrp="1" noChangeArrowheads="1"/>
          </p:cNvSpPr>
          <p:nvPr>
            <p:ph type="body" idx="1"/>
          </p:nvPr>
        </p:nvSpPr>
        <p:spPr>
          <a:xfrm>
            <a:off x="609599" y="1447800"/>
            <a:ext cx="8334375" cy="4876800"/>
          </a:xfrm>
        </p:spPr>
        <p:txBody>
          <a:bodyPr/>
          <a:lstStyle/>
          <a:p>
            <a:pPr eaLnBrk="1" hangingPunct="1"/>
            <a:r>
              <a:rPr lang="zh-CN" altLang="en-US" dirty="0"/>
              <a:t>理论</a:t>
            </a:r>
            <a:r>
              <a:rPr lang="en-US" altLang="zh-CN" dirty="0"/>
              <a:t>/</a:t>
            </a:r>
            <a:r>
              <a:rPr lang="zh-CN" altLang="en-US" dirty="0"/>
              <a:t>实验课课件下载及作业发布等</a:t>
            </a:r>
          </a:p>
          <a:p>
            <a:pPr lvl="1" eaLnBrk="1" hangingPunct="1"/>
            <a:r>
              <a:rPr lang="en-US" altLang="zh-CN" dirty="0"/>
              <a:t>QQ</a:t>
            </a:r>
            <a:r>
              <a:rPr lang="zh-CN" altLang="en-US" dirty="0"/>
              <a:t>群：</a:t>
            </a:r>
            <a:r>
              <a:rPr lang="en-US" altLang="zh-CN" dirty="0"/>
              <a:t> </a:t>
            </a:r>
            <a:r>
              <a:rPr lang="en-US" altLang="zh-CN" dirty="0">
                <a:solidFill>
                  <a:srgbClr val="0000FF"/>
                </a:solidFill>
              </a:rPr>
              <a:t>264014295</a:t>
            </a:r>
          </a:p>
          <a:p>
            <a:pPr lvl="1" eaLnBrk="1" hangingPunct="1"/>
            <a:endParaRPr lang="en-US" altLang="zh-CN" dirty="0">
              <a:solidFill>
                <a:srgbClr val="FF0000"/>
              </a:solidFill>
            </a:endParaRPr>
          </a:p>
          <a:p>
            <a:pPr eaLnBrk="1" hangingPunct="1"/>
            <a:r>
              <a:rPr lang="zh-CN" altLang="en-US" dirty="0"/>
              <a:t>助教</a:t>
            </a:r>
            <a:endParaRPr lang="en-US" altLang="zh-CN" dirty="0"/>
          </a:p>
          <a:p>
            <a:pPr lvl="1" eaLnBrk="1" hangingPunct="1"/>
            <a:r>
              <a:rPr lang="zh-CN" altLang="en-US" dirty="0"/>
              <a:t>羊思宇</a:t>
            </a:r>
            <a:endParaRPr lang="en-US" altLang="zh-CN" dirty="0"/>
          </a:p>
          <a:p>
            <a:pPr eaLnBrk="1" hangingPunct="1"/>
            <a:r>
              <a:rPr lang="zh-CN" altLang="en-US" dirty="0"/>
              <a:t>关于成绩</a:t>
            </a:r>
          </a:p>
          <a:p>
            <a:pPr lvl="1" eaLnBrk="1" hangingPunct="1"/>
            <a:r>
              <a:rPr lang="zh-CN" altLang="en-US" dirty="0"/>
              <a:t>平时作业＋课程实践：</a:t>
            </a:r>
            <a:r>
              <a:rPr lang="en-US" altLang="zh-CN" dirty="0"/>
              <a:t>50%</a:t>
            </a:r>
          </a:p>
          <a:p>
            <a:pPr lvl="1" eaLnBrk="1" hangingPunct="1"/>
            <a:r>
              <a:rPr lang="zh-CN" altLang="en-US" dirty="0"/>
              <a:t>期末考试：</a:t>
            </a:r>
            <a:r>
              <a:rPr lang="en-US" altLang="zh-CN" dirty="0"/>
              <a:t>50%</a:t>
            </a:r>
            <a:r>
              <a:rPr lang="zh-CN" altLang="en-US" dirty="0"/>
              <a:t>（强制达标分数线，不低于</a:t>
            </a:r>
            <a:r>
              <a:rPr lang="en-US" altLang="zh-CN" dirty="0"/>
              <a:t>50</a:t>
            </a:r>
            <a:r>
              <a:rPr lang="zh-CN" altLang="en-US" dirty="0"/>
              <a:t>）</a:t>
            </a:r>
          </a:p>
          <a:p>
            <a:pPr lvl="1" eaLnBrk="1" hangingPunct="1"/>
            <a:endParaRPr lang="en-US" altLang="zh-CN" dirty="0"/>
          </a:p>
        </p:txBody>
      </p:sp>
      <p:sp>
        <p:nvSpPr>
          <p:cNvPr id="22530"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32F570D0-9BF1-4E42-AABC-AFAB6C144499}"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22531"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22532"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11619F90-EBA3-4049-ACC3-E480AFEC6571}" type="slidenum">
              <a:rPr lang="en-US" altLang="zh-CN" sz="1400">
                <a:solidFill>
                  <a:schemeClr val="tx1"/>
                </a:solidFill>
                <a:latin typeface="Times New Roman" pitchFamily="18" charset="0"/>
              </a:rPr>
              <a:pPr eaLnBrk="1" hangingPunct="1"/>
              <a:t>4</a:t>
            </a:fld>
            <a:r>
              <a:rPr lang="en-US" altLang="zh-CN" sz="1400">
                <a:solidFill>
                  <a:schemeClr val="tx1"/>
                </a:solidFill>
                <a:latin typeface="Times New Roman" pitchFamily="18" charset="0"/>
              </a:rPr>
              <a:t>/92</a:t>
            </a:r>
          </a:p>
        </p:txBody>
      </p:sp>
      <p:sp>
        <p:nvSpPr>
          <p:cNvPr id="22533" name="Rectangle 2"/>
          <p:cNvSpPr>
            <a:spLocks noGrp="1" noChangeArrowheads="1"/>
          </p:cNvSpPr>
          <p:nvPr>
            <p:ph type="title"/>
          </p:nvPr>
        </p:nvSpPr>
        <p:spPr/>
        <p:txBody>
          <a:bodyPr/>
          <a:lstStyle/>
          <a:p>
            <a:pPr eaLnBrk="1" hangingPunct="1"/>
            <a:r>
              <a:rPr lang="zh-CN" altLang="en-US" dirty="0"/>
              <a:t>课程说明</a:t>
            </a: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14962" y="2057400"/>
            <a:ext cx="2352675" cy="2471298"/>
          </a:xfrm>
          <a:prstGeom prst="rect">
            <a:avLst/>
          </a:prstGeom>
        </p:spPr>
      </p:pic>
    </p:spTree>
    <p:extLst>
      <p:ext uri="{BB962C8B-B14F-4D97-AF65-F5344CB8AC3E}">
        <p14:creationId xmlns:p14="http://schemas.microsoft.com/office/powerpoint/2010/main" val="356511783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zh-CN" altLang="en-US" dirty="0"/>
              <a:t>课程说明</a:t>
            </a:r>
            <a:endParaRPr lang="en-US" altLang="zh-CN" dirty="0"/>
          </a:p>
        </p:txBody>
      </p:sp>
      <p:sp>
        <p:nvSpPr>
          <p:cNvPr id="7171" name="Rectangle 3"/>
          <p:cNvSpPr>
            <a:spLocks noGrp="1" noChangeArrowheads="1"/>
          </p:cNvSpPr>
          <p:nvPr>
            <p:ph type="body" idx="1"/>
          </p:nvPr>
        </p:nvSpPr>
        <p:spPr>
          <a:xfrm>
            <a:off x="609600" y="1447801"/>
            <a:ext cx="8153400" cy="3505199"/>
          </a:xfrm>
        </p:spPr>
        <p:txBody>
          <a:bodyPr/>
          <a:lstStyle/>
          <a:p>
            <a:r>
              <a:rPr lang="zh-CN" altLang="en-US" dirty="0"/>
              <a:t>课程安排</a:t>
            </a:r>
            <a:endParaRPr lang="en-US" altLang="zh-CN" dirty="0"/>
          </a:p>
          <a:p>
            <a:pPr lvl="1"/>
            <a:r>
              <a:rPr lang="zh-CN" altLang="en-US" dirty="0"/>
              <a:t>原理课</a:t>
            </a:r>
            <a:r>
              <a:rPr lang="en-US" altLang="zh-CN" dirty="0"/>
              <a:t>+</a:t>
            </a:r>
            <a:r>
              <a:rPr lang="zh-CN" altLang="en-US" dirty="0"/>
              <a:t>实验课，共计</a:t>
            </a:r>
            <a:r>
              <a:rPr lang="en-US" altLang="zh-CN" dirty="0"/>
              <a:t>4</a:t>
            </a:r>
            <a:r>
              <a:rPr lang="zh-CN" altLang="en-US" dirty="0"/>
              <a:t>个学时</a:t>
            </a:r>
            <a:r>
              <a:rPr lang="en-US" altLang="zh-CN" dirty="0"/>
              <a:t>/</a:t>
            </a:r>
            <a:r>
              <a:rPr lang="zh-CN" altLang="en-US" dirty="0"/>
              <a:t>每周</a:t>
            </a:r>
            <a:endParaRPr lang="en-US" altLang="zh-CN" dirty="0"/>
          </a:p>
          <a:p>
            <a:pPr lvl="1"/>
            <a:r>
              <a:rPr lang="zh-CN" altLang="en-US" dirty="0"/>
              <a:t>前</a:t>
            </a:r>
            <a:r>
              <a:rPr lang="en-US" altLang="zh-CN" dirty="0"/>
              <a:t>3</a:t>
            </a:r>
            <a:r>
              <a:rPr lang="zh-CN" altLang="en-US" dirty="0"/>
              <a:t>学时</a:t>
            </a:r>
            <a:r>
              <a:rPr lang="en-US" altLang="zh-CN" dirty="0"/>
              <a:t>: </a:t>
            </a:r>
            <a:r>
              <a:rPr lang="zh-CN" altLang="en-US" dirty="0"/>
              <a:t>原理课讲授</a:t>
            </a:r>
            <a:endParaRPr lang="en-US" altLang="zh-CN" dirty="0"/>
          </a:p>
          <a:p>
            <a:pPr lvl="1"/>
            <a:r>
              <a:rPr lang="zh-CN" altLang="en-US" dirty="0"/>
              <a:t>最后</a:t>
            </a:r>
            <a:r>
              <a:rPr lang="en-US" altLang="zh-CN" dirty="0"/>
              <a:t>1</a:t>
            </a:r>
            <a:r>
              <a:rPr lang="zh-CN" altLang="en-US" dirty="0"/>
              <a:t>学时</a:t>
            </a:r>
            <a:r>
              <a:rPr lang="en-US" altLang="zh-CN" dirty="0"/>
              <a:t>: </a:t>
            </a:r>
            <a:r>
              <a:rPr lang="zh-CN" altLang="en-US" dirty="0"/>
              <a:t>实验及练习课</a:t>
            </a:r>
            <a:endParaRPr lang="en-US" altLang="zh-CN" dirty="0"/>
          </a:p>
          <a:p>
            <a:pPr lvl="1"/>
            <a:r>
              <a:rPr lang="zh-CN" altLang="en-US" dirty="0"/>
              <a:t>实验课，大家可</a:t>
            </a:r>
            <a:r>
              <a:rPr lang="zh-CN" altLang="en-US" b="1" dirty="0">
                <a:solidFill>
                  <a:srgbClr val="FF0000"/>
                </a:solidFill>
              </a:rPr>
              <a:t>自带电脑</a:t>
            </a:r>
            <a:r>
              <a:rPr lang="zh-CN" altLang="en-US" dirty="0"/>
              <a:t>（</a:t>
            </a:r>
            <a:r>
              <a:rPr lang="en-US" altLang="zh-CN" dirty="0"/>
              <a:t>Windows</a:t>
            </a:r>
            <a:r>
              <a:rPr lang="zh-CN" altLang="en-US" dirty="0"/>
              <a:t>系统）</a:t>
            </a:r>
            <a:endParaRPr lang="en-US" altLang="zh-CN" dirty="0"/>
          </a:p>
          <a:p>
            <a:pPr lvl="1"/>
            <a:r>
              <a:rPr lang="zh-CN" altLang="en-US" dirty="0"/>
              <a:t>整体安排会根据课程进展略作调整</a:t>
            </a:r>
            <a:endParaRPr lang="en-US" altLang="zh-CN" dirty="0"/>
          </a:p>
        </p:txBody>
      </p:sp>
    </p:spTree>
    <p:extLst>
      <p:ext uri="{BB962C8B-B14F-4D97-AF65-F5344CB8AC3E}">
        <p14:creationId xmlns:p14="http://schemas.microsoft.com/office/powerpoint/2010/main" val="362126832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zh-CN" altLang="en-US" dirty="0"/>
              <a:t>内容安排</a:t>
            </a:r>
            <a:r>
              <a:rPr lang="en-US" altLang="zh-CN" dirty="0"/>
              <a:t>(1)</a:t>
            </a:r>
          </a:p>
        </p:txBody>
      </p:sp>
      <p:sp>
        <p:nvSpPr>
          <p:cNvPr id="6147" name="Rectangle 3"/>
          <p:cNvSpPr>
            <a:spLocks noGrp="1" noChangeArrowheads="1"/>
          </p:cNvSpPr>
          <p:nvPr>
            <p:ph type="body" idx="1"/>
          </p:nvPr>
        </p:nvSpPr>
        <p:spPr>
          <a:xfrm>
            <a:off x="762000" y="1371600"/>
            <a:ext cx="8001000" cy="4967287"/>
          </a:xfrm>
        </p:spPr>
        <p:txBody>
          <a:bodyPr/>
          <a:lstStyle/>
          <a:p>
            <a:pPr>
              <a:defRPr/>
            </a:pPr>
            <a:r>
              <a:rPr lang="zh-CN" altLang="en-US" sz="2800" b="1" dirty="0">
                <a:latin typeface="Times New Roman" panose="02020603050405020304" pitchFamily="18" charset="0"/>
                <a:cs typeface="Times New Roman" panose="02020603050405020304" pitchFamily="18" charset="0"/>
              </a:rPr>
              <a:t>基础篇：关系语言</a:t>
            </a:r>
          </a:p>
          <a:p>
            <a:pPr lvl="1">
              <a:defRPr/>
            </a:pPr>
            <a:r>
              <a:rPr lang="zh-CN" altLang="en-US" sz="2400" b="1" dirty="0">
                <a:latin typeface="Times New Roman" panose="02020603050405020304" pitchFamily="18" charset="0"/>
                <a:cs typeface="Times New Roman" panose="02020603050405020304" pitchFamily="18" charset="0"/>
              </a:rPr>
              <a:t>引言 </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第</a:t>
            </a:r>
            <a:r>
              <a:rPr lang="en-US" altLang="zh-CN" sz="2400" b="1" dirty="0">
                <a:latin typeface="Times New Roman" panose="02020603050405020304" pitchFamily="18" charset="0"/>
                <a:cs typeface="Times New Roman" panose="02020603050405020304" pitchFamily="18" charset="0"/>
              </a:rPr>
              <a:t>1</a:t>
            </a:r>
            <a:r>
              <a:rPr lang="zh-CN" altLang="en-US" sz="2400" b="1" dirty="0">
                <a:latin typeface="Times New Roman" panose="02020603050405020304" pitchFamily="18" charset="0"/>
                <a:cs typeface="Times New Roman" panose="02020603050405020304" pitchFamily="18" charset="0"/>
              </a:rPr>
              <a:t>章</a:t>
            </a:r>
            <a:r>
              <a:rPr lang="en-US" altLang="zh-CN" sz="2400" b="1" dirty="0">
                <a:latin typeface="Times New Roman" panose="02020603050405020304" pitchFamily="18" charset="0"/>
                <a:cs typeface="Times New Roman" panose="02020603050405020304" pitchFamily="18" charset="0"/>
              </a:rPr>
              <a:t>)</a:t>
            </a:r>
            <a:endParaRPr lang="zh-CN" altLang="en-US" sz="2400" b="1" dirty="0">
              <a:latin typeface="Times New Roman" panose="02020603050405020304" pitchFamily="18" charset="0"/>
              <a:cs typeface="Times New Roman" panose="02020603050405020304" pitchFamily="18" charset="0"/>
            </a:endParaRPr>
          </a:p>
          <a:p>
            <a:pPr lvl="1">
              <a:defRPr/>
            </a:pPr>
            <a:r>
              <a:rPr lang="zh-CN" altLang="en-US" sz="2400" b="1" dirty="0">
                <a:latin typeface="Times New Roman" panose="02020603050405020304" pitchFamily="18" charset="0"/>
                <a:cs typeface="Times New Roman" panose="02020603050405020304" pitchFamily="18" charset="0"/>
              </a:rPr>
              <a:t>关系模型</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第</a:t>
            </a:r>
            <a:r>
              <a:rPr lang="en-US" altLang="zh-CN" sz="2400" b="1" dirty="0">
                <a:latin typeface="Times New Roman" panose="02020603050405020304" pitchFamily="18" charset="0"/>
                <a:cs typeface="Times New Roman" panose="02020603050405020304" pitchFamily="18" charset="0"/>
              </a:rPr>
              <a:t>2</a:t>
            </a:r>
            <a:r>
              <a:rPr lang="zh-CN" altLang="en-US" sz="2400" b="1" dirty="0">
                <a:latin typeface="Times New Roman" panose="02020603050405020304" pitchFamily="18" charset="0"/>
                <a:cs typeface="Times New Roman" panose="02020603050405020304" pitchFamily="18" charset="0"/>
              </a:rPr>
              <a:t>章、第</a:t>
            </a:r>
            <a:r>
              <a:rPr lang="en-US" altLang="zh-CN" sz="2400" b="1" dirty="0">
                <a:latin typeface="Times New Roman" panose="02020603050405020304" pitchFamily="18" charset="0"/>
                <a:cs typeface="Times New Roman" panose="02020603050405020304" pitchFamily="18" charset="0"/>
              </a:rPr>
              <a:t>6.1</a:t>
            </a:r>
            <a:r>
              <a:rPr lang="zh-CN" altLang="en-US" sz="2400" b="1" dirty="0">
                <a:latin typeface="Times New Roman" panose="02020603050405020304" pitchFamily="18" charset="0"/>
                <a:cs typeface="Times New Roman" panose="02020603050405020304" pitchFamily="18" charset="0"/>
              </a:rPr>
              <a:t>小节</a:t>
            </a:r>
            <a:r>
              <a:rPr lang="en-US" altLang="zh-CN" sz="2400" b="1" dirty="0">
                <a:latin typeface="Times New Roman" panose="02020603050405020304" pitchFamily="18" charset="0"/>
                <a:cs typeface="Times New Roman" panose="02020603050405020304" pitchFamily="18" charset="0"/>
              </a:rPr>
              <a:t>)</a:t>
            </a:r>
          </a:p>
          <a:p>
            <a:pPr lvl="1">
              <a:defRPr/>
            </a:pPr>
            <a:r>
              <a:rPr lang="en-US" altLang="zh-CN" sz="2400" b="1" dirty="0">
                <a:latin typeface="Times New Roman" panose="02020603050405020304" pitchFamily="18" charset="0"/>
                <a:cs typeface="Times New Roman" panose="02020603050405020304" pitchFamily="18" charset="0"/>
              </a:rPr>
              <a:t>SQL</a:t>
            </a:r>
            <a:r>
              <a:rPr lang="zh-CN" altLang="en-US" sz="2400" b="1" dirty="0">
                <a:latin typeface="Times New Roman" panose="02020603050405020304" pitchFamily="18" charset="0"/>
                <a:cs typeface="Times New Roman" panose="02020603050405020304" pitchFamily="18" charset="0"/>
              </a:rPr>
              <a:t>语言</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第</a:t>
            </a:r>
            <a:r>
              <a:rPr lang="en-US" altLang="zh-CN" sz="2400" b="1" dirty="0">
                <a:latin typeface="Times New Roman" panose="02020603050405020304" pitchFamily="18" charset="0"/>
                <a:cs typeface="Times New Roman" panose="02020603050405020304" pitchFamily="18" charset="0"/>
              </a:rPr>
              <a:t>3-4</a:t>
            </a:r>
            <a:r>
              <a:rPr lang="zh-CN" altLang="en-US" sz="2400" b="1" dirty="0">
                <a:latin typeface="Times New Roman" panose="02020603050405020304" pitchFamily="18" charset="0"/>
                <a:cs typeface="Times New Roman" panose="02020603050405020304" pitchFamily="18" charset="0"/>
              </a:rPr>
              <a:t>章，关系数据库标准语言重点掌握；第</a:t>
            </a:r>
            <a:r>
              <a:rPr lang="en-US" altLang="zh-CN" sz="2400" b="1" dirty="0">
                <a:latin typeface="Times New Roman" panose="02020603050405020304" pitchFamily="18" charset="0"/>
                <a:cs typeface="Times New Roman" panose="02020603050405020304" pitchFamily="18" charset="0"/>
              </a:rPr>
              <a:t>5</a:t>
            </a:r>
            <a:r>
              <a:rPr lang="zh-CN" altLang="en-US" sz="2400" b="1" dirty="0">
                <a:latin typeface="Times New Roman" panose="02020603050405020304" pitchFamily="18" charset="0"/>
                <a:cs typeface="Times New Roman" panose="02020603050405020304" pitchFamily="18" charset="0"/>
              </a:rPr>
              <a:t>章简要了解</a:t>
            </a:r>
            <a:r>
              <a:rPr lang="en-US" altLang="zh-CN" sz="2400" b="1" dirty="0">
                <a:latin typeface="Times New Roman" panose="02020603050405020304" pitchFamily="18" charset="0"/>
                <a:cs typeface="Times New Roman" panose="02020603050405020304" pitchFamily="18" charset="0"/>
              </a:rPr>
              <a:t>)</a:t>
            </a:r>
          </a:p>
          <a:p>
            <a:pPr lvl="1">
              <a:defRPr/>
            </a:pPr>
            <a:endParaRPr lang="en-US" altLang="zh-CN" sz="2400" b="1" u="sng" dirty="0">
              <a:solidFill>
                <a:schemeClr val="tx2"/>
              </a:solidFill>
              <a:latin typeface="Times New Roman" panose="02020603050405020304" pitchFamily="18" charset="0"/>
              <a:cs typeface="Times New Roman" panose="02020603050405020304" pitchFamily="18" charset="0"/>
            </a:endParaRPr>
          </a:p>
          <a:p>
            <a:pPr>
              <a:defRPr/>
            </a:pPr>
            <a:r>
              <a:rPr lang="zh-CN" altLang="en-US" sz="2800" b="1" dirty="0">
                <a:latin typeface="Times New Roman" panose="02020603050405020304" pitchFamily="18" charset="0"/>
                <a:cs typeface="Times New Roman" panose="02020603050405020304" pitchFamily="18" charset="0"/>
              </a:rPr>
              <a:t>设计与应用开发篇</a:t>
            </a:r>
          </a:p>
          <a:p>
            <a:pPr lvl="1">
              <a:defRPr/>
            </a:pPr>
            <a:r>
              <a:rPr lang="zh-CN" altLang="en-US" sz="2400" b="1" dirty="0">
                <a:latin typeface="Times New Roman" panose="02020603050405020304" pitchFamily="18" charset="0"/>
                <a:cs typeface="Times New Roman" panose="02020603050405020304" pitchFamily="18" charset="0"/>
              </a:rPr>
              <a:t>数据库设计</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第</a:t>
            </a:r>
            <a:r>
              <a:rPr lang="en-US" altLang="zh-CN" sz="2400" b="1" dirty="0">
                <a:latin typeface="Times New Roman" panose="02020603050405020304" pitchFamily="18" charset="0"/>
                <a:cs typeface="Times New Roman" panose="02020603050405020304" pitchFamily="18" charset="0"/>
              </a:rPr>
              <a:t>7</a:t>
            </a:r>
            <a:r>
              <a:rPr lang="zh-CN" altLang="en-US" sz="2400" b="1" dirty="0">
                <a:latin typeface="Times New Roman" panose="02020603050405020304" pitchFamily="18" charset="0"/>
                <a:cs typeface="Times New Roman" panose="02020603050405020304" pitchFamily="18" charset="0"/>
              </a:rPr>
              <a:t>章，</a:t>
            </a:r>
            <a:r>
              <a:rPr lang="en-US" altLang="zh-CN" sz="2400" b="1" dirty="0">
                <a:latin typeface="Times New Roman" panose="02020603050405020304" pitchFamily="18" charset="0"/>
                <a:cs typeface="Times New Roman" panose="02020603050405020304" pitchFamily="18" charset="0"/>
              </a:rPr>
              <a:t>ER</a:t>
            </a:r>
            <a:r>
              <a:rPr lang="zh-CN" altLang="en-US" sz="2400" b="1" dirty="0">
                <a:latin typeface="Times New Roman" panose="02020603050405020304" pitchFamily="18" charset="0"/>
                <a:cs typeface="Times New Roman" panose="02020603050405020304" pitchFamily="18" charset="0"/>
              </a:rPr>
              <a:t>模型</a:t>
            </a:r>
            <a:r>
              <a:rPr lang="en-US" altLang="zh-CN" sz="2400" b="1" dirty="0">
                <a:latin typeface="Times New Roman" panose="02020603050405020304" pitchFamily="18" charset="0"/>
                <a:cs typeface="Times New Roman" panose="02020603050405020304" pitchFamily="18" charset="0"/>
              </a:rPr>
              <a:t>)</a:t>
            </a:r>
          </a:p>
          <a:p>
            <a:pPr lvl="1">
              <a:defRPr/>
            </a:pPr>
            <a:r>
              <a:rPr lang="zh-CN" altLang="en-US" sz="2400" b="1" dirty="0">
                <a:latin typeface="Times New Roman" panose="02020603050405020304" pitchFamily="18" charset="0"/>
                <a:cs typeface="Times New Roman" panose="02020603050405020304" pitchFamily="18" charset="0"/>
              </a:rPr>
              <a:t>关系数据数据库设计</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第</a:t>
            </a:r>
            <a:r>
              <a:rPr lang="en-US" altLang="zh-CN" sz="2400" b="1" dirty="0">
                <a:latin typeface="Times New Roman" panose="02020603050405020304" pitchFamily="18" charset="0"/>
                <a:cs typeface="Times New Roman" panose="02020603050405020304" pitchFamily="18" charset="0"/>
              </a:rPr>
              <a:t>8</a:t>
            </a:r>
            <a:r>
              <a:rPr lang="zh-CN" altLang="en-US" sz="2400" b="1" dirty="0">
                <a:latin typeface="Times New Roman" panose="02020603050405020304" pitchFamily="18" charset="0"/>
                <a:cs typeface="Times New Roman" panose="02020603050405020304" pitchFamily="18" charset="0"/>
              </a:rPr>
              <a:t>章，关系规范化</a:t>
            </a:r>
            <a:r>
              <a:rPr lang="en-US" altLang="zh-CN" sz="2400" b="1" dirty="0">
                <a:latin typeface="Times New Roman" panose="02020603050405020304" pitchFamily="18" charset="0"/>
                <a:cs typeface="Times New Roman" panose="02020603050405020304" pitchFamily="18" charset="0"/>
              </a:rPr>
              <a:t>)</a:t>
            </a:r>
          </a:p>
          <a:p>
            <a:pPr lvl="1">
              <a:defRPr/>
            </a:pPr>
            <a:r>
              <a:rPr lang="zh-CN" altLang="en-US" sz="2400" b="1" dirty="0">
                <a:solidFill>
                  <a:schemeClr val="bg1">
                    <a:lumMod val="50000"/>
                  </a:schemeClr>
                </a:solidFill>
                <a:latin typeface="Times New Roman" panose="02020603050405020304" pitchFamily="18" charset="0"/>
                <a:cs typeface="Times New Roman" panose="02020603050405020304" pitchFamily="18" charset="0"/>
              </a:rPr>
              <a:t>应用程序开发</a:t>
            </a:r>
            <a:r>
              <a:rPr lang="en-US" altLang="zh-CN" sz="2400" b="1" dirty="0">
                <a:solidFill>
                  <a:schemeClr val="bg1">
                    <a:lumMod val="50000"/>
                  </a:schemeClr>
                </a:solidFill>
                <a:latin typeface="Times New Roman" panose="02020603050405020304" pitchFamily="18" charset="0"/>
                <a:cs typeface="Times New Roman" panose="02020603050405020304" pitchFamily="18" charset="0"/>
              </a:rPr>
              <a:t>(</a:t>
            </a:r>
            <a:r>
              <a:rPr lang="zh-CN" altLang="en-US" sz="2400" b="1" dirty="0">
                <a:solidFill>
                  <a:schemeClr val="bg1">
                    <a:lumMod val="50000"/>
                  </a:schemeClr>
                </a:solidFill>
                <a:latin typeface="Times New Roman" panose="02020603050405020304" pitchFamily="18" charset="0"/>
                <a:cs typeface="Times New Roman" panose="02020603050405020304" pitchFamily="18" charset="0"/>
              </a:rPr>
              <a:t>第</a:t>
            </a:r>
            <a:r>
              <a:rPr lang="en-US" altLang="zh-CN" sz="2400" b="1" dirty="0">
                <a:solidFill>
                  <a:schemeClr val="bg1">
                    <a:lumMod val="50000"/>
                  </a:schemeClr>
                </a:solidFill>
                <a:latin typeface="Times New Roman" panose="02020603050405020304" pitchFamily="18" charset="0"/>
                <a:cs typeface="Times New Roman" panose="02020603050405020304" pitchFamily="18" charset="0"/>
              </a:rPr>
              <a:t>9</a:t>
            </a:r>
            <a:r>
              <a:rPr lang="zh-CN" altLang="en-US" sz="2400" b="1" dirty="0">
                <a:solidFill>
                  <a:schemeClr val="bg1">
                    <a:lumMod val="50000"/>
                  </a:schemeClr>
                </a:solidFill>
                <a:latin typeface="Times New Roman" panose="02020603050405020304" pitchFamily="18" charset="0"/>
                <a:cs typeface="Times New Roman" panose="02020603050405020304" pitchFamily="18" charset="0"/>
              </a:rPr>
              <a:t>章，实验课</a:t>
            </a:r>
            <a:r>
              <a:rPr lang="en-US" altLang="zh-CN" sz="2400" b="1" dirty="0">
                <a:solidFill>
                  <a:schemeClr val="bg1">
                    <a:lumMod val="50000"/>
                  </a:schemeClr>
                </a:solidFill>
                <a:latin typeface="Times New Roman" panose="02020603050405020304" pitchFamily="18" charset="0"/>
                <a:cs typeface="Times New Roman" panose="02020603050405020304" pitchFamily="18" charset="0"/>
              </a:rPr>
              <a:t>)</a:t>
            </a:r>
            <a:endParaRPr lang="zh-CN" altLang="en-US" sz="2400" b="1" dirty="0">
              <a:solidFill>
                <a:schemeClr val="bg1">
                  <a:lumMod val="50000"/>
                </a:schemeClr>
              </a:solidFill>
              <a:latin typeface="Times New Roman" panose="02020603050405020304" pitchFamily="18" charset="0"/>
              <a:cs typeface="Times New Roman" panose="02020603050405020304" pitchFamily="18"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 calcmode="lin" valueType="num">
                                      <p:cBhvr additive="base">
                                        <p:cTn id="7" dur="500" fill="hold"/>
                                        <p:tgtEl>
                                          <p:spTgt spid="61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14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147">
                                            <p:txEl>
                                              <p:pRg st="1" end="1"/>
                                            </p:txEl>
                                          </p:spTgt>
                                        </p:tgtEl>
                                        <p:attrNameLst>
                                          <p:attrName>style.visibility</p:attrName>
                                        </p:attrNameLst>
                                      </p:cBhvr>
                                      <p:to>
                                        <p:strVal val="visible"/>
                                      </p:to>
                                    </p:set>
                                    <p:anim calcmode="lin" valueType="num">
                                      <p:cBhvr additive="base">
                                        <p:cTn id="11" dur="500" fill="hold"/>
                                        <p:tgtEl>
                                          <p:spTgt spid="614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14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147">
                                            <p:txEl>
                                              <p:pRg st="2" end="2"/>
                                            </p:txEl>
                                          </p:spTgt>
                                        </p:tgtEl>
                                        <p:attrNameLst>
                                          <p:attrName>style.visibility</p:attrName>
                                        </p:attrNameLst>
                                      </p:cBhvr>
                                      <p:to>
                                        <p:strVal val="visible"/>
                                      </p:to>
                                    </p:set>
                                    <p:anim calcmode="lin" valueType="num">
                                      <p:cBhvr additive="base">
                                        <p:cTn id="15" dur="500" fill="hold"/>
                                        <p:tgtEl>
                                          <p:spTgt spid="614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147">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147">
                                            <p:txEl>
                                              <p:pRg st="3" end="3"/>
                                            </p:txEl>
                                          </p:spTgt>
                                        </p:tgtEl>
                                        <p:attrNameLst>
                                          <p:attrName>style.visibility</p:attrName>
                                        </p:attrNameLst>
                                      </p:cBhvr>
                                      <p:to>
                                        <p:strVal val="visible"/>
                                      </p:to>
                                    </p:set>
                                    <p:anim calcmode="lin" valueType="num">
                                      <p:cBhvr additive="base">
                                        <p:cTn id="19" dur="500" fill="hold"/>
                                        <p:tgtEl>
                                          <p:spTgt spid="614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14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6147">
                                            <p:txEl>
                                              <p:pRg st="5" end="5"/>
                                            </p:txEl>
                                          </p:spTgt>
                                        </p:tgtEl>
                                        <p:attrNameLst>
                                          <p:attrName>style.visibility</p:attrName>
                                        </p:attrNameLst>
                                      </p:cBhvr>
                                      <p:to>
                                        <p:strVal val="visible"/>
                                      </p:to>
                                    </p:set>
                                    <p:anim calcmode="lin" valueType="num">
                                      <p:cBhvr additive="base">
                                        <p:cTn id="25" dur="500" fill="hold"/>
                                        <p:tgtEl>
                                          <p:spTgt spid="6147">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147">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147">
                                            <p:txEl>
                                              <p:pRg st="6" end="6"/>
                                            </p:txEl>
                                          </p:spTgt>
                                        </p:tgtEl>
                                        <p:attrNameLst>
                                          <p:attrName>style.visibility</p:attrName>
                                        </p:attrNameLst>
                                      </p:cBhvr>
                                      <p:to>
                                        <p:strVal val="visible"/>
                                      </p:to>
                                    </p:set>
                                    <p:anim calcmode="lin" valueType="num">
                                      <p:cBhvr additive="base">
                                        <p:cTn id="29" dur="500" fill="hold"/>
                                        <p:tgtEl>
                                          <p:spTgt spid="6147">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147">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6147">
                                            <p:txEl>
                                              <p:pRg st="7" end="7"/>
                                            </p:txEl>
                                          </p:spTgt>
                                        </p:tgtEl>
                                        <p:attrNameLst>
                                          <p:attrName>style.visibility</p:attrName>
                                        </p:attrNameLst>
                                      </p:cBhvr>
                                      <p:to>
                                        <p:strVal val="visible"/>
                                      </p:to>
                                    </p:set>
                                    <p:anim calcmode="lin" valueType="num">
                                      <p:cBhvr additive="base">
                                        <p:cTn id="33" dur="500" fill="hold"/>
                                        <p:tgtEl>
                                          <p:spTgt spid="6147">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6147">
                                            <p:txEl>
                                              <p:pRg st="7" end="7"/>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6147">
                                            <p:txEl>
                                              <p:pRg st="8" end="8"/>
                                            </p:txEl>
                                          </p:spTgt>
                                        </p:tgtEl>
                                        <p:attrNameLst>
                                          <p:attrName>style.visibility</p:attrName>
                                        </p:attrNameLst>
                                      </p:cBhvr>
                                      <p:to>
                                        <p:strVal val="visible"/>
                                      </p:to>
                                    </p:set>
                                    <p:anim calcmode="lin" valueType="num">
                                      <p:cBhvr additive="base">
                                        <p:cTn id="37" dur="500" fill="hold"/>
                                        <p:tgtEl>
                                          <p:spTgt spid="6147">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147">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zh-CN" altLang="en-US" dirty="0"/>
              <a:t>内容安排</a:t>
            </a:r>
            <a:r>
              <a:rPr lang="en-US" altLang="zh-CN" dirty="0"/>
              <a:t>(2)</a:t>
            </a:r>
          </a:p>
        </p:txBody>
      </p:sp>
      <p:sp>
        <p:nvSpPr>
          <p:cNvPr id="7171" name="Rectangle 3"/>
          <p:cNvSpPr>
            <a:spLocks noGrp="1" noChangeArrowheads="1"/>
          </p:cNvSpPr>
          <p:nvPr>
            <p:ph type="body" idx="1"/>
          </p:nvPr>
        </p:nvSpPr>
        <p:spPr>
          <a:xfrm>
            <a:off x="762000" y="1371601"/>
            <a:ext cx="8001000" cy="3657600"/>
          </a:xfrm>
        </p:spPr>
        <p:txBody>
          <a:bodyPr/>
          <a:lstStyle/>
          <a:p>
            <a:r>
              <a:rPr lang="zh-CN" altLang="en-US" sz="2800" b="1" dirty="0">
                <a:latin typeface="Times New Roman" panose="02020603050405020304" pitchFamily="18" charset="0"/>
                <a:cs typeface="Times New Roman" panose="02020603050405020304" pitchFamily="18" charset="0"/>
              </a:rPr>
              <a:t>数据管理实现技术</a:t>
            </a:r>
            <a:endParaRPr lang="en-US" altLang="zh-CN" sz="2800" b="1" dirty="0">
              <a:latin typeface="Times New Roman" panose="02020603050405020304" pitchFamily="18" charset="0"/>
              <a:cs typeface="Times New Roman" panose="02020603050405020304" pitchFamily="18" charset="0"/>
            </a:endParaRPr>
          </a:p>
          <a:p>
            <a:pPr lvl="1">
              <a:lnSpc>
                <a:spcPct val="110000"/>
              </a:lnSpc>
            </a:pPr>
            <a:r>
              <a:rPr lang="zh-CN" altLang="en-US" sz="2400" b="1" dirty="0">
                <a:latin typeface="Times New Roman" panose="02020603050405020304" pitchFamily="18" charset="0"/>
                <a:cs typeface="Times New Roman" panose="02020603050405020304" pitchFamily="18" charset="0"/>
              </a:rPr>
              <a:t>存储管理</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第</a:t>
            </a:r>
            <a:r>
              <a:rPr lang="en-US" altLang="zh-CN" sz="2400" b="1" dirty="0">
                <a:latin typeface="Times New Roman" panose="02020603050405020304" pitchFamily="18" charset="0"/>
                <a:cs typeface="Times New Roman" panose="02020603050405020304" pitchFamily="18" charset="0"/>
              </a:rPr>
              <a:t>10</a:t>
            </a:r>
            <a:r>
              <a:rPr lang="zh-CN" altLang="en-US" sz="2400" b="1" dirty="0">
                <a:latin typeface="Times New Roman" panose="02020603050405020304" pitchFamily="18" charset="0"/>
                <a:cs typeface="Times New Roman" panose="02020603050405020304" pitchFamily="18" charset="0"/>
              </a:rPr>
              <a:t>章</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 </a:t>
            </a:r>
            <a:endParaRPr lang="en-US" altLang="zh-CN" sz="2400" b="1" dirty="0">
              <a:latin typeface="Times New Roman" panose="02020603050405020304" pitchFamily="18" charset="0"/>
              <a:cs typeface="Times New Roman" panose="02020603050405020304" pitchFamily="18" charset="0"/>
            </a:endParaRPr>
          </a:p>
          <a:p>
            <a:pPr lvl="1">
              <a:lnSpc>
                <a:spcPct val="110000"/>
              </a:lnSpc>
            </a:pPr>
            <a:r>
              <a:rPr lang="zh-CN" altLang="en-US" sz="2400" b="1" dirty="0">
                <a:latin typeface="Times New Roman" panose="02020603050405020304" pitchFamily="18" charset="0"/>
                <a:cs typeface="Times New Roman" panose="02020603050405020304" pitchFamily="18" charset="0"/>
              </a:rPr>
              <a:t>索引</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第</a:t>
            </a:r>
            <a:r>
              <a:rPr lang="en-US" altLang="zh-CN" sz="2400" b="1" dirty="0">
                <a:latin typeface="Times New Roman" panose="02020603050405020304" pitchFamily="18" charset="0"/>
                <a:cs typeface="Times New Roman" panose="02020603050405020304" pitchFamily="18" charset="0"/>
              </a:rPr>
              <a:t>11</a:t>
            </a:r>
            <a:r>
              <a:rPr lang="zh-CN" altLang="en-US" sz="2400" b="1" dirty="0">
                <a:latin typeface="Times New Roman" panose="02020603050405020304" pitchFamily="18" charset="0"/>
                <a:cs typeface="Times New Roman" panose="02020603050405020304" pitchFamily="18" charset="0"/>
              </a:rPr>
              <a:t>章</a:t>
            </a:r>
            <a:r>
              <a:rPr lang="en-US" altLang="zh-CN" sz="2400" b="1" dirty="0">
                <a:latin typeface="Times New Roman" panose="02020603050405020304" pitchFamily="18" charset="0"/>
                <a:cs typeface="Times New Roman" panose="02020603050405020304" pitchFamily="18" charset="0"/>
              </a:rPr>
              <a:t>)</a:t>
            </a:r>
            <a:endParaRPr lang="zh-CN" altLang="en-US" sz="2400" b="1" dirty="0">
              <a:latin typeface="Times New Roman" panose="02020603050405020304" pitchFamily="18" charset="0"/>
              <a:cs typeface="Times New Roman" panose="02020603050405020304" pitchFamily="18" charset="0"/>
            </a:endParaRPr>
          </a:p>
          <a:p>
            <a:pPr lvl="1"/>
            <a:r>
              <a:rPr lang="zh-CN" altLang="en-US" sz="2400" b="1" dirty="0">
                <a:latin typeface="Times New Roman" panose="02020603050405020304" pitchFamily="18" charset="0"/>
                <a:cs typeface="Times New Roman" panose="02020603050405020304" pitchFamily="18" charset="0"/>
              </a:rPr>
              <a:t>关系查询处理和查询优化</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第</a:t>
            </a:r>
            <a:r>
              <a:rPr lang="en-US" altLang="zh-CN" sz="2400" b="1" dirty="0">
                <a:latin typeface="Times New Roman" panose="02020603050405020304" pitchFamily="18" charset="0"/>
                <a:cs typeface="Times New Roman" panose="02020603050405020304" pitchFamily="18" charset="0"/>
              </a:rPr>
              <a:t>12</a:t>
            </a:r>
            <a:r>
              <a:rPr lang="zh-CN" altLang="en-US" sz="2400" b="1" dirty="0">
                <a:latin typeface="Times New Roman" panose="02020603050405020304" pitchFamily="18" charset="0"/>
                <a:cs typeface="Times New Roman" panose="02020603050405020304" pitchFamily="18" charset="0"/>
              </a:rPr>
              <a:t>章</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 </a:t>
            </a:r>
          </a:p>
          <a:p>
            <a:pPr lvl="1">
              <a:lnSpc>
                <a:spcPct val="110000"/>
              </a:lnSpc>
            </a:pPr>
            <a:r>
              <a:rPr lang="zh-CN" altLang="en-US" sz="2400" b="1" dirty="0">
                <a:latin typeface="Times New Roman" panose="02020603050405020304" pitchFamily="18" charset="0"/>
                <a:cs typeface="Times New Roman" panose="02020603050405020304" pitchFamily="18" charset="0"/>
              </a:rPr>
              <a:t>事务管理</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第</a:t>
            </a:r>
            <a:r>
              <a:rPr lang="en-US" altLang="zh-CN" sz="2400" b="1" dirty="0">
                <a:latin typeface="Times New Roman" panose="02020603050405020304" pitchFamily="18" charset="0"/>
                <a:cs typeface="Times New Roman" panose="02020603050405020304" pitchFamily="18" charset="0"/>
              </a:rPr>
              <a:t>13</a:t>
            </a:r>
            <a:r>
              <a:rPr lang="zh-CN" altLang="en-US" sz="2400" b="1" dirty="0">
                <a:latin typeface="Times New Roman" panose="02020603050405020304" pitchFamily="18" charset="0"/>
                <a:cs typeface="Times New Roman" panose="02020603050405020304" pitchFamily="18" charset="0"/>
              </a:rPr>
              <a:t>章</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 </a:t>
            </a:r>
          </a:p>
          <a:p>
            <a:pPr lvl="1">
              <a:lnSpc>
                <a:spcPct val="110000"/>
              </a:lnSpc>
            </a:pPr>
            <a:r>
              <a:rPr lang="zh-CN" altLang="en-US" sz="2400" b="1" dirty="0">
                <a:latin typeface="Times New Roman" panose="02020603050405020304" pitchFamily="18" charset="0"/>
                <a:cs typeface="Times New Roman" panose="02020603050405020304" pitchFamily="18" charset="0"/>
              </a:rPr>
              <a:t>并发控制与恢复</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第</a:t>
            </a:r>
            <a:r>
              <a:rPr lang="en-US" altLang="zh-CN" sz="2400" b="1" dirty="0">
                <a:latin typeface="Times New Roman" panose="02020603050405020304" pitchFamily="18" charset="0"/>
                <a:cs typeface="Times New Roman" panose="02020603050405020304" pitchFamily="18" charset="0"/>
              </a:rPr>
              <a:t>14</a:t>
            </a:r>
            <a:r>
              <a:rPr lang="zh-CN" altLang="en-US" sz="2400" b="1" dirty="0">
                <a:latin typeface="Times New Roman" panose="02020603050405020304" pitchFamily="18" charset="0"/>
                <a:cs typeface="Times New Roman" panose="02020603050405020304" pitchFamily="18" charset="0"/>
              </a:rPr>
              <a:t>章</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 </a:t>
            </a:r>
            <a:endParaRPr lang="en-US" altLang="zh-CN" sz="2400" b="1" dirty="0">
              <a:latin typeface="Times New Roman" panose="02020603050405020304" pitchFamily="18" charset="0"/>
              <a:cs typeface="Times New Roman" panose="02020603050405020304" pitchFamily="18" charset="0"/>
            </a:endParaRPr>
          </a:p>
          <a:p>
            <a:pPr lvl="1">
              <a:lnSpc>
                <a:spcPct val="110000"/>
              </a:lnSpc>
              <a:buFont typeface="Wingdings" pitchFamily="2" charset="2"/>
              <a:buNone/>
            </a:pPr>
            <a:endParaRPr lang="zh-CN" altLang="en-US" sz="2400" b="1" dirty="0">
              <a:solidFill>
                <a:schemeClr val="accent2"/>
              </a:solidFill>
              <a:latin typeface="Times New Roman" panose="02020603050405020304" pitchFamily="18" charset="0"/>
              <a:cs typeface="Times New Roman" panose="02020603050405020304" pitchFamily="18" charset="0"/>
            </a:endParaRPr>
          </a:p>
          <a:p>
            <a:pPr lvl="1">
              <a:lnSpc>
                <a:spcPct val="110000"/>
              </a:lnSpc>
              <a:buFont typeface="Wingdings" pitchFamily="2" charset="2"/>
              <a:buNone/>
            </a:pPr>
            <a:endParaRPr lang="en-US" altLang="zh-CN" sz="2400" b="1" dirty="0">
              <a:latin typeface="Times New Roman" panose="02020603050405020304" pitchFamily="18" charset="0"/>
              <a:cs typeface="Times New Roman" panose="02020603050405020304" pitchFamily="18"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Effect transition="in" filter="fade">
                                      <p:cBhvr>
                                        <p:cTn id="7" dur="1000"/>
                                        <p:tgtEl>
                                          <p:spTgt spid="7171">
                                            <p:txEl>
                                              <p:pRg st="0" end="0"/>
                                            </p:txEl>
                                          </p:spTgt>
                                        </p:tgtEl>
                                      </p:cBhvr>
                                    </p:animEffect>
                                    <p:anim calcmode="lin" valueType="num">
                                      <p:cBhvr>
                                        <p:cTn id="8" dur="1000" fill="hold"/>
                                        <p:tgtEl>
                                          <p:spTgt spid="717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171">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171">
                                            <p:txEl>
                                              <p:pRg st="1" end="1"/>
                                            </p:txEl>
                                          </p:spTgt>
                                        </p:tgtEl>
                                        <p:attrNameLst>
                                          <p:attrName>style.visibility</p:attrName>
                                        </p:attrNameLst>
                                      </p:cBhvr>
                                      <p:to>
                                        <p:strVal val="visible"/>
                                      </p:to>
                                    </p:set>
                                    <p:animEffect transition="in" filter="fade">
                                      <p:cBhvr>
                                        <p:cTn id="12" dur="1000"/>
                                        <p:tgtEl>
                                          <p:spTgt spid="7171">
                                            <p:txEl>
                                              <p:pRg st="1" end="1"/>
                                            </p:txEl>
                                          </p:spTgt>
                                        </p:tgtEl>
                                      </p:cBhvr>
                                    </p:animEffect>
                                    <p:anim calcmode="lin" valueType="num">
                                      <p:cBhvr>
                                        <p:cTn id="13" dur="1000" fill="hold"/>
                                        <p:tgtEl>
                                          <p:spTgt spid="7171">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7171">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7171">
                                            <p:txEl>
                                              <p:pRg st="2" end="2"/>
                                            </p:txEl>
                                          </p:spTgt>
                                        </p:tgtEl>
                                        <p:attrNameLst>
                                          <p:attrName>style.visibility</p:attrName>
                                        </p:attrNameLst>
                                      </p:cBhvr>
                                      <p:to>
                                        <p:strVal val="visible"/>
                                      </p:to>
                                    </p:set>
                                    <p:animEffect transition="in" filter="fade">
                                      <p:cBhvr>
                                        <p:cTn id="17" dur="1000"/>
                                        <p:tgtEl>
                                          <p:spTgt spid="7171">
                                            <p:txEl>
                                              <p:pRg st="2" end="2"/>
                                            </p:txEl>
                                          </p:spTgt>
                                        </p:tgtEl>
                                      </p:cBhvr>
                                    </p:animEffect>
                                    <p:anim calcmode="lin" valueType="num">
                                      <p:cBhvr>
                                        <p:cTn id="18" dur="1000" fill="hold"/>
                                        <p:tgtEl>
                                          <p:spTgt spid="7171">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7171">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171">
                                            <p:txEl>
                                              <p:pRg st="3" end="3"/>
                                            </p:txEl>
                                          </p:spTgt>
                                        </p:tgtEl>
                                        <p:attrNameLst>
                                          <p:attrName>style.visibility</p:attrName>
                                        </p:attrNameLst>
                                      </p:cBhvr>
                                      <p:to>
                                        <p:strVal val="visible"/>
                                      </p:to>
                                    </p:set>
                                    <p:animEffect transition="in" filter="fade">
                                      <p:cBhvr>
                                        <p:cTn id="22" dur="1000"/>
                                        <p:tgtEl>
                                          <p:spTgt spid="7171">
                                            <p:txEl>
                                              <p:pRg st="3" end="3"/>
                                            </p:txEl>
                                          </p:spTgt>
                                        </p:tgtEl>
                                      </p:cBhvr>
                                    </p:animEffect>
                                    <p:anim calcmode="lin" valueType="num">
                                      <p:cBhvr>
                                        <p:cTn id="23" dur="1000" fill="hold"/>
                                        <p:tgtEl>
                                          <p:spTgt spid="7171">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7171">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7171">
                                            <p:txEl>
                                              <p:pRg st="4" end="4"/>
                                            </p:txEl>
                                          </p:spTgt>
                                        </p:tgtEl>
                                        <p:attrNameLst>
                                          <p:attrName>style.visibility</p:attrName>
                                        </p:attrNameLst>
                                      </p:cBhvr>
                                      <p:to>
                                        <p:strVal val="visible"/>
                                      </p:to>
                                    </p:set>
                                    <p:animEffect transition="in" filter="fade">
                                      <p:cBhvr>
                                        <p:cTn id="27" dur="1000"/>
                                        <p:tgtEl>
                                          <p:spTgt spid="7171">
                                            <p:txEl>
                                              <p:pRg st="4" end="4"/>
                                            </p:txEl>
                                          </p:spTgt>
                                        </p:tgtEl>
                                      </p:cBhvr>
                                    </p:animEffect>
                                    <p:anim calcmode="lin" valueType="num">
                                      <p:cBhvr>
                                        <p:cTn id="28" dur="1000" fill="hold"/>
                                        <p:tgtEl>
                                          <p:spTgt spid="7171">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7171">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7171">
                                            <p:txEl>
                                              <p:pRg st="5" end="5"/>
                                            </p:txEl>
                                          </p:spTgt>
                                        </p:tgtEl>
                                        <p:attrNameLst>
                                          <p:attrName>style.visibility</p:attrName>
                                        </p:attrNameLst>
                                      </p:cBhvr>
                                      <p:to>
                                        <p:strVal val="visible"/>
                                      </p:to>
                                    </p:set>
                                    <p:animEffect transition="in" filter="fade">
                                      <p:cBhvr>
                                        <p:cTn id="32" dur="1000"/>
                                        <p:tgtEl>
                                          <p:spTgt spid="7171">
                                            <p:txEl>
                                              <p:pRg st="5" end="5"/>
                                            </p:txEl>
                                          </p:spTgt>
                                        </p:tgtEl>
                                      </p:cBhvr>
                                    </p:animEffect>
                                    <p:anim calcmode="lin" valueType="num">
                                      <p:cBhvr>
                                        <p:cTn id="33" dur="1000" fill="hold"/>
                                        <p:tgtEl>
                                          <p:spTgt spid="7171">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7171">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D0A32CAA-7CD5-48B1-B5B5-AA23CDA4CDE0}"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8435"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8436"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E17A628C-473B-46EA-909A-323E94EEB509}" type="slidenum">
              <a:rPr lang="en-US" altLang="zh-CN" sz="1400">
                <a:solidFill>
                  <a:schemeClr val="tx1"/>
                </a:solidFill>
                <a:latin typeface="Times New Roman" pitchFamily="18" charset="0"/>
              </a:rPr>
              <a:pPr eaLnBrk="1" hangingPunct="1"/>
              <a:t>8</a:t>
            </a:fld>
            <a:r>
              <a:rPr lang="en-US" altLang="zh-CN" sz="1400" dirty="0">
                <a:solidFill>
                  <a:schemeClr val="tx1"/>
                </a:solidFill>
                <a:latin typeface="Times New Roman" pitchFamily="18" charset="0"/>
              </a:rPr>
              <a:t>/92</a:t>
            </a:r>
          </a:p>
        </p:txBody>
      </p:sp>
      <p:sp>
        <p:nvSpPr>
          <p:cNvPr id="18437" name="Rectangle 2"/>
          <p:cNvSpPr>
            <a:spLocks noGrp="1" noChangeArrowheads="1"/>
          </p:cNvSpPr>
          <p:nvPr>
            <p:ph type="title"/>
          </p:nvPr>
        </p:nvSpPr>
        <p:spPr/>
        <p:txBody>
          <a:bodyPr/>
          <a:lstStyle/>
          <a:p>
            <a:pPr eaLnBrk="1" hangingPunct="1"/>
            <a:r>
              <a:rPr lang="zh-CN" altLang="en-US" dirty="0"/>
              <a:t>学习意义</a:t>
            </a:r>
          </a:p>
        </p:txBody>
      </p:sp>
      <p:sp>
        <p:nvSpPr>
          <p:cNvPr id="18438" name="Rectangle 3"/>
          <p:cNvSpPr>
            <a:spLocks noGrp="1" noChangeArrowheads="1"/>
          </p:cNvSpPr>
          <p:nvPr>
            <p:ph type="body" idx="1"/>
          </p:nvPr>
        </p:nvSpPr>
        <p:spPr>
          <a:xfrm>
            <a:off x="609600" y="1371600"/>
            <a:ext cx="8345488" cy="5105400"/>
          </a:xfrm>
        </p:spPr>
        <p:txBody>
          <a:bodyPr/>
          <a:lstStyle/>
          <a:p>
            <a:pPr eaLnBrk="1" hangingPunct="1"/>
            <a:r>
              <a:rPr lang="zh-CN" altLang="en-US" sz="2200" dirty="0">
                <a:latin typeface="Times New Roman" panose="02020603050405020304" pitchFamily="18" charset="0"/>
                <a:cs typeface="Times New Roman" panose="02020603050405020304" pitchFamily="18" charset="0"/>
              </a:rPr>
              <a:t>数据库技术从产生（</a:t>
            </a:r>
            <a:r>
              <a:rPr lang="en-US" altLang="zh-CN" sz="2200" dirty="0">
                <a:latin typeface="Times New Roman" panose="02020603050405020304" pitchFamily="18" charset="0"/>
                <a:cs typeface="Times New Roman" panose="02020603050405020304" pitchFamily="18" charset="0"/>
              </a:rPr>
              <a:t>1960s</a:t>
            </a:r>
            <a:r>
              <a:rPr lang="zh-CN" altLang="en-US" sz="2200" dirty="0">
                <a:latin typeface="Times New Roman" panose="02020603050405020304" pitchFamily="18" charset="0"/>
                <a:cs typeface="Times New Roman" panose="02020603050405020304" pitchFamily="18" charset="0"/>
              </a:rPr>
              <a:t>）到现在</a:t>
            </a:r>
            <a:r>
              <a:rPr lang="en-US" altLang="zh-CN" sz="2200" dirty="0">
                <a:latin typeface="Times New Roman" panose="02020603050405020304" pitchFamily="18" charset="0"/>
                <a:cs typeface="Times New Roman" panose="02020603050405020304" pitchFamily="18" charset="0"/>
              </a:rPr>
              <a:t>60</a:t>
            </a:r>
            <a:r>
              <a:rPr lang="zh-CN" altLang="en-US" sz="2200" dirty="0">
                <a:latin typeface="Times New Roman" panose="02020603050405020304" pitchFamily="18" charset="0"/>
                <a:cs typeface="Times New Roman" panose="02020603050405020304" pitchFamily="18" charset="0"/>
              </a:rPr>
              <a:t>多年的时间</a:t>
            </a:r>
          </a:p>
          <a:p>
            <a:pPr eaLnBrk="1" hangingPunct="1"/>
            <a:r>
              <a:rPr lang="zh-CN" altLang="en-US" sz="2200" dirty="0">
                <a:latin typeface="Times New Roman" panose="02020603050405020304" pitchFamily="18" charset="0"/>
                <a:cs typeface="Times New Roman" panose="02020603050405020304" pitchFamily="18" charset="0"/>
              </a:rPr>
              <a:t>数据库系统的理论、技术与方法发展迅速</a:t>
            </a:r>
          </a:p>
          <a:p>
            <a:pPr lvl="1" eaLnBrk="1" hangingPunct="1"/>
            <a:r>
              <a:rPr lang="zh-CN" altLang="en-US" sz="2000" dirty="0">
                <a:latin typeface="Times New Roman" panose="02020603050405020304" pitchFamily="18" charset="0"/>
                <a:cs typeface="Times New Roman" panose="02020603050405020304" pitchFamily="18" charset="0"/>
              </a:rPr>
              <a:t>数据库技术</a:t>
            </a:r>
            <a:r>
              <a:rPr lang="zh-CN" altLang="en-US" sz="2000" b="1" dirty="0">
                <a:solidFill>
                  <a:srgbClr val="0000FF"/>
                </a:solidFill>
                <a:latin typeface="Times New Roman" panose="02020603050405020304" pitchFamily="18" charset="0"/>
                <a:cs typeface="Times New Roman" panose="02020603050405020304" pitchFamily="18" charset="0"/>
              </a:rPr>
              <a:t>与</a:t>
            </a:r>
            <a:r>
              <a:rPr lang="zh-CN" altLang="en-US" sz="2000" dirty="0">
                <a:latin typeface="Times New Roman" panose="02020603050405020304" pitchFamily="18" charset="0"/>
                <a:cs typeface="Times New Roman" panose="02020603050405020304" pitchFamily="18" charset="0"/>
              </a:rPr>
              <a:t>面向对象设计、网络通信、并行计算及人工智能等技术的结合，使计算机的应用水平和应用范围都得到了很大的提高，数据库系统已成为计算机应用中不可缺少的组成部分</a:t>
            </a:r>
          </a:p>
          <a:p>
            <a:pPr lvl="1" eaLnBrk="1" hangingPunct="1"/>
            <a:r>
              <a:rPr lang="zh-CN" altLang="en-US" sz="2000" dirty="0">
                <a:latin typeface="Times New Roman" panose="02020603050405020304" pitchFamily="18" charset="0"/>
                <a:cs typeface="Times New Roman" panose="02020603050405020304" pitchFamily="18" charset="0"/>
              </a:rPr>
              <a:t>现状</a:t>
            </a:r>
          </a:p>
          <a:p>
            <a:pPr lvl="2" eaLnBrk="1" hangingPunct="1"/>
            <a:r>
              <a:rPr lang="zh-CN" altLang="en-US" sz="1800" dirty="0">
                <a:latin typeface="Times New Roman" panose="02020603050405020304" pitchFamily="18" charset="0"/>
                <a:cs typeface="Times New Roman" panose="02020603050405020304" pitchFamily="18" charset="0"/>
              </a:rPr>
              <a:t>数据库已经与</a:t>
            </a:r>
            <a:r>
              <a:rPr lang="zh-CN" altLang="en-US" sz="1800" b="1" dirty="0">
                <a:latin typeface="Times New Roman" panose="02020603050405020304" pitchFamily="18" charset="0"/>
                <a:cs typeface="Times New Roman" panose="02020603050405020304" pitchFamily="18" charset="0"/>
              </a:rPr>
              <a:t>操作系统、应用服务器</a:t>
            </a:r>
            <a:r>
              <a:rPr lang="zh-CN" altLang="en-US" sz="1800" dirty="0">
                <a:latin typeface="Times New Roman" panose="02020603050405020304" pitchFamily="18" charset="0"/>
                <a:cs typeface="Times New Roman" panose="02020603050405020304" pitchFamily="18" charset="0"/>
              </a:rPr>
              <a:t>一起成为</a:t>
            </a:r>
            <a:r>
              <a:rPr lang="en-US" altLang="zh-CN" sz="1800" dirty="0">
                <a:latin typeface="Times New Roman" panose="02020603050405020304" pitchFamily="18" charset="0"/>
                <a:cs typeface="Times New Roman" panose="02020603050405020304" pitchFamily="18" charset="0"/>
              </a:rPr>
              <a:t>IT</a:t>
            </a:r>
            <a:r>
              <a:rPr lang="zh-CN" altLang="en-US" sz="1800" dirty="0">
                <a:latin typeface="Times New Roman" panose="02020603050405020304" pitchFamily="18" charset="0"/>
                <a:cs typeface="Times New Roman" panose="02020603050405020304" pitchFamily="18" charset="0"/>
              </a:rPr>
              <a:t>基础设施的重要组成部分</a:t>
            </a:r>
          </a:p>
          <a:p>
            <a:pPr lvl="1" eaLnBrk="1" hangingPunct="1"/>
            <a:r>
              <a:rPr lang="zh-CN" altLang="en-US" sz="2000" dirty="0">
                <a:latin typeface="Times New Roman" panose="02020603050405020304" pitchFamily="18" charset="0"/>
                <a:cs typeface="Times New Roman" panose="02020603050405020304" pitchFamily="18" charset="0"/>
              </a:rPr>
              <a:t>应用领域</a:t>
            </a:r>
          </a:p>
          <a:p>
            <a:pPr lvl="2" eaLnBrk="1" hangingPunct="1"/>
            <a:r>
              <a:rPr lang="zh-CN" altLang="en-US" sz="1800" dirty="0">
                <a:latin typeface="Times New Roman" panose="02020603050405020304" pitchFamily="18" charset="0"/>
                <a:cs typeface="Times New Roman" panose="02020603050405020304" pitchFamily="18" charset="0"/>
              </a:rPr>
              <a:t>金融、电信、制造、医疗等几乎每个行业的数据都是存储在数据库中</a:t>
            </a:r>
          </a:p>
          <a:p>
            <a:pPr lvl="1" eaLnBrk="1" hangingPunct="1"/>
            <a:r>
              <a:rPr lang="zh-CN" altLang="en-US" sz="2000" dirty="0">
                <a:latin typeface="Times New Roman" panose="02020603050405020304" pitchFamily="18" charset="0"/>
                <a:cs typeface="Times New Roman" panose="02020603050405020304" pitchFamily="18" charset="0"/>
              </a:rPr>
              <a:t>大量相关技术</a:t>
            </a:r>
          </a:p>
          <a:p>
            <a:pPr lvl="2" eaLnBrk="1" hangingPunct="1"/>
            <a:r>
              <a:rPr lang="zh-CN" altLang="en-US" sz="1800" dirty="0">
                <a:latin typeface="Times New Roman" panose="02020603050405020304" pitchFamily="18" charset="0"/>
                <a:cs typeface="Times New Roman" panose="02020603050405020304" pitchFamily="18" charset="0"/>
              </a:rPr>
              <a:t>数据仓库，文本管理，海量存储，备份，报表，商业智能（</a:t>
            </a:r>
            <a:r>
              <a:rPr lang="en-US" altLang="zh-CN" sz="1800" dirty="0">
                <a:latin typeface="Times New Roman" panose="02020603050405020304" pitchFamily="18" charset="0"/>
                <a:cs typeface="Times New Roman" panose="02020603050405020304" pitchFamily="18" charset="0"/>
              </a:rPr>
              <a:t>business intelligence</a:t>
            </a:r>
            <a:r>
              <a:rPr lang="zh-CN" altLang="en-US"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ERP</a:t>
            </a:r>
            <a:r>
              <a:rPr lang="zh-CN" altLang="en-US"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CRM</a:t>
            </a:r>
            <a:r>
              <a:rPr lang="zh-CN" altLang="en-US" sz="1800" dirty="0">
                <a:latin typeface="Times New Roman" panose="02020603050405020304" pitchFamily="18" charset="0"/>
                <a:cs typeface="Times New Roman" panose="02020603050405020304" pitchFamily="18" charset="0"/>
              </a:rPr>
              <a:t>等  </a:t>
            </a:r>
          </a:p>
          <a:p>
            <a:pPr eaLnBrk="1" hangingPunct="1"/>
            <a:r>
              <a:rPr lang="zh-CN" altLang="en-US" sz="2200" dirty="0">
                <a:latin typeface="Times New Roman" panose="02020603050405020304" pitchFamily="18" charset="0"/>
                <a:cs typeface="Times New Roman" panose="02020603050405020304" pitchFamily="18" charset="0"/>
              </a:rPr>
              <a:t>学习和掌握数据库系统的理论、技术与方法是全面认识计算机系统的重要一环</a:t>
            </a:r>
          </a:p>
          <a:p>
            <a:pPr eaLnBrk="1" hangingPunct="1"/>
            <a:endParaRPr lang="en-US" altLang="zh-C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344553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D0A32CAA-7CD5-48B1-B5B5-AA23CDA4CDE0}"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8435"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8436"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E17A628C-473B-46EA-909A-323E94EEB509}" type="slidenum">
              <a:rPr lang="en-US" altLang="zh-CN" sz="1400">
                <a:solidFill>
                  <a:schemeClr val="tx1"/>
                </a:solidFill>
                <a:latin typeface="Times New Roman" pitchFamily="18" charset="0"/>
              </a:rPr>
              <a:pPr eaLnBrk="1" hangingPunct="1"/>
              <a:t>9</a:t>
            </a:fld>
            <a:r>
              <a:rPr lang="en-US" altLang="zh-CN" sz="1400" dirty="0">
                <a:solidFill>
                  <a:schemeClr val="tx1"/>
                </a:solidFill>
                <a:latin typeface="Times New Roman" pitchFamily="18" charset="0"/>
              </a:rPr>
              <a:t>/92</a:t>
            </a:r>
          </a:p>
        </p:txBody>
      </p:sp>
      <p:sp>
        <p:nvSpPr>
          <p:cNvPr id="18437" name="Rectangle 2"/>
          <p:cNvSpPr>
            <a:spLocks noGrp="1" noChangeArrowheads="1"/>
          </p:cNvSpPr>
          <p:nvPr>
            <p:ph type="title"/>
          </p:nvPr>
        </p:nvSpPr>
        <p:spPr/>
        <p:txBody>
          <a:bodyPr/>
          <a:lstStyle/>
          <a:p>
            <a:pPr eaLnBrk="1" hangingPunct="1"/>
            <a:r>
              <a:rPr lang="zh-CN" altLang="en-US" dirty="0"/>
              <a:t>学习目标</a:t>
            </a:r>
          </a:p>
        </p:txBody>
      </p:sp>
      <p:sp>
        <p:nvSpPr>
          <p:cNvPr id="18438" name="Rectangle 3"/>
          <p:cNvSpPr>
            <a:spLocks noGrp="1" noChangeArrowheads="1"/>
          </p:cNvSpPr>
          <p:nvPr>
            <p:ph type="body" idx="1"/>
          </p:nvPr>
        </p:nvSpPr>
        <p:spPr/>
        <p:txBody>
          <a:bodyPr/>
          <a:lstStyle/>
          <a:p>
            <a:pPr eaLnBrk="1" hangingPunct="1"/>
            <a:r>
              <a:rPr lang="zh-CN" altLang="en-US" sz="2200" dirty="0">
                <a:solidFill>
                  <a:schemeClr val="tx1"/>
                </a:solidFill>
                <a:latin typeface="Times New Roman" panose="02020603050405020304" pitchFamily="18" charset="0"/>
                <a:cs typeface="Times New Roman" panose="02020603050405020304" pitchFamily="18" charset="0"/>
              </a:rPr>
              <a:t>通过讲解</a:t>
            </a:r>
            <a:r>
              <a:rPr lang="zh-CN" altLang="en-US" sz="2200" b="1" dirty="0">
                <a:solidFill>
                  <a:schemeClr val="tx1"/>
                </a:solidFill>
                <a:latin typeface="Times New Roman" panose="02020603050405020304" pitchFamily="18" charset="0"/>
                <a:cs typeface="Times New Roman" panose="02020603050405020304" pitchFamily="18" charset="0"/>
              </a:rPr>
              <a:t>数据库管理的基本概念</a:t>
            </a:r>
            <a:r>
              <a:rPr lang="zh-CN" altLang="en-US" sz="2200" dirty="0">
                <a:solidFill>
                  <a:schemeClr val="tx1"/>
                </a:solidFill>
                <a:latin typeface="Times New Roman" panose="02020603050405020304" pitchFamily="18" charset="0"/>
                <a:cs typeface="Times New Roman" panose="02020603050405020304" pitchFamily="18" charset="0"/>
              </a:rPr>
              <a:t>，使大家了解数据库技术对于现代计算环境的重大意义，掌握</a:t>
            </a:r>
            <a:r>
              <a:rPr lang="zh-CN" altLang="en-US" sz="2200" b="1" dirty="0">
                <a:solidFill>
                  <a:srgbClr val="0000FF"/>
                </a:solidFill>
                <a:latin typeface="Times New Roman" panose="02020603050405020304" pitchFamily="18" charset="0"/>
                <a:cs typeface="Times New Roman" panose="02020603050405020304" pitchFamily="18" charset="0"/>
              </a:rPr>
              <a:t>数据库设计、数据库语言、数据库系统实现</a:t>
            </a:r>
            <a:r>
              <a:rPr lang="zh-CN" altLang="en-US" sz="2200" dirty="0">
                <a:solidFill>
                  <a:schemeClr val="tx1"/>
                </a:solidFill>
                <a:latin typeface="Times New Roman" panose="02020603050405020304" pitchFamily="18" charset="0"/>
                <a:cs typeface="Times New Roman" panose="02020603050405020304" pitchFamily="18" charset="0"/>
              </a:rPr>
              <a:t>等主要内容，了解数据库技术的新进展、新思想 </a:t>
            </a:r>
          </a:p>
          <a:p>
            <a:pPr eaLnBrk="1" hangingPunct="1"/>
            <a:r>
              <a:rPr lang="zh-CN" altLang="en-US" sz="2200" dirty="0">
                <a:solidFill>
                  <a:schemeClr val="tx1"/>
                </a:solidFill>
                <a:latin typeface="Times New Roman" panose="02020603050405020304" pitchFamily="18" charset="0"/>
                <a:cs typeface="Times New Roman" panose="02020603050405020304" pitchFamily="18" charset="0"/>
              </a:rPr>
              <a:t>从数据库用户</a:t>
            </a:r>
            <a:r>
              <a:rPr lang="zh-CN" altLang="en-US" sz="2200" dirty="0">
                <a:latin typeface="Times New Roman" panose="02020603050405020304" pitchFamily="18" charset="0"/>
                <a:cs typeface="Times New Roman" panose="02020603050405020304" pitchFamily="18" charset="0"/>
              </a:rPr>
              <a:t>（</a:t>
            </a:r>
            <a:r>
              <a:rPr lang="zh-CN" altLang="en-US" sz="2200" dirty="0">
                <a:solidFill>
                  <a:srgbClr val="0000FF"/>
                </a:solidFill>
                <a:latin typeface="Times New Roman" panose="02020603050405020304" pitchFamily="18" charset="0"/>
                <a:cs typeface="Times New Roman" panose="02020603050405020304" pitchFamily="18" charset="0"/>
              </a:rPr>
              <a:t>包括数据库一般用户、数据库应用设计者和管理者、数据库系统实现者</a:t>
            </a:r>
            <a:r>
              <a:rPr lang="zh-CN" altLang="en-US" sz="2200" dirty="0">
                <a:latin typeface="Times New Roman" panose="02020603050405020304" pitchFamily="18" charset="0"/>
                <a:cs typeface="Times New Roman" panose="02020603050405020304" pitchFamily="18" charset="0"/>
              </a:rPr>
              <a:t>）</a:t>
            </a:r>
            <a:r>
              <a:rPr lang="zh-CN" altLang="en-US" sz="2200" dirty="0">
                <a:solidFill>
                  <a:schemeClr val="tx1"/>
                </a:solidFill>
                <a:latin typeface="Times New Roman" panose="02020603050405020304" pitchFamily="18" charset="0"/>
                <a:cs typeface="Times New Roman" panose="02020603050405020304" pitchFamily="18" charset="0"/>
              </a:rPr>
              <a:t>的角度来学习数据库</a:t>
            </a:r>
          </a:p>
          <a:p>
            <a:pPr lvl="1" eaLnBrk="1" hangingPunct="1"/>
            <a:r>
              <a:rPr lang="zh-CN" altLang="en-US" sz="2000" dirty="0">
                <a:latin typeface="Times New Roman" panose="02020603050405020304" pitchFamily="18" charset="0"/>
                <a:cs typeface="Times New Roman" panose="02020603050405020304" pitchFamily="18" charset="0"/>
              </a:rPr>
              <a:t>掌握关系</a:t>
            </a:r>
            <a:r>
              <a:rPr lang="zh-CN" altLang="en-US" sz="2000" b="1" dirty="0">
                <a:latin typeface="Times New Roman" panose="02020603050405020304" pitchFamily="18" charset="0"/>
                <a:cs typeface="Times New Roman" panose="02020603050405020304" pitchFamily="18" charset="0"/>
              </a:rPr>
              <a:t>数据模型</a:t>
            </a:r>
            <a:r>
              <a:rPr lang="zh-CN" altLang="en-US" sz="2000" dirty="0">
                <a:latin typeface="Times New Roman" panose="02020603050405020304" pitchFamily="18" charset="0"/>
                <a:cs typeface="Times New Roman" panose="02020603050405020304" pitchFamily="18" charset="0"/>
              </a:rPr>
              <a:t>及关系</a:t>
            </a:r>
            <a:r>
              <a:rPr lang="zh-CN" altLang="en-US" sz="2000" b="1" dirty="0">
                <a:latin typeface="Times New Roman" panose="02020603050405020304" pitchFamily="18" charset="0"/>
                <a:cs typeface="Times New Roman" panose="02020603050405020304" pitchFamily="18" charset="0"/>
              </a:rPr>
              <a:t>数据语言</a:t>
            </a:r>
            <a:r>
              <a:rPr lang="zh-CN" altLang="en-US" sz="2000" dirty="0">
                <a:latin typeface="Times New Roman" panose="02020603050405020304" pitchFamily="18" charset="0"/>
                <a:cs typeface="Times New Roman" panose="02020603050405020304" pitchFamily="18" charset="0"/>
              </a:rPr>
              <a:t>，能熟练应用</a:t>
            </a:r>
            <a:r>
              <a:rPr lang="en-US" altLang="zh-CN" sz="2000" b="1" dirty="0">
                <a:latin typeface="Times New Roman" panose="02020603050405020304" pitchFamily="18" charset="0"/>
                <a:cs typeface="Times New Roman" panose="02020603050405020304" pitchFamily="18" charset="0"/>
              </a:rPr>
              <a:t>SQL</a:t>
            </a:r>
            <a:r>
              <a:rPr lang="zh-CN" altLang="en-US" sz="2000" b="1" dirty="0">
                <a:latin typeface="Times New Roman" panose="02020603050405020304" pitchFamily="18" charset="0"/>
                <a:cs typeface="Times New Roman" panose="02020603050405020304" pitchFamily="18" charset="0"/>
              </a:rPr>
              <a:t>语言</a:t>
            </a:r>
            <a:r>
              <a:rPr lang="zh-CN" altLang="en-US" sz="2000" dirty="0">
                <a:latin typeface="Times New Roman" panose="02020603050405020304" pitchFamily="18" charset="0"/>
                <a:cs typeface="Times New Roman" panose="02020603050405020304" pitchFamily="18" charset="0"/>
              </a:rPr>
              <a:t>表达各种</a:t>
            </a:r>
            <a:r>
              <a:rPr lang="zh-CN" altLang="en-US" sz="2000" b="1" dirty="0">
                <a:latin typeface="Times New Roman" panose="02020603050405020304" pitchFamily="18" charset="0"/>
                <a:cs typeface="Times New Roman" panose="02020603050405020304" pitchFamily="18" charset="0"/>
              </a:rPr>
              <a:t>数据操作</a:t>
            </a:r>
          </a:p>
          <a:p>
            <a:pPr lvl="1" eaLnBrk="1" hangingPunct="1"/>
            <a:r>
              <a:rPr lang="zh-CN" altLang="en-US" sz="2000" dirty="0">
                <a:latin typeface="Times New Roman" panose="02020603050405020304" pitchFamily="18" charset="0"/>
                <a:cs typeface="Times New Roman" panose="02020603050405020304" pitchFamily="18" charset="0"/>
              </a:rPr>
              <a:t>掌握</a:t>
            </a:r>
            <a:r>
              <a:rPr lang="en-US" altLang="zh-CN" sz="2000" b="1" dirty="0">
                <a:latin typeface="Times New Roman" panose="02020603050405020304" pitchFamily="18" charset="0"/>
                <a:cs typeface="Times New Roman" panose="02020603050405020304" pitchFamily="18" charset="0"/>
              </a:rPr>
              <a:t>E-R</a:t>
            </a:r>
            <a:r>
              <a:rPr lang="zh-CN" altLang="en-US" sz="2000" b="1" dirty="0">
                <a:latin typeface="Times New Roman" panose="02020603050405020304" pitchFamily="18" charset="0"/>
                <a:cs typeface="Times New Roman" panose="02020603050405020304" pitchFamily="18" charset="0"/>
              </a:rPr>
              <a:t>模型</a:t>
            </a:r>
            <a:r>
              <a:rPr lang="zh-CN" altLang="en-US" sz="2000" dirty="0">
                <a:latin typeface="Times New Roman" panose="02020603050405020304" pitchFamily="18" charset="0"/>
                <a:cs typeface="Times New Roman" panose="02020603050405020304" pitchFamily="18" charset="0"/>
              </a:rPr>
              <a:t>的概念和方法，</a:t>
            </a:r>
            <a:r>
              <a:rPr lang="zh-CN" altLang="en-US" sz="2000" b="1" dirty="0">
                <a:latin typeface="Times New Roman" panose="02020603050405020304" pitchFamily="18" charset="0"/>
                <a:cs typeface="Times New Roman" panose="02020603050405020304" pitchFamily="18" charset="0"/>
              </a:rPr>
              <a:t>关系数据库规范化理论</a:t>
            </a:r>
            <a:r>
              <a:rPr lang="zh-CN" altLang="en-US" sz="2000" dirty="0">
                <a:latin typeface="Times New Roman" panose="02020603050405020304" pitchFamily="18" charset="0"/>
                <a:cs typeface="Times New Roman" panose="02020603050405020304" pitchFamily="18" charset="0"/>
              </a:rPr>
              <a:t>和数据库</a:t>
            </a:r>
            <a:r>
              <a:rPr lang="zh-CN" altLang="en-US" sz="2000" b="1" dirty="0">
                <a:latin typeface="Times New Roman" panose="02020603050405020304" pitchFamily="18" charset="0"/>
                <a:cs typeface="Times New Roman" panose="02020603050405020304" pitchFamily="18" charset="0"/>
              </a:rPr>
              <a:t>设计方法</a:t>
            </a:r>
            <a:r>
              <a:rPr lang="zh-CN" altLang="en-US" sz="2000" dirty="0">
                <a:latin typeface="Times New Roman" panose="02020603050405020304" pitchFamily="18" charset="0"/>
                <a:cs typeface="Times New Roman" panose="02020603050405020304" pitchFamily="18" charset="0"/>
              </a:rPr>
              <a:t>，通过上机实习的训练，初步具备进行</a:t>
            </a:r>
            <a:r>
              <a:rPr lang="zh-CN" altLang="en-US" sz="2000" b="1" dirty="0">
                <a:latin typeface="Times New Roman" panose="02020603050405020304" pitchFamily="18" charset="0"/>
                <a:cs typeface="Times New Roman" panose="02020603050405020304" pitchFamily="18" charset="0"/>
              </a:rPr>
              <a:t>数据库应用系统</a:t>
            </a:r>
            <a:r>
              <a:rPr lang="zh-CN" altLang="en-US" sz="2000" dirty="0">
                <a:latin typeface="Times New Roman" panose="02020603050405020304" pitchFamily="18" charset="0"/>
                <a:cs typeface="Times New Roman" panose="02020603050405020304" pitchFamily="18" charset="0"/>
              </a:rPr>
              <a:t>开发的能力</a:t>
            </a:r>
          </a:p>
          <a:p>
            <a:pPr lvl="1" eaLnBrk="1" hangingPunct="1"/>
            <a:r>
              <a:rPr lang="zh-CN" altLang="en-US" sz="2000" dirty="0">
                <a:latin typeface="Times New Roman" panose="02020603050405020304" pitchFamily="18" charset="0"/>
                <a:cs typeface="Times New Roman" panose="02020603050405020304" pitchFamily="18" charset="0"/>
              </a:rPr>
              <a:t>掌握</a:t>
            </a:r>
            <a:r>
              <a:rPr lang="zh-CN" altLang="en-US" sz="2000" b="1" dirty="0">
                <a:latin typeface="Times New Roman" panose="02020603050405020304" pitchFamily="18" charset="0"/>
                <a:cs typeface="Times New Roman" panose="02020603050405020304" pitchFamily="18" charset="0"/>
              </a:rPr>
              <a:t>事务</a:t>
            </a:r>
            <a:r>
              <a:rPr lang="zh-CN" altLang="en-US" sz="2000" dirty="0">
                <a:latin typeface="Times New Roman" panose="02020603050405020304" pitchFamily="18" charset="0"/>
                <a:cs typeface="Times New Roman" panose="02020603050405020304" pitchFamily="18" charset="0"/>
              </a:rPr>
              <a:t>实现技术，理解数据库的</a:t>
            </a:r>
            <a:r>
              <a:rPr lang="zh-CN" altLang="en-US" sz="2000" b="1" dirty="0">
                <a:latin typeface="Times New Roman" panose="02020603050405020304" pitchFamily="18" charset="0"/>
                <a:cs typeface="Times New Roman" panose="02020603050405020304" pitchFamily="18" charset="0"/>
              </a:rPr>
              <a:t>查询模块</a:t>
            </a:r>
            <a:r>
              <a:rPr lang="zh-CN" altLang="en-US" sz="2000" dirty="0">
                <a:latin typeface="Times New Roman" panose="02020603050405020304" pitchFamily="18" charset="0"/>
                <a:cs typeface="Times New Roman" panose="02020603050405020304" pitchFamily="18" charset="0"/>
              </a:rPr>
              <a:t>和</a:t>
            </a:r>
            <a:r>
              <a:rPr lang="zh-CN" altLang="en-US" sz="2000" b="1" dirty="0">
                <a:latin typeface="Times New Roman" panose="02020603050405020304" pitchFamily="18" charset="0"/>
                <a:cs typeface="Times New Roman" panose="02020603050405020304" pitchFamily="18" charset="0"/>
              </a:rPr>
              <a:t>存储模块</a:t>
            </a:r>
          </a:p>
          <a:p>
            <a:pPr eaLnBrk="1" hangingPunct="1"/>
            <a:r>
              <a:rPr lang="zh-CN" altLang="en-US" sz="2200" dirty="0">
                <a:solidFill>
                  <a:schemeClr val="tx1"/>
                </a:solidFill>
                <a:latin typeface="Times New Roman" panose="02020603050405020304" pitchFamily="18" charset="0"/>
                <a:cs typeface="Times New Roman" panose="02020603050405020304" pitchFamily="18" charset="0"/>
              </a:rPr>
              <a:t>为进一步学习数据库系统原理、数据挖掘、大数据分析等后续课程打好基础 </a:t>
            </a:r>
          </a:p>
          <a:p>
            <a:pPr eaLnBrk="1" hangingPunct="1"/>
            <a:endParaRPr lang="en-US" altLang="zh-C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4370705"/>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4"/>
          <p:cNvSpPr>
            <a:spLocks noGrp="1" noChangeArrowheads="1"/>
          </p:cNvSpPr>
          <p:nvPr>
            <p:ph type="ctrTitle"/>
          </p:nvPr>
        </p:nvSpPr>
        <p:spPr/>
        <p:txBody>
          <a:bodyPr/>
          <a:lstStyle/>
          <a:p>
            <a:pPr eaLnBrk="1" hangingPunct="1"/>
            <a:r>
              <a:rPr lang="zh-CN" altLang="en-US" dirty="0"/>
              <a:t>第一章  引言</a:t>
            </a:r>
          </a:p>
        </p:txBody>
      </p:sp>
      <p:sp>
        <p:nvSpPr>
          <p:cNvPr id="24579" name="Rectangle 5"/>
          <p:cNvSpPr>
            <a:spLocks noGrp="1" noChangeArrowheads="1"/>
          </p:cNvSpPr>
          <p:nvPr>
            <p:ph type="subTitle" idx="1"/>
          </p:nvPr>
        </p:nvSpPr>
        <p:spPr/>
        <p:txBody>
          <a:bodyPr/>
          <a:lstStyle/>
          <a:p>
            <a:pPr eaLnBrk="1" hangingPunct="1"/>
            <a:endParaRPr lang="zh-CN" altLang="en-US" sz="28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7786E742-EDEC-4DFF-9B0D-C1C296014462}"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25603"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25604"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882FBDC5-DE65-44AE-A27D-D65A1676AFDB}" type="slidenum">
              <a:rPr lang="en-US" altLang="zh-CN" sz="1400">
                <a:solidFill>
                  <a:schemeClr val="tx1"/>
                </a:solidFill>
                <a:latin typeface="Times New Roman" pitchFamily="18" charset="0"/>
              </a:rPr>
              <a:pPr eaLnBrk="1" hangingPunct="1"/>
              <a:t>11</a:t>
            </a:fld>
            <a:r>
              <a:rPr lang="en-US" altLang="zh-CN" sz="1400">
                <a:solidFill>
                  <a:schemeClr val="tx1"/>
                </a:solidFill>
                <a:latin typeface="Times New Roman" pitchFamily="18" charset="0"/>
              </a:rPr>
              <a:t>/92</a:t>
            </a:r>
          </a:p>
        </p:txBody>
      </p:sp>
      <p:sp>
        <p:nvSpPr>
          <p:cNvPr id="25605" name="Rectangle 2"/>
          <p:cNvSpPr>
            <a:spLocks noGrp="1" noChangeArrowheads="1"/>
          </p:cNvSpPr>
          <p:nvPr>
            <p:ph type="title"/>
          </p:nvPr>
        </p:nvSpPr>
        <p:spPr/>
        <p:txBody>
          <a:bodyPr/>
          <a:lstStyle/>
          <a:p>
            <a:pPr eaLnBrk="1" hangingPunct="1"/>
            <a:r>
              <a:rPr lang="zh-CN" altLang="en-US"/>
              <a:t>本章目录</a:t>
            </a:r>
          </a:p>
        </p:txBody>
      </p:sp>
      <p:sp>
        <p:nvSpPr>
          <p:cNvPr id="25606" name="Rectangle 3"/>
          <p:cNvSpPr>
            <a:spLocks noGrp="1" noChangeArrowheads="1"/>
          </p:cNvSpPr>
          <p:nvPr>
            <p:ph type="body" idx="1"/>
          </p:nvPr>
        </p:nvSpPr>
        <p:spPr>
          <a:xfrm>
            <a:off x="1371600" y="1600200"/>
            <a:ext cx="7278688" cy="4532313"/>
          </a:xfrm>
        </p:spPr>
        <p:txBody>
          <a:bodyPr/>
          <a:lstStyle/>
          <a:p>
            <a:pPr eaLnBrk="1" hangingPunct="1"/>
            <a:r>
              <a:rPr lang="en-US" altLang="zh-CN" dirty="0">
                <a:solidFill>
                  <a:schemeClr val="tx1"/>
                </a:solidFill>
              </a:rPr>
              <a:t>1.0 </a:t>
            </a:r>
            <a:r>
              <a:rPr lang="zh-CN" altLang="en-US" dirty="0">
                <a:solidFill>
                  <a:schemeClr val="tx1"/>
                </a:solidFill>
              </a:rPr>
              <a:t>背景知识</a:t>
            </a:r>
          </a:p>
          <a:p>
            <a:pPr eaLnBrk="1" hangingPunct="1"/>
            <a:r>
              <a:rPr lang="en-US" altLang="zh-CN" dirty="0">
                <a:solidFill>
                  <a:schemeClr val="tx1"/>
                </a:solidFill>
              </a:rPr>
              <a:t>1.1 </a:t>
            </a:r>
            <a:r>
              <a:rPr lang="zh-CN" altLang="en-US" dirty="0">
                <a:solidFill>
                  <a:schemeClr val="tx1"/>
                </a:solidFill>
              </a:rPr>
              <a:t>数据管理技术的发展</a:t>
            </a:r>
          </a:p>
          <a:p>
            <a:pPr eaLnBrk="1" hangingPunct="1"/>
            <a:r>
              <a:rPr lang="en-US" altLang="zh-CN" dirty="0">
                <a:solidFill>
                  <a:schemeClr val="tx1"/>
                </a:solidFill>
              </a:rPr>
              <a:t>1.2 </a:t>
            </a:r>
            <a:r>
              <a:rPr lang="zh-CN" altLang="en-US" dirty="0">
                <a:solidFill>
                  <a:schemeClr val="tx1"/>
                </a:solidFill>
              </a:rPr>
              <a:t>数据模型</a:t>
            </a:r>
          </a:p>
          <a:p>
            <a:pPr eaLnBrk="1" hangingPunct="1"/>
            <a:r>
              <a:rPr lang="en-US" altLang="zh-CN" dirty="0">
                <a:solidFill>
                  <a:schemeClr val="tx1"/>
                </a:solidFill>
              </a:rPr>
              <a:t>1.3 </a:t>
            </a:r>
            <a:r>
              <a:rPr lang="zh-CN" altLang="en-US" dirty="0">
                <a:solidFill>
                  <a:schemeClr val="tx1"/>
                </a:solidFill>
              </a:rPr>
              <a:t>数据抽象及数据库系统结构</a:t>
            </a:r>
          </a:p>
          <a:p>
            <a:pPr eaLnBrk="1" hangingPunct="1"/>
            <a:r>
              <a:rPr lang="en-US" altLang="zh-CN" dirty="0">
                <a:solidFill>
                  <a:schemeClr val="tx1"/>
                </a:solidFill>
              </a:rPr>
              <a:t>1.4 </a:t>
            </a:r>
            <a:r>
              <a:rPr lang="zh-CN" altLang="en-US" dirty="0">
                <a:solidFill>
                  <a:schemeClr val="tx1"/>
                </a:solidFill>
              </a:rPr>
              <a:t>数据库语言</a:t>
            </a:r>
          </a:p>
          <a:p>
            <a:pPr eaLnBrk="1" hangingPunct="1"/>
            <a:r>
              <a:rPr lang="en-US" altLang="zh-CN" dirty="0">
                <a:solidFill>
                  <a:schemeClr val="tx1"/>
                </a:solidFill>
              </a:rPr>
              <a:t>1.5 </a:t>
            </a:r>
            <a:r>
              <a:rPr lang="zh-CN" altLang="en-US" dirty="0">
                <a:solidFill>
                  <a:schemeClr val="tx1"/>
                </a:solidFill>
              </a:rPr>
              <a:t>数据库引擎</a:t>
            </a:r>
          </a:p>
          <a:p>
            <a:pPr eaLnBrk="1" hangingPunct="1"/>
            <a:r>
              <a:rPr lang="en-US" altLang="zh-CN" dirty="0">
                <a:solidFill>
                  <a:schemeClr val="tx1"/>
                </a:solidFill>
              </a:rPr>
              <a:t>1.6 </a:t>
            </a:r>
            <a:r>
              <a:rPr lang="zh-CN" altLang="en-US" dirty="0">
                <a:solidFill>
                  <a:schemeClr val="tx1"/>
                </a:solidFill>
              </a:rPr>
              <a:t>数据库用户和管理员</a:t>
            </a:r>
          </a:p>
        </p:txBody>
      </p:sp>
      <p:sp>
        <p:nvSpPr>
          <p:cNvPr id="290820" name="AutoShape 4"/>
          <p:cNvSpPr>
            <a:spLocks noChangeArrowheads="1"/>
          </p:cNvSpPr>
          <p:nvPr/>
        </p:nvSpPr>
        <p:spPr bwMode="auto">
          <a:xfrm>
            <a:off x="838200" y="1752600"/>
            <a:ext cx="457200" cy="457200"/>
          </a:xfrm>
          <a:prstGeom prst="rightArrow">
            <a:avLst>
              <a:gd name="adj1" fmla="val 38889"/>
              <a:gd name="adj2" fmla="val 44792"/>
            </a:avLst>
          </a:prstGeom>
          <a:solidFill>
            <a:srgbClr val="FFCC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290820"/>
                                        </p:tgtEl>
                                        <p:attrNameLst>
                                          <p:attrName>style.visibility</p:attrName>
                                        </p:attrNameLst>
                                      </p:cBhvr>
                                      <p:to>
                                        <p:strVal val="visible"/>
                                      </p:to>
                                    </p:set>
                                    <p:anim calcmode="lin" valueType="num">
                                      <p:cBhvr additive="base">
                                        <p:cTn id="7" dur="500" fill="hold"/>
                                        <p:tgtEl>
                                          <p:spTgt spid="290820"/>
                                        </p:tgtEl>
                                        <p:attrNameLst>
                                          <p:attrName>ppt_x</p:attrName>
                                        </p:attrNameLst>
                                      </p:cBhvr>
                                      <p:tavLst>
                                        <p:tav tm="0">
                                          <p:val>
                                            <p:strVal val="0-#ppt_w/2"/>
                                          </p:val>
                                        </p:tav>
                                        <p:tav tm="100000">
                                          <p:val>
                                            <p:strVal val="#ppt_x"/>
                                          </p:val>
                                        </p:tav>
                                      </p:tavLst>
                                    </p:anim>
                                    <p:anim calcmode="lin" valueType="num">
                                      <p:cBhvr additive="base">
                                        <p:cTn id="8" dur="500" fill="hold"/>
                                        <p:tgtEl>
                                          <p:spTgt spid="2908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2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日期占位符 2"/>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32C5C63A-01EA-41D7-A6BB-4DAF3EE7CF3F}"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26627" name="页脚占位符 3"/>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26628" name="灯片编号占位符 4"/>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B395F41C-26E7-4CA6-8963-4064D82F836E}" type="slidenum">
              <a:rPr lang="en-US" altLang="zh-CN" sz="1400">
                <a:solidFill>
                  <a:schemeClr val="tx1"/>
                </a:solidFill>
                <a:latin typeface="Times New Roman" pitchFamily="18" charset="0"/>
              </a:rPr>
              <a:pPr eaLnBrk="1" hangingPunct="1"/>
              <a:t>12</a:t>
            </a:fld>
            <a:r>
              <a:rPr lang="en-US" altLang="zh-CN" sz="1400">
                <a:solidFill>
                  <a:schemeClr val="tx1"/>
                </a:solidFill>
                <a:latin typeface="Times New Roman" pitchFamily="18" charset="0"/>
              </a:rPr>
              <a:t>/94</a:t>
            </a:r>
          </a:p>
        </p:txBody>
      </p:sp>
      <p:sp>
        <p:nvSpPr>
          <p:cNvPr id="7" name="Rectangle 1027"/>
          <p:cNvSpPr txBox="1">
            <a:spLocks noChangeArrowheads="1"/>
          </p:cNvSpPr>
          <p:nvPr/>
        </p:nvSpPr>
        <p:spPr>
          <a:xfrm>
            <a:off x="468313" y="1431925"/>
            <a:ext cx="8229600" cy="4130675"/>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a:defRPr/>
            </a:pPr>
            <a:r>
              <a:rPr lang="zh-CN" altLang="en-US" sz="2600" kern="0" dirty="0">
                <a:solidFill>
                  <a:schemeClr val="tx1"/>
                </a:solidFill>
              </a:rPr>
              <a:t>数据库技术产生于</a:t>
            </a:r>
            <a:r>
              <a:rPr lang="zh-CN" altLang="en-US" sz="2600" b="1" kern="0" dirty="0">
                <a:solidFill>
                  <a:schemeClr val="tx1"/>
                </a:solidFill>
              </a:rPr>
              <a:t>上世纪</a:t>
            </a:r>
            <a:r>
              <a:rPr lang="zh-CN" altLang="en-US" sz="2600" b="1" kern="0" dirty="0">
                <a:solidFill>
                  <a:srgbClr val="0000FF"/>
                </a:solidFill>
              </a:rPr>
              <a:t>六十年代末</a:t>
            </a:r>
            <a:r>
              <a:rPr lang="zh-CN" altLang="en-US" sz="2600" kern="0" dirty="0">
                <a:solidFill>
                  <a:schemeClr val="tx1"/>
                </a:solidFill>
              </a:rPr>
              <a:t>，是</a:t>
            </a:r>
            <a:r>
              <a:rPr lang="zh-CN" altLang="en-US" sz="2600" b="1" kern="0" dirty="0">
                <a:solidFill>
                  <a:srgbClr val="FF3300"/>
                </a:solidFill>
              </a:rPr>
              <a:t>数据管理</a:t>
            </a:r>
            <a:r>
              <a:rPr lang="zh-CN" altLang="en-US" sz="2600" b="1" kern="0" dirty="0">
                <a:solidFill>
                  <a:schemeClr val="tx1"/>
                </a:solidFill>
              </a:rPr>
              <a:t>的</a:t>
            </a:r>
            <a:r>
              <a:rPr lang="zh-CN" altLang="en-US" sz="2600" b="1" kern="0" dirty="0">
                <a:solidFill>
                  <a:srgbClr val="FF3300"/>
                </a:solidFill>
              </a:rPr>
              <a:t>最新技术</a:t>
            </a:r>
            <a:r>
              <a:rPr lang="zh-CN" altLang="en-US" sz="2600" kern="0" dirty="0"/>
              <a:t>，</a:t>
            </a:r>
            <a:r>
              <a:rPr lang="zh-CN" altLang="en-US" sz="2600" kern="0" dirty="0">
                <a:solidFill>
                  <a:schemeClr val="tx1"/>
                </a:solidFill>
              </a:rPr>
              <a:t>是</a:t>
            </a:r>
            <a:r>
              <a:rPr lang="zh-CN" altLang="en-US" sz="2600" kern="0" dirty="0">
                <a:solidFill>
                  <a:srgbClr val="0000FF"/>
                </a:solidFill>
              </a:rPr>
              <a:t>计算机科学</a:t>
            </a:r>
            <a:r>
              <a:rPr lang="zh-CN" altLang="en-US" sz="2600" kern="0" dirty="0">
                <a:solidFill>
                  <a:schemeClr val="tx1"/>
                </a:solidFill>
              </a:rPr>
              <a:t>的重要分支</a:t>
            </a:r>
            <a:r>
              <a:rPr lang="zh-CN" altLang="en-US" sz="2600" kern="0" dirty="0"/>
              <a:t>。</a:t>
            </a:r>
          </a:p>
          <a:p>
            <a:pPr>
              <a:defRPr/>
            </a:pPr>
            <a:r>
              <a:rPr lang="zh-CN" altLang="en-US" sz="2600" kern="0" dirty="0">
                <a:solidFill>
                  <a:srgbClr val="0000FF"/>
                </a:solidFill>
              </a:rPr>
              <a:t>数据库技术</a:t>
            </a:r>
            <a:r>
              <a:rPr lang="zh-CN" altLang="en-US" sz="2600" kern="0" dirty="0">
                <a:solidFill>
                  <a:schemeClr val="tx1"/>
                </a:solidFill>
              </a:rPr>
              <a:t>是</a:t>
            </a:r>
            <a:r>
              <a:rPr lang="zh-CN" altLang="en-US" sz="2600" kern="0" dirty="0">
                <a:solidFill>
                  <a:srgbClr val="FF3300"/>
                </a:solidFill>
              </a:rPr>
              <a:t>信息系统</a:t>
            </a:r>
            <a:r>
              <a:rPr lang="zh-CN" altLang="en-US" sz="2600" kern="0" dirty="0">
                <a:solidFill>
                  <a:schemeClr val="tx1"/>
                </a:solidFill>
              </a:rPr>
              <a:t>的</a:t>
            </a:r>
            <a:r>
              <a:rPr lang="zh-CN" altLang="en-US" sz="2600" kern="0" dirty="0">
                <a:solidFill>
                  <a:srgbClr val="FF3300"/>
                </a:solidFill>
              </a:rPr>
              <a:t>核心和基础</a:t>
            </a:r>
            <a:r>
              <a:rPr lang="zh-CN" altLang="en-US" sz="2600" kern="0" dirty="0"/>
              <a:t>，</a:t>
            </a:r>
            <a:r>
              <a:rPr lang="zh-CN" altLang="en-US" sz="2600" kern="0" dirty="0">
                <a:solidFill>
                  <a:schemeClr val="tx1"/>
                </a:solidFill>
              </a:rPr>
              <a:t>它的出现极大地促进了计算机应用向各行各业的渗透。</a:t>
            </a:r>
          </a:p>
          <a:p>
            <a:pPr>
              <a:defRPr/>
            </a:pPr>
            <a:r>
              <a:rPr lang="zh-CN" altLang="en-US" sz="2600" kern="0" dirty="0">
                <a:solidFill>
                  <a:schemeClr val="tx1"/>
                </a:solidFill>
              </a:rPr>
              <a:t>数据库的建设规模、数据库信息量的大小和使用频度已成为衡量一个国家</a:t>
            </a:r>
            <a:r>
              <a:rPr lang="zh-CN" altLang="en-US" sz="2600" kern="0" dirty="0">
                <a:solidFill>
                  <a:srgbClr val="FF3300"/>
                </a:solidFill>
              </a:rPr>
              <a:t>信息化程度</a:t>
            </a:r>
            <a:r>
              <a:rPr lang="zh-CN" altLang="en-US" sz="2600" kern="0" dirty="0">
                <a:solidFill>
                  <a:schemeClr val="tx1"/>
                </a:solidFill>
              </a:rPr>
              <a:t>的重要标志</a:t>
            </a:r>
            <a:r>
              <a:rPr lang="zh-CN" altLang="en-US" sz="2600" kern="0" dirty="0"/>
              <a:t>。</a:t>
            </a:r>
            <a:endParaRPr lang="en-US" altLang="zh-CN" sz="2600" kern="0" dirty="0"/>
          </a:p>
          <a:p>
            <a:pPr>
              <a:defRPr/>
            </a:pPr>
            <a:endParaRPr lang="zh-CN" altLang="en-US" sz="2600" kern="0" dirty="0"/>
          </a:p>
          <a:p>
            <a:pPr>
              <a:defRPr/>
            </a:pPr>
            <a:r>
              <a:rPr lang="zh-CN" altLang="en-US" sz="2400" kern="0" dirty="0">
                <a:solidFill>
                  <a:schemeClr val="tx2"/>
                </a:solidFill>
                <a:ea typeface="华文中宋" pitchFamily="2" charset="-122"/>
              </a:rPr>
              <a:t>是学习动态网站课程的必不可少的知识；</a:t>
            </a:r>
          </a:p>
          <a:p>
            <a:pPr>
              <a:defRPr/>
            </a:pPr>
            <a:r>
              <a:rPr lang="zh-CN" altLang="en-US" sz="2400" kern="0" dirty="0">
                <a:solidFill>
                  <a:schemeClr val="tx2"/>
                </a:solidFill>
                <a:ea typeface="华文中宋" pitchFamily="2" charset="-122"/>
              </a:rPr>
              <a:t>在毕业设计、进一步深造、以后的工作中都能用到。</a:t>
            </a:r>
            <a:endParaRPr lang="zh-CN" altLang="en-US" sz="2500" kern="0" dirty="0">
              <a:solidFill>
                <a:schemeClr val="tx2"/>
              </a:solidFill>
            </a:endParaRPr>
          </a:p>
        </p:txBody>
      </p:sp>
      <p:sp>
        <p:nvSpPr>
          <p:cNvPr id="26631" name="Rectangle 2"/>
          <p:cNvSpPr>
            <a:spLocks noGrp="1" noChangeArrowheads="1"/>
          </p:cNvSpPr>
          <p:nvPr>
            <p:ph type="title"/>
          </p:nvPr>
        </p:nvSpPr>
        <p:spPr/>
        <p:txBody>
          <a:bodyPr/>
          <a:lstStyle/>
          <a:p>
            <a:pPr eaLnBrk="1" hangingPunct="1"/>
            <a:r>
              <a:rPr lang="en-US" altLang="zh-CN" dirty="0"/>
              <a:t>1.0 </a:t>
            </a:r>
            <a:r>
              <a:rPr lang="zh-CN" altLang="en-US" dirty="0"/>
              <a:t>背景知识：</a:t>
            </a:r>
            <a:r>
              <a:rPr lang="zh-CN" altLang="en-US" kern="0" dirty="0">
                <a:latin typeface="宋体" pitchFamily="2" charset="-122"/>
              </a:rPr>
              <a:t>数据库的地位</a:t>
            </a:r>
            <a:endParaRPr lang="zh-CN" altLang="en-US"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BE7B06B5-ACDE-483E-85EA-3636604E98C2}"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27651"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27652"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E4CAE564-51B4-47D6-9AB6-19CCC8B26572}" type="slidenum">
              <a:rPr lang="en-US" altLang="zh-CN" sz="1400">
                <a:solidFill>
                  <a:schemeClr val="tx1"/>
                </a:solidFill>
                <a:latin typeface="Times New Roman" pitchFamily="18" charset="0"/>
              </a:rPr>
              <a:pPr eaLnBrk="1" hangingPunct="1"/>
              <a:t>13</a:t>
            </a:fld>
            <a:r>
              <a:rPr lang="en-US" altLang="zh-CN" sz="1400">
                <a:solidFill>
                  <a:schemeClr val="tx1"/>
                </a:solidFill>
                <a:latin typeface="Times New Roman" pitchFamily="18" charset="0"/>
              </a:rPr>
              <a:t>/92</a:t>
            </a:r>
          </a:p>
        </p:txBody>
      </p:sp>
      <p:sp>
        <p:nvSpPr>
          <p:cNvPr id="27653" name="Rectangle 2"/>
          <p:cNvSpPr>
            <a:spLocks noGrp="1" noChangeArrowheads="1"/>
          </p:cNvSpPr>
          <p:nvPr>
            <p:ph type="title"/>
          </p:nvPr>
        </p:nvSpPr>
        <p:spPr/>
        <p:txBody>
          <a:bodyPr/>
          <a:lstStyle/>
          <a:p>
            <a:pPr eaLnBrk="1" hangingPunct="1"/>
            <a:r>
              <a:rPr lang="en-US" altLang="zh-CN" dirty="0"/>
              <a:t>1.0 </a:t>
            </a:r>
            <a:r>
              <a:rPr lang="zh-CN" altLang="en-US" dirty="0"/>
              <a:t>背景知识：数据处理</a:t>
            </a:r>
          </a:p>
        </p:txBody>
      </p:sp>
      <p:sp>
        <p:nvSpPr>
          <p:cNvPr id="27654" name="Rectangle 3"/>
          <p:cNvSpPr>
            <a:spLocks noGrp="1" noChangeArrowheads="1"/>
          </p:cNvSpPr>
          <p:nvPr>
            <p:ph type="body" idx="1"/>
          </p:nvPr>
        </p:nvSpPr>
        <p:spPr>
          <a:xfrm>
            <a:off x="609600" y="1447800"/>
            <a:ext cx="8077200" cy="4795837"/>
          </a:xfrm>
        </p:spPr>
        <p:txBody>
          <a:bodyPr/>
          <a:lstStyle/>
          <a:p>
            <a:r>
              <a:rPr lang="zh-CN" altLang="zh-CN" sz="2400" dirty="0">
                <a:solidFill>
                  <a:schemeClr val="tx1"/>
                </a:solidFill>
              </a:rPr>
              <a:t>从最早的商用计算机起，</a:t>
            </a:r>
            <a:r>
              <a:rPr lang="zh-CN" altLang="zh-CN" sz="2400" dirty="0">
                <a:solidFill>
                  <a:srgbClr val="0000FF"/>
                </a:solidFill>
              </a:rPr>
              <a:t>数据处理</a:t>
            </a:r>
            <a:r>
              <a:rPr lang="zh-CN" altLang="zh-CN" sz="2400" dirty="0">
                <a:solidFill>
                  <a:schemeClr val="tx1"/>
                </a:solidFill>
              </a:rPr>
              <a:t>就一直推动着计算机的发展</a:t>
            </a:r>
            <a:endParaRPr lang="en-US" altLang="zh-CN" sz="2400" dirty="0">
              <a:solidFill>
                <a:schemeClr val="tx1"/>
              </a:solidFill>
            </a:endParaRPr>
          </a:p>
          <a:p>
            <a:pPr lvl="1"/>
            <a:r>
              <a:rPr lang="en-US" altLang="zh-CN" sz="2000" dirty="0"/>
              <a:t>Hollerith</a:t>
            </a:r>
            <a:r>
              <a:rPr lang="zh-CN" altLang="zh-CN" sz="2000" dirty="0"/>
              <a:t>发明的穿孔卡片，早在</a:t>
            </a:r>
            <a:r>
              <a:rPr lang="en-US" altLang="zh-CN" sz="2000" dirty="0"/>
              <a:t>20</a:t>
            </a:r>
            <a:r>
              <a:rPr lang="zh-CN" altLang="zh-CN" sz="2000" dirty="0"/>
              <a:t>世纪初就用来记录美国的人口普查数据，并利用机械系统来处理这些卡片并列出结果</a:t>
            </a:r>
            <a:endParaRPr lang="en-US" altLang="zh-CN" sz="2000" dirty="0"/>
          </a:p>
          <a:p>
            <a:r>
              <a:rPr lang="zh-CN" altLang="zh-CN" sz="2400" dirty="0">
                <a:solidFill>
                  <a:schemeClr val="tx1"/>
                </a:solidFill>
              </a:rPr>
              <a:t>数据处理是指对</a:t>
            </a:r>
            <a:r>
              <a:rPr lang="zh-CN" altLang="zh-CN" sz="2400" b="1" dirty="0">
                <a:solidFill>
                  <a:srgbClr val="0000FF"/>
                </a:solidFill>
              </a:rPr>
              <a:t>各种形式</a:t>
            </a:r>
            <a:r>
              <a:rPr lang="zh-CN" altLang="zh-CN" sz="2400" dirty="0">
                <a:solidFill>
                  <a:srgbClr val="0000FF"/>
                </a:solidFill>
              </a:rPr>
              <a:t>的数据</a:t>
            </a:r>
            <a:r>
              <a:rPr lang="zh-CN" altLang="zh-CN" sz="2400" dirty="0">
                <a:solidFill>
                  <a:schemeClr val="tx1"/>
                </a:solidFill>
              </a:rPr>
              <a:t>进行</a:t>
            </a:r>
            <a:r>
              <a:rPr lang="zh-CN" altLang="zh-CN" sz="2400" dirty="0">
                <a:solidFill>
                  <a:srgbClr val="0000FF"/>
                </a:solidFill>
              </a:rPr>
              <a:t>收集、存储、加工</a:t>
            </a:r>
            <a:r>
              <a:rPr lang="zh-CN" altLang="zh-CN" sz="2400" dirty="0">
                <a:solidFill>
                  <a:schemeClr val="tx1"/>
                </a:solidFill>
              </a:rPr>
              <a:t>和</a:t>
            </a:r>
            <a:r>
              <a:rPr lang="zh-CN" altLang="zh-CN" sz="2400" dirty="0">
                <a:solidFill>
                  <a:srgbClr val="0000FF"/>
                </a:solidFill>
              </a:rPr>
              <a:t>传播</a:t>
            </a:r>
            <a:r>
              <a:rPr lang="zh-CN" altLang="zh-CN" sz="2400" dirty="0">
                <a:solidFill>
                  <a:schemeClr val="tx1"/>
                </a:solidFill>
              </a:rPr>
              <a:t>的一系列活动的总和</a:t>
            </a:r>
            <a:endParaRPr lang="en-US" altLang="zh-CN" sz="2400" dirty="0">
              <a:solidFill>
                <a:schemeClr val="tx1"/>
              </a:solidFill>
            </a:endParaRPr>
          </a:p>
          <a:p>
            <a:pPr lvl="1"/>
            <a:r>
              <a:rPr lang="zh-CN" altLang="zh-CN" sz="2000" dirty="0"/>
              <a:t>从大量的、原始的数据中</a:t>
            </a:r>
            <a:r>
              <a:rPr lang="zh-CN" altLang="zh-CN" sz="2000" b="1" dirty="0">
                <a:solidFill>
                  <a:srgbClr val="006600"/>
                </a:solidFill>
              </a:rPr>
              <a:t>抽取、推导出</a:t>
            </a:r>
            <a:r>
              <a:rPr lang="zh-CN" altLang="zh-CN" sz="2000" dirty="0"/>
              <a:t>对人们有价值的信息以作为行动和决策的依据</a:t>
            </a:r>
            <a:endParaRPr lang="en-US" altLang="zh-CN" sz="2000" dirty="0"/>
          </a:p>
          <a:p>
            <a:pPr lvl="1"/>
            <a:r>
              <a:rPr lang="zh-CN" altLang="zh-CN" sz="2000" dirty="0"/>
              <a:t>为了借助计算机</a:t>
            </a:r>
            <a:r>
              <a:rPr lang="zh-CN" altLang="zh-CN" sz="2000" b="1" dirty="0"/>
              <a:t>科学地</a:t>
            </a:r>
            <a:r>
              <a:rPr lang="zh-CN" altLang="zh-CN" sz="2000" b="1" dirty="0">
                <a:solidFill>
                  <a:srgbClr val="006600"/>
                </a:solidFill>
              </a:rPr>
              <a:t>保存和管理</a:t>
            </a:r>
            <a:r>
              <a:rPr lang="zh-CN" altLang="zh-CN" sz="2000" dirty="0"/>
              <a:t>大量、复杂的数据，以便人们能够方便而充分地利用这些宝贵的信息资源</a:t>
            </a:r>
            <a:endParaRPr lang="en-US" altLang="zh-CN" sz="2000" dirty="0"/>
          </a:p>
          <a:p>
            <a:r>
              <a:rPr lang="zh-CN" altLang="zh-CN" sz="2400" dirty="0">
                <a:solidFill>
                  <a:srgbClr val="0000FF"/>
                </a:solidFill>
              </a:rPr>
              <a:t>数据处理</a:t>
            </a:r>
            <a:r>
              <a:rPr lang="zh-CN" altLang="zh-CN" sz="2400" dirty="0">
                <a:solidFill>
                  <a:schemeClr val="tx1"/>
                </a:solidFill>
              </a:rPr>
              <a:t>的核心问题就是</a:t>
            </a:r>
            <a:r>
              <a:rPr lang="zh-CN" altLang="en-US" sz="2400" dirty="0">
                <a:solidFill>
                  <a:schemeClr val="tx1"/>
                </a:solidFill>
              </a:rPr>
              <a:t>对</a:t>
            </a:r>
            <a:r>
              <a:rPr lang="zh-CN" altLang="zh-CN" sz="2400" dirty="0">
                <a:solidFill>
                  <a:schemeClr val="tx1"/>
                </a:solidFill>
              </a:rPr>
              <a:t>数据的管理，</a:t>
            </a:r>
            <a:r>
              <a:rPr lang="zh-CN" altLang="zh-CN" sz="2400" dirty="0">
                <a:solidFill>
                  <a:srgbClr val="0000FF"/>
                </a:solidFill>
              </a:rPr>
              <a:t>数据管理</a:t>
            </a:r>
            <a:r>
              <a:rPr lang="zh-CN" altLang="zh-CN" sz="2400" dirty="0">
                <a:solidFill>
                  <a:schemeClr val="tx1"/>
                </a:solidFill>
              </a:rPr>
              <a:t>就是指对数据的</a:t>
            </a:r>
            <a:r>
              <a:rPr lang="zh-CN" altLang="zh-CN" sz="2400" b="1" u="sng" dirty="0">
                <a:solidFill>
                  <a:schemeClr val="tx1"/>
                </a:solidFill>
              </a:rPr>
              <a:t>分类、组织、编码、储存、检索和维护</a:t>
            </a:r>
            <a:endParaRPr lang="en-US" altLang="zh-CN" sz="2400" b="1" u="sng" dirty="0">
              <a:solidFill>
                <a:schemeClr val="tx1"/>
              </a:solidFill>
            </a:endParaRPr>
          </a:p>
          <a:p>
            <a:pPr marL="0" indent="0" eaLnBrk="1" hangingPunct="1">
              <a:buNone/>
            </a:pPr>
            <a:endParaRPr lang="en-US" altLang="zh-CN" sz="3600" dirty="0"/>
          </a:p>
        </p:txBody>
      </p:sp>
    </p:spTree>
    <p:extLst>
      <p:ext uri="{BB962C8B-B14F-4D97-AF65-F5344CB8AC3E}">
        <p14:creationId xmlns:p14="http://schemas.microsoft.com/office/powerpoint/2010/main" val="182346876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BE7B06B5-ACDE-483E-85EA-3636604E98C2}"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27651"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27652"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E4CAE564-51B4-47D6-9AB6-19CCC8B26572}" type="slidenum">
              <a:rPr lang="en-US" altLang="zh-CN" sz="1400">
                <a:solidFill>
                  <a:schemeClr val="tx1"/>
                </a:solidFill>
                <a:latin typeface="Times New Roman" pitchFamily="18" charset="0"/>
              </a:rPr>
              <a:pPr eaLnBrk="1" hangingPunct="1"/>
              <a:t>14</a:t>
            </a:fld>
            <a:r>
              <a:rPr lang="en-US" altLang="zh-CN" sz="1400">
                <a:solidFill>
                  <a:schemeClr val="tx1"/>
                </a:solidFill>
                <a:latin typeface="Times New Roman" pitchFamily="18" charset="0"/>
              </a:rPr>
              <a:t>/92</a:t>
            </a:r>
          </a:p>
        </p:txBody>
      </p:sp>
      <p:sp>
        <p:nvSpPr>
          <p:cNvPr id="27653" name="Rectangle 2"/>
          <p:cNvSpPr>
            <a:spLocks noGrp="1" noChangeArrowheads="1"/>
          </p:cNvSpPr>
          <p:nvPr>
            <p:ph type="title"/>
          </p:nvPr>
        </p:nvSpPr>
        <p:spPr/>
        <p:txBody>
          <a:bodyPr/>
          <a:lstStyle/>
          <a:p>
            <a:pPr eaLnBrk="1" hangingPunct="1"/>
            <a:r>
              <a:rPr lang="en-US" altLang="zh-CN"/>
              <a:t>1.0 </a:t>
            </a:r>
            <a:r>
              <a:rPr lang="zh-CN" altLang="en-US"/>
              <a:t>背景知识</a:t>
            </a:r>
          </a:p>
        </p:txBody>
      </p:sp>
      <p:sp>
        <p:nvSpPr>
          <p:cNvPr id="27654" name="Rectangle 3"/>
          <p:cNvSpPr>
            <a:spLocks noGrp="1" noChangeArrowheads="1"/>
          </p:cNvSpPr>
          <p:nvPr>
            <p:ph type="body" idx="1"/>
          </p:nvPr>
        </p:nvSpPr>
        <p:spPr>
          <a:xfrm>
            <a:off x="609600" y="1447801"/>
            <a:ext cx="8077200" cy="3810000"/>
          </a:xfrm>
        </p:spPr>
        <p:txBody>
          <a:bodyPr/>
          <a:lstStyle/>
          <a:p>
            <a:pPr eaLnBrk="1" hangingPunct="1"/>
            <a:r>
              <a:rPr lang="zh-CN" altLang="en-US" b="1" dirty="0">
                <a:solidFill>
                  <a:schemeClr val="tx1"/>
                </a:solidFill>
              </a:rPr>
              <a:t>数据库技术：</a:t>
            </a:r>
          </a:p>
          <a:p>
            <a:pPr lvl="1" eaLnBrk="1" hangingPunct="1"/>
            <a:r>
              <a:rPr lang="zh-CN" altLang="en-US" dirty="0"/>
              <a:t>如何</a:t>
            </a:r>
            <a:r>
              <a:rPr lang="zh-CN" altLang="en-US" dirty="0">
                <a:solidFill>
                  <a:srgbClr val="0000FF"/>
                </a:solidFill>
              </a:rPr>
              <a:t>科学地</a:t>
            </a:r>
            <a:r>
              <a:rPr lang="zh-CN" altLang="en-US" dirty="0">
                <a:solidFill>
                  <a:srgbClr val="FF0000"/>
                </a:solidFill>
              </a:rPr>
              <a:t>组织</a:t>
            </a:r>
            <a:r>
              <a:rPr lang="zh-CN" altLang="en-US" dirty="0"/>
              <a:t>和</a:t>
            </a:r>
            <a:r>
              <a:rPr lang="zh-CN" altLang="en-US" dirty="0">
                <a:solidFill>
                  <a:srgbClr val="FF0000"/>
                </a:solidFill>
              </a:rPr>
              <a:t>存储</a:t>
            </a:r>
            <a:r>
              <a:rPr lang="zh-CN" altLang="en-US" dirty="0"/>
              <a:t>数据</a:t>
            </a:r>
          </a:p>
          <a:p>
            <a:pPr lvl="1" eaLnBrk="1" hangingPunct="1"/>
            <a:r>
              <a:rPr lang="zh-CN" altLang="en-US" dirty="0"/>
              <a:t>如何</a:t>
            </a:r>
            <a:r>
              <a:rPr lang="zh-CN" altLang="en-US" dirty="0">
                <a:solidFill>
                  <a:srgbClr val="0000FF"/>
                </a:solidFill>
              </a:rPr>
              <a:t>高效地</a:t>
            </a:r>
            <a:r>
              <a:rPr lang="zh-CN" altLang="en-US" dirty="0">
                <a:solidFill>
                  <a:srgbClr val="FF0000"/>
                </a:solidFill>
              </a:rPr>
              <a:t>获取</a:t>
            </a:r>
            <a:r>
              <a:rPr lang="zh-CN" altLang="en-US" dirty="0"/>
              <a:t>和</a:t>
            </a:r>
            <a:r>
              <a:rPr lang="zh-CN" altLang="en-US" dirty="0">
                <a:solidFill>
                  <a:srgbClr val="FF0000"/>
                </a:solidFill>
              </a:rPr>
              <a:t>处理</a:t>
            </a:r>
            <a:r>
              <a:rPr lang="zh-CN" altLang="en-US" dirty="0"/>
              <a:t>数据</a:t>
            </a:r>
          </a:p>
          <a:p>
            <a:pPr lvl="1" eaLnBrk="1" hangingPunct="1"/>
            <a:endParaRPr lang="zh-CN" altLang="en-US" sz="800" dirty="0"/>
          </a:p>
          <a:p>
            <a:pPr eaLnBrk="1" hangingPunct="1"/>
            <a:r>
              <a:rPr lang="zh-CN" altLang="en-US" b="1" dirty="0">
                <a:solidFill>
                  <a:schemeClr val="tx1"/>
                </a:solidFill>
              </a:rPr>
              <a:t>数据库系统具有：</a:t>
            </a:r>
          </a:p>
          <a:p>
            <a:pPr lvl="1" eaLnBrk="1" hangingPunct="1"/>
            <a:r>
              <a:rPr lang="en-US" altLang="zh-CN" dirty="0"/>
              <a:t>1. </a:t>
            </a:r>
            <a:r>
              <a:rPr lang="zh-CN" altLang="en-US" b="1" dirty="0">
                <a:solidFill>
                  <a:schemeClr val="tx2"/>
                </a:solidFill>
              </a:rPr>
              <a:t>长期</a:t>
            </a:r>
            <a:r>
              <a:rPr lang="zh-CN" altLang="en-US" b="1" dirty="0">
                <a:solidFill>
                  <a:srgbClr val="FF0000"/>
                </a:solidFill>
              </a:rPr>
              <a:t>管理</a:t>
            </a:r>
            <a:r>
              <a:rPr lang="zh-CN" altLang="en-US" dirty="0"/>
              <a:t>应用数据的能力</a:t>
            </a:r>
          </a:p>
          <a:p>
            <a:pPr lvl="1" eaLnBrk="1" hangingPunct="1"/>
            <a:r>
              <a:rPr lang="en-US" altLang="zh-CN" dirty="0"/>
              <a:t>2. </a:t>
            </a:r>
            <a:r>
              <a:rPr lang="zh-CN" altLang="en-US" b="1" dirty="0">
                <a:solidFill>
                  <a:schemeClr val="tx2"/>
                </a:solidFill>
              </a:rPr>
              <a:t>高效</a:t>
            </a:r>
            <a:r>
              <a:rPr lang="zh-CN" altLang="en-US" b="1" dirty="0">
                <a:solidFill>
                  <a:srgbClr val="FF0000"/>
                </a:solidFill>
              </a:rPr>
              <a:t>存取</a:t>
            </a:r>
            <a:r>
              <a:rPr lang="zh-CN" altLang="en-US" dirty="0"/>
              <a:t>大量数据的能力</a:t>
            </a:r>
          </a:p>
          <a:p>
            <a:pPr eaLnBrk="1" hangingPunct="1"/>
            <a:endParaRPr lang="en-US" altLang="zh-CN" dirty="0"/>
          </a:p>
        </p:txBody>
      </p:sp>
    </p:spTree>
    <p:extLst>
      <p:ext uri="{BB962C8B-B14F-4D97-AF65-F5344CB8AC3E}">
        <p14:creationId xmlns:p14="http://schemas.microsoft.com/office/powerpoint/2010/main" val="3726607522"/>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7786E742-EDEC-4DFF-9B0D-C1C296014462}"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25603"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25604"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882FBDC5-DE65-44AE-A27D-D65A1676AFDB}" type="slidenum">
              <a:rPr lang="en-US" altLang="zh-CN" sz="1400">
                <a:solidFill>
                  <a:schemeClr val="tx1"/>
                </a:solidFill>
                <a:latin typeface="Times New Roman" pitchFamily="18" charset="0"/>
              </a:rPr>
              <a:pPr eaLnBrk="1" hangingPunct="1"/>
              <a:t>15</a:t>
            </a:fld>
            <a:r>
              <a:rPr lang="en-US" altLang="zh-CN" sz="1400">
                <a:solidFill>
                  <a:schemeClr val="tx1"/>
                </a:solidFill>
                <a:latin typeface="Times New Roman" pitchFamily="18" charset="0"/>
              </a:rPr>
              <a:t>/92</a:t>
            </a:r>
          </a:p>
        </p:txBody>
      </p:sp>
      <p:sp>
        <p:nvSpPr>
          <p:cNvPr id="25605" name="Rectangle 2"/>
          <p:cNvSpPr>
            <a:spLocks noGrp="1" noChangeArrowheads="1"/>
          </p:cNvSpPr>
          <p:nvPr>
            <p:ph type="title"/>
          </p:nvPr>
        </p:nvSpPr>
        <p:spPr/>
        <p:txBody>
          <a:bodyPr/>
          <a:lstStyle/>
          <a:p>
            <a:pPr eaLnBrk="1" hangingPunct="1"/>
            <a:r>
              <a:rPr lang="zh-CN" altLang="en-US"/>
              <a:t>本章目录</a:t>
            </a:r>
          </a:p>
        </p:txBody>
      </p:sp>
      <p:sp>
        <p:nvSpPr>
          <p:cNvPr id="25606" name="Rectangle 3"/>
          <p:cNvSpPr>
            <a:spLocks noGrp="1" noChangeArrowheads="1"/>
          </p:cNvSpPr>
          <p:nvPr>
            <p:ph type="body" idx="1"/>
          </p:nvPr>
        </p:nvSpPr>
        <p:spPr>
          <a:xfrm>
            <a:off x="1371600" y="1600200"/>
            <a:ext cx="7278688" cy="4532313"/>
          </a:xfrm>
        </p:spPr>
        <p:txBody>
          <a:bodyPr/>
          <a:lstStyle/>
          <a:p>
            <a:pPr eaLnBrk="1" hangingPunct="1"/>
            <a:r>
              <a:rPr lang="en-US" altLang="zh-CN" dirty="0">
                <a:solidFill>
                  <a:schemeClr val="tx1"/>
                </a:solidFill>
              </a:rPr>
              <a:t>1.0 </a:t>
            </a:r>
            <a:r>
              <a:rPr lang="zh-CN" altLang="en-US" dirty="0">
                <a:solidFill>
                  <a:schemeClr val="tx1"/>
                </a:solidFill>
              </a:rPr>
              <a:t>背景知识</a:t>
            </a:r>
          </a:p>
          <a:p>
            <a:pPr eaLnBrk="1" hangingPunct="1"/>
            <a:r>
              <a:rPr lang="en-US" altLang="zh-CN" dirty="0">
                <a:solidFill>
                  <a:schemeClr val="tx1"/>
                </a:solidFill>
              </a:rPr>
              <a:t>1.1 </a:t>
            </a:r>
            <a:r>
              <a:rPr lang="zh-CN" altLang="en-US" dirty="0">
                <a:solidFill>
                  <a:schemeClr val="tx1"/>
                </a:solidFill>
              </a:rPr>
              <a:t>数据管理技术的发展</a:t>
            </a:r>
          </a:p>
          <a:p>
            <a:pPr eaLnBrk="1" hangingPunct="1"/>
            <a:r>
              <a:rPr lang="en-US" altLang="zh-CN" dirty="0">
                <a:solidFill>
                  <a:schemeClr val="tx1"/>
                </a:solidFill>
              </a:rPr>
              <a:t>1.2 </a:t>
            </a:r>
            <a:r>
              <a:rPr lang="zh-CN" altLang="en-US" dirty="0">
                <a:solidFill>
                  <a:schemeClr val="tx1"/>
                </a:solidFill>
              </a:rPr>
              <a:t>数据模型</a:t>
            </a:r>
          </a:p>
          <a:p>
            <a:pPr eaLnBrk="1" hangingPunct="1"/>
            <a:r>
              <a:rPr lang="en-US" altLang="zh-CN" dirty="0">
                <a:solidFill>
                  <a:schemeClr val="tx1"/>
                </a:solidFill>
              </a:rPr>
              <a:t>1.3 </a:t>
            </a:r>
            <a:r>
              <a:rPr lang="zh-CN" altLang="en-US" dirty="0">
                <a:solidFill>
                  <a:schemeClr val="tx1"/>
                </a:solidFill>
              </a:rPr>
              <a:t>数据抽象及数据库系统结构</a:t>
            </a:r>
          </a:p>
          <a:p>
            <a:pPr eaLnBrk="1" hangingPunct="1"/>
            <a:r>
              <a:rPr lang="en-US" altLang="zh-CN" dirty="0">
                <a:solidFill>
                  <a:schemeClr val="tx1"/>
                </a:solidFill>
              </a:rPr>
              <a:t>1.4 </a:t>
            </a:r>
            <a:r>
              <a:rPr lang="zh-CN" altLang="en-US" dirty="0">
                <a:solidFill>
                  <a:schemeClr val="tx1"/>
                </a:solidFill>
              </a:rPr>
              <a:t>数据库语言</a:t>
            </a:r>
          </a:p>
          <a:p>
            <a:pPr eaLnBrk="1" hangingPunct="1"/>
            <a:r>
              <a:rPr lang="en-US" altLang="zh-CN" dirty="0">
                <a:solidFill>
                  <a:schemeClr val="tx1"/>
                </a:solidFill>
              </a:rPr>
              <a:t>1.5 </a:t>
            </a:r>
            <a:r>
              <a:rPr lang="zh-CN" altLang="en-US" dirty="0">
                <a:solidFill>
                  <a:schemeClr val="tx1"/>
                </a:solidFill>
              </a:rPr>
              <a:t>数据库引擎</a:t>
            </a:r>
          </a:p>
          <a:p>
            <a:pPr eaLnBrk="1" hangingPunct="1"/>
            <a:r>
              <a:rPr lang="en-US" altLang="zh-CN" dirty="0">
                <a:solidFill>
                  <a:schemeClr val="tx1"/>
                </a:solidFill>
              </a:rPr>
              <a:t>1.6 </a:t>
            </a:r>
            <a:r>
              <a:rPr lang="zh-CN" altLang="en-US" dirty="0">
                <a:solidFill>
                  <a:schemeClr val="tx1"/>
                </a:solidFill>
              </a:rPr>
              <a:t>数据库用户和管理员</a:t>
            </a:r>
          </a:p>
        </p:txBody>
      </p:sp>
      <p:sp>
        <p:nvSpPr>
          <p:cNvPr id="290820" name="AutoShape 4"/>
          <p:cNvSpPr>
            <a:spLocks noChangeArrowheads="1"/>
          </p:cNvSpPr>
          <p:nvPr/>
        </p:nvSpPr>
        <p:spPr bwMode="auto">
          <a:xfrm>
            <a:off x="838200" y="2286000"/>
            <a:ext cx="457200" cy="457200"/>
          </a:xfrm>
          <a:prstGeom prst="rightArrow">
            <a:avLst>
              <a:gd name="adj1" fmla="val 38889"/>
              <a:gd name="adj2" fmla="val 44792"/>
            </a:avLst>
          </a:prstGeom>
          <a:solidFill>
            <a:srgbClr val="FFCC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endParaRPr lang="zh-CN" altLang="en-US"/>
          </a:p>
        </p:txBody>
      </p:sp>
    </p:spTree>
    <p:extLst>
      <p:ext uri="{BB962C8B-B14F-4D97-AF65-F5344CB8AC3E}">
        <p14:creationId xmlns:p14="http://schemas.microsoft.com/office/powerpoint/2010/main" val="3558069442"/>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290820"/>
                                        </p:tgtEl>
                                        <p:attrNameLst>
                                          <p:attrName>style.visibility</p:attrName>
                                        </p:attrNameLst>
                                      </p:cBhvr>
                                      <p:to>
                                        <p:strVal val="visible"/>
                                      </p:to>
                                    </p:set>
                                    <p:anim calcmode="lin" valueType="num">
                                      <p:cBhvr additive="base">
                                        <p:cTn id="7" dur="500" fill="hold"/>
                                        <p:tgtEl>
                                          <p:spTgt spid="290820"/>
                                        </p:tgtEl>
                                        <p:attrNameLst>
                                          <p:attrName>ppt_x</p:attrName>
                                        </p:attrNameLst>
                                      </p:cBhvr>
                                      <p:tavLst>
                                        <p:tav tm="0">
                                          <p:val>
                                            <p:strVal val="0-#ppt_w/2"/>
                                          </p:val>
                                        </p:tav>
                                        <p:tav tm="100000">
                                          <p:val>
                                            <p:strVal val="#ppt_x"/>
                                          </p:val>
                                        </p:tav>
                                      </p:tavLst>
                                    </p:anim>
                                    <p:anim calcmode="lin" valueType="num">
                                      <p:cBhvr additive="base">
                                        <p:cTn id="8" dur="500" fill="hold"/>
                                        <p:tgtEl>
                                          <p:spTgt spid="2908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2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F48568F0-B517-49B8-BEAC-E0DF9E305879}"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35843"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35844"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277D9479-E3AE-4682-8B44-BAE99D6A472A}" type="slidenum">
              <a:rPr lang="en-US" altLang="zh-CN" sz="1400">
                <a:solidFill>
                  <a:schemeClr val="tx1"/>
                </a:solidFill>
                <a:latin typeface="Times New Roman" pitchFamily="18" charset="0"/>
              </a:rPr>
              <a:pPr eaLnBrk="1" hangingPunct="1"/>
              <a:t>16</a:t>
            </a:fld>
            <a:r>
              <a:rPr lang="en-US" altLang="zh-CN" sz="1400">
                <a:solidFill>
                  <a:schemeClr val="tx1"/>
                </a:solidFill>
                <a:latin typeface="Times New Roman" pitchFamily="18" charset="0"/>
              </a:rPr>
              <a:t>/92</a:t>
            </a:r>
          </a:p>
        </p:txBody>
      </p:sp>
      <p:sp>
        <p:nvSpPr>
          <p:cNvPr id="35845" name="Rectangle 2"/>
          <p:cNvSpPr>
            <a:spLocks noGrp="1" noChangeArrowheads="1"/>
          </p:cNvSpPr>
          <p:nvPr>
            <p:ph type="title"/>
          </p:nvPr>
        </p:nvSpPr>
        <p:spPr/>
        <p:txBody>
          <a:bodyPr/>
          <a:lstStyle/>
          <a:p>
            <a:pPr eaLnBrk="1" hangingPunct="1"/>
            <a:r>
              <a:rPr lang="en-US" altLang="zh-CN" dirty="0"/>
              <a:t>1.1</a:t>
            </a:r>
            <a:r>
              <a:rPr lang="zh-CN" altLang="en-US" dirty="0"/>
              <a:t>数据管理技术的发展</a:t>
            </a:r>
          </a:p>
        </p:txBody>
      </p:sp>
      <p:sp>
        <p:nvSpPr>
          <p:cNvPr id="3" name="Rectangle 3">
            <a:extLst>
              <a:ext uri="{FF2B5EF4-FFF2-40B4-BE49-F238E27FC236}">
                <a16:creationId xmlns:a16="http://schemas.microsoft.com/office/drawing/2014/main" id="{A4164FB4-092D-A8F1-DD6E-968E5710C429}"/>
              </a:ext>
            </a:extLst>
          </p:cNvPr>
          <p:cNvSpPr txBox="1">
            <a:spLocks noChangeArrowheads="1"/>
          </p:cNvSpPr>
          <p:nvPr/>
        </p:nvSpPr>
        <p:spPr bwMode="auto">
          <a:xfrm>
            <a:off x="773968" y="1499150"/>
            <a:ext cx="7313612" cy="48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eaLnBrk="1" hangingPunct="1"/>
            <a:r>
              <a:rPr lang="zh-CN" altLang="en-US" sz="2500" b="1" kern="0" dirty="0"/>
              <a:t>数据管理的发展历史</a:t>
            </a:r>
            <a:endParaRPr lang="en-US" altLang="zh-CN" sz="2500" b="1" kern="0" dirty="0"/>
          </a:p>
          <a:p>
            <a:pPr eaLnBrk="1" hangingPunct="1"/>
            <a:endParaRPr lang="zh-CN" altLang="en-US" sz="2500" b="1" kern="0" dirty="0"/>
          </a:p>
          <a:p>
            <a:pPr lvl="1" eaLnBrk="1" hangingPunct="1"/>
            <a:endParaRPr lang="zh-CN" altLang="en-US" sz="2100" b="1" kern="0" dirty="0"/>
          </a:p>
          <a:p>
            <a:pPr lvl="1" eaLnBrk="1" hangingPunct="1"/>
            <a:endParaRPr lang="zh-CN" altLang="en-US" sz="2100" kern="0" dirty="0"/>
          </a:p>
          <a:p>
            <a:pPr lvl="1" eaLnBrk="1" hangingPunct="1"/>
            <a:endParaRPr lang="zh-CN" altLang="en-US" sz="2100" kern="0" dirty="0"/>
          </a:p>
          <a:p>
            <a:pPr lvl="1" eaLnBrk="1" hangingPunct="1"/>
            <a:endParaRPr lang="zh-CN" altLang="en-US" sz="2100" kern="0" dirty="0"/>
          </a:p>
          <a:p>
            <a:pPr eaLnBrk="1" hangingPunct="1"/>
            <a:r>
              <a:rPr lang="zh-CN" altLang="en-US" sz="2500" kern="0" dirty="0">
                <a:solidFill>
                  <a:schemeClr val="tx2">
                    <a:lumMod val="40000"/>
                    <a:lumOff val="60000"/>
                  </a:schemeClr>
                </a:solidFill>
              </a:rPr>
              <a:t>数据抽象</a:t>
            </a:r>
          </a:p>
          <a:p>
            <a:pPr eaLnBrk="1" hangingPunct="1"/>
            <a:r>
              <a:rPr lang="zh-CN" altLang="en-US" sz="2500" kern="0" dirty="0">
                <a:solidFill>
                  <a:schemeClr val="tx2">
                    <a:lumMod val="40000"/>
                    <a:lumOff val="60000"/>
                  </a:schemeClr>
                </a:solidFill>
              </a:rPr>
              <a:t>数据模型</a:t>
            </a:r>
          </a:p>
          <a:p>
            <a:pPr eaLnBrk="1" hangingPunct="1"/>
            <a:r>
              <a:rPr lang="zh-CN" altLang="en-US" sz="2500" kern="0" dirty="0">
                <a:solidFill>
                  <a:schemeClr val="tx2">
                    <a:lumMod val="40000"/>
                    <a:lumOff val="60000"/>
                  </a:schemeClr>
                </a:solidFill>
              </a:rPr>
              <a:t>数据库语言</a:t>
            </a:r>
          </a:p>
          <a:p>
            <a:pPr eaLnBrk="1" hangingPunct="1"/>
            <a:r>
              <a:rPr lang="zh-CN" altLang="en-US" sz="2500" kern="0" dirty="0">
                <a:solidFill>
                  <a:schemeClr val="tx2">
                    <a:lumMod val="40000"/>
                    <a:lumOff val="60000"/>
                  </a:schemeClr>
                </a:solidFill>
              </a:rPr>
              <a:t>数据库用户</a:t>
            </a:r>
          </a:p>
          <a:p>
            <a:pPr eaLnBrk="1" hangingPunct="1"/>
            <a:r>
              <a:rPr lang="zh-CN" altLang="en-US" sz="2500" kern="0" dirty="0">
                <a:solidFill>
                  <a:schemeClr val="tx2">
                    <a:lumMod val="40000"/>
                    <a:lumOff val="60000"/>
                  </a:schemeClr>
                </a:solidFill>
              </a:rPr>
              <a:t>数据库系统体系结构</a:t>
            </a:r>
          </a:p>
        </p:txBody>
      </p:sp>
      <p:sp>
        <p:nvSpPr>
          <p:cNvPr id="4" name="Line 4">
            <a:extLst>
              <a:ext uri="{FF2B5EF4-FFF2-40B4-BE49-F238E27FC236}">
                <a16:creationId xmlns:a16="http://schemas.microsoft.com/office/drawing/2014/main" id="{28F036B8-236B-58CF-AC4D-5CA2F3BF96FA}"/>
              </a:ext>
            </a:extLst>
          </p:cNvPr>
          <p:cNvSpPr>
            <a:spLocks noChangeShapeType="1"/>
          </p:cNvSpPr>
          <p:nvPr/>
        </p:nvSpPr>
        <p:spPr bwMode="auto">
          <a:xfrm>
            <a:off x="898525" y="3213100"/>
            <a:ext cx="7254876" cy="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5" name="Line 5">
            <a:extLst>
              <a:ext uri="{FF2B5EF4-FFF2-40B4-BE49-F238E27FC236}">
                <a16:creationId xmlns:a16="http://schemas.microsoft.com/office/drawing/2014/main" id="{4BCA6BA1-173C-5F53-D960-DED84F59681F}"/>
              </a:ext>
            </a:extLst>
          </p:cNvPr>
          <p:cNvSpPr>
            <a:spLocks noChangeShapeType="1"/>
          </p:cNvSpPr>
          <p:nvPr/>
        </p:nvSpPr>
        <p:spPr bwMode="auto">
          <a:xfrm>
            <a:off x="1619250" y="2997200"/>
            <a:ext cx="0" cy="2159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 name="Line 6">
            <a:extLst>
              <a:ext uri="{FF2B5EF4-FFF2-40B4-BE49-F238E27FC236}">
                <a16:creationId xmlns:a16="http://schemas.microsoft.com/office/drawing/2014/main" id="{C558F8BF-93AC-2740-0857-0ABEBA2B4F39}"/>
              </a:ext>
            </a:extLst>
          </p:cNvPr>
          <p:cNvSpPr>
            <a:spLocks noChangeShapeType="1"/>
          </p:cNvSpPr>
          <p:nvPr/>
        </p:nvSpPr>
        <p:spPr bwMode="auto">
          <a:xfrm>
            <a:off x="3778250" y="2997200"/>
            <a:ext cx="0" cy="2159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7" name="Line 7">
            <a:extLst>
              <a:ext uri="{FF2B5EF4-FFF2-40B4-BE49-F238E27FC236}">
                <a16:creationId xmlns:a16="http://schemas.microsoft.com/office/drawing/2014/main" id="{984F89DE-DE90-1F3C-96EB-3EDF800A19A7}"/>
              </a:ext>
            </a:extLst>
          </p:cNvPr>
          <p:cNvSpPr>
            <a:spLocks noChangeShapeType="1"/>
          </p:cNvSpPr>
          <p:nvPr/>
        </p:nvSpPr>
        <p:spPr bwMode="auto">
          <a:xfrm>
            <a:off x="5435600" y="2997200"/>
            <a:ext cx="0" cy="2159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8" name="Text Box 9">
            <a:extLst>
              <a:ext uri="{FF2B5EF4-FFF2-40B4-BE49-F238E27FC236}">
                <a16:creationId xmlns:a16="http://schemas.microsoft.com/office/drawing/2014/main" id="{0AB358AA-84EA-0323-22A9-A49C31A188E2}"/>
              </a:ext>
            </a:extLst>
          </p:cNvPr>
          <p:cNvSpPr txBox="1">
            <a:spLocks noChangeArrowheads="1"/>
          </p:cNvSpPr>
          <p:nvPr/>
        </p:nvSpPr>
        <p:spPr bwMode="auto">
          <a:xfrm>
            <a:off x="1114425" y="3213100"/>
            <a:ext cx="1223963" cy="396875"/>
          </a:xfrm>
          <a:prstGeom prst="rect">
            <a:avLst/>
          </a:prstGeom>
          <a:noFill/>
          <a:ln>
            <a:noFill/>
          </a:ln>
          <a:effectLst/>
          <a:extLst>
            <a:ext uri="{909E8E84-426E-40DD-AFC4-6F175D3DCCD1}">
              <a14:hiddenFill xmlns:a14="http://schemas.microsoft.com/office/drawing/2010/main">
                <a:solidFill>
                  <a:schemeClr val="accent1">
                    <a:alpha val="43137"/>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000" b="1"/>
              <a:t>20</a:t>
            </a:r>
            <a:r>
              <a:rPr lang="zh-CN" altLang="en-US" sz="2000" b="1"/>
              <a:t>世纪</a:t>
            </a:r>
          </a:p>
        </p:txBody>
      </p:sp>
      <p:sp>
        <p:nvSpPr>
          <p:cNvPr id="9" name="Text Box 10">
            <a:extLst>
              <a:ext uri="{FF2B5EF4-FFF2-40B4-BE49-F238E27FC236}">
                <a16:creationId xmlns:a16="http://schemas.microsoft.com/office/drawing/2014/main" id="{303290C6-859F-8A88-655E-8A32C5AC682D}"/>
              </a:ext>
            </a:extLst>
          </p:cNvPr>
          <p:cNvSpPr txBox="1">
            <a:spLocks noChangeArrowheads="1"/>
          </p:cNvSpPr>
          <p:nvPr/>
        </p:nvSpPr>
        <p:spPr bwMode="auto">
          <a:xfrm>
            <a:off x="5003800" y="3213100"/>
            <a:ext cx="1008063" cy="366713"/>
          </a:xfrm>
          <a:prstGeom prst="rect">
            <a:avLst/>
          </a:prstGeom>
          <a:noFill/>
          <a:ln>
            <a:noFill/>
          </a:ln>
          <a:effectLst/>
          <a:extLst>
            <a:ext uri="{909E8E84-426E-40DD-AFC4-6F175D3DCCD1}">
              <a14:hiddenFill xmlns:a14="http://schemas.microsoft.com/office/drawing/2010/main">
                <a:solidFill>
                  <a:schemeClr val="accent1">
                    <a:alpha val="43137"/>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1800"/>
              <a:t>60</a:t>
            </a:r>
            <a:r>
              <a:rPr lang="zh-CN" altLang="en-US" sz="1800"/>
              <a:t>年代</a:t>
            </a:r>
          </a:p>
        </p:txBody>
      </p:sp>
      <p:sp>
        <p:nvSpPr>
          <p:cNvPr id="10" name="Text Box 11">
            <a:extLst>
              <a:ext uri="{FF2B5EF4-FFF2-40B4-BE49-F238E27FC236}">
                <a16:creationId xmlns:a16="http://schemas.microsoft.com/office/drawing/2014/main" id="{F700E28D-2372-89EC-66CF-7E444B4386CD}"/>
              </a:ext>
            </a:extLst>
          </p:cNvPr>
          <p:cNvSpPr txBox="1">
            <a:spLocks noChangeArrowheads="1"/>
          </p:cNvSpPr>
          <p:nvPr/>
        </p:nvSpPr>
        <p:spPr bwMode="auto">
          <a:xfrm>
            <a:off x="3275013" y="3213100"/>
            <a:ext cx="1008062" cy="366713"/>
          </a:xfrm>
          <a:prstGeom prst="rect">
            <a:avLst/>
          </a:prstGeom>
          <a:noFill/>
          <a:ln>
            <a:noFill/>
          </a:ln>
          <a:effectLst/>
          <a:extLst>
            <a:ext uri="{909E8E84-426E-40DD-AFC4-6F175D3DCCD1}">
              <a14:hiddenFill xmlns:a14="http://schemas.microsoft.com/office/drawing/2010/main">
                <a:solidFill>
                  <a:schemeClr val="accent1">
                    <a:alpha val="43137"/>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1800"/>
              <a:t>50</a:t>
            </a:r>
            <a:r>
              <a:rPr lang="zh-CN" altLang="en-US" sz="1800"/>
              <a:t>年代</a:t>
            </a:r>
          </a:p>
        </p:txBody>
      </p:sp>
      <p:sp>
        <p:nvSpPr>
          <p:cNvPr id="11" name="Line 12">
            <a:extLst>
              <a:ext uri="{FF2B5EF4-FFF2-40B4-BE49-F238E27FC236}">
                <a16:creationId xmlns:a16="http://schemas.microsoft.com/office/drawing/2014/main" id="{00AB4CAD-48F4-AB0A-3C0F-132357F869AF}"/>
              </a:ext>
            </a:extLst>
          </p:cNvPr>
          <p:cNvSpPr>
            <a:spLocks noChangeShapeType="1"/>
          </p:cNvSpPr>
          <p:nvPr/>
        </p:nvSpPr>
        <p:spPr bwMode="auto">
          <a:xfrm>
            <a:off x="7091363" y="2997200"/>
            <a:ext cx="0" cy="2159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2" name="Text Box 14">
            <a:extLst>
              <a:ext uri="{FF2B5EF4-FFF2-40B4-BE49-F238E27FC236}">
                <a16:creationId xmlns:a16="http://schemas.microsoft.com/office/drawing/2014/main" id="{192286EB-C9A1-2B9A-CCB0-24B06B319C6F}"/>
              </a:ext>
            </a:extLst>
          </p:cNvPr>
          <p:cNvSpPr txBox="1">
            <a:spLocks noChangeArrowheads="1"/>
          </p:cNvSpPr>
          <p:nvPr/>
        </p:nvSpPr>
        <p:spPr bwMode="auto">
          <a:xfrm>
            <a:off x="6659563" y="3213100"/>
            <a:ext cx="1008062" cy="366713"/>
          </a:xfrm>
          <a:prstGeom prst="rect">
            <a:avLst/>
          </a:prstGeom>
          <a:noFill/>
          <a:ln>
            <a:noFill/>
          </a:ln>
          <a:effectLst/>
          <a:extLst>
            <a:ext uri="{909E8E84-426E-40DD-AFC4-6F175D3DCCD1}">
              <a14:hiddenFill xmlns:a14="http://schemas.microsoft.com/office/drawing/2010/main">
                <a:solidFill>
                  <a:schemeClr val="accent1">
                    <a:alpha val="43137"/>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1800"/>
              <a:t>70</a:t>
            </a:r>
            <a:r>
              <a:rPr lang="zh-CN" altLang="en-US" sz="1800"/>
              <a:t>年代</a:t>
            </a:r>
          </a:p>
        </p:txBody>
      </p:sp>
      <p:sp>
        <p:nvSpPr>
          <p:cNvPr id="13" name="Text Box 15">
            <a:extLst>
              <a:ext uri="{FF2B5EF4-FFF2-40B4-BE49-F238E27FC236}">
                <a16:creationId xmlns:a16="http://schemas.microsoft.com/office/drawing/2014/main" id="{2BF13DA6-EB4E-7D1A-E280-961C5799A2DD}"/>
              </a:ext>
            </a:extLst>
          </p:cNvPr>
          <p:cNvSpPr txBox="1">
            <a:spLocks noChangeArrowheads="1"/>
          </p:cNvSpPr>
          <p:nvPr/>
        </p:nvSpPr>
        <p:spPr bwMode="auto">
          <a:xfrm>
            <a:off x="2266950" y="2205038"/>
            <a:ext cx="1150938" cy="366712"/>
          </a:xfrm>
          <a:prstGeom prst="rect">
            <a:avLst/>
          </a:prstGeom>
          <a:noFill/>
          <a:ln>
            <a:noFill/>
          </a:ln>
          <a:effectLst/>
          <a:extLst>
            <a:ext uri="{909E8E84-426E-40DD-AFC4-6F175D3DCCD1}">
              <a14:hiddenFill xmlns:a14="http://schemas.microsoft.com/office/drawing/2010/main">
                <a:solidFill>
                  <a:schemeClr val="accent1">
                    <a:alpha val="43137"/>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1800" b="1"/>
              <a:t>人工管理</a:t>
            </a:r>
          </a:p>
        </p:txBody>
      </p:sp>
      <p:sp>
        <p:nvSpPr>
          <p:cNvPr id="14" name="AutoShape 16">
            <a:extLst>
              <a:ext uri="{FF2B5EF4-FFF2-40B4-BE49-F238E27FC236}">
                <a16:creationId xmlns:a16="http://schemas.microsoft.com/office/drawing/2014/main" id="{BE6DDEEA-540F-4C04-5E9E-181C71A4E6F3}"/>
              </a:ext>
            </a:extLst>
          </p:cNvPr>
          <p:cNvSpPr>
            <a:spLocks/>
          </p:cNvSpPr>
          <p:nvPr/>
        </p:nvSpPr>
        <p:spPr bwMode="auto">
          <a:xfrm rot="5400000">
            <a:off x="2626519" y="981869"/>
            <a:ext cx="287338" cy="3600450"/>
          </a:xfrm>
          <a:prstGeom prst="leftBrace">
            <a:avLst>
              <a:gd name="adj1" fmla="val 10442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alpha val="43137"/>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endParaRPr lang="zh-CN" altLang="en-US" sz="1800"/>
          </a:p>
        </p:txBody>
      </p:sp>
      <p:sp>
        <p:nvSpPr>
          <p:cNvPr id="15" name="Text Box 17">
            <a:extLst>
              <a:ext uri="{FF2B5EF4-FFF2-40B4-BE49-F238E27FC236}">
                <a16:creationId xmlns:a16="http://schemas.microsoft.com/office/drawing/2014/main" id="{DB2E4F38-8262-0AF5-FF7C-BCB188B95205}"/>
              </a:ext>
            </a:extLst>
          </p:cNvPr>
          <p:cNvSpPr txBox="1">
            <a:spLocks noChangeArrowheads="1"/>
          </p:cNvSpPr>
          <p:nvPr/>
        </p:nvSpPr>
        <p:spPr bwMode="auto">
          <a:xfrm>
            <a:off x="2411413" y="3141663"/>
            <a:ext cx="1008062" cy="366712"/>
          </a:xfrm>
          <a:prstGeom prst="rect">
            <a:avLst/>
          </a:prstGeom>
          <a:noFill/>
          <a:ln>
            <a:noFill/>
          </a:ln>
          <a:effectLst/>
          <a:extLst>
            <a:ext uri="{909E8E84-426E-40DD-AFC4-6F175D3DCCD1}">
              <a14:hiddenFill xmlns:a14="http://schemas.microsoft.com/office/drawing/2010/main">
                <a:solidFill>
                  <a:schemeClr val="accent1">
                    <a:alpha val="43137"/>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1800">
                <a:latin typeface="Arial" panose="020B0604020202020204" pitchFamily="34" charset="0"/>
              </a:rPr>
              <a:t>……</a:t>
            </a:r>
            <a:endParaRPr lang="en-US" altLang="zh-CN" sz="1800"/>
          </a:p>
        </p:txBody>
      </p:sp>
      <p:sp>
        <p:nvSpPr>
          <p:cNvPr id="16" name="Text Box 18">
            <a:extLst>
              <a:ext uri="{FF2B5EF4-FFF2-40B4-BE49-F238E27FC236}">
                <a16:creationId xmlns:a16="http://schemas.microsoft.com/office/drawing/2014/main" id="{15BD8F36-67BE-BB71-0CFD-B0FC75D241FD}"/>
              </a:ext>
            </a:extLst>
          </p:cNvPr>
          <p:cNvSpPr txBox="1">
            <a:spLocks noChangeArrowheads="1"/>
          </p:cNvSpPr>
          <p:nvPr/>
        </p:nvSpPr>
        <p:spPr bwMode="auto">
          <a:xfrm>
            <a:off x="4859338" y="2205038"/>
            <a:ext cx="1150937" cy="366712"/>
          </a:xfrm>
          <a:prstGeom prst="rect">
            <a:avLst/>
          </a:prstGeom>
          <a:noFill/>
          <a:ln>
            <a:noFill/>
          </a:ln>
          <a:effectLst/>
          <a:extLst>
            <a:ext uri="{909E8E84-426E-40DD-AFC4-6F175D3DCCD1}">
              <a14:hiddenFill xmlns:a14="http://schemas.microsoft.com/office/drawing/2010/main">
                <a:solidFill>
                  <a:schemeClr val="accent1">
                    <a:alpha val="43137"/>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1800" b="1"/>
              <a:t>文件系统</a:t>
            </a:r>
          </a:p>
        </p:txBody>
      </p:sp>
      <p:sp>
        <p:nvSpPr>
          <p:cNvPr id="17" name="AutoShape 19">
            <a:extLst>
              <a:ext uri="{FF2B5EF4-FFF2-40B4-BE49-F238E27FC236}">
                <a16:creationId xmlns:a16="http://schemas.microsoft.com/office/drawing/2014/main" id="{80ED612A-CF12-D02A-051F-14029B562437}"/>
              </a:ext>
            </a:extLst>
          </p:cNvPr>
          <p:cNvSpPr>
            <a:spLocks/>
          </p:cNvSpPr>
          <p:nvPr/>
        </p:nvSpPr>
        <p:spPr bwMode="auto">
          <a:xfrm rot="5400000">
            <a:off x="5255419" y="1953419"/>
            <a:ext cx="358775" cy="1728787"/>
          </a:xfrm>
          <a:prstGeom prst="leftBrace">
            <a:avLst>
              <a:gd name="adj1" fmla="val 40155"/>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alpha val="43137"/>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endParaRPr lang="zh-CN" altLang="en-US" sz="1800"/>
          </a:p>
        </p:txBody>
      </p:sp>
      <p:sp>
        <p:nvSpPr>
          <p:cNvPr id="18" name="Text Box 20">
            <a:extLst>
              <a:ext uri="{FF2B5EF4-FFF2-40B4-BE49-F238E27FC236}">
                <a16:creationId xmlns:a16="http://schemas.microsoft.com/office/drawing/2014/main" id="{BF5878C7-1580-CF5E-0141-833C1F1C9FC1}"/>
              </a:ext>
            </a:extLst>
          </p:cNvPr>
          <p:cNvSpPr txBox="1">
            <a:spLocks noChangeArrowheads="1"/>
          </p:cNvSpPr>
          <p:nvPr/>
        </p:nvSpPr>
        <p:spPr bwMode="auto">
          <a:xfrm>
            <a:off x="6586538" y="2205038"/>
            <a:ext cx="1441450" cy="366712"/>
          </a:xfrm>
          <a:prstGeom prst="rect">
            <a:avLst/>
          </a:prstGeom>
          <a:noFill/>
          <a:ln>
            <a:noFill/>
          </a:ln>
          <a:effectLst/>
          <a:extLst>
            <a:ext uri="{909E8E84-426E-40DD-AFC4-6F175D3DCCD1}">
              <a14:hiddenFill xmlns:a14="http://schemas.microsoft.com/office/drawing/2010/main">
                <a:solidFill>
                  <a:schemeClr val="accent1">
                    <a:alpha val="43137"/>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1800" b="1"/>
              <a:t>数据库系统</a:t>
            </a:r>
          </a:p>
        </p:txBody>
      </p:sp>
      <p:sp>
        <p:nvSpPr>
          <p:cNvPr id="19" name="AutoShape 21">
            <a:extLst>
              <a:ext uri="{FF2B5EF4-FFF2-40B4-BE49-F238E27FC236}">
                <a16:creationId xmlns:a16="http://schemas.microsoft.com/office/drawing/2014/main" id="{D0213B5D-848D-824D-07B4-5A18C711C04B}"/>
              </a:ext>
            </a:extLst>
          </p:cNvPr>
          <p:cNvSpPr>
            <a:spLocks/>
          </p:cNvSpPr>
          <p:nvPr/>
        </p:nvSpPr>
        <p:spPr bwMode="auto">
          <a:xfrm rot="5400000">
            <a:off x="7057231" y="1951832"/>
            <a:ext cx="358775" cy="1728788"/>
          </a:xfrm>
          <a:prstGeom prst="leftBrace">
            <a:avLst>
              <a:gd name="adj1" fmla="val 40155"/>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alpha val="43137"/>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endParaRPr lang="zh-CN" altLang="en-US" sz="1800"/>
          </a:p>
        </p:txBody>
      </p:sp>
    </p:spTree>
    <p:extLst>
      <p:ext uri="{BB962C8B-B14F-4D97-AF65-F5344CB8AC3E}">
        <p14:creationId xmlns:p14="http://schemas.microsoft.com/office/powerpoint/2010/main" val="18472439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blinds(horizontal)">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blinds(horizontal)">
                                      <p:cBhvr>
                                        <p:cTn id="15" dur="500"/>
                                        <p:tgtEl>
                                          <p:spTgt spid="16"/>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blinds(horizontal)">
                                      <p:cBhvr>
                                        <p:cTn id="18" dur="5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blinds(horizontal)">
                                      <p:cBhvr>
                                        <p:cTn id="23" dur="500"/>
                                        <p:tgtEl>
                                          <p:spTgt spid="18"/>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blinds(horizontal)">
                                      <p:cBhvr>
                                        <p:cTn id="2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animBg="1"/>
      <p:bldP spid="16" grpId="0"/>
      <p:bldP spid="17" grpId="0" animBg="1"/>
      <p:bldP spid="18" grpId="0"/>
      <p:bldP spid="1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F48568F0-B517-49B8-BEAC-E0DF9E305879}"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35843"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35844"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277D9479-E3AE-4682-8B44-BAE99D6A472A}" type="slidenum">
              <a:rPr lang="en-US" altLang="zh-CN" sz="1400">
                <a:solidFill>
                  <a:schemeClr val="tx1"/>
                </a:solidFill>
                <a:latin typeface="Times New Roman" pitchFamily="18" charset="0"/>
              </a:rPr>
              <a:pPr eaLnBrk="1" hangingPunct="1"/>
              <a:t>17</a:t>
            </a:fld>
            <a:r>
              <a:rPr lang="en-US" altLang="zh-CN" sz="1400">
                <a:solidFill>
                  <a:schemeClr val="tx1"/>
                </a:solidFill>
                <a:latin typeface="Times New Roman" pitchFamily="18" charset="0"/>
              </a:rPr>
              <a:t>/92</a:t>
            </a:r>
          </a:p>
        </p:txBody>
      </p:sp>
      <p:sp>
        <p:nvSpPr>
          <p:cNvPr id="35845" name="Rectangle 2"/>
          <p:cNvSpPr>
            <a:spLocks noGrp="1" noChangeArrowheads="1"/>
          </p:cNvSpPr>
          <p:nvPr>
            <p:ph type="title"/>
          </p:nvPr>
        </p:nvSpPr>
        <p:spPr/>
        <p:txBody>
          <a:bodyPr/>
          <a:lstStyle/>
          <a:p>
            <a:pPr eaLnBrk="1" hangingPunct="1"/>
            <a:r>
              <a:rPr lang="en-US" altLang="zh-CN" dirty="0"/>
              <a:t>1.1</a:t>
            </a:r>
            <a:r>
              <a:rPr lang="zh-CN" altLang="en-US" dirty="0"/>
              <a:t>数据管理技术的发展</a:t>
            </a:r>
          </a:p>
        </p:txBody>
      </p:sp>
      <p:sp>
        <p:nvSpPr>
          <p:cNvPr id="35846" name="Rectangle 3"/>
          <p:cNvSpPr>
            <a:spLocks noGrp="1" noChangeArrowheads="1"/>
          </p:cNvSpPr>
          <p:nvPr>
            <p:ph type="body" idx="1"/>
          </p:nvPr>
        </p:nvSpPr>
        <p:spPr>
          <a:xfrm>
            <a:off x="609600" y="1371600"/>
            <a:ext cx="8345488" cy="5181600"/>
          </a:xfrm>
        </p:spPr>
        <p:txBody>
          <a:bodyPr/>
          <a:lstStyle/>
          <a:p>
            <a:pPr eaLnBrk="1" hangingPunct="1"/>
            <a:r>
              <a:rPr lang="zh-CN" altLang="en-US" dirty="0"/>
              <a:t>两次数据危机</a:t>
            </a:r>
          </a:p>
          <a:p>
            <a:pPr lvl="1" eaLnBrk="1" hangingPunct="1"/>
            <a:r>
              <a:rPr lang="en-US" altLang="zh-CN" dirty="0"/>
              <a:t>20</a:t>
            </a:r>
            <a:r>
              <a:rPr lang="zh-CN" altLang="en-US" dirty="0"/>
              <a:t>世纪</a:t>
            </a:r>
            <a:r>
              <a:rPr lang="en-US" altLang="zh-CN" dirty="0"/>
              <a:t>60</a:t>
            </a:r>
            <a:r>
              <a:rPr lang="zh-CN" altLang="en-US" dirty="0"/>
              <a:t>年代</a:t>
            </a:r>
          </a:p>
          <a:p>
            <a:pPr lvl="2" eaLnBrk="1" hangingPunct="1"/>
            <a:r>
              <a:rPr lang="zh-CN" altLang="en-US" dirty="0"/>
              <a:t>背景：美国陆地卫星，阿波罗计划等</a:t>
            </a:r>
          </a:p>
          <a:p>
            <a:pPr lvl="2" eaLnBrk="1" hangingPunct="1"/>
            <a:r>
              <a:rPr lang="zh-CN" altLang="en-US" dirty="0"/>
              <a:t>催生了</a:t>
            </a:r>
            <a:r>
              <a:rPr lang="zh-CN" altLang="en-US" dirty="0">
                <a:solidFill>
                  <a:srgbClr val="0000FF"/>
                </a:solidFill>
              </a:rPr>
              <a:t>数据库系统</a:t>
            </a:r>
          </a:p>
          <a:p>
            <a:pPr lvl="1" eaLnBrk="1" hangingPunct="1"/>
            <a:r>
              <a:rPr lang="en-US" altLang="zh-CN" dirty="0"/>
              <a:t>20</a:t>
            </a:r>
            <a:r>
              <a:rPr lang="zh-CN" altLang="en-US" dirty="0"/>
              <a:t>世纪</a:t>
            </a:r>
            <a:r>
              <a:rPr lang="en-US" altLang="zh-CN" dirty="0"/>
              <a:t>80-90</a:t>
            </a:r>
            <a:r>
              <a:rPr lang="zh-CN" altLang="en-US" dirty="0"/>
              <a:t>年代</a:t>
            </a:r>
          </a:p>
          <a:p>
            <a:pPr lvl="2" eaLnBrk="1" hangingPunct="1"/>
            <a:r>
              <a:rPr lang="zh-CN" altLang="en-US" dirty="0"/>
              <a:t>背景：人类</a:t>
            </a:r>
            <a:r>
              <a:rPr lang="zh-CN" altLang="en-US" u="sng" dirty="0"/>
              <a:t>基因</a:t>
            </a:r>
            <a:r>
              <a:rPr lang="zh-CN" altLang="en-US" dirty="0"/>
              <a:t>组计划，</a:t>
            </a:r>
            <a:r>
              <a:rPr lang="en-US" altLang="zh-CN" u="sng" dirty="0"/>
              <a:t>web</a:t>
            </a:r>
            <a:r>
              <a:rPr lang="zh-CN" altLang="en-US" u="sng" dirty="0"/>
              <a:t>数据</a:t>
            </a:r>
            <a:r>
              <a:rPr lang="zh-CN" altLang="en-US" dirty="0"/>
              <a:t>大量增加等</a:t>
            </a:r>
          </a:p>
          <a:p>
            <a:pPr lvl="2" eaLnBrk="1" hangingPunct="1"/>
            <a:r>
              <a:rPr lang="zh-CN" altLang="en-US" dirty="0">
                <a:solidFill>
                  <a:srgbClr val="0000FF"/>
                </a:solidFill>
              </a:rPr>
              <a:t>海量数据</a:t>
            </a:r>
          </a:p>
          <a:p>
            <a:pPr lvl="2" eaLnBrk="1" hangingPunct="1"/>
            <a:r>
              <a:rPr lang="zh-CN" altLang="en-US" dirty="0"/>
              <a:t>促成了以</a:t>
            </a:r>
            <a:r>
              <a:rPr lang="zh-CN" altLang="en-US" dirty="0">
                <a:solidFill>
                  <a:srgbClr val="0000FF"/>
                </a:solidFill>
              </a:rPr>
              <a:t>数据挖掘</a:t>
            </a:r>
            <a:r>
              <a:rPr lang="zh-CN" altLang="en-US" dirty="0"/>
              <a:t>为代表的数据库新一代技术产生</a:t>
            </a:r>
            <a:endParaRPr lang="en-US" altLang="zh-CN" dirty="0"/>
          </a:p>
          <a:p>
            <a:pPr lvl="1" eaLnBrk="1" hangingPunct="1"/>
            <a:r>
              <a:rPr lang="en-US" altLang="zh-CN" dirty="0"/>
              <a:t>21</a:t>
            </a:r>
            <a:r>
              <a:rPr lang="zh-CN" altLang="en-US" dirty="0"/>
              <a:t>世纪</a:t>
            </a:r>
            <a:endParaRPr lang="en-US" altLang="zh-CN" dirty="0"/>
          </a:p>
          <a:p>
            <a:pPr lvl="2" eaLnBrk="1" hangingPunct="1"/>
            <a:r>
              <a:rPr lang="zh-CN" altLang="en-US" dirty="0"/>
              <a:t>云计算、云平台</a:t>
            </a:r>
            <a:endParaRPr lang="en-US" altLang="zh-CN" dirty="0"/>
          </a:p>
          <a:p>
            <a:pPr lvl="2" eaLnBrk="1" hangingPunct="1"/>
            <a:r>
              <a:rPr lang="zh-CN" altLang="en-US" b="1" dirty="0">
                <a:solidFill>
                  <a:srgbClr val="0000FF"/>
                </a:solidFill>
              </a:rPr>
              <a:t>大数据</a:t>
            </a:r>
            <a:r>
              <a:rPr lang="zh-CN" altLang="en-US" dirty="0"/>
              <a:t>技术</a:t>
            </a:r>
            <a:endParaRPr lang="en-US" altLang="zh-CN" dirty="0"/>
          </a:p>
          <a:p>
            <a:pPr lvl="2" eaLnBrk="1" hangingPunct="1"/>
            <a:endParaRPr lang="zh-CN" altLang="en-US"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42EB8AFF-D0E7-4CED-8A05-198B81709EE1}"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37891"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37892"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1B687BBC-915B-4360-B056-B6D10C5618FB}" type="slidenum">
              <a:rPr lang="en-US" altLang="zh-CN" sz="1400">
                <a:solidFill>
                  <a:schemeClr val="tx1"/>
                </a:solidFill>
                <a:latin typeface="Times New Roman" pitchFamily="18" charset="0"/>
              </a:rPr>
              <a:pPr eaLnBrk="1" hangingPunct="1"/>
              <a:t>18</a:t>
            </a:fld>
            <a:r>
              <a:rPr lang="en-US" altLang="zh-CN" sz="1400">
                <a:solidFill>
                  <a:schemeClr val="tx1"/>
                </a:solidFill>
                <a:latin typeface="Times New Roman" pitchFamily="18" charset="0"/>
              </a:rPr>
              <a:t>/92</a:t>
            </a:r>
          </a:p>
        </p:txBody>
      </p:sp>
      <p:sp>
        <p:nvSpPr>
          <p:cNvPr id="37893" name="Rectangle 2"/>
          <p:cNvSpPr>
            <a:spLocks noGrp="1" noChangeArrowheads="1"/>
          </p:cNvSpPr>
          <p:nvPr>
            <p:ph type="title"/>
          </p:nvPr>
        </p:nvSpPr>
        <p:spPr/>
        <p:txBody>
          <a:bodyPr/>
          <a:lstStyle/>
          <a:p>
            <a:pPr eaLnBrk="1" hangingPunct="1"/>
            <a:r>
              <a:rPr lang="en-US" altLang="zh-CN" dirty="0"/>
              <a:t>1.1</a:t>
            </a:r>
            <a:r>
              <a:rPr lang="zh-CN" altLang="en-US" dirty="0"/>
              <a:t>数据管理的三个阶段</a:t>
            </a:r>
          </a:p>
        </p:txBody>
      </p:sp>
      <p:sp>
        <p:nvSpPr>
          <p:cNvPr id="37894" name="Rectangle 3"/>
          <p:cNvSpPr>
            <a:spLocks noGrp="1" noChangeArrowheads="1"/>
          </p:cNvSpPr>
          <p:nvPr>
            <p:ph type="body" idx="1"/>
          </p:nvPr>
        </p:nvSpPr>
        <p:spPr>
          <a:xfrm>
            <a:off x="609600" y="1447800"/>
            <a:ext cx="7924800" cy="4684713"/>
          </a:xfrm>
        </p:spPr>
        <p:txBody>
          <a:bodyPr/>
          <a:lstStyle/>
          <a:p>
            <a:pPr eaLnBrk="1" hangingPunct="1">
              <a:buFont typeface="Wingdings" pitchFamily="2" charset="2"/>
              <a:buNone/>
            </a:pPr>
            <a:r>
              <a:rPr lang="zh-CN" altLang="en-US" dirty="0"/>
              <a:t>一、人工管理阶段 </a:t>
            </a:r>
          </a:p>
          <a:p>
            <a:pPr lvl="1" eaLnBrk="1" hangingPunct="1"/>
            <a:r>
              <a:rPr lang="zh-CN" altLang="en-US" dirty="0"/>
              <a:t>时间：</a:t>
            </a:r>
            <a:r>
              <a:rPr lang="en-US" altLang="zh-CN" dirty="0"/>
              <a:t>20</a:t>
            </a:r>
            <a:r>
              <a:rPr lang="zh-CN" altLang="en-US" dirty="0"/>
              <a:t>世纪</a:t>
            </a:r>
            <a:r>
              <a:rPr lang="en-US" altLang="zh-CN" dirty="0"/>
              <a:t>50</a:t>
            </a:r>
            <a:r>
              <a:rPr lang="zh-CN" altLang="en-US" dirty="0"/>
              <a:t>年代中期以前 </a:t>
            </a:r>
          </a:p>
          <a:p>
            <a:pPr lvl="1" eaLnBrk="1" hangingPunct="1"/>
            <a:r>
              <a:rPr lang="zh-CN" altLang="en-US" dirty="0"/>
              <a:t>背景： </a:t>
            </a:r>
            <a:endParaRPr lang="en-US" altLang="zh-CN" dirty="0"/>
          </a:p>
          <a:p>
            <a:pPr lvl="2" eaLnBrk="1" hangingPunct="1"/>
            <a:r>
              <a:rPr lang="zh-CN" altLang="en-US" dirty="0"/>
              <a:t>计算机主要用于</a:t>
            </a:r>
            <a:r>
              <a:rPr lang="zh-CN" altLang="en-US" dirty="0">
                <a:solidFill>
                  <a:srgbClr val="0000FF"/>
                </a:solidFill>
              </a:rPr>
              <a:t>科学计算</a:t>
            </a:r>
          </a:p>
          <a:p>
            <a:pPr lvl="2" eaLnBrk="1" hangingPunct="1"/>
            <a:r>
              <a:rPr lang="zh-CN" altLang="en-US" b="1" dirty="0"/>
              <a:t>硬件</a:t>
            </a:r>
            <a:r>
              <a:rPr lang="zh-CN" altLang="en-US" dirty="0"/>
              <a:t>：外存只有卡片、纸带、磁带 </a:t>
            </a:r>
          </a:p>
          <a:p>
            <a:pPr lvl="2" eaLnBrk="1" hangingPunct="1"/>
            <a:r>
              <a:rPr lang="zh-CN" altLang="en-US" b="1" dirty="0"/>
              <a:t>软件</a:t>
            </a:r>
            <a:r>
              <a:rPr lang="zh-CN" altLang="en-US" dirty="0"/>
              <a:t>：没有操作系统，没有管理数据的专门软件，汇编语言</a:t>
            </a:r>
          </a:p>
          <a:p>
            <a:pPr lvl="2" eaLnBrk="1" hangingPunct="1"/>
            <a:r>
              <a:rPr lang="zh-CN" altLang="en-US" b="1" dirty="0"/>
              <a:t>数据批处理 </a:t>
            </a:r>
          </a:p>
        </p:txBody>
      </p:sp>
    </p:spTree>
    <p:extLst>
      <p:ext uri="{BB962C8B-B14F-4D97-AF65-F5344CB8AC3E}">
        <p14:creationId xmlns:p14="http://schemas.microsoft.com/office/powerpoint/2010/main" val="954212701"/>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F672016B-82EB-473C-A0B2-431901FCA2A5}"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38915"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38916"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DF0A5C9B-DE40-4BCE-B3EC-5C7F22F2EB97}" type="slidenum">
              <a:rPr lang="en-US" altLang="zh-CN" sz="1400">
                <a:solidFill>
                  <a:schemeClr val="tx1"/>
                </a:solidFill>
                <a:latin typeface="Times New Roman" pitchFamily="18" charset="0"/>
              </a:rPr>
              <a:pPr eaLnBrk="1" hangingPunct="1"/>
              <a:t>19</a:t>
            </a:fld>
            <a:r>
              <a:rPr lang="en-US" altLang="zh-CN" sz="1400">
                <a:solidFill>
                  <a:schemeClr val="tx1"/>
                </a:solidFill>
                <a:latin typeface="Times New Roman" pitchFamily="18" charset="0"/>
              </a:rPr>
              <a:t>/92</a:t>
            </a:r>
          </a:p>
        </p:txBody>
      </p:sp>
      <p:sp>
        <p:nvSpPr>
          <p:cNvPr id="38917" name="Rectangle 2"/>
          <p:cNvSpPr>
            <a:spLocks noGrp="1" noChangeArrowheads="1"/>
          </p:cNvSpPr>
          <p:nvPr>
            <p:ph type="title"/>
          </p:nvPr>
        </p:nvSpPr>
        <p:spPr/>
        <p:txBody>
          <a:bodyPr/>
          <a:lstStyle/>
          <a:p>
            <a:pPr eaLnBrk="1" hangingPunct="1"/>
            <a:r>
              <a:rPr lang="en-US" altLang="zh-CN" dirty="0"/>
              <a:t>1.1</a:t>
            </a:r>
            <a:r>
              <a:rPr lang="zh-CN" altLang="en-US" dirty="0"/>
              <a:t>数据管理的三个阶段</a:t>
            </a:r>
          </a:p>
        </p:txBody>
      </p:sp>
      <p:sp>
        <p:nvSpPr>
          <p:cNvPr id="38918" name="Rectangle 3"/>
          <p:cNvSpPr>
            <a:spLocks noGrp="1" noChangeArrowheads="1"/>
          </p:cNvSpPr>
          <p:nvPr>
            <p:ph type="body" idx="1"/>
          </p:nvPr>
        </p:nvSpPr>
        <p:spPr/>
        <p:txBody>
          <a:bodyPr/>
          <a:lstStyle/>
          <a:p>
            <a:pPr eaLnBrk="1" hangingPunct="1">
              <a:buFont typeface="Wingdings" pitchFamily="2" charset="2"/>
              <a:buNone/>
            </a:pPr>
            <a:r>
              <a:rPr lang="zh-CN" altLang="en-US" dirty="0"/>
              <a:t>一、人工管理阶段 </a:t>
            </a:r>
          </a:p>
          <a:p>
            <a:pPr lvl="1" eaLnBrk="1" hangingPunct="1"/>
            <a:r>
              <a:rPr lang="zh-CN" altLang="en-US" dirty="0"/>
              <a:t>特点： </a:t>
            </a:r>
          </a:p>
          <a:p>
            <a:pPr lvl="2" eaLnBrk="1" hangingPunct="1"/>
            <a:r>
              <a:rPr lang="en-US" altLang="zh-CN" dirty="0">
                <a:latin typeface="Arial" charset="0"/>
              </a:rPr>
              <a:t>–</a:t>
            </a:r>
            <a:r>
              <a:rPr lang="en-US" altLang="zh-CN" dirty="0"/>
              <a:t> </a:t>
            </a:r>
            <a:r>
              <a:rPr lang="zh-CN" altLang="en-US" dirty="0"/>
              <a:t>数据不进行保存 </a:t>
            </a:r>
          </a:p>
          <a:p>
            <a:pPr lvl="3" eaLnBrk="1" hangingPunct="1"/>
            <a:r>
              <a:rPr lang="zh-CN" altLang="en-US" dirty="0"/>
              <a:t>数据用完就撤走</a:t>
            </a:r>
          </a:p>
          <a:p>
            <a:pPr lvl="2" eaLnBrk="1" hangingPunct="1"/>
            <a:r>
              <a:rPr lang="en-US" altLang="zh-CN" dirty="0">
                <a:latin typeface="Arial" charset="0"/>
              </a:rPr>
              <a:t>–</a:t>
            </a:r>
            <a:r>
              <a:rPr lang="en-US" altLang="zh-CN" dirty="0"/>
              <a:t> </a:t>
            </a:r>
            <a:r>
              <a:rPr lang="zh-CN" altLang="en-US" dirty="0"/>
              <a:t>没有专门的数据管理软件</a:t>
            </a:r>
          </a:p>
          <a:p>
            <a:pPr lvl="3" eaLnBrk="1" hangingPunct="1"/>
            <a:r>
              <a:rPr lang="zh-CN" altLang="en-US" dirty="0"/>
              <a:t>程序员负担重 </a:t>
            </a:r>
          </a:p>
          <a:p>
            <a:pPr lvl="2" eaLnBrk="1" hangingPunct="1"/>
            <a:r>
              <a:rPr lang="en-US" altLang="zh-CN" dirty="0">
                <a:latin typeface="Arial" charset="0"/>
              </a:rPr>
              <a:t>–</a:t>
            </a:r>
            <a:r>
              <a:rPr lang="en-US" altLang="zh-CN" dirty="0"/>
              <a:t> </a:t>
            </a:r>
            <a:r>
              <a:rPr lang="zh-CN" altLang="en-US" dirty="0"/>
              <a:t>数据</a:t>
            </a:r>
            <a:r>
              <a:rPr lang="zh-CN" altLang="en-US" b="1" dirty="0"/>
              <a:t>面向</a:t>
            </a:r>
            <a:r>
              <a:rPr lang="zh-CN" altLang="en-US" dirty="0"/>
              <a:t>应用程序</a:t>
            </a:r>
          </a:p>
          <a:p>
            <a:pPr lvl="3" eaLnBrk="1" hangingPunct="1"/>
            <a:r>
              <a:rPr lang="zh-CN" altLang="en-US" dirty="0"/>
              <a:t>无法互相利用、互相参照</a:t>
            </a:r>
          </a:p>
          <a:p>
            <a:pPr lvl="3" eaLnBrk="1" hangingPunct="1"/>
            <a:r>
              <a:rPr lang="zh-CN" altLang="en-US" dirty="0"/>
              <a:t>程序间大量冗余数据 </a:t>
            </a:r>
          </a:p>
          <a:p>
            <a:pPr lvl="2" eaLnBrk="1" hangingPunct="1"/>
            <a:r>
              <a:rPr lang="en-US" altLang="zh-CN" dirty="0">
                <a:latin typeface="Arial" charset="0"/>
              </a:rPr>
              <a:t>–</a:t>
            </a:r>
            <a:r>
              <a:rPr lang="en-US" altLang="zh-CN" dirty="0"/>
              <a:t> </a:t>
            </a:r>
            <a:r>
              <a:rPr lang="zh-CN" altLang="en-US" dirty="0"/>
              <a:t>只有程序的概念 </a:t>
            </a:r>
          </a:p>
          <a:p>
            <a:pPr lvl="3" eaLnBrk="1" hangingPunct="1"/>
            <a:r>
              <a:rPr lang="zh-CN" altLang="en-US" dirty="0"/>
              <a:t>数据不具有独立性</a:t>
            </a:r>
          </a:p>
        </p:txBody>
      </p:sp>
    </p:spTree>
    <p:extLst>
      <p:ext uri="{BB962C8B-B14F-4D97-AF65-F5344CB8AC3E}">
        <p14:creationId xmlns:p14="http://schemas.microsoft.com/office/powerpoint/2010/main" val="3265633335"/>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153D78ED-143A-43CE-BF3E-E3306C9B4BEB}"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39939"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39940"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130948CD-C8DE-4D21-A27F-442479523B2C}" type="slidenum">
              <a:rPr lang="en-US" altLang="zh-CN" sz="1400">
                <a:solidFill>
                  <a:schemeClr val="tx1"/>
                </a:solidFill>
                <a:latin typeface="Times New Roman" pitchFamily="18" charset="0"/>
              </a:rPr>
              <a:pPr eaLnBrk="1" hangingPunct="1"/>
              <a:t>20</a:t>
            </a:fld>
            <a:r>
              <a:rPr lang="en-US" altLang="zh-CN" sz="1400">
                <a:solidFill>
                  <a:schemeClr val="tx1"/>
                </a:solidFill>
                <a:latin typeface="Times New Roman" pitchFamily="18" charset="0"/>
              </a:rPr>
              <a:t>/92</a:t>
            </a:r>
          </a:p>
        </p:txBody>
      </p:sp>
      <p:sp>
        <p:nvSpPr>
          <p:cNvPr id="39941" name="Rectangle 2"/>
          <p:cNvSpPr>
            <a:spLocks noGrp="1" noChangeArrowheads="1"/>
          </p:cNvSpPr>
          <p:nvPr>
            <p:ph type="title"/>
          </p:nvPr>
        </p:nvSpPr>
        <p:spPr/>
        <p:txBody>
          <a:bodyPr/>
          <a:lstStyle/>
          <a:p>
            <a:pPr eaLnBrk="1" hangingPunct="1"/>
            <a:r>
              <a:rPr lang="en-US" altLang="zh-CN" dirty="0"/>
              <a:t>1.1</a:t>
            </a:r>
            <a:r>
              <a:rPr lang="zh-CN" altLang="en-US" dirty="0"/>
              <a:t>数据管理的三个阶段</a:t>
            </a:r>
          </a:p>
        </p:txBody>
      </p:sp>
      <p:sp>
        <p:nvSpPr>
          <p:cNvPr id="39942" name="Rectangle 3"/>
          <p:cNvSpPr>
            <a:spLocks noGrp="1" noChangeArrowheads="1"/>
          </p:cNvSpPr>
          <p:nvPr>
            <p:ph type="body" idx="1"/>
          </p:nvPr>
        </p:nvSpPr>
        <p:spPr/>
        <p:txBody>
          <a:bodyPr/>
          <a:lstStyle/>
          <a:p>
            <a:pPr eaLnBrk="1" hangingPunct="1">
              <a:buFont typeface="Wingdings" pitchFamily="2" charset="2"/>
              <a:buNone/>
            </a:pPr>
            <a:r>
              <a:rPr lang="zh-CN" altLang="en-US" dirty="0"/>
              <a:t>二</a:t>
            </a:r>
            <a:r>
              <a:rPr lang="en-US" altLang="zh-CN" dirty="0"/>
              <a:t>. </a:t>
            </a:r>
            <a:r>
              <a:rPr lang="zh-CN" altLang="en-US" dirty="0"/>
              <a:t>文件系统阶段 </a:t>
            </a:r>
          </a:p>
          <a:p>
            <a:pPr lvl="1" eaLnBrk="1" hangingPunct="1"/>
            <a:r>
              <a:rPr lang="zh-CN" altLang="en-US" dirty="0"/>
              <a:t>时间：</a:t>
            </a:r>
            <a:r>
              <a:rPr lang="en-US" altLang="zh-CN" dirty="0"/>
              <a:t>20</a:t>
            </a:r>
            <a:r>
              <a:rPr lang="zh-CN" altLang="en-US" dirty="0"/>
              <a:t>世纪</a:t>
            </a:r>
            <a:r>
              <a:rPr lang="en-US" altLang="zh-CN" dirty="0"/>
              <a:t>50</a:t>
            </a:r>
            <a:r>
              <a:rPr lang="zh-CN" altLang="en-US" dirty="0"/>
              <a:t>年代末到</a:t>
            </a:r>
            <a:r>
              <a:rPr lang="en-US" altLang="zh-CN" dirty="0"/>
              <a:t>60</a:t>
            </a:r>
            <a:r>
              <a:rPr lang="zh-CN" altLang="en-US" dirty="0"/>
              <a:t>年代中期 </a:t>
            </a:r>
          </a:p>
          <a:p>
            <a:pPr lvl="1" eaLnBrk="1" hangingPunct="1"/>
            <a:r>
              <a:rPr lang="zh-CN" altLang="en-US" dirty="0"/>
              <a:t>背景： </a:t>
            </a:r>
          </a:p>
          <a:p>
            <a:pPr lvl="2" eaLnBrk="1" hangingPunct="1"/>
            <a:r>
              <a:rPr lang="en-US" altLang="zh-CN" dirty="0">
                <a:latin typeface="Arial" charset="0"/>
              </a:rPr>
              <a:t>–</a:t>
            </a:r>
            <a:r>
              <a:rPr lang="en-US" altLang="zh-CN" dirty="0"/>
              <a:t> </a:t>
            </a:r>
            <a:r>
              <a:rPr lang="zh-CN" altLang="en-US" b="1" dirty="0"/>
              <a:t>硬件</a:t>
            </a:r>
            <a:r>
              <a:rPr lang="zh-CN" altLang="en-US" dirty="0"/>
              <a:t>：磁盘、磁鼓等</a:t>
            </a:r>
            <a:r>
              <a:rPr lang="zh-CN" altLang="en-US" dirty="0">
                <a:solidFill>
                  <a:schemeClr val="tx2"/>
                </a:solidFill>
              </a:rPr>
              <a:t>直接存取</a:t>
            </a:r>
            <a:r>
              <a:rPr lang="zh-CN" altLang="en-US" dirty="0"/>
              <a:t>的</a:t>
            </a:r>
            <a:r>
              <a:rPr lang="zh-CN" altLang="en-US" dirty="0">
                <a:solidFill>
                  <a:srgbClr val="0000FF"/>
                </a:solidFill>
              </a:rPr>
              <a:t>外存设备 </a:t>
            </a:r>
          </a:p>
          <a:p>
            <a:pPr lvl="2" eaLnBrk="1" hangingPunct="1"/>
            <a:r>
              <a:rPr lang="en-US" altLang="zh-CN" dirty="0">
                <a:latin typeface="Arial" charset="0"/>
              </a:rPr>
              <a:t>–</a:t>
            </a:r>
            <a:r>
              <a:rPr lang="en-US" altLang="zh-CN" dirty="0"/>
              <a:t> </a:t>
            </a:r>
            <a:r>
              <a:rPr lang="zh-CN" altLang="en-US" b="1" dirty="0"/>
              <a:t>软件</a:t>
            </a:r>
            <a:r>
              <a:rPr lang="zh-CN" altLang="en-US" dirty="0"/>
              <a:t>：</a:t>
            </a:r>
            <a:r>
              <a:rPr lang="zh-CN" altLang="en-US" dirty="0">
                <a:solidFill>
                  <a:schemeClr val="tx2"/>
                </a:solidFill>
              </a:rPr>
              <a:t>操作系统</a:t>
            </a:r>
            <a:r>
              <a:rPr lang="zh-CN" altLang="en-US" dirty="0"/>
              <a:t>，高级语言；</a:t>
            </a:r>
            <a:endParaRPr lang="en-US" altLang="zh-CN" dirty="0"/>
          </a:p>
          <a:p>
            <a:pPr marL="914400" lvl="2" indent="0" eaLnBrk="1" hangingPunct="1">
              <a:buNone/>
            </a:pPr>
            <a:r>
              <a:rPr lang="en-US" altLang="zh-CN" dirty="0"/>
              <a:t>    </a:t>
            </a:r>
            <a:r>
              <a:rPr lang="zh-CN" altLang="en-US" dirty="0"/>
              <a:t>操作系统中的</a:t>
            </a:r>
            <a:r>
              <a:rPr lang="zh-CN" altLang="en-US" dirty="0">
                <a:solidFill>
                  <a:srgbClr val="C00000"/>
                </a:solidFill>
              </a:rPr>
              <a:t>文件系统</a:t>
            </a:r>
            <a:r>
              <a:rPr lang="zh-CN" altLang="en-US" dirty="0"/>
              <a:t>是</a:t>
            </a:r>
            <a:r>
              <a:rPr lang="zh-CN" altLang="en-US" b="1" dirty="0">
                <a:solidFill>
                  <a:schemeClr val="tx2"/>
                </a:solidFill>
              </a:rPr>
              <a:t>专门</a:t>
            </a:r>
            <a:r>
              <a:rPr lang="zh-CN" altLang="en-US" dirty="0"/>
              <a:t>用于</a:t>
            </a:r>
            <a:r>
              <a:rPr lang="zh-CN" altLang="en-US" dirty="0">
                <a:solidFill>
                  <a:schemeClr val="tx2"/>
                </a:solidFill>
              </a:rPr>
              <a:t>数据管理</a:t>
            </a:r>
            <a:r>
              <a:rPr lang="zh-CN" altLang="en-US" dirty="0"/>
              <a:t>的软件 </a:t>
            </a:r>
          </a:p>
          <a:p>
            <a:pPr lvl="2" eaLnBrk="1" hangingPunct="1"/>
            <a:r>
              <a:rPr lang="en-US" altLang="zh-CN" dirty="0">
                <a:latin typeface="Arial" charset="0"/>
              </a:rPr>
              <a:t>–</a:t>
            </a:r>
            <a:r>
              <a:rPr lang="en-US" altLang="zh-CN" dirty="0"/>
              <a:t> </a:t>
            </a:r>
            <a:r>
              <a:rPr lang="zh-CN" altLang="en-US" dirty="0"/>
              <a:t>文件批处理，</a:t>
            </a:r>
            <a:r>
              <a:rPr lang="zh-CN" altLang="en-US" dirty="0">
                <a:solidFill>
                  <a:schemeClr val="tx2"/>
                </a:solidFill>
              </a:rPr>
              <a:t>联机实时处理 </a:t>
            </a:r>
          </a:p>
        </p:txBody>
      </p:sp>
    </p:spTree>
    <p:extLst>
      <p:ext uri="{BB962C8B-B14F-4D97-AF65-F5344CB8AC3E}">
        <p14:creationId xmlns:p14="http://schemas.microsoft.com/office/powerpoint/2010/main" val="1537132920"/>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5CDEB3FC-38F8-4252-994C-41751FE9DFC2}"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40963"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40964"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33BB91B2-FC3C-42B3-834F-6449FB587715}" type="slidenum">
              <a:rPr lang="en-US" altLang="zh-CN" sz="1400">
                <a:solidFill>
                  <a:schemeClr val="tx1"/>
                </a:solidFill>
                <a:latin typeface="Times New Roman" pitchFamily="18" charset="0"/>
              </a:rPr>
              <a:pPr eaLnBrk="1" hangingPunct="1"/>
              <a:t>21</a:t>
            </a:fld>
            <a:r>
              <a:rPr lang="en-US" altLang="zh-CN" sz="1400">
                <a:solidFill>
                  <a:schemeClr val="tx1"/>
                </a:solidFill>
                <a:latin typeface="Times New Roman" pitchFamily="18" charset="0"/>
              </a:rPr>
              <a:t>/92</a:t>
            </a:r>
          </a:p>
        </p:txBody>
      </p:sp>
      <p:sp>
        <p:nvSpPr>
          <p:cNvPr id="40965" name="Rectangle 2"/>
          <p:cNvSpPr>
            <a:spLocks noGrp="1" noChangeArrowheads="1"/>
          </p:cNvSpPr>
          <p:nvPr>
            <p:ph type="title"/>
          </p:nvPr>
        </p:nvSpPr>
        <p:spPr/>
        <p:txBody>
          <a:bodyPr/>
          <a:lstStyle/>
          <a:p>
            <a:pPr eaLnBrk="1" hangingPunct="1"/>
            <a:r>
              <a:rPr lang="en-US" altLang="zh-CN" dirty="0"/>
              <a:t>1.1</a:t>
            </a:r>
            <a:r>
              <a:rPr lang="zh-CN" altLang="en-US" dirty="0"/>
              <a:t>数据管理的三个阶段</a:t>
            </a:r>
          </a:p>
        </p:txBody>
      </p:sp>
      <p:sp>
        <p:nvSpPr>
          <p:cNvPr id="40966" name="Rectangle 3"/>
          <p:cNvSpPr>
            <a:spLocks noGrp="1" noChangeArrowheads="1"/>
          </p:cNvSpPr>
          <p:nvPr>
            <p:ph type="body" idx="1"/>
          </p:nvPr>
        </p:nvSpPr>
        <p:spPr>
          <a:xfrm>
            <a:off x="609600" y="1447800"/>
            <a:ext cx="8345488" cy="5105400"/>
          </a:xfrm>
        </p:spPr>
        <p:txBody>
          <a:bodyPr/>
          <a:lstStyle/>
          <a:p>
            <a:pPr eaLnBrk="1" hangingPunct="1">
              <a:buFont typeface="Wingdings" pitchFamily="2" charset="2"/>
              <a:buNone/>
            </a:pPr>
            <a:r>
              <a:rPr lang="zh-CN" altLang="en-US" dirty="0"/>
              <a:t>二</a:t>
            </a:r>
            <a:r>
              <a:rPr lang="en-US" altLang="zh-CN" dirty="0"/>
              <a:t>. </a:t>
            </a:r>
            <a:r>
              <a:rPr lang="zh-CN" altLang="en-US" dirty="0"/>
              <a:t>文件系统阶段</a:t>
            </a:r>
          </a:p>
          <a:p>
            <a:pPr lvl="1" eaLnBrk="1" hangingPunct="1"/>
            <a:r>
              <a:rPr lang="zh-CN" altLang="en-US" dirty="0"/>
              <a:t>	特点： </a:t>
            </a:r>
          </a:p>
          <a:p>
            <a:pPr lvl="2" eaLnBrk="1" hangingPunct="1"/>
            <a:r>
              <a:rPr lang="en-US" altLang="zh-CN" dirty="0">
                <a:latin typeface="Arial" charset="0"/>
              </a:rPr>
              <a:t>–</a:t>
            </a:r>
            <a:r>
              <a:rPr lang="en-US" altLang="zh-CN" dirty="0"/>
              <a:t> </a:t>
            </a:r>
            <a:r>
              <a:rPr lang="zh-CN" altLang="en-US" dirty="0"/>
              <a:t>数据可以</a:t>
            </a:r>
            <a:r>
              <a:rPr lang="zh-CN" altLang="en-US" dirty="0">
                <a:solidFill>
                  <a:schemeClr val="tx2"/>
                </a:solidFill>
              </a:rPr>
              <a:t>长期保存</a:t>
            </a:r>
            <a:r>
              <a:rPr lang="zh-CN" altLang="en-US" dirty="0"/>
              <a:t>在磁盘上 </a:t>
            </a:r>
          </a:p>
          <a:p>
            <a:pPr lvl="2" eaLnBrk="1" hangingPunct="1"/>
            <a:r>
              <a:rPr lang="en-US" altLang="zh-CN" dirty="0">
                <a:latin typeface="Arial" charset="0"/>
              </a:rPr>
              <a:t>–</a:t>
            </a:r>
            <a:r>
              <a:rPr lang="en-US" altLang="zh-CN" dirty="0"/>
              <a:t> </a:t>
            </a:r>
            <a:r>
              <a:rPr lang="zh-CN" altLang="en-US" b="1" dirty="0">
                <a:solidFill>
                  <a:srgbClr val="FF0000"/>
                </a:solidFill>
              </a:rPr>
              <a:t>文件系统</a:t>
            </a:r>
            <a:r>
              <a:rPr lang="zh-CN" altLang="en-US" dirty="0"/>
              <a:t>提供了</a:t>
            </a:r>
            <a:r>
              <a:rPr lang="zh-CN" altLang="en-US" dirty="0">
                <a:solidFill>
                  <a:schemeClr val="tx2"/>
                </a:solidFill>
              </a:rPr>
              <a:t>数据</a:t>
            </a:r>
            <a:r>
              <a:rPr lang="zh-CN" altLang="en-US" dirty="0"/>
              <a:t>与</a:t>
            </a:r>
            <a:r>
              <a:rPr lang="zh-CN" altLang="en-US" dirty="0">
                <a:solidFill>
                  <a:schemeClr val="tx2"/>
                </a:solidFill>
              </a:rPr>
              <a:t>程序</a:t>
            </a:r>
            <a:r>
              <a:rPr lang="zh-CN" altLang="en-US" dirty="0"/>
              <a:t>之间的</a:t>
            </a:r>
            <a:r>
              <a:rPr lang="zh-CN" altLang="en-US" dirty="0">
                <a:solidFill>
                  <a:srgbClr val="C00000"/>
                </a:solidFill>
              </a:rPr>
              <a:t>存取方法</a:t>
            </a:r>
            <a:r>
              <a:rPr lang="zh-CN" altLang="en-US" dirty="0"/>
              <a:t> </a:t>
            </a:r>
            <a:endParaRPr lang="en-US" altLang="zh-CN" dirty="0"/>
          </a:p>
          <a:p>
            <a:pPr lvl="3" eaLnBrk="1" hangingPunct="1"/>
            <a:r>
              <a:rPr lang="zh-CN" altLang="en-US" dirty="0"/>
              <a:t>数据组织成相互</a:t>
            </a:r>
            <a:r>
              <a:rPr lang="zh-CN" altLang="en-US" dirty="0">
                <a:solidFill>
                  <a:srgbClr val="0000FF"/>
                </a:solidFill>
              </a:rPr>
              <a:t>独立的文件</a:t>
            </a:r>
            <a:r>
              <a:rPr lang="zh-CN" altLang="en-US" dirty="0"/>
              <a:t>，按文件名访问，按记录进行存取</a:t>
            </a:r>
          </a:p>
          <a:p>
            <a:pPr lvl="2" eaLnBrk="1" hangingPunct="1">
              <a:spcBef>
                <a:spcPts val="1800"/>
              </a:spcBef>
            </a:pPr>
            <a:r>
              <a:rPr lang="en-US" altLang="zh-CN" dirty="0">
                <a:latin typeface="Arial" charset="0"/>
              </a:rPr>
              <a:t>–</a:t>
            </a:r>
            <a:r>
              <a:rPr lang="en-US" altLang="zh-CN" dirty="0"/>
              <a:t> </a:t>
            </a:r>
            <a:r>
              <a:rPr lang="zh-CN" altLang="en-US" dirty="0">
                <a:solidFill>
                  <a:srgbClr val="C00000"/>
                </a:solidFill>
              </a:rPr>
              <a:t>数据冗余度大、共享性差</a:t>
            </a:r>
          </a:p>
          <a:p>
            <a:pPr lvl="3" eaLnBrk="1" hangingPunct="1"/>
            <a:r>
              <a:rPr lang="zh-CN" altLang="en-US" dirty="0"/>
              <a:t>重复存储，不一致，数据修改、 维护困难</a:t>
            </a:r>
          </a:p>
          <a:p>
            <a:pPr lvl="2" eaLnBrk="1" hangingPunct="1"/>
            <a:r>
              <a:rPr lang="en-US" altLang="zh-CN" dirty="0">
                <a:latin typeface="Arial" charset="0"/>
              </a:rPr>
              <a:t>–</a:t>
            </a:r>
            <a:r>
              <a:rPr lang="en-US" altLang="zh-CN" dirty="0"/>
              <a:t> </a:t>
            </a:r>
            <a:r>
              <a:rPr lang="zh-CN" altLang="en-US" dirty="0"/>
              <a:t>文件之间</a:t>
            </a:r>
            <a:r>
              <a:rPr lang="zh-CN" altLang="en-US" dirty="0">
                <a:solidFill>
                  <a:srgbClr val="0000FF"/>
                </a:solidFill>
              </a:rPr>
              <a:t>缺乏联系</a:t>
            </a:r>
            <a:r>
              <a:rPr lang="zh-CN" altLang="en-US" dirty="0"/>
              <a:t>，相互孤立</a:t>
            </a:r>
          </a:p>
          <a:p>
            <a:pPr lvl="2" eaLnBrk="1" hangingPunct="1"/>
            <a:r>
              <a:rPr lang="en-US" altLang="zh-CN" dirty="0">
                <a:latin typeface="Arial" charset="0"/>
              </a:rPr>
              <a:t>–</a:t>
            </a:r>
            <a:r>
              <a:rPr lang="en-US" altLang="zh-CN" dirty="0"/>
              <a:t> </a:t>
            </a:r>
            <a:r>
              <a:rPr lang="zh-CN" altLang="en-US" dirty="0">
                <a:solidFill>
                  <a:srgbClr val="C00000"/>
                </a:solidFill>
              </a:rPr>
              <a:t>数据独立性</a:t>
            </a:r>
            <a:r>
              <a:rPr lang="zh-CN" altLang="en-US" dirty="0">
                <a:solidFill>
                  <a:srgbClr val="0000FF"/>
                </a:solidFill>
              </a:rPr>
              <a:t>差</a:t>
            </a:r>
          </a:p>
          <a:p>
            <a:pPr lvl="3" eaLnBrk="1" hangingPunct="1"/>
            <a:r>
              <a:rPr lang="zh-CN" altLang="en-US" dirty="0"/>
              <a:t>数据的逻辑结构改变，必须修改应用程序，修改文件结构的定义</a:t>
            </a:r>
          </a:p>
        </p:txBody>
      </p:sp>
    </p:spTree>
    <p:extLst>
      <p:ext uri="{BB962C8B-B14F-4D97-AF65-F5344CB8AC3E}">
        <p14:creationId xmlns:p14="http://schemas.microsoft.com/office/powerpoint/2010/main" val="173701019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06C090E2-15AC-4F6D-8DEA-21D279D7AAF3}"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41987"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41988"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8B264394-E8F9-4F06-9A12-B273B4414EE6}" type="slidenum">
              <a:rPr lang="en-US" altLang="zh-CN" sz="1400">
                <a:solidFill>
                  <a:schemeClr val="tx1"/>
                </a:solidFill>
                <a:latin typeface="Times New Roman" pitchFamily="18" charset="0"/>
              </a:rPr>
              <a:pPr eaLnBrk="1" hangingPunct="1"/>
              <a:t>22</a:t>
            </a:fld>
            <a:r>
              <a:rPr lang="en-US" altLang="zh-CN" sz="1400">
                <a:solidFill>
                  <a:schemeClr val="tx1"/>
                </a:solidFill>
                <a:latin typeface="Times New Roman" pitchFamily="18" charset="0"/>
              </a:rPr>
              <a:t>/92</a:t>
            </a:r>
          </a:p>
        </p:txBody>
      </p:sp>
      <p:sp>
        <p:nvSpPr>
          <p:cNvPr id="41989" name="Rectangle 2"/>
          <p:cNvSpPr>
            <a:spLocks noGrp="1" noChangeArrowheads="1"/>
          </p:cNvSpPr>
          <p:nvPr>
            <p:ph type="title"/>
          </p:nvPr>
        </p:nvSpPr>
        <p:spPr/>
        <p:txBody>
          <a:bodyPr/>
          <a:lstStyle/>
          <a:p>
            <a:pPr eaLnBrk="1" hangingPunct="1"/>
            <a:r>
              <a:rPr lang="en-US" altLang="zh-CN" dirty="0"/>
              <a:t>1.1</a:t>
            </a:r>
            <a:r>
              <a:rPr lang="zh-CN" altLang="en-US" dirty="0"/>
              <a:t>数据管理的三个阶段</a:t>
            </a:r>
          </a:p>
        </p:txBody>
      </p:sp>
      <p:sp>
        <p:nvSpPr>
          <p:cNvPr id="41990" name="Rectangle 3"/>
          <p:cNvSpPr>
            <a:spLocks noGrp="1" noChangeArrowheads="1"/>
          </p:cNvSpPr>
          <p:nvPr>
            <p:ph type="body" idx="1"/>
          </p:nvPr>
        </p:nvSpPr>
        <p:spPr>
          <a:xfrm>
            <a:off x="609600" y="1447800"/>
            <a:ext cx="8345488" cy="4876800"/>
          </a:xfrm>
        </p:spPr>
        <p:txBody>
          <a:bodyPr/>
          <a:lstStyle/>
          <a:p>
            <a:pPr eaLnBrk="1" hangingPunct="1">
              <a:buFont typeface="Wingdings" pitchFamily="2" charset="2"/>
              <a:buNone/>
            </a:pPr>
            <a:r>
              <a:rPr lang="zh-CN" altLang="en-US" dirty="0"/>
              <a:t>三</a:t>
            </a:r>
            <a:r>
              <a:rPr lang="en-US" altLang="zh-CN" dirty="0"/>
              <a:t>.  </a:t>
            </a:r>
            <a:r>
              <a:rPr lang="zh-CN" altLang="en-US" dirty="0"/>
              <a:t>数据库系统阶段 </a:t>
            </a:r>
          </a:p>
          <a:p>
            <a:pPr lvl="1" eaLnBrk="1" hangingPunct="1"/>
            <a:r>
              <a:rPr lang="zh-CN" altLang="en-US" dirty="0"/>
              <a:t>时间</a:t>
            </a:r>
            <a:r>
              <a:rPr lang="en-US" altLang="zh-CN" dirty="0"/>
              <a:t>: 20</a:t>
            </a:r>
            <a:r>
              <a:rPr lang="zh-CN" altLang="en-US" dirty="0"/>
              <a:t>世纪</a:t>
            </a:r>
            <a:r>
              <a:rPr lang="en-US" altLang="zh-CN" dirty="0"/>
              <a:t>60</a:t>
            </a:r>
            <a:r>
              <a:rPr lang="zh-CN" altLang="en-US" dirty="0"/>
              <a:t>年代末 </a:t>
            </a:r>
          </a:p>
          <a:p>
            <a:pPr lvl="1" eaLnBrk="1" hangingPunct="1"/>
            <a:r>
              <a:rPr lang="zh-CN" altLang="en-US" dirty="0"/>
              <a:t>背景： </a:t>
            </a:r>
          </a:p>
          <a:p>
            <a:pPr lvl="2" eaLnBrk="1" hangingPunct="1"/>
            <a:r>
              <a:rPr lang="zh-CN" altLang="en-US" dirty="0">
                <a:latin typeface="Arial" charset="0"/>
              </a:rPr>
              <a:t>计算机用于</a:t>
            </a:r>
            <a:r>
              <a:rPr lang="zh-CN" altLang="en-US" b="1" dirty="0">
                <a:latin typeface="Arial" charset="0"/>
              </a:rPr>
              <a:t>管理的规模更为庞大</a:t>
            </a:r>
            <a:r>
              <a:rPr lang="zh-CN" altLang="en-US" dirty="0">
                <a:latin typeface="Arial" charset="0"/>
              </a:rPr>
              <a:t>，</a:t>
            </a:r>
            <a:r>
              <a:rPr lang="zh-CN" altLang="en-US" dirty="0">
                <a:solidFill>
                  <a:srgbClr val="0000FF"/>
                </a:solidFill>
                <a:latin typeface="Arial" charset="0"/>
              </a:rPr>
              <a:t>应用越来越广泛</a:t>
            </a:r>
            <a:r>
              <a:rPr lang="zh-CN" altLang="en-US" dirty="0">
                <a:latin typeface="Arial" charset="0"/>
              </a:rPr>
              <a:t>，</a:t>
            </a:r>
            <a:r>
              <a:rPr lang="zh-CN" altLang="en-US" b="1" dirty="0">
                <a:latin typeface="Arial" charset="0"/>
              </a:rPr>
              <a:t>数据量急剧增长</a:t>
            </a:r>
            <a:r>
              <a:rPr lang="zh-CN" altLang="en-US" dirty="0">
                <a:latin typeface="Arial" charset="0"/>
              </a:rPr>
              <a:t>，</a:t>
            </a:r>
            <a:r>
              <a:rPr lang="zh-CN" altLang="en-US" b="1" dirty="0">
                <a:latin typeface="Arial" charset="0"/>
              </a:rPr>
              <a:t>数据共享</a:t>
            </a:r>
            <a:r>
              <a:rPr lang="zh-CN" altLang="en-US" dirty="0">
                <a:latin typeface="Arial" charset="0"/>
              </a:rPr>
              <a:t>的要求越来越强</a:t>
            </a:r>
          </a:p>
          <a:p>
            <a:pPr lvl="2" eaLnBrk="1" hangingPunct="1"/>
            <a:r>
              <a:rPr lang="zh-CN" altLang="en-US" b="1" dirty="0">
                <a:latin typeface="Arial" charset="0"/>
              </a:rPr>
              <a:t>共享</a:t>
            </a:r>
            <a:r>
              <a:rPr lang="zh-CN" altLang="en-US" dirty="0">
                <a:latin typeface="Arial" charset="0"/>
              </a:rPr>
              <a:t>的含义：多种应用、多种语言互相覆盖地共享数据集合</a:t>
            </a:r>
          </a:p>
          <a:p>
            <a:pPr lvl="2" eaLnBrk="1" hangingPunct="1"/>
            <a:r>
              <a:rPr lang="zh-CN" altLang="en-US" dirty="0">
                <a:latin typeface="Arial" charset="0"/>
              </a:rPr>
              <a:t>出现了大容量的磁盘</a:t>
            </a:r>
          </a:p>
          <a:p>
            <a:pPr lvl="2" eaLnBrk="1" hangingPunct="1"/>
            <a:r>
              <a:rPr lang="zh-CN" altLang="en-US" dirty="0">
                <a:latin typeface="Arial" charset="0"/>
              </a:rPr>
              <a:t>联机实时处理的要求更多，开始提出和考虑</a:t>
            </a:r>
            <a:r>
              <a:rPr lang="zh-CN" altLang="en-US" b="1" dirty="0">
                <a:latin typeface="Arial" charset="0"/>
              </a:rPr>
              <a:t>分布</a:t>
            </a:r>
            <a:r>
              <a:rPr lang="zh-CN" altLang="en-US" dirty="0">
                <a:latin typeface="Arial" charset="0"/>
              </a:rPr>
              <a:t>处理 </a:t>
            </a:r>
          </a:p>
          <a:p>
            <a:pPr lvl="2" eaLnBrk="1" hangingPunct="1"/>
            <a:r>
              <a:rPr lang="zh-CN" altLang="en-US" dirty="0">
                <a:latin typeface="Arial" charset="0"/>
              </a:rPr>
              <a:t>软件价格上升，硬件价格下降，开发和维护系统软件与应用程序所需的成本相对</a:t>
            </a:r>
            <a:endParaRPr lang="zh-CN" altLang="en-US" dirty="0"/>
          </a:p>
        </p:txBody>
      </p:sp>
    </p:spTree>
    <p:extLst>
      <p:ext uri="{BB962C8B-B14F-4D97-AF65-F5344CB8AC3E}">
        <p14:creationId xmlns:p14="http://schemas.microsoft.com/office/powerpoint/2010/main" val="4060479742"/>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06C090E2-15AC-4F6D-8DEA-21D279D7AAF3}"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41987"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41988"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8B264394-E8F9-4F06-9A12-B273B4414EE6}" type="slidenum">
              <a:rPr lang="en-US" altLang="zh-CN" sz="1400">
                <a:solidFill>
                  <a:schemeClr val="tx1"/>
                </a:solidFill>
                <a:latin typeface="Times New Roman" pitchFamily="18" charset="0"/>
              </a:rPr>
              <a:pPr eaLnBrk="1" hangingPunct="1"/>
              <a:t>23</a:t>
            </a:fld>
            <a:r>
              <a:rPr lang="en-US" altLang="zh-CN" sz="1400">
                <a:solidFill>
                  <a:schemeClr val="tx1"/>
                </a:solidFill>
                <a:latin typeface="Times New Roman" pitchFamily="18" charset="0"/>
              </a:rPr>
              <a:t>/92</a:t>
            </a:r>
          </a:p>
        </p:txBody>
      </p:sp>
      <p:sp>
        <p:nvSpPr>
          <p:cNvPr id="41989" name="Rectangle 2"/>
          <p:cNvSpPr>
            <a:spLocks noGrp="1" noChangeArrowheads="1"/>
          </p:cNvSpPr>
          <p:nvPr>
            <p:ph type="title"/>
          </p:nvPr>
        </p:nvSpPr>
        <p:spPr/>
        <p:txBody>
          <a:bodyPr/>
          <a:lstStyle/>
          <a:p>
            <a:pPr eaLnBrk="1" hangingPunct="1"/>
            <a:r>
              <a:rPr lang="en-US" altLang="zh-CN" dirty="0"/>
              <a:t>1.1</a:t>
            </a:r>
            <a:r>
              <a:rPr lang="zh-CN" altLang="en-US" dirty="0"/>
              <a:t>数据管理的三个阶段</a:t>
            </a:r>
          </a:p>
        </p:txBody>
      </p:sp>
      <p:sp>
        <p:nvSpPr>
          <p:cNvPr id="41990" name="Rectangle 3"/>
          <p:cNvSpPr>
            <a:spLocks noGrp="1" noChangeArrowheads="1"/>
          </p:cNvSpPr>
          <p:nvPr>
            <p:ph type="body" idx="1"/>
          </p:nvPr>
        </p:nvSpPr>
        <p:spPr/>
        <p:txBody>
          <a:bodyPr/>
          <a:lstStyle/>
          <a:p>
            <a:pPr eaLnBrk="1" hangingPunct="1">
              <a:buFont typeface="Wingdings" pitchFamily="2" charset="2"/>
              <a:buNone/>
            </a:pPr>
            <a:r>
              <a:rPr lang="zh-CN" altLang="en-US" dirty="0"/>
              <a:t>三</a:t>
            </a:r>
            <a:r>
              <a:rPr lang="en-US" altLang="zh-CN" dirty="0"/>
              <a:t>.  </a:t>
            </a:r>
            <a:r>
              <a:rPr lang="zh-CN" altLang="en-US" dirty="0"/>
              <a:t>数据库系统阶段 </a:t>
            </a:r>
            <a:endParaRPr lang="zh-CN" altLang="en-US" sz="800" dirty="0"/>
          </a:p>
          <a:p>
            <a:pPr lvl="1" eaLnBrk="1" hangingPunct="1"/>
            <a:r>
              <a:rPr lang="zh-CN" altLang="en-US" sz="2400" dirty="0"/>
              <a:t>出现</a:t>
            </a:r>
            <a:r>
              <a:rPr lang="zh-CN" altLang="en-US" sz="2400" dirty="0">
                <a:solidFill>
                  <a:srgbClr val="0000FF"/>
                </a:solidFill>
              </a:rPr>
              <a:t>统一管理数据的专门</a:t>
            </a:r>
            <a:r>
              <a:rPr lang="zh-CN" altLang="en-US" sz="2400" dirty="0"/>
              <a:t>软件系统</a:t>
            </a:r>
            <a:r>
              <a:rPr lang="en-US" altLang="zh-CN" sz="2400" dirty="0">
                <a:latin typeface="Arial" charset="0"/>
              </a:rPr>
              <a:t>——</a:t>
            </a:r>
            <a:r>
              <a:rPr lang="zh-CN" altLang="en-US" sz="2400" b="1" dirty="0">
                <a:solidFill>
                  <a:srgbClr val="0000FF"/>
                </a:solidFill>
              </a:rPr>
              <a:t>数据库管理系统</a:t>
            </a:r>
            <a:r>
              <a:rPr lang="en-US" altLang="zh-CN" sz="2400" dirty="0">
                <a:solidFill>
                  <a:srgbClr val="0000FF"/>
                </a:solidFill>
              </a:rPr>
              <a:t>(</a:t>
            </a:r>
            <a:r>
              <a:rPr lang="en-US" altLang="zh-CN" sz="2400" dirty="0" err="1">
                <a:solidFill>
                  <a:srgbClr val="0000FF"/>
                </a:solidFill>
              </a:rPr>
              <a:t>DataBase</a:t>
            </a:r>
            <a:r>
              <a:rPr lang="en-US" altLang="zh-CN" sz="2400" dirty="0">
                <a:solidFill>
                  <a:srgbClr val="0000FF"/>
                </a:solidFill>
              </a:rPr>
              <a:t> Management System</a:t>
            </a:r>
            <a:r>
              <a:rPr lang="zh-CN" altLang="en-US" sz="2400" dirty="0">
                <a:solidFill>
                  <a:srgbClr val="0000FF"/>
                </a:solidFill>
              </a:rPr>
              <a:t>，</a:t>
            </a:r>
            <a:r>
              <a:rPr lang="en-US" altLang="zh-CN" sz="2400" dirty="0">
                <a:solidFill>
                  <a:srgbClr val="FF0000"/>
                </a:solidFill>
              </a:rPr>
              <a:t>DBMS</a:t>
            </a:r>
            <a:r>
              <a:rPr lang="en-US" altLang="zh-CN" sz="2400" dirty="0">
                <a:solidFill>
                  <a:srgbClr val="0000FF"/>
                </a:solidFill>
              </a:rPr>
              <a:t>)</a:t>
            </a:r>
          </a:p>
          <a:p>
            <a:pPr lvl="1" eaLnBrk="1" hangingPunct="1"/>
            <a:endParaRPr lang="en-US" altLang="zh-CN" sz="800" dirty="0"/>
          </a:p>
          <a:p>
            <a:pPr lvl="1" eaLnBrk="1" hangingPunct="1"/>
            <a:r>
              <a:rPr lang="en-US" altLang="zh-CN" sz="2400" dirty="0"/>
              <a:t>DBMS</a:t>
            </a:r>
            <a:r>
              <a:rPr lang="zh-CN" altLang="en-US" sz="2400" dirty="0"/>
              <a:t>是一个通用的软件系统，由一组计算机程序构成，能够对</a:t>
            </a:r>
            <a:r>
              <a:rPr lang="zh-CN" altLang="en-US" sz="2400" dirty="0">
                <a:solidFill>
                  <a:srgbClr val="0000FF"/>
                </a:solidFill>
              </a:rPr>
              <a:t>数据库</a:t>
            </a:r>
            <a:r>
              <a:rPr lang="zh-CN" altLang="en-US" sz="2400" dirty="0"/>
              <a:t>（</a:t>
            </a:r>
            <a:r>
              <a:rPr lang="en-US" altLang="zh-CN" sz="2400" dirty="0" err="1">
                <a:solidFill>
                  <a:srgbClr val="0000FF"/>
                </a:solidFill>
              </a:rPr>
              <a:t>DataBase</a:t>
            </a:r>
            <a:r>
              <a:rPr lang="zh-CN" altLang="en-US" sz="2400" dirty="0">
                <a:solidFill>
                  <a:srgbClr val="0000FF"/>
                </a:solidFill>
              </a:rPr>
              <a:t>，</a:t>
            </a:r>
            <a:r>
              <a:rPr lang="en-US" altLang="zh-CN" sz="2400" dirty="0">
                <a:solidFill>
                  <a:srgbClr val="0000FF"/>
                </a:solidFill>
              </a:rPr>
              <a:t>DB</a:t>
            </a:r>
            <a:r>
              <a:rPr lang="zh-CN" altLang="en-US" sz="2400" dirty="0"/>
              <a:t>）进行有效的管理，包括</a:t>
            </a:r>
            <a:r>
              <a:rPr lang="zh-CN" altLang="en-US" sz="2400" b="1" dirty="0"/>
              <a:t>存储管理、安全性控制、完整性约束</a:t>
            </a:r>
            <a:r>
              <a:rPr lang="zh-CN" altLang="en-US" sz="2400" dirty="0"/>
              <a:t>等</a:t>
            </a:r>
          </a:p>
          <a:p>
            <a:pPr lvl="2" eaLnBrk="1" hangingPunct="1"/>
            <a:r>
              <a:rPr lang="zh-CN" altLang="en-US" sz="2000" b="1" dirty="0"/>
              <a:t>数据库</a:t>
            </a:r>
            <a:r>
              <a:rPr lang="zh-CN" altLang="en-US" sz="2000" dirty="0"/>
              <a:t>就是</a:t>
            </a:r>
            <a:r>
              <a:rPr lang="zh-CN" altLang="en-US" sz="2000" b="1" dirty="0"/>
              <a:t>相互关联的、可共享</a:t>
            </a:r>
            <a:r>
              <a:rPr lang="zh-CN" altLang="en-US" sz="2000" dirty="0"/>
              <a:t>的数据集合</a:t>
            </a:r>
          </a:p>
          <a:p>
            <a:pPr lvl="1" eaLnBrk="1" hangingPunct="1"/>
            <a:r>
              <a:rPr lang="en-US" altLang="zh-CN" sz="2400" dirty="0"/>
              <a:t>DBMS</a:t>
            </a:r>
            <a:r>
              <a:rPr lang="zh-CN" altLang="en-US" sz="2400" dirty="0"/>
              <a:t>提供了一个软件环境，使用户能够方便地</a:t>
            </a:r>
            <a:r>
              <a:rPr lang="zh-CN" altLang="en-US" sz="2400" b="1" dirty="0"/>
              <a:t>建立、维护、检索、存取和处理</a:t>
            </a:r>
            <a:r>
              <a:rPr lang="zh-CN" altLang="en-US" sz="2400" dirty="0"/>
              <a:t>数据库中的数据 </a:t>
            </a:r>
            <a:endParaRPr lang="en-US" altLang="zh-CN" sz="2400" dirty="0"/>
          </a:p>
          <a:p>
            <a:pPr lvl="1" eaLnBrk="1" hangingPunct="1"/>
            <a:r>
              <a:rPr lang="zh-CN" altLang="en-US" sz="2400" dirty="0"/>
              <a:t>从文件系统到</a:t>
            </a:r>
            <a:r>
              <a:rPr lang="zh-CN" altLang="en-US" sz="2400" b="1" dirty="0">
                <a:solidFill>
                  <a:srgbClr val="0000FF"/>
                </a:solidFill>
              </a:rPr>
              <a:t>数据库系统</a:t>
            </a:r>
            <a:r>
              <a:rPr lang="zh-CN" altLang="en-US" sz="2400" dirty="0"/>
              <a:t>，标志着数据管理技术的飞跃</a:t>
            </a:r>
          </a:p>
        </p:txBody>
      </p:sp>
    </p:spTree>
    <p:extLst>
      <p:ext uri="{BB962C8B-B14F-4D97-AF65-F5344CB8AC3E}">
        <p14:creationId xmlns:p14="http://schemas.microsoft.com/office/powerpoint/2010/main" val="454751893"/>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06C090E2-15AC-4F6D-8DEA-21D279D7AAF3}"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41987"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41988"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8B264394-E8F9-4F06-9A12-B273B4414EE6}" type="slidenum">
              <a:rPr lang="en-US" altLang="zh-CN" sz="1400">
                <a:solidFill>
                  <a:schemeClr val="tx1"/>
                </a:solidFill>
                <a:latin typeface="Times New Roman" pitchFamily="18" charset="0"/>
              </a:rPr>
              <a:pPr eaLnBrk="1" hangingPunct="1"/>
              <a:t>24</a:t>
            </a:fld>
            <a:r>
              <a:rPr lang="en-US" altLang="zh-CN" sz="1400">
                <a:solidFill>
                  <a:schemeClr val="tx1"/>
                </a:solidFill>
                <a:latin typeface="Times New Roman" pitchFamily="18" charset="0"/>
              </a:rPr>
              <a:t>/92</a:t>
            </a:r>
          </a:p>
        </p:txBody>
      </p:sp>
      <p:sp>
        <p:nvSpPr>
          <p:cNvPr id="41989" name="Rectangle 2"/>
          <p:cNvSpPr>
            <a:spLocks noGrp="1" noChangeArrowheads="1"/>
          </p:cNvSpPr>
          <p:nvPr>
            <p:ph type="title"/>
          </p:nvPr>
        </p:nvSpPr>
        <p:spPr/>
        <p:txBody>
          <a:bodyPr/>
          <a:lstStyle/>
          <a:p>
            <a:pPr eaLnBrk="1" hangingPunct="1"/>
            <a:r>
              <a:rPr lang="en-US" altLang="zh-CN" dirty="0"/>
              <a:t>1.1</a:t>
            </a:r>
            <a:r>
              <a:rPr lang="zh-CN" altLang="en-US" dirty="0"/>
              <a:t>数据管理的三个阶段</a:t>
            </a:r>
          </a:p>
        </p:txBody>
      </p:sp>
      <p:sp>
        <p:nvSpPr>
          <p:cNvPr id="41990" name="Rectangle 3"/>
          <p:cNvSpPr>
            <a:spLocks noGrp="1" noChangeArrowheads="1"/>
          </p:cNvSpPr>
          <p:nvPr>
            <p:ph type="body" idx="1"/>
          </p:nvPr>
        </p:nvSpPr>
        <p:spPr/>
        <p:txBody>
          <a:bodyPr/>
          <a:lstStyle/>
          <a:p>
            <a:pPr eaLnBrk="1" hangingPunct="1"/>
            <a:r>
              <a:rPr lang="zh-CN" altLang="en-US" sz="2800" dirty="0"/>
              <a:t>数据库系统（</a:t>
            </a:r>
            <a:r>
              <a:rPr lang="en-US" altLang="zh-CN" sz="2800" dirty="0" err="1">
                <a:solidFill>
                  <a:srgbClr val="0000FF"/>
                </a:solidFill>
              </a:rPr>
              <a:t>DataBase</a:t>
            </a:r>
            <a:r>
              <a:rPr lang="en-US" altLang="zh-CN" sz="2800" dirty="0">
                <a:solidFill>
                  <a:srgbClr val="0000FF"/>
                </a:solidFill>
              </a:rPr>
              <a:t> System</a:t>
            </a:r>
            <a:r>
              <a:rPr lang="zh-CN" altLang="en-US" sz="2800" dirty="0">
                <a:solidFill>
                  <a:srgbClr val="0000FF"/>
                </a:solidFill>
              </a:rPr>
              <a:t>，</a:t>
            </a:r>
            <a:r>
              <a:rPr lang="en-US" altLang="zh-CN" sz="2800" dirty="0">
                <a:solidFill>
                  <a:srgbClr val="0000FF"/>
                </a:solidFill>
              </a:rPr>
              <a:t>DBS</a:t>
            </a:r>
            <a:r>
              <a:rPr lang="zh-CN" altLang="en-US" sz="2800" dirty="0"/>
              <a:t>）</a:t>
            </a:r>
            <a:endParaRPr lang="en-US" altLang="zh-CN" sz="2800" dirty="0"/>
          </a:p>
          <a:p>
            <a:pPr lvl="1" eaLnBrk="1" hangingPunct="1"/>
            <a:r>
              <a:rPr lang="zh-CN" altLang="en-US" sz="2400" dirty="0"/>
              <a:t>狭义</a:t>
            </a:r>
          </a:p>
          <a:p>
            <a:pPr lvl="2" eaLnBrk="1" hangingPunct="1"/>
            <a:r>
              <a:rPr lang="zh-CN" altLang="en-US" sz="2000" dirty="0"/>
              <a:t>数据库</a:t>
            </a:r>
            <a:r>
              <a:rPr lang="en-US" altLang="zh-CN" sz="2000" dirty="0"/>
              <a:t>+</a:t>
            </a:r>
            <a:r>
              <a:rPr lang="zh-CN" altLang="en-US" sz="2000" dirty="0"/>
              <a:t>数据库管理系统</a:t>
            </a:r>
          </a:p>
          <a:p>
            <a:pPr lvl="1" eaLnBrk="1" hangingPunct="1"/>
            <a:r>
              <a:rPr lang="zh-CN" altLang="en-US" sz="2400" dirty="0"/>
              <a:t>广义</a:t>
            </a:r>
          </a:p>
          <a:p>
            <a:pPr lvl="2" eaLnBrk="1" hangingPunct="1"/>
            <a:r>
              <a:rPr lang="zh-CN" altLang="en-US" sz="2000" dirty="0"/>
              <a:t>在</a:t>
            </a:r>
            <a:r>
              <a:rPr lang="zh-CN" altLang="en-US" sz="2000" b="1" dirty="0"/>
              <a:t>计算机系统</a:t>
            </a:r>
            <a:r>
              <a:rPr lang="zh-CN" altLang="en-US" sz="2000" dirty="0"/>
              <a:t>中引入</a:t>
            </a:r>
            <a:r>
              <a:rPr lang="zh-CN" altLang="en-US" sz="2000" dirty="0">
                <a:solidFill>
                  <a:srgbClr val="0000FF"/>
                </a:solidFill>
              </a:rPr>
              <a:t>数据库</a:t>
            </a:r>
            <a:r>
              <a:rPr lang="zh-CN" altLang="en-US" sz="2000" dirty="0"/>
              <a:t>后的系统</a:t>
            </a:r>
          </a:p>
          <a:p>
            <a:pPr lvl="2" eaLnBrk="1" hangingPunct="1"/>
            <a:r>
              <a:rPr lang="en-US" altLang="zh-CN" sz="2000" dirty="0"/>
              <a:t>DBS=</a:t>
            </a:r>
            <a:r>
              <a:rPr lang="en-US" altLang="zh-CN" sz="2000" dirty="0" err="1">
                <a:solidFill>
                  <a:srgbClr val="0000FF"/>
                </a:solidFill>
              </a:rPr>
              <a:t>DB</a:t>
            </a:r>
            <a:r>
              <a:rPr lang="en-US" altLang="zh-CN" sz="2000" dirty="0" err="1"/>
              <a:t>+</a:t>
            </a:r>
            <a:r>
              <a:rPr lang="en-US" altLang="zh-CN" sz="2000" dirty="0" err="1">
                <a:solidFill>
                  <a:srgbClr val="0000FF"/>
                </a:solidFill>
              </a:rPr>
              <a:t>DBMS</a:t>
            </a:r>
            <a:r>
              <a:rPr lang="en-US" altLang="zh-CN" sz="2000" dirty="0" err="1"/>
              <a:t>+Application+</a:t>
            </a:r>
            <a:r>
              <a:rPr lang="en-US" altLang="zh-CN" sz="2000" dirty="0" err="1">
                <a:solidFill>
                  <a:srgbClr val="0000FF"/>
                </a:solidFill>
              </a:rPr>
              <a:t>DBA</a:t>
            </a:r>
            <a:r>
              <a:rPr lang="en-US" altLang="zh-CN" sz="2000" dirty="0" err="1"/>
              <a:t>+User</a:t>
            </a:r>
            <a:r>
              <a:rPr lang="en-US" altLang="zh-CN" sz="2000" dirty="0"/>
              <a:t> </a:t>
            </a:r>
          </a:p>
          <a:p>
            <a:pPr lvl="1" eaLnBrk="1" hangingPunct="1"/>
            <a:endParaRPr lang="en-US" altLang="zh-CN" sz="2400" dirty="0"/>
          </a:p>
        </p:txBody>
      </p:sp>
      <p:pic>
        <p:nvPicPr>
          <p:cNvPr id="29" name="图片 28">
            <a:extLst>
              <a:ext uri="{FF2B5EF4-FFF2-40B4-BE49-F238E27FC236}">
                <a16:creationId xmlns:a16="http://schemas.microsoft.com/office/drawing/2014/main" id="{45A48F15-A828-8BA3-7F13-CE444FC64A58}"/>
              </a:ext>
            </a:extLst>
          </p:cNvPr>
          <p:cNvPicPr>
            <a:picLocks noChangeAspect="1"/>
          </p:cNvPicPr>
          <p:nvPr/>
        </p:nvPicPr>
        <p:blipFill>
          <a:blip r:embed="rId3"/>
          <a:stretch>
            <a:fillRect/>
          </a:stretch>
        </p:blipFill>
        <p:spPr>
          <a:xfrm>
            <a:off x="1447800" y="4114800"/>
            <a:ext cx="6324600" cy="2591254"/>
          </a:xfrm>
          <a:prstGeom prst="rect">
            <a:avLst/>
          </a:prstGeom>
        </p:spPr>
      </p:pic>
    </p:spTree>
    <p:extLst>
      <p:ext uri="{BB962C8B-B14F-4D97-AF65-F5344CB8AC3E}">
        <p14:creationId xmlns:p14="http://schemas.microsoft.com/office/powerpoint/2010/main" val="2867900576"/>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377970C8-9ACF-4F40-AC8E-D48E67C8C969}"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44035"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44036"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FAED9D24-3B84-40C4-889C-609621617E7D}" type="slidenum">
              <a:rPr lang="en-US" altLang="zh-CN" sz="1400">
                <a:solidFill>
                  <a:schemeClr val="tx1"/>
                </a:solidFill>
                <a:latin typeface="Times New Roman" pitchFamily="18" charset="0"/>
              </a:rPr>
              <a:pPr eaLnBrk="1" hangingPunct="1"/>
              <a:t>25</a:t>
            </a:fld>
            <a:r>
              <a:rPr lang="en-US" altLang="zh-CN" sz="1400">
                <a:solidFill>
                  <a:schemeClr val="tx1"/>
                </a:solidFill>
                <a:latin typeface="Times New Roman" pitchFamily="18" charset="0"/>
              </a:rPr>
              <a:t>/92</a:t>
            </a:r>
          </a:p>
        </p:txBody>
      </p:sp>
      <p:sp>
        <p:nvSpPr>
          <p:cNvPr id="44037" name="Rectangle 2"/>
          <p:cNvSpPr>
            <a:spLocks noGrp="1" noChangeArrowheads="1"/>
          </p:cNvSpPr>
          <p:nvPr>
            <p:ph type="title"/>
          </p:nvPr>
        </p:nvSpPr>
        <p:spPr/>
        <p:txBody>
          <a:bodyPr/>
          <a:lstStyle/>
          <a:p>
            <a:pPr eaLnBrk="1" hangingPunct="1"/>
            <a:r>
              <a:rPr lang="en-US" altLang="zh-CN" dirty="0"/>
              <a:t>1.1</a:t>
            </a:r>
            <a:r>
              <a:rPr lang="zh-CN" altLang="en-US" dirty="0"/>
              <a:t>数据库系统的特点</a:t>
            </a:r>
          </a:p>
        </p:txBody>
      </p:sp>
      <p:sp>
        <p:nvSpPr>
          <p:cNvPr id="44038" name="Rectangle 3"/>
          <p:cNvSpPr>
            <a:spLocks noGrp="1" noChangeArrowheads="1"/>
          </p:cNvSpPr>
          <p:nvPr>
            <p:ph type="body" idx="1"/>
          </p:nvPr>
        </p:nvSpPr>
        <p:spPr>
          <a:xfrm>
            <a:off x="609600" y="1447800"/>
            <a:ext cx="8105775" cy="4684713"/>
          </a:xfrm>
        </p:spPr>
        <p:txBody>
          <a:bodyPr/>
          <a:lstStyle/>
          <a:p>
            <a:pPr algn="just" eaLnBrk="1" hangingPunct="1"/>
            <a:r>
              <a:rPr lang="zh-CN" altLang="en-US" sz="2400" b="1" dirty="0">
                <a:solidFill>
                  <a:srgbClr val="000000"/>
                </a:solidFill>
                <a:latin typeface="Times New Roman" pitchFamily="18" charset="0"/>
              </a:rPr>
              <a:t>面向全组织的复杂的数据结构 </a:t>
            </a:r>
          </a:p>
          <a:p>
            <a:pPr lvl="1" eaLnBrk="1" hangingPunct="1"/>
            <a:r>
              <a:rPr lang="zh-CN" altLang="en-US" sz="2000" dirty="0"/>
              <a:t>把文件系统中</a:t>
            </a:r>
            <a:r>
              <a:rPr lang="zh-CN" altLang="en-US" sz="2000" b="1" dirty="0"/>
              <a:t>记录内部有结构</a:t>
            </a:r>
            <a:r>
              <a:rPr lang="zh-CN" altLang="en-US" sz="2000" dirty="0"/>
              <a:t>的思想扩大到了</a:t>
            </a:r>
            <a:r>
              <a:rPr lang="zh-CN" altLang="en-US" sz="2000" b="1" dirty="0"/>
              <a:t>记录型</a:t>
            </a:r>
            <a:r>
              <a:rPr lang="zh-CN" altLang="en-US" sz="2000" dirty="0"/>
              <a:t>之间</a:t>
            </a:r>
          </a:p>
          <a:p>
            <a:pPr lvl="1" eaLnBrk="1" hangingPunct="1"/>
            <a:r>
              <a:rPr lang="zh-CN" altLang="en-US" sz="2000" dirty="0"/>
              <a:t>从整体从发来考虑数据结构问题，而不是仅仅考虑单个应用的数据结构</a:t>
            </a:r>
            <a:endParaRPr lang="en-US" altLang="zh-CN" sz="2000" dirty="0"/>
          </a:p>
          <a:p>
            <a:pPr lvl="1" eaLnBrk="1" hangingPunct="1"/>
            <a:r>
              <a:rPr lang="zh-CN" altLang="en-US" sz="2000" dirty="0"/>
              <a:t>这种面向整体的</a:t>
            </a:r>
            <a:r>
              <a:rPr lang="zh-CN" altLang="en-US" sz="2000" dirty="0">
                <a:solidFill>
                  <a:srgbClr val="FF3300"/>
                </a:solidFill>
              </a:rPr>
              <a:t>数据结构化</a:t>
            </a:r>
            <a:r>
              <a:rPr lang="zh-CN" altLang="en-US" sz="2000" dirty="0"/>
              <a:t>不但要求描述</a:t>
            </a:r>
            <a:r>
              <a:rPr lang="zh-CN" altLang="en-US" sz="2000" dirty="0">
                <a:solidFill>
                  <a:srgbClr val="0000FF"/>
                </a:solidFill>
              </a:rPr>
              <a:t>数据本身</a:t>
            </a:r>
            <a:r>
              <a:rPr lang="zh-CN" altLang="en-US" sz="2000" dirty="0"/>
              <a:t>，而且还要描述</a:t>
            </a:r>
            <a:r>
              <a:rPr lang="zh-CN" altLang="en-US" sz="2000" dirty="0">
                <a:solidFill>
                  <a:srgbClr val="0000FF"/>
                </a:solidFill>
              </a:rPr>
              <a:t>数据之间的联系</a:t>
            </a:r>
          </a:p>
          <a:p>
            <a:pPr lvl="2" algn="just" eaLnBrk="1" hangingPunct="1"/>
            <a:r>
              <a:rPr lang="zh-CN" altLang="en-US" sz="1800" b="1" u="sng" dirty="0">
                <a:solidFill>
                  <a:srgbClr val="C2290A"/>
                </a:solidFill>
                <a:latin typeface="Times New Roman" pitchFamily="18" charset="0"/>
              </a:rPr>
              <a:t>数据的结构化</a:t>
            </a:r>
            <a:r>
              <a:rPr lang="zh-CN" altLang="en-US" sz="1800" dirty="0">
                <a:solidFill>
                  <a:srgbClr val="000000"/>
                </a:solidFill>
                <a:latin typeface="Times New Roman" pitchFamily="18" charset="0"/>
              </a:rPr>
              <a:t>是数据库系统的主要特征，是与文件系统的</a:t>
            </a:r>
            <a:r>
              <a:rPr lang="zh-CN" altLang="en-US" sz="1800" b="1" dirty="0">
                <a:solidFill>
                  <a:srgbClr val="000000"/>
                </a:solidFill>
                <a:latin typeface="Times New Roman" pitchFamily="18" charset="0"/>
              </a:rPr>
              <a:t>根本差别</a:t>
            </a:r>
          </a:p>
          <a:p>
            <a:pPr algn="just" eaLnBrk="1" hangingPunct="1"/>
            <a:endParaRPr lang="zh-CN" altLang="en-US" sz="600" dirty="0"/>
          </a:p>
          <a:p>
            <a:pPr algn="just" eaLnBrk="1" hangingPunct="1"/>
            <a:r>
              <a:rPr lang="zh-CN" altLang="en-US" sz="2400" b="1" dirty="0">
                <a:solidFill>
                  <a:srgbClr val="C2290A"/>
                </a:solidFill>
                <a:latin typeface="Times New Roman" pitchFamily="18" charset="0"/>
              </a:rPr>
              <a:t>数据冗余小、易扩充</a:t>
            </a:r>
          </a:p>
          <a:p>
            <a:pPr lvl="1" algn="just" eaLnBrk="1" hangingPunct="1"/>
            <a:r>
              <a:rPr lang="zh-CN" altLang="en-US" sz="2000" dirty="0"/>
              <a:t>从整体的观点来看待和描述数据，数据就不再是面向某个特定应用，而是面向整个系统 </a:t>
            </a:r>
          </a:p>
          <a:p>
            <a:pPr lvl="1" algn="just" eaLnBrk="1" hangingPunct="1"/>
            <a:r>
              <a:rPr lang="zh-CN" altLang="en-US" sz="2000" dirty="0"/>
              <a:t>对数据库应用的支持也可以有更灵活的方式</a:t>
            </a:r>
            <a:endParaRPr lang="zh-CN" altLang="en-US" sz="2400" dirty="0">
              <a:solidFill>
                <a:srgbClr val="000000"/>
              </a:solidFill>
              <a:latin typeface="Times New Roman" pitchFamily="18" charset="0"/>
            </a:endParaRPr>
          </a:p>
        </p:txBody>
      </p:sp>
    </p:spTree>
    <p:extLst>
      <p:ext uri="{BB962C8B-B14F-4D97-AF65-F5344CB8AC3E}">
        <p14:creationId xmlns:p14="http://schemas.microsoft.com/office/powerpoint/2010/main" val="4158032020"/>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06C090E2-15AC-4F6D-8DEA-21D279D7AAF3}"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41987"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41988"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8B264394-E8F9-4F06-9A12-B273B4414EE6}" type="slidenum">
              <a:rPr lang="en-US" altLang="zh-CN" sz="1400">
                <a:solidFill>
                  <a:schemeClr val="tx1"/>
                </a:solidFill>
                <a:latin typeface="Times New Roman" pitchFamily="18" charset="0"/>
              </a:rPr>
              <a:pPr eaLnBrk="1" hangingPunct="1"/>
              <a:t>26</a:t>
            </a:fld>
            <a:r>
              <a:rPr lang="en-US" altLang="zh-CN" sz="1400">
                <a:solidFill>
                  <a:schemeClr val="tx1"/>
                </a:solidFill>
                <a:latin typeface="Times New Roman" pitchFamily="18" charset="0"/>
              </a:rPr>
              <a:t>/92</a:t>
            </a:r>
          </a:p>
        </p:txBody>
      </p:sp>
      <p:sp>
        <p:nvSpPr>
          <p:cNvPr id="41989" name="Rectangle 2"/>
          <p:cNvSpPr>
            <a:spLocks noGrp="1" noChangeArrowheads="1"/>
          </p:cNvSpPr>
          <p:nvPr>
            <p:ph type="title"/>
          </p:nvPr>
        </p:nvSpPr>
        <p:spPr/>
        <p:txBody>
          <a:bodyPr/>
          <a:lstStyle/>
          <a:p>
            <a:pPr eaLnBrk="1" hangingPunct="1"/>
            <a:r>
              <a:rPr lang="en-US" altLang="zh-CN" dirty="0"/>
              <a:t>1.1</a:t>
            </a:r>
            <a:r>
              <a:rPr lang="zh-CN" altLang="en-US" dirty="0"/>
              <a:t>数据管理的三个阶段</a:t>
            </a:r>
          </a:p>
        </p:txBody>
      </p:sp>
      <p:sp>
        <p:nvSpPr>
          <p:cNvPr id="41990" name="Rectangle 3"/>
          <p:cNvSpPr>
            <a:spLocks noGrp="1" noChangeArrowheads="1"/>
          </p:cNvSpPr>
          <p:nvPr>
            <p:ph type="body" idx="1"/>
          </p:nvPr>
        </p:nvSpPr>
        <p:spPr/>
        <p:txBody>
          <a:bodyPr/>
          <a:lstStyle/>
          <a:p>
            <a:pPr eaLnBrk="1" hangingPunct="1"/>
            <a:r>
              <a:rPr lang="zh-CN" altLang="en-US" sz="2800" dirty="0"/>
              <a:t>示例</a:t>
            </a:r>
            <a:endParaRPr lang="en-US" altLang="zh-CN" sz="2800" dirty="0"/>
          </a:p>
          <a:p>
            <a:pPr lvl="1" eaLnBrk="1" hangingPunct="1"/>
            <a:endParaRPr lang="en-US" altLang="zh-CN" sz="2400" dirty="0"/>
          </a:p>
        </p:txBody>
      </p:sp>
      <p:pic>
        <p:nvPicPr>
          <p:cNvPr id="3" name="图片 2">
            <a:extLst>
              <a:ext uri="{FF2B5EF4-FFF2-40B4-BE49-F238E27FC236}">
                <a16:creationId xmlns:a16="http://schemas.microsoft.com/office/drawing/2014/main" id="{8AFCB4FB-F2C5-5377-399E-AE5D4FFCF119}"/>
              </a:ext>
            </a:extLst>
          </p:cNvPr>
          <p:cNvPicPr>
            <a:picLocks noChangeAspect="1"/>
          </p:cNvPicPr>
          <p:nvPr/>
        </p:nvPicPr>
        <p:blipFill>
          <a:blip r:embed="rId3"/>
          <a:stretch>
            <a:fillRect/>
          </a:stretch>
        </p:blipFill>
        <p:spPr>
          <a:xfrm>
            <a:off x="1350087" y="1676400"/>
            <a:ext cx="6748626" cy="4359642"/>
          </a:xfrm>
          <a:prstGeom prst="rect">
            <a:avLst/>
          </a:prstGeom>
        </p:spPr>
      </p:pic>
    </p:spTree>
    <p:extLst>
      <p:ext uri="{BB962C8B-B14F-4D97-AF65-F5344CB8AC3E}">
        <p14:creationId xmlns:p14="http://schemas.microsoft.com/office/powerpoint/2010/main" val="2664653057"/>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377970C8-9ACF-4F40-AC8E-D48E67C8C969}"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44035"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44036"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FAED9D24-3B84-40C4-889C-609621617E7D}" type="slidenum">
              <a:rPr lang="en-US" altLang="zh-CN" sz="1400">
                <a:solidFill>
                  <a:schemeClr val="tx1"/>
                </a:solidFill>
                <a:latin typeface="Times New Roman" pitchFamily="18" charset="0"/>
              </a:rPr>
              <a:pPr eaLnBrk="1" hangingPunct="1"/>
              <a:t>27</a:t>
            </a:fld>
            <a:r>
              <a:rPr lang="en-US" altLang="zh-CN" sz="1400">
                <a:solidFill>
                  <a:schemeClr val="tx1"/>
                </a:solidFill>
                <a:latin typeface="Times New Roman" pitchFamily="18" charset="0"/>
              </a:rPr>
              <a:t>/92</a:t>
            </a:r>
          </a:p>
        </p:txBody>
      </p:sp>
      <p:sp>
        <p:nvSpPr>
          <p:cNvPr id="44037" name="Rectangle 2"/>
          <p:cNvSpPr>
            <a:spLocks noGrp="1" noChangeArrowheads="1"/>
          </p:cNvSpPr>
          <p:nvPr>
            <p:ph type="title"/>
          </p:nvPr>
        </p:nvSpPr>
        <p:spPr/>
        <p:txBody>
          <a:bodyPr/>
          <a:lstStyle/>
          <a:p>
            <a:pPr eaLnBrk="1" hangingPunct="1"/>
            <a:r>
              <a:rPr lang="en-US" altLang="zh-CN" dirty="0"/>
              <a:t>1.1</a:t>
            </a:r>
            <a:r>
              <a:rPr lang="zh-CN" altLang="en-US" dirty="0"/>
              <a:t>数据库系统的特点</a:t>
            </a:r>
          </a:p>
        </p:txBody>
      </p:sp>
      <p:sp>
        <p:nvSpPr>
          <p:cNvPr id="44038" name="Rectangle 3"/>
          <p:cNvSpPr>
            <a:spLocks noGrp="1" noChangeArrowheads="1"/>
          </p:cNvSpPr>
          <p:nvPr>
            <p:ph type="body" idx="1"/>
          </p:nvPr>
        </p:nvSpPr>
        <p:spPr>
          <a:xfrm>
            <a:off x="609600" y="1447800"/>
            <a:ext cx="8105775" cy="4876800"/>
          </a:xfrm>
        </p:spPr>
        <p:txBody>
          <a:bodyPr/>
          <a:lstStyle/>
          <a:p>
            <a:pPr algn="just" eaLnBrk="1" hangingPunct="1"/>
            <a:r>
              <a:rPr lang="zh-CN" altLang="en-US" sz="2400" b="1" dirty="0">
                <a:solidFill>
                  <a:srgbClr val="C2290A"/>
                </a:solidFill>
                <a:latin typeface="Times New Roman" pitchFamily="18" charset="0"/>
              </a:rPr>
              <a:t>数据独立性高</a:t>
            </a:r>
          </a:p>
          <a:p>
            <a:pPr lvl="1" eaLnBrk="1" hangingPunct="1"/>
            <a:r>
              <a:rPr lang="zh-CN" altLang="en-US" sz="2000" dirty="0"/>
              <a:t>数据库系统的重要目标之一：</a:t>
            </a:r>
            <a:r>
              <a:rPr lang="zh-CN" altLang="en-US" sz="2000" b="1" dirty="0"/>
              <a:t>使数据</a:t>
            </a:r>
            <a:r>
              <a:rPr lang="zh-CN" altLang="en-US" sz="2000" dirty="0"/>
              <a:t>与</a:t>
            </a:r>
            <a:r>
              <a:rPr lang="zh-CN" altLang="en-US" sz="2000" b="1" dirty="0"/>
              <a:t>程序彼此分离</a:t>
            </a:r>
          </a:p>
          <a:p>
            <a:pPr lvl="1" eaLnBrk="1" hangingPunct="1"/>
            <a:r>
              <a:rPr lang="zh-CN" altLang="en-US" sz="2000" dirty="0"/>
              <a:t>把数据的定义和描述从应用程序中分离出去，数据的存取由</a:t>
            </a:r>
            <a:r>
              <a:rPr lang="en-US" altLang="zh-CN" sz="2000" dirty="0"/>
              <a:t>DBMS</a:t>
            </a:r>
            <a:r>
              <a:rPr lang="zh-CN" altLang="en-US" sz="2000" dirty="0"/>
              <a:t>管理，</a:t>
            </a:r>
            <a:r>
              <a:rPr lang="zh-CN" altLang="en-US" sz="2000" b="1" dirty="0"/>
              <a:t>用户不必考虑存取路径</a:t>
            </a:r>
            <a:r>
              <a:rPr lang="zh-CN" altLang="en-US" sz="2000" dirty="0"/>
              <a:t>等细节</a:t>
            </a:r>
          </a:p>
          <a:p>
            <a:pPr lvl="1" algn="just" eaLnBrk="1" hangingPunct="1"/>
            <a:r>
              <a:rPr lang="zh-CN" altLang="en-US" sz="2000" dirty="0">
                <a:solidFill>
                  <a:srgbClr val="000000"/>
                </a:solidFill>
              </a:rPr>
              <a:t>包括</a:t>
            </a:r>
            <a:r>
              <a:rPr lang="zh-CN" altLang="en-US" sz="2000" dirty="0">
                <a:solidFill>
                  <a:srgbClr val="0000FF"/>
                </a:solidFill>
              </a:rPr>
              <a:t>数据</a:t>
            </a:r>
            <a:r>
              <a:rPr lang="zh-CN" altLang="en-US" sz="2000" dirty="0"/>
              <a:t>和</a:t>
            </a:r>
            <a:r>
              <a:rPr lang="zh-CN" altLang="en-US" sz="2000" dirty="0">
                <a:solidFill>
                  <a:srgbClr val="0000FF"/>
                </a:solidFill>
              </a:rPr>
              <a:t>应用程序</a:t>
            </a:r>
            <a:r>
              <a:rPr lang="zh-CN" altLang="en-US" sz="2000" dirty="0">
                <a:solidFill>
                  <a:srgbClr val="C00000"/>
                </a:solidFill>
              </a:rPr>
              <a:t>物理独立性</a:t>
            </a:r>
            <a:r>
              <a:rPr lang="zh-CN" altLang="en-US" sz="2000" dirty="0">
                <a:solidFill>
                  <a:srgbClr val="000000"/>
                </a:solidFill>
              </a:rPr>
              <a:t>和</a:t>
            </a:r>
            <a:r>
              <a:rPr lang="zh-CN" altLang="en-US" sz="2000" dirty="0">
                <a:solidFill>
                  <a:srgbClr val="C00000"/>
                </a:solidFill>
              </a:rPr>
              <a:t>逻辑独立性</a:t>
            </a:r>
            <a:endParaRPr lang="en-US" altLang="zh-CN" sz="600" dirty="0">
              <a:solidFill>
                <a:srgbClr val="C00000"/>
              </a:solidFill>
            </a:endParaRPr>
          </a:p>
          <a:p>
            <a:pPr lvl="2" eaLnBrk="1" hangingPunct="1"/>
            <a:r>
              <a:rPr lang="zh-CN" altLang="en-US" sz="2000" b="1" dirty="0">
                <a:solidFill>
                  <a:srgbClr val="FF3300"/>
                </a:solidFill>
              </a:rPr>
              <a:t>物理数据独立性</a:t>
            </a:r>
          </a:p>
          <a:p>
            <a:pPr lvl="3" eaLnBrk="1" hangingPunct="1"/>
            <a:r>
              <a:rPr lang="zh-CN" altLang="en-US" sz="1600" b="1" dirty="0"/>
              <a:t>数据存储结构（或物理结构）改变，数据的逻辑结构可以不变，从而应用程序也不必改变</a:t>
            </a:r>
          </a:p>
          <a:p>
            <a:pPr lvl="2" eaLnBrk="1" hangingPunct="1"/>
            <a:r>
              <a:rPr lang="zh-CN" altLang="en-US" sz="2000" b="1" dirty="0">
                <a:solidFill>
                  <a:srgbClr val="FF3300"/>
                </a:solidFill>
              </a:rPr>
              <a:t>逻辑数据独立性</a:t>
            </a:r>
          </a:p>
          <a:p>
            <a:pPr lvl="3" eaLnBrk="1" hangingPunct="1"/>
            <a:r>
              <a:rPr lang="zh-CN" altLang="en-US" sz="1600" b="1" dirty="0"/>
              <a:t>数据库系统中</a:t>
            </a:r>
            <a:r>
              <a:rPr lang="zh-CN" altLang="en-US" sz="1600" b="1" dirty="0">
                <a:solidFill>
                  <a:srgbClr val="0000FF"/>
                </a:solidFill>
              </a:rPr>
              <a:t>每类应用</a:t>
            </a:r>
            <a:r>
              <a:rPr lang="zh-CN" altLang="en-US" sz="1600" b="1" dirty="0"/>
              <a:t>所使用的数据通常是总体数据的</a:t>
            </a:r>
            <a:r>
              <a:rPr lang="zh-CN" altLang="en-US" sz="1600" b="1" dirty="0">
                <a:solidFill>
                  <a:srgbClr val="0000FF"/>
                </a:solidFill>
              </a:rPr>
              <a:t>子集</a:t>
            </a:r>
            <a:r>
              <a:rPr lang="zh-CN" altLang="en-US" sz="1600" b="1" dirty="0"/>
              <a:t>，数据库系统提供</a:t>
            </a:r>
            <a:r>
              <a:rPr lang="zh-CN" altLang="en-US" sz="1600" b="1" dirty="0">
                <a:solidFill>
                  <a:srgbClr val="0000FF"/>
                </a:solidFill>
              </a:rPr>
              <a:t>局部数据结构</a:t>
            </a:r>
            <a:r>
              <a:rPr lang="zh-CN" altLang="en-US" sz="1600" b="1" dirty="0"/>
              <a:t>的说明功能</a:t>
            </a:r>
          </a:p>
          <a:p>
            <a:pPr lvl="3" eaLnBrk="1" hangingPunct="1"/>
            <a:r>
              <a:rPr lang="zh-CN" altLang="en-US" sz="1600" b="1" dirty="0"/>
              <a:t>局部数据结构可以按照具体应用的要求作出一定的改变，系统提供对这些</a:t>
            </a:r>
            <a:r>
              <a:rPr lang="zh-CN" altLang="en-US" sz="1600" b="1" dirty="0">
                <a:solidFill>
                  <a:srgbClr val="0000FF"/>
                </a:solidFill>
              </a:rPr>
              <a:t>改变的映射和转换功能</a:t>
            </a:r>
            <a:r>
              <a:rPr lang="zh-CN" altLang="en-US" sz="1600" b="1" dirty="0"/>
              <a:t>，使得当系统总体逻辑结构改变时，通过对映象的相应改变而保持局部逻辑结构不变</a:t>
            </a:r>
          </a:p>
          <a:p>
            <a:pPr lvl="3" eaLnBrk="1" hangingPunct="1"/>
            <a:r>
              <a:rPr lang="zh-CN" altLang="en-US" sz="1600" b="1" dirty="0">
                <a:solidFill>
                  <a:srgbClr val="0000FF"/>
                </a:solidFill>
              </a:rPr>
              <a:t>应用程序</a:t>
            </a:r>
            <a:r>
              <a:rPr lang="zh-CN" altLang="en-US" sz="1600" b="1" dirty="0"/>
              <a:t>是根据</a:t>
            </a:r>
            <a:r>
              <a:rPr lang="zh-CN" altLang="en-US" sz="1600" b="1" dirty="0">
                <a:solidFill>
                  <a:srgbClr val="0000FF"/>
                </a:solidFill>
              </a:rPr>
              <a:t>局部逻辑结构</a:t>
            </a:r>
            <a:r>
              <a:rPr lang="zh-CN" altLang="en-US" sz="1600" b="1" dirty="0"/>
              <a:t>编写的，因而应用程序也就不必改变</a:t>
            </a:r>
            <a:endParaRPr lang="zh-CN" altLang="en-US" dirty="0">
              <a:solidFill>
                <a:srgbClr val="C00000"/>
              </a:solidFill>
            </a:endParaRPr>
          </a:p>
        </p:txBody>
      </p:sp>
    </p:spTree>
    <p:extLst>
      <p:ext uri="{BB962C8B-B14F-4D97-AF65-F5344CB8AC3E}">
        <p14:creationId xmlns:p14="http://schemas.microsoft.com/office/powerpoint/2010/main" val="1729481928"/>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377970C8-9ACF-4F40-AC8E-D48E67C8C969}"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44035"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44036"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FAED9D24-3B84-40C4-889C-609621617E7D}" type="slidenum">
              <a:rPr lang="en-US" altLang="zh-CN" sz="1400">
                <a:solidFill>
                  <a:schemeClr val="tx1"/>
                </a:solidFill>
                <a:latin typeface="Times New Roman" pitchFamily="18" charset="0"/>
              </a:rPr>
              <a:pPr eaLnBrk="1" hangingPunct="1"/>
              <a:t>28</a:t>
            </a:fld>
            <a:r>
              <a:rPr lang="en-US" altLang="zh-CN" sz="1400">
                <a:solidFill>
                  <a:schemeClr val="tx1"/>
                </a:solidFill>
                <a:latin typeface="Times New Roman" pitchFamily="18" charset="0"/>
              </a:rPr>
              <a:t>/92</a:t>
            </a:r>
          </a:p>
        </p:txBody>
      </p:sp>
      <p:sp>
        <p:nvSpPr>
          <p:cNvPr id="44037" name="Rectangle 2"/>
          <p:cNvSpPr>
            <a:spLocks noGrp="1" noChangeArrowheads="1"/>
          </p:cNvSpPr>
          <p:nvPr>
            <p:ph type="title"/>
          </p:nvPr>
        </p:nvSpPr>
        <p:spPr/>
        <p:txBody>
          <a:bodyPr/>
          <a:lstStyle/>
          <a:p>
            <a:pPr eaLnBrk="1" hangingPunct="1"/>
            <a:r>
              <a:rPr lang="en-US" altLang="zh-CN" dirty="0"/>
              <a:t>1.1</a:t>
            </a:r>
            <a:r>
              <a:rPr lang="zh-CN" altLang="en-US" dirty="0"/>
              <a:t>数据库系统的特点</a:t>
            </a:r>
          </a:p>
        </p:txBody>
      </p:sp>
      <p:sp>
        <p:nvSpPr>
          <p:cNvPr id="44038" name="Rectangle 3"/>
          <p:cNvSpPr>
            <a:spLocks noGrp="1" noChangeArrowheads="1"/>
          </p:cNvSpPr>
          <p:nvPr>
            <p:ph type="body" idx="1"/>
          </p:nvPr>
        </p:nvSpPr>
        <p:spPr>
          <a:xfrm>
            <a:off x="609600" y="1447800"/>
            <a:ext cx="8105775" cy="4684713"/>
          </a:xfrm>
        </p:spPr>
        <p:txBody>
          <a:bodyPr/>
          <a:lstStyle/>
          <a:p>
            <a:pPr algn="just" eaLnBrk="1" hangingPunct="1"/>
            <a:r>
              <a:rPr lang="zh-CN" altLang="en-US" sz="2800" b="1" dirty="0">
                <a:solidFill>
                  <a:srgbClr val="C2290A"/>
                </a:solidFill>
                <a:latin typeface="Times New Roman" pitchFamily="18" charset="0"/>
              </a:rPr>
              <a:t>统一的</a:t>
            </a:r>
            <a:r>
              <a:rPr lang="zh-CN" altLang="en-US" sz="2800" b="1" dirty="0">
                <a:solidFill>
                  <a:srgbClr val="0000FF"/>
                </a:solidFill>
                <a:latin typeface="Times New Roman" pitchFamily="18" charset="0"/>
              </a:rPr>
              <a:t>数据管理、控制</a:t>
            </a:r>
            <a:r>
              <a:rPr lang="zh-CN" altLang="en-US" sz="2800" b="1" dirty="0">
                <a:solidFill>
                  <a:srgbClr val="C2290A"/>
                </a:solidFill>
                <a:latin typeface="Times New Roman" pitchFamily="18" charset="0"/>
              </a:rPr>
              <a:t>功能</a:t>
            </a:r>
          </a:p>
          <a:p>
            <a:pPr lvl="1" algn="just" eaLnBrk="1" hangingPunct="1"/>
            <a:r>
              <a:rPr lang="zh-CN" altLang="en-US" sz="2400" dirty="0">
                <a:solidFill>
                  <a:srgbClr val="000000"/>
                </a:solidFill>
                <a:latin typeface="Times New Roman" pitchFamily="18" charset="0"/>
              </a:rPr>
              <a:t>允许多个用户或多个应用程序同时访问数据库中的相同数据</a:t>
            </a:r>
          </a:p>
          <a:p>
            <a:pPr lvl="2" algn="just" eaLnBrk="1" hangingPunct="1"/>
            <a:r>
              <a:rPr lang="zh-CN" altLang="en-US" sz="2000" dirty="0">
                <a:solidFill>
                  <a:srgbClr val="000000"/>
                </a:solidFill>
                <a:latin typeface="Times New Roman" pitchFamily="18" charset="0"/>
              </a:rPr>
              <a:t>数据的安全性（</a:t>
            </a:r>
            <a:r>
              <a:rPr lang="en-US" altLang="zh-CN" sz="2000" dirty="0">
                <a:solidFill>
                  <a:srgbClr val="000000"/>
                </a:solidFill>
                <a:latin typeface="Times New Roman" pitchFamily="18" charset="0"/>
              </a:rPr>
              <a:t>Security</a:t>
            </a:r>
            <a:r>
              <a:rPr lang="zh-CN" altLang="en-US" sz="2000" dirty="0">
                <a:solidFill>
                  <a:srgbClr val="000000"/>
                </a:solidFill>
                <a:latin typeface="Times New Roman" pitchFamily="18" charset="0"/>
              </a:rPr>
              <a:t>）保护 </a:t>
            </a:r>
          </a:p>
          <a:p>
            <a:pPr lvl="3" algn="just" eaLnBrk="1" hangingPunct="1"/>
            <a:r>
              <a:rPr lang="zh-CN" altLang="en-US" sz="1600" dirty="0">
                <a:solidFill>
                  <a:srgbClr val="000000"/>
                </a:solidFill>
                <a:latin typeface="Times New Roman" pitchFamily="18" charset="0"/>
              </a:rPr>
              <a:t>提供建立用户帐号和密码、以及为用户规定存取数据库权限的工具</a:t>
            </a:r>
          </a:p>
          <a:p>
            <a:pPr lvl="3" algn="just" eaLnBrk="1" hangingPunct="1"/>
            <a:r>
              <a:rPr lang="zh-CN" altLang="en-US" sz="1600" dirty="0">
                <a:solidFill>
                  <a:srgbClr val="000000"/>
                </a:solidFill>
                <a:latin typeface="Times New Roman" pitchFamily="18" charset="0"/>
              </a:rPr>
              <a:t>提供安全性检查</a:t>
            </a:r>
          </a:p>
          <a:p>
            <a:pPr lvl="2" algn="just" eaLnBrk="1" hangingPunct="1"/>
            <a:r>
              <a:rPr lang="zh-CN" altLang="en-US" sz="2000" dirty="0">
                <a:solidFill>
                  <a:srgbClr val="000000"/>
                </a:solidFill>
                <a:latin typeface="Times New Roman" pitchFamily="18" charset="0"/>
              </a:rPr>
              <a:t>数据的完整性（</a:t>
            </a:r>
            <a:r>
              <a:rPr lang="en-US" altLang="zh-CN" sz="2000" dirty="0">
                <a:solidFill>
                  <a:srgbClr val="000000"/>
                </a:solidFill>
                <a:latin typeface="Times New Roman" pitchFamily="18" charset="0"/>
              </a:rPr>
              <a:t>Integrity</a:t>
            </a:r>
            <a:r>
              <a:rPr lang="zh-CN" altLang="en-US" sz="2000" dirty="0">
                <a:solidFill>
                  <a:srgbClr val="000000"/>
                </a:solidFill>
                <a:latin typeface="Times New Roman" pitchFamily="18" charset="0"/>
              </a:rPr>
              <a:t>）控制</a:t>
            </a:r>
          </a:p>
          <a:p>
            <a:pPr lvl="3" algn="just" eaLnBrk="1" hangingPunct="1"/>
            <a:r>
              <a:rPr lang="zh-CN" altLang="en-US" sz="1600" dirty="0">
                <a:solidFill>
                  <a:srgbClr val="000000"/>
                </a:solidFill>
                <a:latin typeface="Times New Roman" pitchFamily="18" charset="0"/>
              </a:rPr>
              <a:t>提供完整性约束的定义以及检查机制，保证数据在输入、修改过程中符合原来的定义和规定 </a:t>
            </a:r>
          </a:p>
          <a:p>
            <a:pPr lvl="2" algn="just" eaLnBrk="1" hangingPunct="1"/>
            <a:r>
              <a:rPr lang="zh-CN" altLang="en-US" sz="2000" b="1" dirty="0">
                <a:solidFill>
                  <a:srgbClr val="000000"/>
                </a:solidFill>
                <a:latin typeface="Times New Roman" pitchFamily="18" charset="0"/>
              </a:rPr>
              <a:t>并发控制</a:t>
            </a:r>
            <a:r>
              <a:rPr lang="zh-CN" altLang="en-US" sz="2000" dirty="0">
                <a:solidFill>
                  <a:srgbClr val="000000"/>
                </a:solidFill>
                <a:latin typeface="Times New Roman" pitchFamily="18" charset="0"/>
              </a:rPr>
              <a:t>（</a:t>
            </a:r>
            <a:r>
              <a:rPr lang="en-US" altLang="zh-CN" sz="2000" dirty="0">
                <a:solidFill>
                  <a:srgbClr val="000000"/>
                </a:solidFill>
                <a:latin typeface="Times New Roman" pitchFamily="18" charset="0"/>
              </a:rPr>
              <a:t>Concurrency</a:t>
            </a:r>
            <a:r>
              <a:rPr lang="zh-CN" altLang="en-US" sz="2000" dirty="0">
                <a:solidFill>
                  <a:srgbClr val="000000"/>
                </a:solidFill>
                <a:latin typeface="Times New Roman" pitchFamily="18" charset="0"/>
              </a:rPr>
              <a:t>）</a:t>
            </a:r>
          </a:p>
          <a:p>
            <a:pPr lvl="3" algn="just" eaLnBrk="1" hangingPunct="1"/>
            <a:r>
              <a:rPr lang="zh-CN" altLang="en-US" sz="1600" dirty="0">
                <a:solidFill>
                  <a:srgbClr val="000000"/>
                </a:solidFill>
                <a:latin typeface="Times New Roman" pitchFamily="18" charset="0"/>
              </a:rPr>
              <a:t>提供封锁等机制，对多用户的并发操作加以控制、协调</a:t>
            </a:r>
            <a:endParaRPr lang="en-US" altLang="zh-CN" sz="1600" dirty="0">
              <a:solidFill>
                <a:srgbClr val="000000"/>
              </a:solidFill>
              <a:latin typeface="Times New Roman" pitchFamily="18" charset="0"/>
            </a:endParaRPr>
          </a:p>
          <a:p>
            <a:pPr lvl="1" algn="just" eaLnBrk="1" hangingPunct="1"/>
            <a:r>
              <a:rPr lang="zh-CN" altLang="en-US" sz="2400" dirty="0"/>
              <a:t>数据的最小存取单位是</a:t>
            </a:r>
            <a:r>
              <a:rPr lang="zh-CN" altLang="en-US" sz="2400" b="1" dirty="0"/>
              <a:t>数据项</a:t>
            </a:r>
            <a:r>
              <a:rPr lang="zh-CN" altLang="en-US" sz="2400" dirty="0"/>
              <a:t>    </a:t>
            </a:r>
          </a:p>
          <a:p>
            <a:pPr lvl="3" algn="just" eaLnBrk="1" hangingPunct="1"/>
            <a:endParaRPr lang="zh-CN" altLang="en-US" sz="1600" dirty="0">
              <a:solidFill>
                <a:srgbClr val="000000"/>
              </a:solidFill>
              <a:latin typeface="Times New Roman" pitchFamily="18" charset="0"/>
            </a:endParaRPr>
          </a:p>
        </p:txBody>
      </p:sp>
    </p:spTree>
    <p:extLst>
      <p:ext uri="{BB962C8B-B14F-4D97-AF65-F5344CB8AC3E}">
        <p14:creationId xmlns:p14="http://schemas.microsoft.com/office/powerpoint/2010/main" val="1412482267"/>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7786E742-EDEC-4DFF-9B0D-C1C296014462}"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25603"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25604"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882FBDC5-DE65-44AE-A27D-D65A1676AFDB}" type="slidenum">
              <a:rPr lang="en-US" altLang="zh-CN" sz="1400">
                <a:solidFill>
                  <a:schemeClr val="tx1"/>
                </a:solidFill>
                <a:latin typeface="Times New Roman" pitchFamily="18" charset="0"/>
              </a:rPr>
              <a:pPr eaLnBrk="1" hangingPunct="1"/>
              <a:t>29</a:t>
            </a:fld>
            <a:r>
              <a:rPr lang="en-US" altLang="zh-CN" sz="1400">
                <a:solidFill>
                  <a:schemeClr val="tx1"/>
                </a:solidFill>
                <a:latin typeface="Times New Roman" pitchFamily="18" charset="0"/>
              </a:rPr>
              <a:t>/92</a:t>
            </a:r>
          </a:p>
        </p:txBody>
      </p:sp>
      <p:sp>
        <p:nvSpPr>
          <p:cNvPr id="25605" name="Rectangle 2"/>
          <p:cNvSpPr>
            <a:spLocks noGrp="1" noChangeArrowheads="1"/>
          </p:cNvSpPr>
          <p:nvPr>
            <p:ph type="title"/>
          </p:nvPr>
        </p:nvSpPr>
        <p:spPr/>
        <p:txBody>
          <a:bodyPr/>
          <a:lstStyle/>
          <a:p>
            <a:pPr eaLnBrk="1" hangingPunct="1"/>
            <a:r>
              <a:rPr lang="zh-CN" altLang="en-US"/>
              <a:t>本章目录</a:t>
            </a:r>
          </a:p>
        </p:txBody>
      </p:sp>
      <p:sp>
        <p:nvSpPr>
          <p:cNvPr id="25606" name="Rectangle 3"/>
          <p:cNvSpPr>
            <a:spLocks noGrp="1" noChangeArrowheads="1"/>
          </p:cNvSpPr>
          <p:nvPr>
            <p:ph type="body" idx="1"/>
          </p:nvPr>
        </p:nvSpPr>
        <p:spPr>
          <a:xfrm>
            <a:off x="1371600" y="1600200"/>
            <a:ext cx="7278688" cy="4532313"/>
          </a:xfrm>
        </p:spPr>
        <p:txBody>
          <a:bodyPr/>
          <a:lstStyle/>
          <a:p>
            <a:pPr eaLnBrk="1" hangingPunct="1"/>
            <a:r>
              <a:rPr lang="en-US" altLang="zh-CN" dirty="0">
                <a:solidFill>
                  <a:schemeClr val="tx1"/>
                </a:solidFill>
              </a:rPr>
              <a:t>1.0 </a:t>
            </a:r>
            <a:r>
              <a:rPr lang="zh-CN" altLang="en-US" dirty="0">
                <a:solidFill>
                  <a:schemeClr val="tx1"/>
                </a:solidFill>
              </a:rPr>
              <a:t>背景知识</a:t>
            </a:r>
          </a:p>
          <a:p>
            <a:pPr eaLnBrk="1" hangingPunct="1"/>
            <a:r>
              <a:rPr lang="en-US" altLang="zh-CN" dirty="0">
                <a:solidFill>
                  <a:schemeClr val="tx1"/>
                </a:solidFill>
              </a:rPr>
              <a:t>1.1 </a:t>
            </a:r>
            <a:r>
              <a:rPr lang="zh-CN" altLang="en-US" dirty="0">
                <a:solidFill>
                  <a:schemeClr val="tx1"/>
                </a:solidFill>
              </a:rPr>
              <a:t>数据管理技术的发展</a:t>
            </a:r>
          </a:p>
          <a:p>
            <a:pPr eaLnBrk="1" hangingPunct="1"/>
            <a:r>
              <a:rPr lang="en-US" altLang="zh-CN" dirty="0">
                <a:solidFill>
                  <a:schemeClr val="tx1"/>
                </a:solidFill>
              </a:rPr>
              <a:t>1.2 </a:t>
            </a:r>
            <a:r>
              <a:rPr lang="zh-CN" altLang="en-US" dirty="0">
                <a:solidFill>
                  <a:schemeClr val="tx1"/>
                </a:solidFill>
              </a:rPr>
              <a:t>数据模型</a:t>
            </a:r>
          </a:p>
          <a:p>
            <a:pPr eaLnBrk="1" hangingPunct="1"/>
            <a:r>
              <a:rPr lang="en-US" altLang="zh-CN" dirty="0">
                <a:solidFill>
                  <a:schemeClr val="tx1"/>
                </a:solidFill>
              </a:rPr>
              <a:t>1.3 </a:t>
            </a:r>
            <a:r>
              <a:rPr lang="zh-CN" altLang="en-US" dirty="0">
                <a:solidFill>
                  <a:schemeClr val="tx1"/>
                </a:solidFill>
              </a:rPr>
              <a:t>数据抽象及数据库系统结构</a:t>
            </a:r>
          </a:p>
          <a:p>
            <a:pPr eaLnBrk="1" hangingPunct="1"/>
            <a:r>
              <a:rPr lang="en-US" altLang="zh-CN" dirty="0">
                <a:solidFill>
                  <a:schemeClr val="tx1"/>
                </a:solidFill>
              </a:rPr>
              <a:t>1.4 </a:t>
            </a:r>
            <a:r>
              <a:rPr lang="zh-CN" altLang="en-US" dirty="0">
                <a:solidFill>
                  <a:schemeClr val="tx1"/>
                </a:solidFill>
              </a:rPr>
              <a:t>数据库语言</a:t>
            </a:r>
          </a:p>
          <a:p>
            <a:pPr eaLnBrk="1" hangingPunct="1"/>
            <a:r>
              <a:rPr lang="en-US" altLang="zh-CN" dirty="0">
                <a:solidFill>
                  <a:schemeClr val="tx1"/>
                </a:solidFill>
              </a:rPr>
              <a:t>1.5 </a:t>
            </a:r>
            <a:r>
              <a:rPr lang="zh-CN" altLang="en-US" dirty="0">
                <a:solidFill>
                  <a:schemeClr val="tx1"/>
                </a:solidFill>
              </a:rPr>
              <a:t>数据库引擎</a:t>
            </a:r>
          </a:p>
          <a:p>
            <a:pPr eaLnBrk="1" hangingPunct="1"/>
            <a:r>
              <a:rPr lang="en-US" altLang="zh-CN" dirty="0">
                <a:solidFill>
                  <a:schemeClr val="tx1"/>
                </a:solidFill>
              </a:rPr>
              <a:t>1.6 </a:t>
            </a:r>
            <a:r>
              <a:rPr lang="zh-CN" altLang="en-US" dirty="0">
                <a:solidFill>
                  <a:schemeClr val="tx1"/>
                </a:solidFill>
              </a:rPr>
              <a:t>数据库用户和管理员</a:t>
            </a:r>
          </a:p>
        </p:txBody>
      </p:sp>
      <p:sp>
        <p:nvSpPr>
          <p:cNvPr id="290820" name="AutoShape 4"/>
          <p:cNvSpPr>
            <a:spLocks noChangeArrowheads="1"/>
          </p:cNvSpPr>
          <p:nvPr/>
        </p:nvSpPr>
        <p:spPr bwMode="auto">
          <a:xfrm>
            <a:off x="838200" y="2895600"/>
            <a:ext cx="457200" cy="457200"/>
          </a:xfrm>
          <a:prstGeom prst="rightArrow">
            <a:avLst>
              <a:gd name="adj1" fmla="val 38889"/>
              <a:gd name="adj2" fmla="val 44792"/>
            </a:avLst>
          </a:prstGeom>
          <a:solidFill>
            <a:srgbClr val="FFCC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endParaRPr lang="zh-CN" altLang="en-US"/>
          </a:p>
        </p:txBody>
      </p:sp>
    </p:spTree>
    <p:extLst>
      <p:ext uri="{BB962C8B-B14F-4D97-AF65-F5344CB8AC3E}">
        <p14:creationId xmlns:p14="http://schemas.microsoft.com/office/powerpoint/2010/main" val="2811214794"/>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290820"/>
                                        </p:tgtEl>
                                        <p:attrNameLst>
                                          <p:attrName>style.visibility</p:attrName>
                                        </p:attrNameLst>
                                      </p:cBhvr>
                                      <p:to>
                                        <p:strVal val="visible"/>
                                      </p:to>
                                    </p:set>
                                    <p:anim calcmode="lin" valueType="num">
                                      <p:cBhvr additive="base">
                                        <p:cTn id="7" dur="500" fill="hold"/>
                                        <p:tgtEl>
                                          <p:spTgt spid="290820"/>
                                        </p:tgtEl>
                                        <p:attrNameLst>
                                          <p:attrName>ppt_x</p:attrName>
                                        </p:attrNameLst>
                                      </p:cBhvr>
                                      <p:tavLst>
                                        <p:tav tm="0">
                                          <p:val>
                                            <p:strVal val="0-#ppt_w/2"/>
                                          </p:val>
                                        </p:tav>
                                        <p:tav tm="100000">
                                          <p:val>
                                            <p:strVal val="#ppt_x"/>
                                          </p:val>
                                        </p:tav>
                                      </p:tavLst>
                                    </p:anim>
                                    <p:anim calcmode="lin" valueType="num">
                                      <p:cBhvr additive="base">
                                        <p:cTn id="8" dur="500" fill="hold"/>
                                        <p:tgtEl>
                                          <p:spTgt spid="2908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2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9C4D2D0B-0244-4046-A73D-4864907388BA}"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49155"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49156"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4BE40584-C53F-4752-A1D8-34BEBFDD0089}" type="slidenum">
              <a:rPr lang="en-US" altLang="zh-CN" sz="1400">
                <a:solidFill>
                  <a:schemeClr val="tx1"/>
                </a:solidFill>
                <a:latin typeface="Times New Roman" pitchFamily="18" charset="0"/>
              </a:rPr>
              <a:pPr eaLnBrk="1" hangingPunct="1"/>
              <a:t>30</a:t>
            </a:fld>
            <a:r>
              <a:rPr lang="en-US" altLang="zh-CN" sz="1400">
                <a:solidFill>
                  <a:schemeClr val="tx1"/>
                </a:solidFill>
                <a:latin typeface="Times New Roman" pitchFamily="18" charset="0"/>
              </a:rPr>
              <a:t>/92</a:t>
            </a:r>
          </a:p>
        </p:txBody>
      </p:sp>
      <p:sp>
        <p:nvSpPr>
          <p:cNvPr id="49157" name="Rectangle 2"/>
          <p:cNvSpPr>
            <a:spLocks noGrp="1" noChangeArrowheads="1"/>
          </p:cNvSpPr>
          <p:nvPr>
            <p:ph type="title"/>
          </p:nvPr>
        </p:nvSpPr>
        <p:spPr/>
        <p:txBody>
          <a:bodyPr/>
          <a:lstStyle/>
          <a:p>
            <a:pPr eaLnBrk="1" hangingPunct="1"/>
            <a:r>
              <a:rPr lang="en-US" altLang="zh-CN"/>
              <a:t>1.2 </a:t>
            </a:r>
            <a:r>
              <a:rPr lang="zh-CN" altLang="en-US"/>
              <a:t>数据模型</a:t>
            </a:r>
            <a:endParaRPr lang="en-US" altLang="zh-CN"/>
          </a:p>
        </p:txBody>
      </p:sp>
      <p:sp>
        <p:nvSpPr>
          <p:cNvPr id="49158" name="Rectangle 3"/>
          <p:cNvSpPr>
            <a:spLocks noGrp="1" noChangeArrowheads="1"/>
          </p:cNvSpPr>
          <p:nvPr>
            <p:ph type="body" idx="1"/>
          </p:nvPr>
        </p:nvSpPr>
        <p:spPr>
          <a:xfrm>
            <a:off x="609600" y="1447800"/>
            <a:ext cx="8153400" cy="4684713"/>
          </a:xfrm>
        </p:spPr>
        <p:txBody>
          <a:bodyPr/>
          <a:lstStyle/>
          <a:p>
            <a:pPr eaLnBrk="1" hangingPunct="1"/>
            <a:r>
              <a:rPr lang="zh-CN" altLang="en-US" b="1" dirty="0">
                <a:solidFill>
                  <a:srgbClr val="0000FF"/>
                </a:solidFill>
              </a:rPr>
              <a:t>数据模型</a:t>
            </a:r>
            <a:r>
              <a:rPr lang="zh-CN" altLang="en-US" dirty="0">
                <a:solidFill>
                  <a:srgbClr val="000000"/>
                </a:solidFill>
                <a:latin typeface="Times New Roman" pitchFamily="18" charset="0"/>
              </a:rPr>
              <a:t>：是人们对现实世界的数据特征的抽象。</a:t>
            </a:r>
          </a:p>
          <a:p>
            <a:pPr eaLnBrk="1" hangingPunct="1"/>
            <a:r>
              <a:rPr lang="zh-CN" altLang="en-US" dirty="0">
                <a:solidFill>
                  <a:srgbClr val="C2290A"/>
                </a:solidFill>
                <a:latin typeface="Times New Roman" pitchFamily="18" charset="0"/>
              </a:rPr>
              <a:t>真实性、易理解、易实现</a:t>
            </a:r>
            <a:endParaRPr lang="zh-CN" altLang="en-US" dirty="0">
              <a:solidFill>
                <a:srgbClr val="000000"/>
              </a:solidFill>
              <a:latin typeface="Times New Roman" pitchFamily="18" charset="0"/>
            </a:endParaRPr>
          </a:p>
          <a:p>
            <a:pPr lvl="1" eaLnBrk="1" hangingPunct="1"/>
            <a:r>
              <a:rPr lang="zh-CN" altLang="en-US" dirty="0">
                <a:solidFill>
                  <a:srgbClr val="000000"/>
                </a:solidFill>
                <a:latin typeface="Times New Roman" pitchFamily="18" charset="0"/>
              </a:rPr>
              <a:t>现实世界的模拟</a:t>
            </a:r>
          </a:p>
          <a:p>
            <a:pPr lvl="1" eaLnBrk="1" hangingPunct="1"/>
            <a:r>
              <a:rPr lang="zh-CN" altLang="en-US" b="1" dirty="0">
                <a:solidFill>
                  <a:srgbClr val="000000"/>
                </a:solidFill>
                <a:latin typeface="Times New Roman" pitchFamily="18" charset="0"/>
              </a:rPr>
              <a:t>容易</a:t>
            </a:r>
            <a:r>
              <a:rPr lang="zh-CN" altLang="en-US" dirty="0">
                <a:solidFill>
                  <a:srgbClr val="000000"/>
                </a:solidFill>
                <a:latin typeface="Times New Roman" pitchFamily="18" charset="0"/>
              </a:rPr>
              <a:t>为人理解</a:t>
            </a:r>
          </a:p>
          <a:p>
            <a:pPr lvl="1" eaLnBrk="1" hangingPunct="1"/>
            <a:r>
              <a:rPr lang="zh-CN" altLang="en-US" b="1" dirty="0">
                <a:solidFill>
                  <a:srgbClr val="000000"/>
                </a:solidFill>
                <a:latin typeface="Times New Roman" pitchFamily="18" charset="0"/>
              </a:rPr>
              <a:t>便于</a:t>
            </a:r>
            <a:r>
              <a:rPr lang="zh-CN" altLang="en-US" dirty="0">
                <a:solidFill>
                  <a:srgbClr val="000000"/>
                </a:solidFill>
                <a:latin typeface="Times New Roman" pitchFamily="18" charset="0"/>
              </a:rPr>
              <a:t>在计算机上实现</a:t>
            </a:r>
          </a:p>
          <a:p>
            <a:pPr eaLnBrk="1" hangingPunct="1"/>
            <a:r>
              <a:rPr lang="zh-CN" altLang="en-US" dirty="0">
                <a:solidFill>
                  <a:srgbClr val="000000"/>
                </a:solidFill>
                <a:latin typeface="Times New Roman" pitchFamily="18" charset="0"/>
              </a:rPr>
              <a:t>数据模型就是现实世界的</a:t>
            </a:r>
            <a:r>
              <a:rPr lang="zh-CN" altLang="en-US" dirty="0">
                <a:solidFill>
                  <a:srgbClr val="0000FF"/>
                </a:solidFill>
                <a:latin typeface="Times New Roman" pitchFamily="18" charset="0"/>
              </a:rPr>
              <a:t>模拟</a:t>
            </a:r>
            <a:endParaRPr lang="en-US" altLang="zh-CN" dirty="0">
              <a:solidFill>
                <a:srgbClr val="0000FF"/>
              </a:solidFill>
              <a:latin typeface="Times New Roman" pitchFamily="18" charset="0"/>
            </a:endParaRPr>
          </a:p>
          <a:p>
            <a:pPr lvl="1" eaLnBrk="1" hangingPunct="1"/>
            <a:r>
              <a:rPr lang="zh-CN" altLang="en-US" dirty="0"/>
              <a:t>现有的</a:t>
            </a:r>
            <a:r>
              <a:rPr lang="zh-CN" altLang="en-US" b="1" dirty="0"/>
              <a:t>数据库系统</a:t>
            </a:r>
            <a:r>
              <a:rPr lang="zh-CN" altLang="en-US" dirty="0"/>
              <a:t>均是基于</a:t>
            </a:r>
            <a:r>
              <a:rPr lang="zh-CN" altLang="en-US" u="sng" dirty="0">
                <a:solidFill>
                  <a:srgbClr val="FF0000"/>
                </a:solidFill>
              </a:rPr>
              <a:t>某种</a:t>
            </a:r>
            <a:r>
              <a:rPr lang="zh-CN" altLang="en-US" u="sng" dirty="0">
                <a:solidFill>
                  <a:srgbClr val="0000FF"/>
                </a:solidFill>
              </a:rPr>
              <a:t>数据模型</a:t>
            </a:r>
            <a:r>
              <a:rPr lang="zh-CN" altLang="en-US" dirty="0"/>
              <a:t>的</a:t>
            </a:r>
            <a:endParaRPr lang="zh-CN" altLang="en-US" dirty="0">
              <a:solidFill>
                <a:srgbClr val="000000"/>
              </a:solidFill>
              <a:latin typeface="Times New Roman" pitchFamily="18" charset="0"/>
            </a:endParaRPr>
          </a:p>
          <a:p>
            <a:pPr lvl="1" eaLnBrk="1" hangingPunct="1"/>
            <a:endParaRPr lang="zh-CN" altLang="en-US" dirty="0">
              <a:solidFill>
                <a:srgbClr val="000000"/>
              </a:solidFill>
              <a:latin typeface="Times New Roman" pitchFamily="18" charset="0"/>
            </a:endParaRPr>
          </a:p>
          <a:p>
            <a:pPr eaLnBrk="1" hangingPunct="1"/>
            <a:endParaRPr lang="en-US" altLang="zh-CN" dirty="0">
              <a:solidFill>
                <a:srgbClr val="000000"/>
              </a:solidFill>
              <a:latin typeface="Times New Roman" pitchFamily="18" charset="0"/>
            </a:endParaRP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07E0240A-7C44-43D4-863B-4142FD939D2E}"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50179"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50180"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507A4A4F-9D60-4AF5-A173-64E9FDBCC963}" type="slidenum">
              <a:rPr lang="en-US" altLang="zh-CN" sz="1400">
                <a:solidFill>
                  <a:schemeClr val="tx1"/>
                </a:solidFill>
                <a:latin typeface="Times New Roman" pitchFamily="18" charset="0"/>
              </a:rPr>
              <a:pPr eaLnBrk="1" hangingPunct="1"/>
              <a:t>31</a:t>
            </a:fld>
            <a:r>
              <a:rPr lang="en-US" altLang="zh-CN" sz="1400">
                <a:solidFill>
                  <a:schemeClr val="tx1"/>
                </a:solidFill>
                <a:latin typeface="Times New Roman" pitchFamily="18" charset="0"/>
              </a:rPr>
              <a:t>/92</a:t>
            </a:r>
          </a:p>
        </p:txBody>
      </p:sp>
      <p:sp>
        <p:nvSpPr>
          <p:cNvPr id="50181" name="Rectangle 2"/>
          <p:cNvSpPr>
            <a:spLocks noGrp="1" noChangeArrowheads="1"/>
          </p:cNvSpPr>
          <p:nvPr>
            <p:ph type="title"/>
          </p:nvPr>
        </p:nvSpPr>
        <p:spPr/>
        <p:txBody>
          <a:bodyPr/>
          <a:lstStyle/>
          <a:p>
            <a:pPr eaLnBrk="1" hangingPunct="1"/>
            <a:r>
              <a:rPr lang="en-US" altLang="zh-CN"/>
              <a:t>1.2 </a:t>
            </a:r>
            <a:r>
              <a:rPr lang="zh-CN" altLang="en-US"/>
              <a:t>数据模型</a:t>
            </a:r>
            <a:endParaRPr lang="en-US" altLang="zh-CN"/>
          </a:p>
        </p:txBody>
      </p:sp>
      <p:sp>
        <p:nvSpPr>
          <p:cNvPr id="50182" name="Rectangle 3"/>
          <p:cNvSpPr>
            <a:spLocks noGrp="1" noChangeArrowheads="1"/>
          </p:cNvSpPr>
          <p:nvPr>
            <p:ph type="body" idx="1"/>
          </p:nvPr>
        </p:nvSpPr>
        <p:spPr>
          <a:xfrm>
            <a:off x="609600" y="1447801"/>
            <a:ext cx="8345488" cy="4343400"/>
          </a:xfrm>
        </p:spPr>
        <p:txBody>
          <a:bodyPr/>
          <a:lstStyle/>
          <a:p>
            <a:pPr eaLnBrk="1" hangingPunct="1"/>
            <a:r>
              <a:rPr lang="zh-CN" altLang="en-US" dirty="0">
                <a:solidFill>
                  <a:schemeClr val="tx1"/>
                </a:solidFill>
                <a:latin typeface="Times New Roman" pitchFamily="18" charset="0"/>
              </a:rPr>
              <a:t>一种数据模型要很好地全面地满足这三方面的要求在目前尚很困难。</a:t>
            </a:r>
          </a:p>
          <a:p>
            <a:pPr eaLnBrk="1" hangingPunct="1"/>
            <a:endParaRPr lang="zh-CN" altLang="en-US" sz="800" dirty="0">
              <a:solidFill>
                <a:srgbClr val="000000"/>
              </a:solidFill>
              <a:latin typeface="Times New Roman" pitchFamily="18" charset="0"/>
            </a:endParaRPr>
          </a:p>
          <a:p>
            <a:pPr eaLnBrk="1" hangingPunct="1"/>
            <a:r>
              <a:rPr lang="zh-CN" altLang="en-US" dirty="0">
                <a:solidFill>
                  <a:srgbClr val="000000"/>
                </a:solidFill>
                <a:latin typeface="Times New Roman" pitchFamily="18" charset="0"/>
              </a:rPr>
              <a:t>因此，在数据库系统中针对</a:t>
            </a:r>
            <a:r>
              <a:rPr lang="zh-CN" altLang="en-US" dirty="0">
                <a:solidFill>
                  <a:srgbClr val="CC0000"/>
                </a:solidFill>
                <a:latin typeface="Times New Roman" pitchFamily="18" charset="0"/>
              </a:rPr>
              <a:t>不同</a:t>
            </a:r>
            <a:r>
              <a:rPr lang="zh-CN" altLang="en-US" dirty="0">
                <a:solidFill>
                  <a:schemeClr val="tx1"/>
                </a:solidFill>
                <a:latin typeface="Times New Roman" pitchFamily="18" charset="0"/>
              </a:rPr>
              <a:t>的</a:t>
            </a:r>
            <a:r>
              <a:rPr lang="zh-CN" altLang="en-US" b="1" u="sng" dirty="0">
                <a:solidFill>
                  <a:srgbClr val="CC0000"/>
                </a:solidFill>
                <a:latin typeface="Times New Roman" pitchFamily="18" charset="0"/>
              </a:rPr>
              <a:t>使用对象</a:t>
            </a:r>
            <a:r>
              <a:rPr lang="zh-CN" altLang="en-US" dirty="0">
                <a:solidFill>
                  <a:schemeClr val="tx1"/>
                </a:solidFill>
                <a:latin typeface="Times New Roman" pitchFamily="18" charset="0"/>
              </a:rPr>
              <a:t>和</a:t>
            </a:r>
            <a:r>
              <a:rPr lang="zh-CN" altLang="en-US" b="1" u="sng" dirty="0">
                <a:solidFill>
                  <a:srgbClr val="CC0000"/>
                </a:solidFill>
                <a:latin typeface="Times New Roman" pitchFamily="18" charset="0"/>
              </a:rPr>
              <a:t>应用目的</a:t>
            </a:r>
            <a:r>
              <a:rPr lang="zh-CN" altLang="en-US" dirty="0">
                <a:solidFill>
                  <a:srgbClr val="CC0000"/>
                </a:solidFill>
                <a:latin typeface="Times New Roman" pitchFamily="18" charset="0"/>
              </a:rPr>
              <a:t>，</a:t>
            </a:r>
            <a:r>
              <a:rPr lang="zh-CN" altLang="en-US" dirty="0">
                <a:solidFill>
                  <a:schemeClr val="tx1"/>
                </a:solidFill>
                <a:latin typeface="Times New Roman" pitchFamily="18" charset="0"/>
              </a:rPr>
              <a:t>采用</a:t>
            </a:r>
            <a:r>
              <a:rPr lang="zh-CN" altLang="en-US" dirty="0">
                <a:solidFill>
                  <a:srgbClr val="CC0000"/>
                </a:solidFill>
                <a:latin typeface="Times New Roman" pitchFamily="18" charset="0"/>
              </a:rPr>
              <a:t>不同的数据模型</a:t>
            </a:r>
            <a:r>
              <a:rPr lang="zh-CN" altLang="en-US" dirty="0">
                <a:solidFill>
                  <a:srgbClr val="000000"/>
                </a:solidFill>
                <a:latin typeface="Times New Roman" pitchFamily="18" charset="0"/>
              </a:rPr>
              <a:t>。</a:t>
            </a:r>
          </a:p>
          <a:p>
            <a:pPr eaLnBrk="1" hangingPunct="1"/>
            <a:endParaRPr lang="zh-CN" altLang="en-US" sz="800" dirty="0">
              <a:solidFill>
                <a:srgbClr val="000000"/>
              </a:solidFill>
              <a:latin typeface="Times New Roman" pitchFamily="18" charset="0"/>
            </a:endParaRPr>
          </a:p>
          <a:p>
            <a:pPr eaLnBrk="1" hangingPunct="1"/>
            <a:r>
              <a:rPr lang="zh-CN" altLang="en-US" b="1" dirty="0">
                <a:solidFill>
                  <a:srgbClr val="FF0000"/>
                </a:solidFill>
                <a:latin typeface="Times New Roman" pitchFamily="18" charset="0"/>
              </a:rPr>
              <a:t>两类</a:t>
            </a:r>
            <a:r>
              <a:rPr lang="zh-CN" altLang="en-US" dirty="0">
                <a:solidFill>
                  <a:srgbClr val="000000"/>
                </a:solidFill>
                <a:latin typeface="Times New Roman" pitchFamily="18" charset="0"/>
              </a:rPr>
              <a:t>数据模型</a:t>
            </a:r>
          </a:p>
          <a:p>
            <a:pPr lvl="1" eaLnBrk="1" hangingPunct="1"/>
            <a:r>
              <a:rPr lang="zh-CN" altLang="en-US" dirty="0">
                <a:solidFill>
                  <a:srgbClr val="000000"/>
                </a:solidFill>
                <a:latin typeface="Times New Roman" pitchFamily="18" charset="0"/>
              </a:rPr>
              <a:t>概念模型</a:t>
            </a:r>
          </a:p>
          <a:p>
            <a:pPr lvl="1" eaLnBrk="1" hangingPunct="1"/>
            <a:r>
              <a:rPr lang="zh-CN" altLang="en-US" dirty="0">
                <a:solidFill>
                  <a:srgbClr val="000000"/>
                </a:solidFill>
                <a:latin typeface="Times New Roman" pitchFamily="18" charset="0"/>
              </a:rPr>
              <a:t>逻辑模型和物理模型</a:t>
            </a:r>
          </a:p>
          <a:p>
            <a:pPr eaLnBrk="1" hangingPunct="1"/>
            <a:endParaRPr lang="en-US" altLang="zh-CN" dirty="0">
              <a:solidFill>
                <a:srgbClr val="000000"/>
              </a:solidFill>
              <a:latin typeface="Times New Roman" pitchFamily="18" charset="0"/>
            </a:endParaRP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0A03BECE-F3E6-4635-9B10-488055FA2E4F}"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51203"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51204"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48320D6A-3F70-4F1C-BA08-564BF254F0E3}" type="slidenum">
              <a:rPr lang="en-US" altLang="zh-CN" sz="1400">
                <a:solidFill>
                  <a:schemeClr val="tx1"/>
                </a:solidFill>
                <a:latin typeface="Times New Roman" pitchFamily="18" charset="0"/>
              </a:rPr>
              <a:pPr eaLnBrk="1" hangingPunct="1"/>
              <a:t>32</a:t>
            </a:fld>
            <a:r>
              <a:rPr lang="en-US" altLang="zh-CN" sz="1400">
                <a:solidFill>
                  <a:schemeClr val="tx1"/>
                </a:solidFill>
                <a:latin typeface="Times New Roman" pitchFamily="18" charset="0"/>
              </a:rPr>
              <a:t>/92</a:t>
            </a:r>
          </a:p>
        </p:txBody>
      </p:sp>
      <p:sp>
        <p:nvSpPr>
          <p:cNvPr id="51205" name="Rectangle 2"/>
          <p:cNvSpPr>
            <a:spLocks noGrp="1" noChangeArrowheads="1"/>
          </p:cNvSpPr>
          <p:nvPr>
            <p:ph type="title"/>
          </p:nvPr>
        </p:nvSpPr>
        <p:spPr/>
        <p:txBody>
          <a:bodyPr/>
          <a:lstStyle/>
          <a:p>
            <a:pPr eaLnBrk="1" hangingPunct="1"/>
            <a:r>
              <a:rPr lang="en-US" altLang="zh-CN"/>
              <a:t>1.2.1 </a:t>
            </a:r>
            <a:r>
              <a:rPr lang="zh-CN" altLang="en-US"/>
              <a:t>两类数据模型</a:t>
            </a:r>
            <a:endParaRPr lang="en-US" altLang="zh-CN"/>
          </a:p>
        </p:txBody>
      </p:sp>
      <p:sp>
        <p:nvSpPr>
          <p:cNvPr id="51206" name="Rectangle 3"/>
          <p:cNvSpPr>
            <a:spLocks noGrp="1" noChangeArrowheads="1"/>
          </p:cNvSpPr>
          <p:nvPr>
            <p:ph type="body" idx="1"/>
          </p:nvPr>
        </p:nvSpPr>
        <p:spPr>
          <a:xfrm>
            <a:off x="609600" y="1447800"/>
            <a:ext cx="8229600" cy="4684713"/>
          </a:xfrm>
        </p:spPr>
        <p:txBody>
          <a:bodyPr/>
          <a:lstStyle/>
          <a:p>
            <a:pPr lvl="1" eaLnBrk="1" hangingPunct="1"/>
            <a:r>
              <a:rPr lang="zh-CN" altLang="en-US" dirty="0">
                <a:solidFill>
                  <a:srgbClr val="CC0000"/>
                </a:solidFill>
              </a:rPr>
              <a:t>概念模型</a:t>
            </a:r>
            <a:r>
              <a:rPr lang="zh-CN" altLang="en-US" dirty="0"/>
              <a:t> 按</a:t>
            </a:r>
            <a:r>
              <a:rPr lang="zh-CN" altLang="en-US" b="1" u="sng" dirty="0"/>
              <a:t>用户</a:t>
            </a:r>
            <a:r>
              <a:rPr lang="zh-CN" altLang="en-US" u="sng" dirty="0"/>
              <a:t>的观点</a:t>
            </a:r>
            <a:r>
              <a:rPr lang="zh-CN" altLang="en-US" dirty="0"/>
              <a:t>对数据和信息建模</a:t>
            </a:r>
          </a:p>
          <a:p>
            <a:pPr lvl="2" eaLnBrk="1" hangingPunct="1"/>
            <a:r>
              <a:rPr lang="zh-CN" altLang="en-US" dirty="0"/>
              <a:t>主要用于</a:t>
            </a:r>
            <a:r>
              <a:rPr lang="zh-CN" altLang="en-US" dirty="0">
                <a:solidFill>
                  <a:srgbClr val="0000FF"/>
                </a:solidFill>
              </a:rPr>
              <a:t>数据库设计</a:t>
            </a:r>
          </a:p>
          <a:p>
            <a:pPr lvl="1" eaLnBrk="1" hangingPunct="1"/>
            <a:endParaRPr lang="zh-CN" altLang="en-US" sz="1000" dirty="0"/>
          </a:p>
          <a:p>
            <a:pPr lvl="1" eaLnBrk="1" hangingPunct="1"/>
            <a:r>
              <a:rPr lang="zh-CN" altLang="en-US" dirty="0">
                <a:solidFill>
                  <a:srgbClr val="CC0000"/>
                </a:solidFill>
              </a:rPr>
              <a:t>逻辑模型</a:t>
            </a:r>
            <a:r>
              <a:rPr lang="zh-CN" altLang="en-US" dirty="0"/>
              <a:t> 按</a:t>
            </a:r>
            <a:r>
              <a:rPr lang="zh-CN" altLang="en-US" b="1" u="sng" dirty="0"/>
              <a:t>计算机</a:t>
            </a:r>
            <a:r>
              <a:rPr lang="zh-CN" altLang="en-US" u="sng" dirty="0"/>
              <a:t>系统</a:t>
            </a:r>
            <a:r>
              <a:rPr lang="zh-CN" altLang="en-US" dirty="0"/>
              <a:t>的观点对数据建模</a:t>
            </a:r>
          </a:p>
          <a:p>
            <a:pPr lvl="2" eaLnBrk="1" hangingPunct="1"/>
            <a:r>
              <a:rPr lang="zh-CN" altLang="en-US" dirty="0"/>
              <a:t>层次模型、网状模型、</a:t>
            </a:r>
            <a:r>
              <a:rPr lang="zh-CN" altLang="en-US" dirty="0">
                <a:solidFill>
                  <a:srgbClr val="0000FF"/>
                </a:solidFill>
              </a:rPr>
              <a:t>关系模型</a:t>
            </a:r>
            <a:r>
              <a:rPr lang="zh-CN" altLang="en-US" dirty="0"/>
              <a:t>、面向对象模型、对象</a:t>
            </a:r>
            <a:r>
              <a:rPr lang="en-US" altLang="zh-CN" dirty="0"/>
              <a:t>-</a:t>
            </a:r>
            <a:r>
              <a:rPr lang="zh-CN" altLang="en-US" dirty="0"/>
              <a:t>关系模型</a:t>
            </a:r>
          </a:p>
          <a:p>
            <a:pPr lvl="2" eaLnBrk="1" hangingPunct="1"/>
            <a:r>
              <a:rPr lang="zh-CN" altLang="en-US" dirty="0"/>
              <a:t>主要用于</a:t>
            </a:r>
            <a:r>
              <a:rPr lang="en-US" altLang="zh-CN" dirty="0">
                <a:solidFill>
                  <a:srgbClr val="0000FF"/>
                </a:solidFill>
              </a:rPr>
              <a:t>DBMS</a:t>
            </a:r>
            <a:r>
              <a:rPr lang="zh-CN" altLang="en-US" dirty="0">
                <a:solidFill>
                  <a:srgbClr val="0000FF"/>
                </a:solidFill>
              </a:rPr>
              <a:t>的实现</a:t>
            </a:r>
          </a:p>
          <a:p>
            <a:pPr lvl="1" eaLnBrk="1" hangingPunct="1"/>
            <a:r>
              <a:rPr lang="zh-CN" altLang="en-US" dirty="0">
                <a:solidFill>
                  <a:srgbClr val="CC0000"/>
                </a:solidFill>
              </a:rPr>
              <a:t>物理模型</a:t>
            </a:r>
            <a:r>
              <a:rPr lang="zh-CN" altLang="en-US" dirty="0"/>
              <a:t> 数据</a:t>
            </a:r>
            <a:r>
              <a:rPr lang="zh-CN" altLang="en-US" b="1" dirty="0"/>
              <a:t>最底层</a:t>
            </a:r>
            <a:r>
              <a:rPr lang="zh-CN" altLang="en-US" dirty="0"/>
              <a:t>的抽象，</a:t>
            </a:r>
            <a:r>
              <a:rPr lang="zh-CN" altLang="en-US" u="sng" dirty="0"/>
              <a:t>面向计算机系统</a:t>
            </a:r>
          </a:p>
          <a:p>
            <a:pPr lvl="2" eaLnBrk="1" hangingPunct="1"/>
            <a:r>
              <a:rPr lang="zh-CN" altLang="en-US" dirty="0"/>
              <a:t>具体实现是</a:t>
            </a:r>
            <a:r>
              <a:rPr lang="en-US" altLang="zh-CN" dirty="0"/>
              <a:t>DBMS</a:t>
            </a:r>
            <a:r>
              <a:rPr lang="zh-CN" altLang="en-US" dirty="0"/>
              <a:t>的任务</a:t>
            </a:r>
          </a:p>
          <a:p>
            <a:pPr lvl="2" eaLnBrk="1" hangingPunct="1"/>
            <a:r>
              <a:rPr lang="zh-CN" altLang="en-US" dirty="0"/>
              <a:t>普通用户</a:t>
            </a:r>
            <a:r>
              <a:rPr lang="zh-CN" altLang="en-US" b="1" dirty="0"/>
              <a:t>不必</a:t>
            </a:r>
            <a:r>
              <a:rPr lang="zh-CN" altLang="en-US" dirty="0"/>
              <a:t>考虑物理级的细节</a:t>
            </a: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7DC6AA32-11B7-4831-A4D5-B98C96E94AA8}"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52227"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52228"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40E9C545-F0CE-4BC4-828B-42A35B4F483B}" type="slidenum">
              <a:rPr lang="en-US" altLang="zh-CN" sz="1400">
                <a:solidFill>
                  <a:schemeClr val="tx1"/>
                </a:solidFill>
                <a:latin typeface="Times New Roman" pitchFamily="18" charset="0"/>
              </a:rPr>
              <a:pPr eaLnBrk="1" hangingPunct="1"/>
              <a:t>33</a:t>
            </a:fld>
            <a:r>
              <a:rPr lang="en-US" altLang="zh-CN" sz="1400">
                <a:solidFill>
                  <a:schemeClr val="tx1"/>
                </a:solidFill>
                <a:latin typeface="Times New Roman" pitchFamily="18" charset="0"/>
              </a:rPr>
              <a:t>/92</a:t>
            </a:r>
          </a:p>
        </p:txBody>
      </p:sp>
      <p:sp>
        <p:nvSpPr>
          <p:cNvPr id="52229" name="Rectangle 2"/>
          <p:cNvSpPr>
            <a:spLocks noGrp="1" noChangeArrowheads="1"/>
          </p:cNvSpPr>
          <p:nvPr>
            <p:ph type="title"/>
          </p:nvPr>
        </p:nvSpPr>
        <p:spPr/>
        <p:txBody>
          <a:bodyPr/>
          <a:lstStyle/>
          <a:p>
            <a:pPr eaLnBrk="1" hangingPunct="1"/>
            <a:r>
              <a:rPr lang="en-US" altLang="zh-CN"/>
              <a:t>1.2.1 </a:t>
            </a:r>
            <a:r>
              <a:rPr lang="zh-CN" altLang="en-US"/>
              <a:t>两类数据模型</a:t>
            </a:r>
            <a:endParaRPr lang="en-US" altLang="zh-CN"/>
          </a:p>
        </p:txBody>
      </p:sp>
      <p:sp>
        <p:nvSpPr>
          <p:cNvPr id="52230" name="Rectangle 3"/>
          <p:cNvSpPr>
            <a:spLocks noGrp="1" noChangeArrowheads="1"/>
          </p:cNvSpPr>
          <p:nvPr>
            <p:ph type="body" idx="1"/>
          </p:nvPr>
        </p:nvSpPr>
        <p:spPr/>
        <p:txBody>
          <a:bodyPr/>
          <a:lstStyle/>
          <a:p>
            <a:pPr eaLnBrk="1" hangingPunct="1"/>
            <a:r>
              <a:rPr lang="zh-CN" altLang="en-US" dirty="0">
                <a:solidFill>
                  <a:schemeClr val="tx2"/>
                </a:solidFill>
              </a:rPr>
              <a:t>数据模型</a:t>
            </a:r>
            <a:r>
              <a:rPr lang="zh-CN" altLang="en-US" dirty="0">
                <a:solidFill>
                  <a:schemeClr val="tx1"/>
                </a:solidFill>
              </a:rPr>
              <a:t>是数据库系统的</a:t>
            </a:r>
            <a:r>
              <a:rPr lang="zh-CN" altLang="en-US" dirty="0">
                <a:solidFill>
                  <a:schemeClr val="tx2"/>
                </a:solidFill>
              </a:rPr>
              <a:t>核心和基础</a:t>
            </a:r>
            <a:r>
              <a:rPr lang="zh-CN" altLang="en-US" dirty="0"/>
              <a:t>。</a:t>
            </a:r>
          </a:p>
        </p:txBody>
      </p:sp>
      <p:sp>
        <p:nvSpPr>
          <p:cNvPr id="52231" name="AutoShape 4"/>
          <p:cNvSpPr>
            <a:spLocks noChangeArrowheads="1"/>
          </p:cNvSpPr>
          <p:nvPr/>
        </p:nvSpPr>
        <p:spPr bwMode="auto">
          <a:xfrm>
            <a:off x="1676400" y="2590800"/>
            <a:ext cx="1447800" cy="838200"/>
          </a:xfrm>
          <a:prstGeom prst="flowChartAlternateProcess">
            <a:avLst/>
          </a:prstGeom>
          <a:noFill/>
          <a:ln w="12700">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gn="ctr" eaLnBrk="1" hangingPunct="1">
              <a:spcBef>
                <a:spcPct val="0"/>
              </a:spcBef>
              <a:buClrTx/>
              <a:buSzTx/>
              <a:buFontTx/>
              <a:buNone/>
            </a:pPr>
            <a:r>
              <a:rPr lang="zh-CN" altLang="en-US" sz="2400">
                <a:solidFill>
                  <a:srgbClr val="800080"/>
                </a:solidFill>
              </a:rPr>
              <a:t>现实世界</a:t>
            </a:r>
          </a:p>
        </p:txBody>
      </p:sp>
      <p:sp>
        <p:nvSpPr>
          <p:cNvPr id="52232" name="AutoShape 5"/>
          <p:cNvSpPr>
            <a:spLocks noChangeArrowheads="1"/>
          </p:cNvSpPr>
          <p:nvPr/>
        </p:nvSpPr>
        <p:spPr bwMode="auto">
          <a:xfrm>
            <a:off x="1676400" y="4800600"/>
            <a:ext cx="1447800" cy="838200"/>
          </a:xfrm>
          <a:prstGeom prst="flowChartAlternateProcess">
            <a:avLst/>
          </a:prstGeom>
          <a:noFill/>
          <a:ln w="12700">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gn="ctr" eaLnBrk="1" hangingPunct="1">
              <a:spcBef>
                <a:spcPct val="0"/>
              </a:spcBef>
              <a:buClrTx/>
              <a:buSzTx/>
              <a:buFontTx/>
              <a:buNone/>
            </a:pPr>
            <a:r>
              <a:rPr lang="zh-CN" altLang="en-US" sz="2400">
                <a:solidFill>
                  <a:srgbClr val="0000FF"/>
                </a:solidFill>
              </a:rPr>
              <a:t>概念模型</a:t>
            </a:r>
          </a:p>
        </p:txBody>
      </p:sp>
      <p:sp>
        <p:nvSpPr>
          <p:cNvPr id="52233" name="AutoShape 6"/>
          <p:cNvSpPr>
            <a:spLocks noChangeArrowheads="1"/>
          </p:cNvSpPr>
          <p:nvPr/>
        </p:nvSpPr>
        <p:spPr bwMode="auto">
          <a:xfrm>
            <a:off x="5638800" y="4800600"/>
            <a:ext cx="1447800" cy="838200"/>
          </a:xfrm>
          <a:prstGeom prst="flowChartAlternateProcess">
            <a:avLst/>
          </a:prstGeom>
          <a:noFill/>
          <a:ln w="12700">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gn="ctr" eaLnBrk="1" hangingPunct="1">
              <a:spcBef>
                <a:spcPct val="0"/>
              </a:spcBef>
              <a:buClrTx/>
              <a:buSzTx/>
              <a:buFontTx/>
              <a:buNone/>
            </a:pPr>
            <a:r>
              <a:rPr lang="zh-CN" altLang="en-US" sz="2400" dirty="0">
                <a:solidFill>
                  <a:srgbClr val="0000FF"/>
                </a:solidFill>
              </a:rPr>
              <a:t>逻辑模型</a:t>
            </a:r>
          </a:p>
        </p:txBody>
      </p:sp>
      <p:sp>
        <p:nvSpPr>
          <p:cNvPr id="52234" name="AutoShape 7"/>
          <p:cNvSpPr>
            <a:spLocks noChangeArrowheads="1"/>
          </p:cNvSpPr>
          <p:nvPr/>
        </p:nvSpPr>
        <p:spPr bwMode="auto">
          <a:xfrm>
            <a:off x="5638800" y="2590800"/>
            <a:ext cx="1447800" cy="838200"/>
          </a:xfrm>
          <a:prstGeom prst="flowChartAlternateProcess">
            <a:avLst/>
          </a:prstGeom>
          <a:noFill/>
          <a:ln w="12700">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gn="ctr" eaLnBrk="1" hangingPunct="1">
              <a:spcBef>
                <a:spcPct val="0"/>
              </a:spcBef>
              <a:buClrTx/>
              <a:buSzTx/>
              <a:buFontTx/>
              <a:buNone/>
            </a:pPr>
            <a:r>
              <a:rPr lang="zh-CN" altLang="en-US" sz="2400">
                <a:solidFill>
                  <a:srgbClr val="0000FF"/>
                </a:solidFill>
              </a:rPr>
              <a:t>物理模型</a:t>
            </a:r>
          </a:p>
        </p:txBody>
      </p:sp>
      <p:cxnSp>
        <p:nvCxnSpPr>
          <p:cNvPr id="52235" name="AutoShape 8"/>
          <p:cNvCxnSpPr>
            <a:cxnSpLocks noChangeShapeType="1"/>
            <a:stCxn id="52231" idx="2"/>
            <a:endCxn id="52232" idx="0"/>
          </p:cNvCxnSpPr>
          <p:nvPr/>
        </p:nvCxnSpPr>
        <p:spPr bwMode="auto">
          <a:xfrm>
            <a:off x="2400300" y="3429000"/>
            <a:ext cx="0" cy="1371600"/>
          </a:xfrm>
          <a:prstGeom prst="straightConnector1">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236" name="AutoShape 9"/>
          <p:cNvCxnSpPr>
            <a:cxnSpLocks noChangeShapeType="1"/>
            <a:stCxn id="52232" idx="3"/>
            <a:endCxn id="52233" idx="1"/>
          </p:cNvCxnSpPr>
          <p:nvPr/>
        </p:nvCxnSpPr>
        <p:spPr bwMode="auto">
          <a:xfrm>
            <a:off x="3124200" y="5219700"/>
            <a:ext cx="2514600" cy="0"/>
          </a:xfrm>
          <a:prstGeom prst="straightConnector1">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237" name="AutoShape 10"/>
          <p:cNvCxnSpPr>
            <a:cxnSpLocks noChangeShapeType="1"/>
            <a:stCxn id="52233" idx="0"/>
            <a:endCxn id="52234" idx="2"/>
          </p:cNvCxnSpPr>
          <p:nvPr/>
        </p:nvCxnSpPr>
        <p:spPr bwMode="auto">
          <a:xfrm flipV="1">
            <a:off x="6362700" y="3429000"/>
            <a:ext cx="0" cy="1371600"/>
          </a:xfrm>
          <a:prstGeom prst="straightConnector1">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2238" name="Text Box 12"/>
          <p:cNvSpPr txBox="1">
            <a:spLocks noChangeArrowheads="1"/>
          </p:cNvSpPr>
          <p:nvPr/>
        </p:nvSpPr>
        <p:spPr bwMode="auto">
          <a:xfrm>
            <a:off x="609600" y="3810000"/>
            <a:ext cx="2133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spcBef>
                <a:spcPct val="50000"/>
              </a:spcBef>
              <a:buClrTx/>
              <a:buSzTx/>
              <a:buFontTx/>
              <a:buNone/>
            </a:pPr>
            <a:r>
              <a:rPr lang="zh-CN" altLang="en-US" sz="1800" dirty="0">
                <a:solidFill>
                  <a:srgbClr val="006600"/>
                </a:solidFill>
              </a:rPr>
              <a:t>数据库设计人员</a:t>
            </a:r>
          </a:p>
        </p:txBody>
      </p:sp>
      <p:sp>
        <p:nvSpPr>
          <p:cNvPr id="52239" name="Text Box 13"/>
          <p:cNvSpPr txBox="1">
            <a:spLocks noChangeArrowheads="1"/>
          </p:cNvSpPr>
          <p:nvPr/>
        </p:nvSpPr>
        <p:spPr bwMode="auto">
          <a:xfrm>
            <a:off x="5623560" y="3887788"/>
            <a:ext cx="914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spcBef>
                <a:spcPct val="50000"/>
              </a:spcBef>
              <a:buClrTx/>
              <a:buSzTx/>
              <a:buFontTx/>
              <a:buNone/>
            </a:pPr>
            <a:r>
              <a:rPr lang="en-US" altLang="zh-CN" sz="1800" dirty="0">
                <a:solidFill>
                  <a:srgbClr val="006600"/>
                </a:solidFill>
              </a:rPr>
              <a:t>DBMS</a:t>
            </a:r>
          </a:p>
        </p:txBody>
      </p:sp>
      <p:sp>
        <p:nvSpPr>
          <p:cNvPr id="52240" name="Text Box 14"/>
          <p:cNvSpPr txBox="1">
            <a:spLocks noChangeArrowheads="1"/>
          </p:cNvSpPr>
          <p:nvPr/>
        </p:nvSpPr>
        <p:spPr bwMode="auto">
          <a:xfrm>
            <a:off x="3429000" y="4800600"/>
            <a:ext cx="1905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gn="ctr" eaLnBrk="1" hangingPunct="1">
              <a:spcBef>
                <a:spcPct val="50000"/>
              </a:spcBef>
              <a:buClrTx/>
              <a:buSzTx/>
              <a:buFontTx/>
              <a:buNone/>
            </a:pPr>
            <a:r>
              <a:rPr lang="zh-CN" altLang="en-US" sz="1800" dirty="0">
                <a:solidFill>
                  <a:srgbClr val="006600"/>
                </a:solidFill>
              </a:rPr>
              <a:t>数据库设计人员</a:t>
            </a:r>
          </a:p>
        </p:txBody>
      </p:sp>
      <p:sp>
        <p:nvSpPr>
          <p:cNvPr id="52241" name="Text Box 15"/>
          <p:cNvSpPr txBox="1">
            <a:spLocks noChangeArrowheads="1"/>
          </p:cNvSpPr>
          <p:nvPr/>
        </p:nvSpPr>
        <p:spPr bwMode="auto">
          <a:xfrm>
            <a:off x="3429000" y="5334000"/>
            <a:ext cx="1905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gn="ctr" eaLnBrk="1" hangingPunct="1">
              <a:spcBef>
                <a:spcPct val="50000"/>
              </a:spcBef>
              <a:buClrTx/>
              <a:buSzTx/>
              <a:buFontTx/>
              <a:buNone/>
            </a:pPr>
            <a:r>
              <a:rPr lang="zh-CN" altLang="en-US" sz="1800" dirty="0">
                <a:solidFill>
                  <a:srgbClr val="006600"/>
                </a:solidFill>
              </a:rPr>
              <a:t>数据库</a:t>
            </a:r>
            <a:r>
              <a:rPr lang="zh-CN" altLang="en-US" sz="1800" dirty="0">
                <a:solidFill>
                  <a:srgbClr val="0000FF"/>
                </a:solidFill>
              </a:rPr>
              <a:t>设计工具</a:t>
            </a:r>
            <a:r>
              <a:rPr lang="zh-CN" altLang="en-US" sz="1800" dirty="0">
                <a:solidFill>
                  <a:srgbClr val="006600"/>
                </a:solidFill>
              </a:rPr>
              <a:t>协助设计人员</a:t>
            </a: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B08FDEA6-D8BB-4A75-9C6B-225494D6B0FA}"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53251"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53252"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B5C11EB0-3027-4D3F-A810-7E5C208A7F73}" type="slidenum">
              <a:rPr lang="en-US" altLang="zh-CN" sz="1400">
                <a:solidFill>
                  <a:schemeClr val="tx1"/>
                </a:solidFill>
                <a:latin typeface="Times New Roman" pitchFamily="18" charset="0"/>
              </a:rPr>
              <a:pPr eaLnBrk="1" hangingPunct="1"/>
              <a:t>34</a:t>
            </a:fld>
            <a:r>
              <a:rPr lang="en-US" altLang="zh-CN" sz="1400">
                <a:solidFill>
                  <a:schemeClr val="tx1"/>
                </a:solidFill>
                <a:latin typeface="Times New Roman" pitchFamily="18" charset="0"/>
              </a:rPr>
              <a:t>/92</a:t>
            </a:r>
          </a:p>
        </p:txBody>
      </p:sp>
      <p:sp>
        <p:nvSpPr>
          <p:cNvPr id="53253" name="Rectangle 2"/>
          <p:cNvSpPr>
            <a:spLocks noGrp="1" noChangeArrowheads="1"/>
          </p:cNvSpPr>
          <p:nvPr>
            <p:ph type="title"/>
          </p:nvPr>
        </p:nvSpPr>
        <p:spPr/>
        <p:txBody>
          <a:bodyPr/>
          <a:lstStyle/>
          <a:p>
            <a:pPr eaLnBrk="1" hangingPunct="1"/>
            <a:r>
              <a:rPr lang="en-US" altLang="zh-CN"/>
              <a:t>1.2.2 </a:t>
            </a:r>
            <a:r>
              <a:rPr lang="zh-CN" altLang="en-US"/>
              <a:t>数据模型的组成要素</a:t>
            </a:r>
          </a:p>
        </p:txBody>
      </p:sp>
      <p:sp>
        <p:nvSpPr>
          <p:cNvPr id="53254" name="Rectangle 3"/>
          <p:cNvSpPr>
            <a:spLocks noGrp="1" noChangeArrowheads="1"/>
          </p:cNvSpPr>
          <p:nvPr>
            <p:ph type="body" idx="1"/>
          </p:nvPr>
        </p:nvSpPr>
        <p:spPr/>
        <p:txBody>
          <a:bodyPr/>
          <a:lstStyle/>
          <a:p>
            <a:pPr eaLnBrk="1" hangingPunct="1"/>
            <a:r>
              <a:rPr lang="zh-CN" altLang="en-US" dirty="0"/>
              <a:t>数据模型三要素（共性）</a:t>
            </a:r>
          </a:p>
          <a:p>
            <a:pPr lvl="1" eaLnBrk="1" hangingPunct="1"/>
            <a:r>
              <a:rPr lang="zh-CN" altLang="en-US" dirty="0">
                <a:solidFill>
                  <a:schemeClr val="tx2"/>
                </a:solidFill>
              </a:rPr>
              <a:t>数据结构</a:t>
            </a:r>
          </a:p>
          <a:p>
            <a:pPr lvl="2" eaLnBrk="1" hangingPunct="1">
              <a:buFont typeface="Wingdings" pitchFamily="2" charset="2"/>
              <a:buNone/>
            </a:pPr>
            <a:endParaRPr lang="zh-CN" altLang="en-US" dirty="0">
              <a:solidFill>
                <a:schemeClr val="tx2"/>
              </a:solidFill>
            </a:endParaRPr>
          </a:p>
          <a:p>
            <a:pPr lvl="1" eaLnBrk="1" hangingPunct="1"/>
            <a:r>
              <a:rPr lang="zh-CN" altLang="en-US" dirty="0">
                <a:solidFill>
                  <a:schemeClr val="tx2"/>
                </a:solidFill>
              </a:rPr>
              <a:t>数据操作</a:t>
            </a:r>
          </a:p>
          <a:p>
            <a:pPr lvl="2" eaLnBrk="1" hangingPunct="1">
              <a:buFont typeface="Wingdings" pitchFamily="2" charset="2"/>
              <a:buNone/>
            </a:pPr>
            <a:r>
              <a:rPr lang="zh-CN" altLang="en-US" dirty="0">
                <a:solidFill>
                  <a:schemeClr val="tx2"/>
                </a:solidFill>
              </a:rPr>
              <a:t>  </a:t>
            </a:r>
            <a:br>
              <a:rPr lang="zh-CN" altLang="en-US" dirty="0">
                <a:solidFill>
                  <a:schemeClr val="tx2"/>
                </a:solidFill>
              </a:rPr>
            </a:br>
            <a:endParaRPr lang="zh-CN" altLang="en-US" dirty="0">
              <a:solidFill>
                <a:schemeClr val="tx2"/>
              </a:solidFill>
            </a:endParaRPr>
          </a:p>
          <a:p>
            <a:pPr lvl="1" eaLnBrk="1" hangingPunct="1"/>
            <a:r>
              <a:rPr lang="zh-CN" altLang="en-US" dirty="0">
                <a:solidFill>
                  <a:schemeClr val="tx2"/>
                </a:solidFill>
              </a:rPr>
              <a:t>完整性约束</a:t>
            </a: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3329E53B-F0B7-4E2F-BFDB-0A3F0A8BCFB4}"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54275"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54276"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C8DDAD69-DCEB-4A91-BAF8-B0859D3AB565}" type="slidenum">
              <a:rPr lang="en-US" altLang="zh-CN" sz="1400">
                <a:solidFill>
                  <a:schemeClr val="tx1"/>
                </a:solidFill>
                <a:latin typeface="Times New Roman" pitchFamily="18" charset="0"/>
              </a:rPr>
              <a:pPr eaLnBrk="1" hangingPunct="1"/>
              <a:t>35</a:t>
            </a:fld>
            <a:r>
              <a:rPr lang="en-US" altLang="zh-CN" sz="1400">
                <a:solidFill>
                  <a:schemeClr val="tx1"/>
                </a:solidFill>
                <a:latin typeface="Times New Roman" pitchFamily="18" charset="0"/>
              </a:rPr>
              <a:t>/92</a:t>
            </a:r>
          </a:p>
        </p:txBody>
      </p:sp>
      <p:sp>
        <p:nvSpPr>
          <p:cNvPr id="54277" name="Rectangle 2"/>
          <p:cNvSpPr>
            <a:spLocks noGrp="1" noChangeArrowheads="1"/>
          </p:cNvSpPr>
          <p:nvPr>
            <p:ph type="title"/>
          </p:nvPr>
        </p:nvSpPr>
        <p:spPr/>
        <p:txBody>
          <a:bodyPr/>
          <a:lstStyle/>
          <a:p>
            <a:pPr eaLnBrk="1" hangingPunct="1"/>
            <a:r>
              <a:rPr lang="en-US" altLang="zh-CN"/>
              <a:t>1.2.2 </a:t>
            </a:r>
            <a:r>
              <a:rPr lang="zh-CN" altLang="en-US"/>
              <a:t>数据模型的组成要素</a:t>
            </a:r>
          </a:p>
        </p:txBody>
      </p:sp>
      <p:sp>
        <p:nvSpPr>
          <p:cNvPr id="54278" name="Rectangle 3"/>
          <p:cNvSpPr>
            <a:spLocks noGrp="1" noChangeArrowheads="1"/>
          </p:cNvSpPr>
          <p:nvPr>
            <p:ph type="body" idx="1"/>
          </p:nvPr>
        </p:nvSpPr>
        <p:spPr/>
        <p:txBody>
          <a:bodyPr/>
          <a:lstStyle/>
          <a:p>
            <a:pPr eaLnBrk="1" hangingPunct="1"/>
            <a:r>
              <a:rPr lang="zh-CN" altLang="en-US" dirty="0"/>
              <a:t>数据模型三要素（共性）</a:t>
            </a:r>
          </a:p>
          <a:p>
            <a:pPr lvl="1" eaLnBrk="1" hangingPunct="1"/>
            <a:r>
              <a:rPr lang="zh-CN" altLang="en-US" dirty="0">
                <a:solidFill>
                  <a:schemeClr val="tx2"/>
                </a:solidFill>
              </a:rPr>
              <a:t>数据结构</a:t>
            </a:r>
            <a:r>
              <a:rPr lang="zh-CN" altLang="en-US" dirty="0"/>
              <a:t>：数据库的</a:t>
            </a:r>
            <a:r>
              <a:rPr lang="zh-CN" altLang="en-US" b="1" dirty="0">
                <a:solidFill>
                  <a:schemeClr val="tx2"/>
                </a:solidFill>
              </a:rPr>
              <a:t>组成对象</a:t>
            </a:r>
            <a:r>
              <a:rPr lang="zh-CN" altLang="en-US" dirty="0"/>
              <a:t>及其之间的</a:t>
            </a:r>
            <a:r>
              <a:rPr lang="zh-CN" altLang="en-US" dirty="0">
                <a:solidFill>
                  <a:schemeClr val="tx2"/>
                </a:solidFill>
              </a:rPr>
              <a:t>联系</a:t>
            </a:r>
          </a:p>
          <a:p>
            <a:pPr lvl="2" eaLnBrk="1" hangingPunct="1"/>
            <a:r>
              <a:rPr lang="zh-CN" altLang="en-US" dirty="0"/>
              <a:t>所描述的对象类型的集合，是对系统</a:t>
            </a:r>
            <a:r>
              <a:rPr lang="zh-CN" altLang="en-US" b="1" dirty="0">
                <a:solidFill>
                  <a:schemeClr val="tx2"/>
                </a:solidFill>
              </a:rPr>
              <a:t>静态特性</a:t>
            </a:r>
            <a:r>
              <a:rPr lang="zh-CN" altLang="en-US" dirty="0"/>
              <a:t>的描述</a:t>
            </a:r>
          </a:p>
          <a:p>
            <a:pPr lvl="1" eaLnBrk="1" hangingPunct="1"/>
            <a:r>
              <a:rPr lang="zh-CN" altLang="en-US" dirty="0">
                <a:solidFill>
                  <a:schemeClr val="tx2"/>
                </a:solidFill>
              </a:rPr>
              <a:t>数据操作</a:t>
            </a:r>
          </a:p>
          <a:p>
            <a:pPr lvl="2" eaLnBrk="1" hangingPunct="1"/>
            <a:r>
              <a:rPr lang="zh-CN" altLang="en-US" dirty="0"/>
              <a:t>对数据库中各种</a:t>
            </a:r>
            <a:r>
              <a:rPr lang="zh-CN" altLang="en-US" dirty="0">
                <a:solidFill>
                  <a:schemeClr val="tx2"/>
                </a:solidFill>
              </a:rPr>
              <a:t>对象（</a:t>
            </a:r>
            <a:r>
              <a:rPr lang="zh-CN" altLang="en-US" b="1" dirty="0">
                <a:solidFill>
                  <a:schemeClr val="tx2"/>
                </a:solidFill>
              </a:rPr>
              <a:t>型</a:t>
            </a:r>
            <a:r>
              <a:rPr lang="zh-CN" altLang="en-US" dirty="0">
                <a:solidFill>
                  <a:schemeClr val="tx2"/>
                </a:solidFill>
              </a:rPr>
              <a:t>）</a:t>
            </a:r>
            <a:r>
              <a:rPr lang="zh-CN" altLang="en-US" dirty="0"/>
              <a:t>和</a:t>
            </a:r>
            <a:r>
              <a:rPr lang="zh-CN" altLang="en-US" dirty="0">
                <a:solidFill>
                  <a:schemeClr val="tx2"/>
                </a:solidFill>
              </a:rPr>
              <a:t>实例（</a:t>
            </a:r>
            <a:r>
              <a:rPr lang="zh-CN" altLang="en-US" b="1" dirty="0">
                <a:solidFill>
                  <a:schemeClr val="tx2"/>
                </a:solidFill>
              </a:rPr>
              <a:t>值</a:t>
            </a:r>
            <a:r>
              <a:rPr lang="zh-CN" altLang="en-US" dirty="0">
                <a:solidFill>
                  <a:schemeClr val="tx2"/>
                </a:solidFill>
              </a:rPr>
              <a:t>）</a:t>
            </a:r>
            <a:r>
              <a:rPr lang="zh-CN" altLang="en-US" dirty="0"/>
              <a:t>允许执行的</a:t>
            </a:r>
            <a:r>
              <a:rPr lang="zh-CN" altLang="en-US" dirty="0">
                <a:solidFill>
                  <a:srgbClr val="0000FF"/>
                </a:solidFill>
              </a:rPr>
              <a:t>操作</a:t>
            </a:r>
            <a:r>
              <a:rPr lang="zh-CN" altLang="en-US" dirty="0"/>
              <a:t>的集合，是对系统</a:t>
            </a:r>
            <a:r>
              <a:rPr lang="zh-CN" altLang="en-US" dirty="0">
                <a:solidFill>
                  <a:schemeClr val="tx2"/>
                </a:solidFill>
              </a:rPr>
              <a:t>动态特性</a:t>
            </a:r>
            <a:r>
              <a:rPr lang="zh-CN" altLang="en-US" dirty="0"/>
              <a:t>的描述</a:t>
            </a:r>
          </a:p>
          <a:p>
            <a:pPr lvl="1" eaLnBrk="1" hangingPunct="1"/>
            <a:r>
              <a:rPr lang="zh-CN" altLang="en-US" dirty="0">
                <a:solidFill>
                  <a:schemeClr val="tx2"/>
                </a:solidFill>
              </a:rPr>
              <a:t>完整性约束</a:t>
            </a:r>
          </a:p>
          <a:p>
            <a:pPr lvl="2" eaLnBrk="1" hangingPunct="1"/>
            <a:r>
              <a:rPr lang="zh-CN" altLang="en-US" dirty="0"/>
              <a:t>是一组完整性规则的集合。 </a:t>
            </a:r>
            <a:br>
              <a:rPr lang="zh-CN" altLang="en-US" dirty="0"/>
            </a:br>
            <a:r>
              <a:rPr lang="en-US" altLang="zh-CN" dirty="0"/>
              <a:t>(</a:t>
            </a:r>
            <a:r>
              <a:rPr lang="zh-CN" altLang="en-US" dirty="0"/>
              <a:t>应该由</a:t>
            </a:r>
            <a:r>
              <a:rPr lang="en-US" altLang="zh-CN" dirty="0"/>
              <a:t>DBMS</a:t>
            </a:r>
            <a:r>
              <a:rPr lang="zh-CN" altLang="en-US" dirty="0"/>
              <a:t>支持，而非应用程序的功能</a:t>
            </a:r>
            <a:r>
              <a:rPr lang="en-US" altLang="zh-CN" dirty="0"/>
              <a:t>)</a:t>
            </a: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12E33E52-6AA3-4B95-9C69-F5D8E75E176C}"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55299"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55300"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9F2D200F-E186-45C0-BFC4-E30DA8F8ECB3}" type="slidenum">
              <a:rPr lang="en-US" altLang="zh-CN" sz="1400">
                <a:solidFill>
                  <a:schemeClr val="tx1"/>
                </a:solidFill>
                <a:latin typeface="Times New Roman" pitchFamily="18" charset="0"/>
              </a:rPr>
              <a:pPr eaLnBrk="1" hangingPunct="1"/>
              <a:t>36</a:t>
            </a:fld>
            <a:r>
              <a:rPr lang="en-US" altLang="zh-CN" sz="1400">
                <a:solidFill>
                  <a:schemeClr val="tx1"/>
                </a:solidFill>
                <a:latin typeface="Times New Roman" pitchFamily="18" charset="0"/>
              </a:rPr>
              <a:t>/92</a:t>
            </a:r>
          </a:p>
        </p:txBody>
      </p:sp>
      <p:sp>
        <p:nvSpPr>
          <p:cNvPr id="55301" name="Rectangle 2"/>
          <p:cNvSpPr>
            <a:spLocks noGrp="1" noChangeArrowheads="1"/>
          </p:cNvSpPr>
          <p:nvPr>
            <p:ph type="title"/>
          </p:nvPr>
        </p:nvSpPr>
        <p:spPr/>
        <p:txBody>
          <a:bodyPr/>
          <a:lstStyle/>
          <a:p>
            <a:pPr eaLnBrk="1" hangingPunct="1"/>
            <a:r>
              <a:rPr lang="en-US" altLang="zh-CN"/>
              <a:t>1.2.3 </a:t>
            </a:r>
            <a:r>
              <a:rPr lang="zh-CN" altLang="en-US">
                <a:solidFill>
                  <a:srgbClr val="C00000"/>
                </a:solidFill>
              </a:rPr>
              <a:t>概念模型</a:t>
            </a:r>
            <a:endParaRPr lang="en-US" altLang="zh-CN">
              <a:solidFill>
                <a:srgbClr val="C00000"/>
              </a:solidFill>
            </a:endParaRPr>
          </a:p>
        </p:txBody>
      </p:sp>
      <p:sp>
        <p:nvSpPr>
          <p:cNvPr id="55302" name="Rectangle 3"/>
          <p:cNvSpPr>
            <a:spLocks noGrp="1" noChangeArrowheads="1"/>
          </p:cNvSpPr>
          <p:nvPr>
            <p:ph type="body" idx="1"/>
          </p:nvPr>
        </p:nvSpPr>
        <p:spPr>
          <a:xfrm>
            <a:off x="609600" y="1447800"/>
            <a:ext cx="8534400" cy="4684713"/>
          </a:xfrm>
        </p:spPr>
        <p:txBody>
          <a:bodyPr/>
          <a:lstStyle/>
          <a:p>
            <a:pPr marL="812800" indent="-812800" eaLnBrk="1" hangingPunct="1">
              <a:buFont typeface="Wingdings" pitchFamily="2" charset="2"/>
              <a:buNone/>
            </a:pPr>
            <a:r>
              <a:rPr lang="zh-CN" altLang="en-US" dirty="0"/>
              <a:t>现实世界</a:t>
            </a:r>
            <a:r>
              <a:rPr lang="zh-CN" altLang="en-US" dirty="0">
                <a:solidFill>
                  <a:schemeClr val="tx1"/>
                </a:solidFill>
              </a:rPr>
              <a:t>到</a:t>
            </a:r>
            <a:r>
              <a:rPr lang="zh-CN" altLang="en-US" dirty="0"/>
              <a:t>信息世界</a:t>
            </a:r>
            <a:r>
              <a:rPr lang="zh-CN" altLang="en-US" dirty="0">
                <a:solidFill>
                  <a:schemeClr val="tx1"/>
                </a:solidFill>
              </a:rPr>
              <a:t>的中间层次，常用</a:t>
            </a:r>
            <a:r>
              <a:rPr lang="en-US" altLang="zh-CN" b="1" dirty="0">
                <a:solidFill>
                  <a:srgbClr val="FF0000"/>
                </a:solidFill>
              </a:rPr>
              <a:t>E-R</a:t>
            </a:r>
            <a:r>
              <a:rPr lang="zh-CN" altLang="en-US" b="1" dirty="0">
                <a:solidFill>
                  <a:srgbClr val="FF0000"/>
                </a:solidFill>
              </a:rPr>
              <a:t>模型</a:t>
            </a:r>
            <a:r>
              <a:rPr lang="zh-CN" altLang="en-US" b="1" dirty="0">
                <a:solidFill>
                  <a:schemeClr val="tx1">
                    <a:lumMod val="65000"/>
                    <a:lumOff val="35000"/>
                  </a:schemeClr>
                </a:solidFill>
              </a:rPr>
              <a:t>（实体</a:t>
            </a:r>
            <a:r>
              <a:rPr lang="en-US" altLang="zh-CN" b="1" dirty="0">
                <a:solidFill>
                  <a:schemeClr val="tx1">
                    <a:lumMod val="65000"/>
                    <a:lumOff val="35000"/>
                  </a:schemeClr>
                </a:solidFill>
              </a:rPr>
              <a:t>-</a:t>
            </a:r>
            <a:r>
              <a:rPr lang="zh-CN" altLang="en-US" b="1" dirty="0">
                <a:solidFill>
                  <a:schemeClr val="tx1">
                    <a:lumMod val="65000"/>
                    <a:lumOff val="35000"/>
                  </a:schemeClr>
                </a:solidFill>
              </a:rPr>
              <a:t>关系模型）</a:t>
            </a:r>
            <a:r>
              <a:rPr lang="zh-CN" altLang="en-US" dirty="0">
                <a:solidFill>
                  <a:schemeClr val="tx1"/>
                </a:solidFill>
              </a:rPr>
              <a:t>表示。</a:t>
            </a:r>
          </a:p>
          <a:p>
            <a:pPr marL="812800" indent="-812800" eaLnBrk="1" hangingPunct="1">
              <a:buFont typeface="Wingdings" pitchFamily="2" charset="2"/>
              <a:buNone/>
            </a:pPr>
            <a:endParaRPr lang="zh-CN" altLang="en-US" sz="800" dirty="0"/>
          </a:p>
          <a:p>
            <a:pPr marL="812800" indent="-812800" eaLnBrk="1" hangingPunct="1">
              <a:buFont typeface="Wingdings" pitchFamily="2" charset="2"/>
              <a:buAutoNum type="ea1ChsPeriod"/>
            </a:pPr>
            <a:r>
              <a:rPr lang="zh-CN" altLang="en-US" dirty="0"/>
              <a:t>信息世界的基本概念</a:t>
            </a:r>
          </a:p>
          <a:p>
            <a:pPr marL="1168400" lvl="1" indent="-711200" eaLnBrk="1" hangingPunct="1">
              <a:buFont typeface="Wingdings" pitchFamily="2" charset="2"/>
              <a:buAutoNum type="arabicPeriod"/>
            </a:pPr>
            <a:r>
              <a:rPr lang="zh-CN" altLang="en-US" b="1" dirty="0"/>
              <a:t>实体</a:t>
            </a:r>
            <a:r>
              <a:rPr lang="zh-CN" altLang="en-US" dirty="0"/>
              <a:t>  </a:t>
            </a:r>
            <a:r>
              <a:rPr lang="zh-CN" altLang="en-US" dirty="0">
                <a:solidFill>
                  <a:schemeClr val="tx2"/>
                </a:solidFill>
              </a:rPr>
              <a:t>客观存在</a:t>
            </a:r>
            <a:r>
              <a:rPr lang="zh-CN" altLang="en-US" dirty="0"/>
              <a:t>并可</a:t>
            </a:r>
            <a:r>
              <a:rPr lang="zh-CN" altLang="en-US" dirty="0">
                <a:solidFill>
                  <a:schemeClr val="tx2"/>
                </a:solidFill>
              </a:rPr>
              <a:t>相互区别的事物</a:t>
            </a:r>
            <a:r>
              <a:rPr lang="zh-CN" altLang="en-US" dirty="0"/>
              <a:t>称为实体。</a:t>
            </a:r>
            <a:r>
              <a:rPr lang="zh-CN" altLang="en-US" dirty="0">
                <a:solidFill>
                  <a:srgbClr val="0000FF"/>
                </a:solidFill>
              </a:rPr>
              <a:t>注意：</a:t>
            </a:r>
            <a:r>
              <a:rPr lang="zh-CN" altLang="en-US" dirty="0"/>
              <a:t>不仅可以是具体的人、事、物，还可以是抽象的</a:t>
            </a:r>
            <a:r>
              <a:rPr lang="zh-CN" altLang="en-US" u="sng" dirty="0"/>
              <a:t>概念和联系</a:t>
            </a:r>
            <a:r>
              <a:rPr lang="zh-CN" altLang="en-US" dirty="0"/>
              <a:t>。</a:t>
            </a:r>
          </a:p>
          <a:p>
            <a:pPr marL="1168400" lvl="1" indent="-711200" eaLnBrk="1" hangingPunct="1">
              <a:buFont typeface="Wingdings" pitchFamily="2" charset="2"/>
              <a:buAutoNum type="arabicPeriod"/>
            </a:pPr>
            <a:r>
              <a:rPr lang="zh-CN" altLang="en-US" b="1" dirty="0"/>
              <a:t>属性</a:t>
            </a:r>
            <a:r>
              <a:rPr lang="zh-CN" altLang="en-US" dirty="0"/>
              <a:t>  实体由若干</a:t>
            </a:r>
            <a:r>
              <a:rPr lang="zh-CN" altLang="en-US" dirty="0">
                <a:solidFill>
                  <a:srgbClr val="FF0000"/>
                </a:solidFill>
              </a:rPr>
              <a:t>属性</a:t>
            </a:r>
            <a:r>
              <a:rPr lang="zh-CN" altLang="en-US" dirty="0"/>
              <a:t>刻画</a:t>
            </a:r>
          </a:p>
          <a:p>
            <a:pPr marL="1524000" lvl="2" indent="-609600" eaLnBrk="1" hangingPunct="1">
              <a:buFont typeface="Wingdings" pitchFamily="2" charset="2"/>
              <a:buNone/>
            </a:pPr>
            <a:r>
              <a:rPr lang="zh-CN" altLang="en-US" dirty="0"/>
              <a:t>例：</a:t>
            </a:r>
            <a:r>
              <a:rPr lang="en-US" altLang="zh-CN" dirty="0"/>
              <a:t>(</a:t>
            </a:r>
            <a:r>
              <a:rPr lang="zh-CN" altLang="en-US" dirty="0"/>
              <a:t>李明</a:t>
            </a:r>
            <a:r>
              <a:rPr lang="en-US" altLang="zh-CN" dirty="0"/>
              <a:t>, </a:t>
            </a:r>
            <a:r>
              <a:rPr lang="zh-CN" altLang="en-US" dirty="0"/>
              <a:t>男</a:t>
            </a:r>
            <a:r>
              <a:rPr lang="en-US" altLang="zh-CN" dirty="0"/>
              <a:t>, 197205, </a:t>
            </a:r>
            <a:r>
              <a:rPr lang="zh-CN" altLang="en-US" dirty="0"/>
              <a:t>江苏省南京市</a:t>
            </a:r>
            <a:r>
              <a:rPr lang="en-US" altLang="zh-CN" dirty="0"/>
              <a:t>, </a:t>
            </a:r>
            <a:r>
              <a:rPr lang="zh-CN" altLang="en-US" dirty="0"/>
              <a:t>计算机系</a:t>
            </a:r>
            <a:r>
              <a:rPr lang="en-US" altLang="zh-CN" dirty="0"/>
              <a:t>, 1990)</a:t>
            </a:r>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8E2B1254-371B-4277-9996-B0303BD6A9CE}"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56323"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56324"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E35862F2-7B0C-46C7-941F-EEDC29BEBB49}" type="slidenum">
              <a:rPr lang="en-US" altLang="zh-CN" sz="1400">
                <a:solidFill>
                  <a:schemeClr val="tx1"/>
                </a:solidFill>
                <a:latin typeface="Times New Roman" pitchFamily="18" charset="0"/>
              </a:rPr>
              <a:pPr eaLnBrk="1" hangingPunct="1"/>
              <a:t>37</a:t>
            </a:fld>
            <a:r>
              <a:rPr lang="en-US" altLang="zh-CN" sz="1400">
                <a:solidFill>
                  <a:schemeClr val="tx1"/>
                </a:solidFill>
                <a:latin typeface="Times New Roman" pitchFamily="18" charset="0"/>
              </a:rPr>
              <a:t>/92</a:t>
            </a:r>
          </a:p>
        </p:txBody>
      </p:sp>
      <p:sp>
        <p:nvSpPr>
          <p:cNvPr id="56325" name="Rectangle 2"/>
          <p:cNvSpPr>
            <a:spLocks noGrp="1" noChangeArrowheads="1"/>
          </p:cNvSpPr>
          <p:nvPr>
            <p:ph type="title"/>
          </p:nvPr>
        </p:nvSpPr>
        <p:spPr/>
        <p:txBody>
          <a:bodyPr/>
          <a:lstStyle/>
          <a:p>
            <a:pPr eaLnBrk="1" hangingPunct="1"/>
            <a:r>
              <a:rPr lang="en-US" altLang="zh-CN"/>
              <a:t>1.2.3 </a:t>
            </a:r>
            <a:r>
              <a:rPr lang="zh-CN" altLang="en-US"/>
              <a:t>概念模型 </a:t>
            </a:r>
            <a:r>
              <a:rPr lang="en-US" altLang="zh-CN"/>
              <a:t>-- </a:t>
            </a:r>
            <a:r>
              <a:rPr lang="zh-CN" altLang="en-US"/>
              <a:t>信息世界的基本概念</a:t>
            </a:r>
            <a:endParaRPr lang="en-US" altLang="zh-CN"/>
          </a:p>
        </p:txBody>
      </p:sp>
      <p:sp>
        <p:nvSpPr>
          <p:cNvPr id="56326" name="Rectangle 3"/>
          <p:cNvSpPr>
            <a:spLocks noGrp="1" noChangeArrowheads="1"/>
          </p:cNvSpPr>
          <p:nvPr>
            <p:ph type="body" idx="1"/>
          </p:nvPr>
        </p:nvSpPr>
        <p:spPr>
          <a:xfrm>
            <a:off x="609600" y="1447801"/>
            <a:ext cx="7924800" cy="4572000"/>
          </a:xfrm>
        </p:spPr>
        <p:txBody>
          <a:bodyPr/>
          <a:lstStyle/>
          <a:p>
            <a:pPr marL="990600" lvl="1" indent="-533400" eaLnBrk="1" hangingPunct="1">
              <a:buFont typeface="Wingdings" pitchFamily="2" charset="2"/>
              <a:buAutoNum type="arabicPeriod" startAt="3"/>
            </a:pPr>
            <a:r>
              <a:rPr lang="zh-CN" altLang="en-US" b="1" dirty="0"/>
              <a:t>码</a:t>
            </a:r>
            <a:r>
              <a:rPr lang="zh-CN" altLang="en-US" dirty="0"/>
              <a:t>  唯一</a:t>
            </a:r>
            <a:r>
              <a:rPr lang="zh-CN" altLang="en-US" dirty="0">
                <a:solidFill>
                  <a:srgbClr val="FF0000"/>
                </a:solidFill>
              </a:rPr>
              <a:t>标识</a:t>
            </a:r>
            <a:r>
              <a:rPr lang="zh-CN" altLang="en-US" dirty="0"/>
              <a:t>实体的</a:t>
            </a:r>
            <a:r>
              <a:rPr lang="zh-CN" altLang="en-US" dirty="0">
                <a:solidFill>
                  <a:srgbClr val="0000FF"/>
                </a:solidFill>
              </a:rPr>
              <a:t>属性集</a:t>
            </a:r>
            <a:r>
              <a:rPr lang="zh-CN" altLang="en-US" dirty="0"/>
              <a:t>称为码。注意可以不唯一。反映语义范畴。</a:t>
            </a:r>
          </a:p>
          <a:p>
            <a:pPr marL="990600" lvl="1" indent="-533400" eaLnBrk="1" hangingPunct="1">
              <a:buFont typeface="Wingdings" pitchFamily="2" charset="2"/>
              <a:buAutoNum type="arabicPeriod" startAt="3"/>
            </a:pPr>
            <a:r>
              <a:rPr lang="zh-CN" altLang="en-US" b="1" dirty="0"/>
              <a:t>域</a:t>
            </a:r>
            <a:r>
              <a:rPr lang="zh-CN" altLang="en-US" dirty="0"/>
              <a:t>  属性的</a:t>
            </a:r>
            <a:r>
              <a:rPr lang="zh-CN" altLang="en-US" dirty="0">
                <a:solidFill>
                  <a:srgbClr val="FF0000"/>
                </a:solidFill>
              </a:rPr>
              <a:t>取值</a:t>
            </a:r>
            <a:r>
              <a:rPr lang="zh-CN" altLang="en-US" dirty="0"/>
              <a:t>范围。</a:t>
            </a:r>
          </a:p>
          <a:p>
            <a:pPr marL="990600" lvl="1" indent="-533400" eaLnBrk="1" hangingPunct="1">
              <a:buFont typeface="Wingdings" pitchFamily="2" charset="2"/>
              <a:buAutoNum type="arabicPeriod" startAt="3"/>
            </a:pPr>
            <a:r>
              <a:rPr lang="zh-CN" altLang="en-US" b="1" dirty="0"/>
              <a:t>实体</a:t>
            </a:r>
            <a:r>
              <a:rPr lang="zh-CN" altLang="en-US" b="1" dirty="0">
                <a:solidFill>
                  <a:srgbClr val="0000FF"/>
                </a:solidFill>
              </a:rPr>
              <a:t>型</a:t>
            </a:r>
            <a:r>
              <a:rPr lang="zh-CN" altLang="en-US" dirty="0"/>
              <a:t>  具有</a:t>
            </a:r>
            <a:r>
              <a:rPr lang="zh-CN" altLang="en-US" dirty="0">
                <a:solidFill>
                  <a:schemeClr val="tx2"/>
                </a:solidFill>
              </a:rPr>
              <a:t>相同属性</a:t>
            </a:r>
            <a:r>
              <a:rPr lang="zh-CN" altLang="en-US" dirty="0"/>
              <a:t>的实体具有</a:t>
            </a:r>
            <a:r>
              <a:rPr lang="zh-CN" altLang="en-US" u="sng" dirty="0"/>
              <a:t>共性</a:t>
            </a:r>
            <a:r>
              <a:rPr lang="zh-CN" altLang="en-US" dirty="0"/>
              <a:t>。用</a:t>
            </a:r>
            <a:r>
              <a:rPr lang="zh-CN" altLang="en-US" dirty="0">
                <a:solidFill>
                  <a:srgbClr val="C00000"/>
                </a:solidFill>
              </a:rPr>
              <a:t>实体名</a:t>
            </a:r>
            <a:r>
              <a:rPr lang="zh-CN" altLang="en-US" dirty="0"/>
              <a:t>及其</a:t>
            </a:r>
            <a:r>
              <a:rPr lang="zh-CN" altLang="en-US" dirty="0">
                <a:solidFill>
                  <a:srgbClr val="C00000"/>
                </a:solidFill>
              </a:rPr>
              <a:t>属性名集合</a:t>
            </a:r>
            <a:r>
              <a:rPr lang="zh-CN" altLang="en-US" dirty="0"/>
              <a:t>来刻画同类实体，称为</a:t>
            </a:r>
            <a:r>
              <a:rPr lang="zh-CN" altLang="en-US" b="1" dirty="0">
                <a:solidFill>
                  <a:srgbClr val="0000FF"/>
                </a:solidFill>
              </a:rPr>
              <a:t>实体型</a:t>
            </a:r>
            <a:r>
              <a:rPr lang="zh-CN" altLang="en-US" dirty="0"/>
              <a:t>。</a:t>
            </a:r>
            <a:endParaRPr lang="en-US" altLang="zh-CN" dirty="0"/>
          </a:p>
          <a:p>
            <a:pPr marL="457200" lvl="1" indent="0" eaLnBrk="1" hangingPunct="1">
              <a:buNone/>
            </a:pPr>
            <a:r>
              <a:rPr lang="zh-CN" altLang="en-US" dirty="0"/>
              <a:t>如：学生（学号、姓名、性别、</a:t>
            </a:r>
            <a:r>
              <a:rPr lang="en-US" altLang="zh-CN" dirty="0"/>
              <a:t>…</a:t>
            </a:r>
            <a:r>
              <a:rPr lang="zh-CN" altLang="en-US" dirty="0"/>
              <a:t>、入学时间）</a:t>
            </a:r>
          </a:p>
          <a:p>
            <a:pPr marL="990600" lvl="1" indent="-533400" eaLnBrk="1" hangingPunct="1">
              <a:buFont typeface="+mj-lt"/>
              <a:buAutoNum type="arabicPeriod" startAt="6"/>
            </a:pPr>
            <a:r>
              <a:rPr lang="zh-CN" altLang="en-US" b="1" dirty="0"/>
              <a:t>实体</a:t>
            </a:r>
            <a:r>
              <a:rPr lang="zh-CN" altLang="en-US" b="1" dirty="0">
                <a:solidFill>
                  <a:srgbClr val="0000FF"/>
                </a:solidFill>
              </a:rPr>
              <a:t>集</a:t>
            </a:r>
            <a:r>
              <a:rPr lang="zh-CN" altLang="en-US" dirty="0"/>
              <a:t>  </a:t>
            </a:r>
            <a:r>
              <a:rPr lang="zh-CN" altLang="en-US" dirty="0">
                <a:solidFill>
                  <a:srgbClr val="FF0000"/>
                </a:solidFill>
              </a:rPr>
              <a:t>同一</a:t>
            </a:r>
            <a:r>
              <a:rPr lang="zh-CN" altLang="en-US" dirty="0"/>
              <a:t>实体型实体的集合。</a:t>
            </a:r>
          </a:p>
          <a:p>
            <a:pPr marL="990600" lvl="1" indent="-533400" eaLnBrk="1" hangingPunct="1">
              <a:buFont typeface="Wingdings" pitchFamily="2" charset="2"/>
              <a:buAutoNum type="arabicPeriod" startAt="6"/>
            </a:pPr>
            <a:r>
              <a:rPr lang="zh-CN" altLang="en-US" b="1" dirty="0"/>
              <a:t>联系</a:t>
            </a:r>
            <a:r>
              <a:rPr lang="zh-CN" altLang="en-US" dirty="0"/>
              <a:t>  主要研究</a:t>
            </a:r>
            <a:r>
              <a:rPr lang="zh-CN" altLang="en-US" dirty="0">
                <a:solidFill>
                  <a:srgbClr val="FF0000"/>
                </a:solidFill>
              </a:rPr>
              <a:t>不同实体集</a:t>
            </a:r>
            <a:r>
              <a:rPr lang="zh-CN" altLang="en-US" dirty="0"/>
              <a:t>之间的联系。</a:t>
            </a:r>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9349FDBE-BAB2-4DAF-8530-030105238C05}"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86019"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86020"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B18D42BC-7244-4984-AB3F-BD7F27C6A284}" type="slidenum">
              <a:rPr lang="en-US" altLang="zh-CN" sz="1400">
                <a:solidFill>
                  <a:schemeClr val="tx1"/>
                </a:solidFill>
                <a:latin typeface="Times New Roman" pitchFamily="18" charset="0"/>
              </a:rPr>
              <a:pPr eaLnBrk="1" hangingPunct="1"/>
              <a:t>38</a:t>
            </a:fld>
            <a:r>
              <a:rPr lang="en-US" altLang="zh-CN" sz="1400">
                <a:solidFill>
                  <a:schemeClr val="tx1"/>
                </a:solidFill>
                <a:latin typeface="Times New Roman" pitchFamily="18" charset="0"/>
              </a:rPr>
              <a:t>/92</a:t>
            </a:r>
          </a:p>
        </p:txBody>
      </p:sp>
      <p:sp>
        <p:nvSpPr>
          <p:cNvPr id="86021" name="Rectangle 2"/>
          <p:cNvSpPr>
            <a:spLocks noGrp="1" noChangeArrowheads="1"/>
          </p:cNvSpPr>
          <p:nvPr>
            <p:ph type="title"/>
          </p:nvPr>
        </p:nvSpPr>
        <p:spPr/>
        <p:txBody>
          <a:bodyPr/>
          <a:lstStyle/>
          <a:p>
            <a:pPr eaLnBrk="1" hangingPunct="1"/>
            <a:r>
              <a:rPr lang="en-US" altLang="zh-CN" dirty="0"/>
              <a:t>1.2.4 </a:t>
            </a:r>
            <a:r>
              <a:rPr lang="zh-CN" altLang="en-US" dirty="0"/>
              <a:t>最常用的逻辑数据模型</a:t>
            </a:r>
            <a:endParaRPr lang="en-US" altLang="zh-CN" dirty="0"/>
          </a:p>
        </p:txBody>
      </p:sp>
      <p:sp>
        <p:nvSpPr>
          <p:cNvPr id="86022" name="Rectangle 3"/>
          <p:cNvSpPr>
            <a:spLocks noGrp="1" noChangeArrowheads="1"/>
          </p:cNvSpPr>
          <p:nvPr>
            <p:ph type="body" idx="1"/>
          </p:nvPr>
        </p:nvSpPr>
        <p:spPr/>
        <p:txBody>
          <a:bodyPr/>
          <a:lstStyle/>
          <a:p>
            <a:pPr eaLnBrk="1" hangingPunct="1"/>
            <a:r>
              <a:rPr lang="zh-CN" altLang="en-US" dirty="0">
                <a:solidFill>
                  <a:schemeClr val="tx1"/>
                </a:solidFill>
              </a:rPr>
              <a:t>最常用的</a:t>
            </a:r>
            <a:r>
              <a:rPr lang="zh-CN" altLang="en-US" b="1" u="sng" dirty="0">
                <a:solidFill>
                  <a:srgbClr val="FF0000"/>
                </a:solidFill>
              </a:rPr>
              <a:t>逻辑</a:t>
            </a:r>
            <a:r>
              <a:rPr lang="zh-CN" altLang="en-US" dirty="0">
                <a:solidFill>
                  <a:srgbClr val="0000FF"/>
                </a:solidFill>
              </a:rPr>
              <a:t>数据模型</a:t>
            </a:r>
            <a:endParaRPr lang="en-US" altLang="zh-CN" dirty="0">
              <a:solidFill>
                <a:srgbClr val="0000FF"/>
              </a:solidFill>
            </a:endParaRPr>
          </a:p>
          <a:p>
            <a:pPr lvl="1" eaLnBrk="1" hangingPunct="1"/>
            <a:r>
              <a:rPr lang="zh-CN" altLang="en-US" dirty="0">
                <a:solidFill>
                  <a:srgbClr val="0000FF"/>
                </a:solidFill>
              </a:rPr>
              <a:t>层次模型</a:t>
            </a:r>
          </a:p>
          <a:p>
            <a:pPr lvl="1" eaLnBrk="1" hangingPunct="1"/>
            <a:r>
              <a:rPr lang="zh-CN" altLang="en-US" dirty="0">
                <a:solidFill>
                  <a:srgbClr val="0000FF"/>
                </a:solidFill>
              </a:rPr>
              <a:t>网状模型</a:t>
            </a:r>
          </a:p>
          <a:p>
            <a:pPr lvl="1" eaLnBrk="1" hangingPunct="1"/>
            <a:r>
              <a:rPr lang="zh-CN" altLang="en-US" b="1" u="sng" dirty="0">
                <a:solidFill>
                  <a:srgbClr val="FF0000"/>
                </a:solidFill>
              </a:rPr>
              <a:t>关系模型</a:t>
            </a:r>
          </a:p>
          <a:p>
            <a:pPr lvl="1" eaLnBrk="1" hangingPunct="1"/>
            <a:r>
              <a:rPr lang="zh-CN" altLang="en-US" dirty="0">
                <a:solidFill>
                  <a:schemeClr val="tx1"/>
                </a:solidFill>
              </a:rPr>
              <a:t>面向对象模型</a:t>
            </a:r>
            <a:endParaRPr lang="en-US" altLang="zh-CN" dirty="0">
              <a:solidFill>
                <a:schemeClr val="tx1"/>
              </a:solidFill>
            </a:endParaRPr>
          </a:p>
          <a:p>
            <a:pPr lvl="1" eaLnBrk="1" hangingPunct="1"/>
            <a:r>
              <a:rPr lang="zh-CN" altLang="en-US" dirty="0">
                <a:solidFill>
                  <a:schemeClr val="tx1"/>
                </a:solidFill>
              </a:rPr>
              <a:t>对象关系模型</a:t>
            </a:r>
            <a:endParaRPr lang="en-US" altLang="zh-CN" dirty="0">
              <a:solidFill>
                <a:schemeClr val="tx1"/>
              </a:solidFill>
            </a:endParaRPr>
          </a:p>
        </p:txBody>
      </p:sp>
      <p:sp>
        <p:nvSpPr>
          <p:cNvPr id="2" name="右大括号 1"/>
          <p:cNvSpPr/>
          <p:nvPr/>
        </p:nvSpPr>
        <p:spPr bwMode="auto">
          <a:xfrm>
            <a:off x="2944812" y="2133600"/>
            <a:ext cx="304800" cy="838200"/>
          </a:xfrm>
          <a:prstGeom prst="rightBrace">
            <a:avLst>
              <a:gd name="adj1" fmla="val 37249"/>
              <a:gd name="adj2" fmla="val 50000"/>
            </a:avLst>
          </a:prstGeom>
          <a:ln/>
        </p:spPr>
        <p:style>
          <a:lnRef idx="2">
            <a:schemeClr val="dk1"/>
          </a:lnRef>
          <a:fillRef idx="0">
            <a:schemeClr val="dk1"/>
          </a:fillRef>
          <a:effectRef idx="1">
            <a:schemeClr val="dk1"/>
          </a:effectRef>
          <a:fontRef idx="minor">
            <a:schemeClr val="tx1"/>
          </a:fontRef>
        </p:style>
        <p:txBody>
          <a:bodyPr/>
          <a:lstStyle/>
          <a:p>
            <a:pPr marL="342900" indent="-342900">
              <a:defRPr/>
            </a:pPr>
            <a:endParaRPr lang="zh-CN" altLang="en-US">
              <a:solidFill>
                <a:srgbClr val="993300"/>
              </a:solidFill>
            </a:endParaRPr>
          </a:p>
        </p:txBody>
      </p:sp>
      <p:sp>
        <p:nvSpPr>
          <p:cNvPr id="86024" name="TextBox 2"/>
          <p:cNvSpPr txBox="1">
            <a:spLocks noChangeArrowheads="1"/>
          </p:cNvSpPr>
          <p:nvPr/>
        </p:nvSpPr>
        <p:spPr bwMode="auto">
          <a:xfrm>
            <a:off x="3325812" y="2260600"/>
            <a:ext cx="377539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buFont typeface="Wingdings" pitchFamily="2" charset="2"/>
              <a:buNone/>
            </a:pPr>
            <a:r>
              <a:rPr lang="zh-CN" altLang="en-US" sz="2800" dirty="0"/>
              <a:t>格式化模型，非关模型</a:t>
            </a:r>
          </a:p>
        </p:txBody>
      </p:sp>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11466B8B-E3B3-4B71-8AE4-ABCA0F7F3994}"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92163"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92164"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C48B7EF0-70D8-42E6-9850-E0C1B6648A1F}" type="slidenum">
              <a:rPr lang="en-US" altLang="zh-CN" sz="1400">
                <a:solidFill>
                  <a:schemeClr val="tx1"/>
                </a:solidFill>
                <a:latin typeface="Times New Roman" pitchFamily="18" charset="0"/>
              </a:rPr>
              <a:pPr eaLnBrk="1" hangingPunct="1"/>
              <a:t>39</a:t>
            </a:fld>
            <a:r>
              <a:rPr lang="en-US" altLang="zh-CN" sz="1400">
                <a:solidFill>
                  <a:schemeClr val="tx1"/>
                </a:solidFill>
                <a:latin typeface="Times New Roman" pitchFamily="18" charset="0"/>
              </a:rPr>
              <a:t>/92</a:t>
            </a:r>
          </a:p>
        </p:txBody>
      </p:sp>
      <p:sp>
        <p:nvSpPr>
          <p:cNvPr id="92165" name="Rectangle 2"/>
          <p:cNvSpPr>
            <a:spLocks noGrp="1" noChangeArrowheads="1"/>
          </p:cNvSpPr>
          <p:nvPr>
            <p:ph type="title"/>
          </p:nvPr>
        </p:nvSpPr>
        <p:spPr/>
        <p:txBody>
          <a:bodyPr/>
          <a:lstStyle/>
          <a:p>
            <a:pPr eaLnBrk="1" hangingPunct="1"/>
            <a:r>
              <a:rPr lang="en-US" altLang="zh-CN" dirty="0"/>
              <a:t>1.2.5 </a:t>
            </a:r>
            <a:r>
              <a:rPr lang="en-US" altLang="zh-CN" b="1" dirty="0" err="1"/>
              <a:t>关系</a:t>
            </a:r>
            <a:r>
              <a:rPr lang="en-US" altLang="zh-CN" dirty="0" err="1"/>
              <a:t>模型</a:t>
            </a:r>
            <a:r>
              <a:rPr lang="en-US" altLang="zh-CN" dirty="0"/>
              <a:t>  </a:t>
            </a:r>
            <a:r>
              <a:rPr lang="en-US" altLang="zh-CN" dirty="0" err="1">
                <a:solidFill>
                  <a:srgbClr val="CC0000"/>
                </a:solidFill>
              </a:rPr>
              <a:t>概念十分重要</a:t>
            </a:r>
            <a:endParaRPr lang="en-US" altLang="zh-CN" dirty="0">
              <a:solidFill>
                <a:srgbClr val="CC0000"/>
              </a:solidFill>
            </a:endParaRPr>
          </a:p>
        </p:txBody>
      </p:sp>
      <p:sp>
        <p:nvSpPr>
          <p:cNvPr id="76806" name="Rectangle 3"/>
          <p:cNvSpPr>
            <a:spLocks noGrp="1" noChangeArrowheads="1"/>
          </p:cNvSpPr>
          <p:nvPr>
            <p:ph type="body" idx="1"/>
          </p:nvPr>
        </p:nvSpPr>
        <p:spPr>
          <a:xfrm>
            <a:off x="609600" y="1447800"/>
            <a:ext cx="8077200" cy="4684713"/>
          </a:xfrm>
        </p:spPr>
        <p:txBody>
          <a:bodyPr/>
          <a:lstStyle/>
          <a:p>
            <a:pPr eaLnBrk="1" hangingPunct="1">
              <a:buFont typeface="Wingdings" pitchFamily="2" charset="2"/>
              <a:buNone/>
              <a:defRPr/>
            </a:pPr>
            <a:r>
              <a:rPr lang="zh-CN" altLang="en-US" sz="2400" dirty="0"/>
              <a:t>一、数据结构：</a:t>
            </a:r>
            <a:r>
              <a:rPr lang="zh-CN" altLang="en-US" sz="2400" dirty="0">
                <a:solidFill>
                  <a:srgbClr val="0000FF"/>
                </a:solidFill>
              </a:rPr>
              <a:t>二维表</a:t>
            </a:r>
          </a:p>
          <a:p>
            <a:pPr eaLnBrk="1" hangingPunct="1">
              <a:defRPr/>
            </a:pPr>
            <a:r>
              <a:rPr lang="zh-CN" altLang="en-US" sz="2400" b="1" dirty="0">
                <a:solidFill>
                  <a:srgbClr val="006600"/>
                </a:solidFill>
              </a:rPr>
              <a:t>关系</a:t>
            </a:r>
            <a:r>
              <a:rPr lang="zh-CN" altLang="en-US" sz="2400" dirty="0">
                <a:solidFill>
                  <a:schemeClr val="tx1"/>
                </a:solidFill>
              </a:rPr>
              <a:t> 对应不可分的</a:t>
            </a:r>
            <a:r>
              <a:rPr lang="zh-CN" altLang="en-US" sz="2400" dirty="0">
                <a:solidFill>
                  <a:srgbClr val="0000FF"/>
                </a:solidFill>
              </a:rPr>
              <a:t>二维表</a:t>
            </a:r>
          </a:p>
          <a:p>
            <a:pPr eaLnBrk="1" hangingPunct="1">
              <a:defRPr/>
            </a:pPr>
            <a:r>
              <a:rPr lang="zh-CN" altLang="en-US" sz="2400" b="1" dirty="0">
                <a:solidFill>
                  <a:srgbClr val="006600"/>
                </a:solidFill>
              </a:rPr>
              <a:t>元组</a:t>
            </a:r>
            <a:r>
              <a:rPr lang="zh-CN" altLang="en-US" sz="2400" dirty="0">
                <a:solidFill>
                  <a:schemeClr val="tx1"/>
                </a:solidFill>
              </a:rPr>
              <a:t> 表中的</a:t>
            </a:r>
            <a:r>
              <a:rPr lang="zh-CN" altLang="en-US" sz="2400" dirty="0">
                <a:solidFill>
                  <a:srgbClr val="0000FF"/>
                </a:solidFill>
              </a:rPr>
              <a:t>一行</a:t>
            </a:r>
            <a:r>
              <a:rPr lang="zh-CN" altLang="en-US" sz="2400" dirty="0">
                <a:solidFill>
                  <a:schemeClr val="tx1"/>
                </a:solidFill>
              </a:rPr>
              <a:t>即为一个元组</a:t>
            </a:r>
            <a:r>
              <a:rPr lang="en-US" altLang="zh-CN" sz="2400" dirty="0">
                <a:solidFill>
                  <a:schemeClr val="tx1"/>
                </a:solidFill>
              </a:rPr>
              <a:t>,</a:t>
            </a:r>
            <a:r>
              <a:rPr lang="zh-CN" altLang="en-US" sz="2400" dirty="0">
                <a:solidFill>
                  <a:schemeClr val="tx1"/>
                </a:solidFill>
              </a:rPr>
              <a:t>表示一条信息</a:t>
            </a:r>
          </a:p>
          <a:p>
            <a:pPr eaLnBrk="1" hangingPunct="1">
              <a:defRPr/>
            </a:pPr>
            <a:r>
              <a:rPr lang="zh-CN" altLang="en-US" sz="2400" b="1" dirty="0">
                <a:solidFill>
                  <a:srgbClr val="006600"/>
                </a:solidFill>
              </a:rPr>
              <a:t>属性</a:t>
            </a:r>
            <a:r>
              <a:rPr lang="zh-CN" altLang="en-US" sz="2400" dirty="0">
                <a:solidFill>
                  <a:schemeClr val="tx1"/>
                </a:solidFill>
              </a:rPr>
              <a:t> 表中的</a:t>
            </a:r>
            <a:r>
              <a:rPr lang="zh-CN" altLang="en-US" sz="2400" dirty="0">
                <a:solidFill>
                  <a:srgbClr val="0000FF"/>
                </a:solidFill>
              </a:rPr>
              <a:t>一列</a:t>
            </a:r>
            <a:r>
              <a:rPr lang="zh-CN" altLang="en-US" sz="2400" dirty="0">
                <a:solidFill>
                  <a:schemeClr val="tx1"/>
                </a:solidFill>
              </a:rPr>
              <a:t>即为一个属性</a:t>
            </a:r>
            <a:r>
              <a:rPr lang="en-US" altLang="zh-CN" sz="2400" dirty="0">
                <a:solidFill>
                  <a:schemeClr val="tx1"/>
                </a:solidFill>
              </a:rPr>
              <a:t>,</a:t>
            </a:r>
            <a:r>
              <a:rPr lang="zh-CN" altLang="en-US" sz="2400" dirty="0">
                <a:solidFill>
                  <a:schemeClr val="tx1"/>
                </a:solidFill>
              </a:rPr>
              <a:t>每个列有唯一的名字</a:t>
            </a:r>
            <a:endParaRPr lang="en-US" altLang="zh-CN" sz="2400" dirty="0">
              <a:solidFill>
                <a:schemeClr val="tx1"/>
              </a:solidFill>
            </a:endParaRPr>
          </a:p>
          <a:p>
            <a:pPr eaLnBrk="1" hangingPunct="1">
              <a:defRPr/>
            </a:pPr>
            <a:r>
              <a:rPr lang="zh-CN" altLang="en-US" sz="2400" b="1" dirty="0">
                <a:solidFill>
                  <a:srgbClr val="006600"/>
                </a:solidFill>
              </a:rPr>
              <a:t>码</a:t>
            </a:r>
            <a:r>
              <a:rPr lang="zh-CN" altLang="en-US" sz="2400" dirty="0">
                <a:solidFill>
                  <a:schemeClr val="tx1"/>
                </a:solidFill>
              </a:rPr>
              <a:t> 表中的某属性组，它可以</a:t>
            </a:r>
            <a:r>
              <a:rPr lang="zh-CN" altLang="en-US" sz="2400" dirty="0">
                <a:solidFill>
                  <a:srgbClr val="0000FF"/>
                </a:solidFill>
              </a:rPr>
              <a:t>唯一</a:t>
            </a:r>
            <a:r>
              <a:rPr lang="zh-CN" altLang="en-US" sz="2400" dirty="0">
                <a:solidFill>
                  <a:srgbClr val="C00000"/>
                </a:solidFill>
              </a:rPr>
              <a:t>确定</a:t>
            </a:r>
            <a:r>
              <a:rPr lang="zh-CN" altLang="en-US" sz="2400" dirty="0">
                <a:solidFill>
                  <a:schemeClr val="tx1"/>
                </a:solidFill>
              </a:rPr>
              <a:t>一个元组</a:t>
            </a:r>
          </a:p>
          <a:p>
            <a:pPr eaLnBrk="1" hangingPunct="1">
              <a:defRPr/>
            </a:pPr>
            <a:r>
              <a:rPr lang="zh-CN" altLang="en-US" sz="2400" b="1" dirty="0">
                <a:solidFill>
                  <a:srgbClr val="006600"/>
                </a:solidFill>
              </a:rPr>
              <a:t>域</a:t>
            </a:r>
            <a:r>
              <a:rPr lang="zh-CN" altLang="en-US" sz="2400" dirty="0">
                <a:solidFill>
                  <a:schemeClr val="tx1"/>
                </a:solidFill>
              </a:rPr>
              <a:t> 属性的取值范围</a:t>
            </a:r>
          </a:p>
          <a:p>
            <a:pPr eaLnBrk="1" hangingPunct="1">
              <a:defRPr/>
            </a:pPr>
            <a:r>
              <a:rPr lang="zh-CN" altLang="en-US" sz="2400" b="1" dirty="0">
                <a:solidFill>
                  <a:srgbClr val="006600"/>
                </a:solidFill>
              </a:rPr>
              <a:t>分量</a:t>
            </a:r>
            <a:r>
              <a:rPr lang="zh-CN" altLang="en-US" sz="2400" dirty="0">
                <a:solidFill>
                  <a:schemeClr val="tx1"/>
                </a:solidFill>
              </a:rPr>
              <a:t> 元组中的一个属性值</a:t>
            </a:r>
          </a:p>
          <a:p>
            <a:pPr eaLnBrk="1" hangingPunct="1">
              <a:defRPr/>
            </a:pPr>
            <a:r>
              <a:rPr lang="zh-CN" altLang="en-US" sz="2400" b="1" dirty="0">
                <a:solidFill>
                  <a:srgbClr val="006600"/>
                </a:solidFill>
              </a:rPr>
              <a:t>关系模式 </a:t>
            </a:r>
            <a:r>
              <a:rPr lang="en-US" altLang="zh-CN" sz="2400" b="1" dirty="0">
                <a:solidFill>
                  <a:srgbClr val="006600"/>
                </a:solidFill>
              </a:rPr>
              <a:t>(</a:t>
            </a:r>
            <a:r>
              <a:rPr lang="zh-CN" altLang="en-US" sz="2400" b="1" dirty="0">
                <a:solidFill>
                  <a:srgbClr val="006600"/>
                </a:solidFill>
              </a:rPr>
              <a:t>型</a:t>
            </a:r>
            <a:r>
              <a:rPr lang="en-US" altLang="zh-CN" sz="2400" b="1" dirty="0">
                <a:solidFill>
                  <a:srgbClr val="006600"/>
                </a:solidFill>
              </a:rPr>
              <a:t>)</a:t>
            </a:r>
            <a:r>
              <a:rPr lang="en-US" altLang="zh-CN" sz="2400" dirty="0">
                <a:solidFill>
                  <a:schemeClr val="tx1"/>
                </a:solidFill>
              </a:rPr>
              <a:t> </a:t>
            </a:r>
            <a:r>
              <a:rPr lang="zh-CN" altLang="en-US" sz="2400" dirty="0">
                <a:solidFill>
                  <a:schemeClr val="tx1"/>
                </a:solidFill>
              </a:rPr>
              <a:t>对关系的描述</a:t>
            </a:r>
            <a:endParaRPr lang="en-US" altLang="zh-CN" sz="2400" dirty="0">
              <a:solidFill>
                <a:schemeClr val="tx1"/>
              </a:solidFill>
            </a:endParaRPr>
          </a:p>
          <a:p>
            <a:pPr marL="457200" lvl="1" indent="0" eaLnBrk="1" hangingPunct="1">
              <a:buNone/>
              <a:defRPr/>
            </a:pPr>
            <a:r>
              <a:rPr lang="zh-CN" altLang="en-US" sz="2000" dirty="0" smtClean="0"/>
              <a:t>         关系</a:t>
            </a:r>
            <a:r>
              <a:rPr lang="zh-CN" altLang="en-US" sz="2000" dirty="0"/>
              <a:t>名（属性</a:t>
            </a:r>
            <a:r>
              <a:rPr lang="en-US" altLang="zh-CN" sz="2000" dirty="0"/>
              <a:t>1</a:t>
            </a:r>
            <a:r>
              <a:rPr lang="zh-CN" altLang="en-US" sz="2000" dirty="0"/>
              <a:t>，属性</a:t>
            </a:r>
            <a:r>
              <a:rPr lang="en-US" altLang="zh-CN" sz="2000" dirty="0"/>
              <a:t>2</a:t>
            </a:r>
            <a:r>
              <a:rPr lang="zh-CN" altLang="en-US" sz="2000" dirty="0"/>
              <a:t>，</a:t>
            </a:r>
            <a:r>
              <a:rPr lang="en-US" altLang="zh-CN" sz="2000" dirty="0"/>
              <a:t>…</a:t>
            </a:r>
            <a:r>
              <a:rPr lang="zh-CN" altLang="en-US" sz="2000" dirty="0"/>
              <a:t>，属性</a:t>
            </a:r>
            <a:r>
              <a:rPr lang="en-US" altLang="zh-CN" sz="2000" dirty="0"/>
              <a:t>n</a:t>
            </a:r>
            <a:r>
              <a:rPr lang="zh-CN" altLang="en-US" sz="2000" dirty="0"/>
              <a:t>）</a:t>
            </a:r>
          </a:p>
          <a:p>
            <a:pPr marL="457200" lvl="1" indent="0" eaLnBrk="1" hangingPunct="1">
              <a:buNone/>
              <a:defRPr/>
            </a:pPr>
            <a:r>
              <a:rPr lang="zh-CN" altLang="en-US" sz="2000" dirty="0" smtClean="0"/>
              <a:t>例如</a:t>
            </a:r>
            <a:r>
              <a:rPr lang="en-US" altLang="zh-CN" sz="2000" dirty="0" smtClean="0"/>
              <a:t>: </a:t>
            </a:r>
            <a:r>
              <a:rPr lang="zh-CN" altLang="en-US" sz="2000" dirty="0" smtClean="0"/>
              <a:t>学生</a:t>
            </a:r>
            <a:r>
              <a:rPr lang="zh-CN" altLang="en-US" sz="2000" dirty="0"/>
              <a:t>（学号，姓名，年龄，性别，系，年级）</a:t>
            </a:r>
          </a:p>
          <a:p>
            <a:pPr eaLnBrk="1" hangingPunct="1">
              <a:defRPr/>
            </a:pPr>
            <a:endParaRPr lang="zh-CN" altLang="en-US" sz="2400" dirty="0">
              <a:solidFill>
                <a:schemeClr val="tx1"/>
              </a:solidFill>
            </a:endParaRPr>
          </a:p>
          <a:p>
            <a:pPr lvl="1" eaLnBrk="1" hangingPunct="1">
              <a:defRPr/>
            </a:pPr>
            <a:endParaRPr lang="zh-CN" altLang="en-US" sz="20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6806">
                                            <p:txEl>
                                              <p:pRg st="1" end="1"/>
                                            </p:txEl>
                                          </p:spTgt>
                                        </p:tgtEl>
                                        <p:attrNameLst>
                                          <p:attrName>style.visibility</p:attrName>
                                        </p:attrNameLst>
                                      </p:cBhvr>
                                      <p:to>
                                        <p:strVal val="visible"/>
                                      </p:to>
                                    </p:set>
                                    <p:anim calcmode="lin" valueType="num">
                                      <p:cBhvr additive="base">
                                        <p:cTn id="7" dur="500" fill="hold"/>
                                        <p:tgtEl>
                                          <p:spTgt spid="7680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680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6806">
                                            <p:txEl>
                                              <p:pRg st="2" end="2"/>
                                            </p:txEl>
                                          </p:spTgt>
                                        </p:tgtEl>
                                        <p:attrNameLst>
                                          <p:attrName>style.visibility</p:attrName>
                                        </p:attrNameLst>
                                      </p:cBhvr>
                                      <p:to>
                                        <p:strVal val="visible"/>
                                      </p:to>
                                    </p:set>
                                    <p:anim calcmode="lin" valueType="num">
                                      <p:cBhvr additive="base">
                                        <p:cTn id="13" dur="500" fill="hold"/>
                                        <p:tgtEl>
                                          <p:spTgt spid="7680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680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6806">
                                            <p:txEl>
                                              <p:pRg st="3" end="3"/>
                                            </p:txEl>
                                          </p:spTgt>
                                        </p:tgtEl>
                                        <p:attrNameLst>
                                          <p:attrName>style.visibility</p:attrName>
                                        </p:attrNameLst>
                                      </p:cBhvr>
                                      <p:to>
                                        <p:strVal val="visible"/>
                                      </p:to>
                                    </p:set>
                                    <p:anim calcmode="lin" valueType="num">
                                      <p:cBhvr additive="base">
                                        <p:cTn id="19" dur="500" fill="hold"/>
                                        <p:tgtEl>
                                          <p:spTgt spid="7680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680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6806">
                                            <p:txEl>
                                              <p:pRg st="4" end="4"/>
                                            </p:txEl>
                                          </p:spTgt>
                                        </p:tgtEl>
                                        <p:attrNameLst>
                                          <p:attrName>style.visibility</p:attrName>
                                        </p:attrNameLst>
                                      </p:cBhvr>
                                      <p:to>
                                        <p:strVal val="visible"/>
                                      </p:to>
                                    </p:set>
                                    <p:anim calcmode="lin" valueType="num">
                                      <p:cBhvr additive="base">
                                        <p:cTn id="25" dur="500" fill="hold"/>
                                        <p:tgtEl>
                                          <p:spTgt spid="76806">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680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6806">
                                            <p:txEl>
                                              <p:pRg st="5" end="5"/>
                                            </p:txEl>
                                          </p:spTgt>
                                        </p:tgtEl>
                                        <p:attrNameLst>
                                          <p:attrName>style.visibility</p:attrName>
                                        </p:attrNameLst>
                                      </p:cBhvr>
                                      <p:to>
                                        <p:strVal val="visible"/>
                                      </p:to>
                                    </p:set>
                                    <p:anim calcmode="lin" valueType="num">
                                      <p:cBhvr additive="base">
                                        <p:cTn id="31" dur="500" fill="hold"/>
                                        <p:tgtEl>
                                          <p:spTgt spid="76806">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680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6806">
                                            <p:txEl>
                                              <p:pRg st="6" end="6"/>
                                            </p:txEl>
                                          </p:spTgt>
                                        </p:tgtEl>
                                        <p:attrNameLst>
                                          <p:attrName>style.visibility</p:attrName>
                                        </p:attrNameLst>
                                      </p:cBhvr>
                                      <p:to>
                                        <p:strVal val="visible"/>
                                      </p:to>
                                    </p:set>
                                    <p:anim calcmode="lin" valueType="num">
                                      <p:cBhvr additive="base">
                                        <p:cTn id="37" dur="500" fill="hold"/>
                                        <p:tgtEl>
                                          <p:spTgt spid="76806">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680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76806">
                                            <p:txEl>
                                              <p:pRg st="7" end="7"/>
                                            </p:txEl>
                                          </p:spTgt>
                                        </p:tgtEl>
                                        <p:attrNameLst>
                                          <p:attrName>style.visibility</p:attrName>
                                        </p:attrNameLst>
                                      </p:cBhvr>
                                      <p:to>
                                        <p:strVal val="visible"/>
                                      </p:to>
                                    </p:set>
                                    <p:anim calcmode="lin" valueType="num">
                                      <p:cBhvr additive="base">
                                        <p:cTn id="43" dur="500" fill="hold"/>
                                        <p:tgtEl>
                                          <p:spTgt spid="76806">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6806">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76806">
                                            <p:txEl>
                                              <p:pRg st="8" end="8"/>
                                            </p:txEl>
                                          </p:spTgt>
                                        </p:tgtEl>
                                        <p:attrNameLst>
                                          <p:attrName>style.visibility</p:attrName>
                                        </p:attrNameLst>
                                      </p:cBhvr>
                                      <p:to>
                                        <p:strVal val="visible"/>
                                      </p:to>
                                    </p:set>
                                    <p:anim calcmode="lin" valueType="num">
                                      <p:cBhvr additive="base">
                                        <p:cTn id="49" dur="500" fill="hold"/>
                                        <p:tgtEl>
                                          <p:spTgt spid="76806">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76806">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76806">
                                            <p:txEl>
                                              <p:pRg st="9" end="9"/>
                                            </p:txEl>
                                          </p:spTgt>
                                        </p:tgtEl>
                                        <p:attrNameLst>
                                          <p:attrName>style.visibility</p:attrName>
                                        </p:attrNameLst>
                                      </p:cBhvr>
                                      <p:to>
                                        <p:strVal val="visible"/>
                                      </p:to>
                                    </p:set>
                                    <p:anim calcmode="lin" valueType="num">
                                      <p:cBhvr additive="base">
                                        <p:cTn id="55" dur="500" fill="hold"/>
                                        <p:tgtEl>
                                          <p:spTgt spid="76806">
                                            <p:txEl>
                                              <p:pRg st="9" end="9"/>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76806">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日期占位符 2"/>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1043E01C-3E3E-48E5-A961-4A87F50A6A60}"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93187" name="页脚占位符 3"/>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93188" name="灯片编号占位符 4"/>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2F3F6B9A-CC10-4101-8E10-4265F621F5B5}" type="slidenum">
              <a:rPr lang="en-US" altLang="zh-CN" sz="1400">
                <a:solidFill>
                  <a:schemeClr val="tx1"/>
                </a:solidFill>
                <a:latin typeface="Times New Roman" pitchFamily="18" charset="0"/>
              </a:rPr>
              <a:pPr eaLnBrk="1" hangingPunct="1"/>
              <a:t>40</a:t>
            </a:fld>
            <a:r>
              <a:rPr lang="en-US" altLang="zh-CN" sz="1400">
                <a:solidFill>
                  <a:schemeClr val="tx1"/>
                </a:solidFill>
                <a:latin typeface="Times New Roman" pitchFamily="18" charset="0"/>
              </a:rPr>
              <a:t>/92</a:t>
            </a:r>
          </a:p>
        </p:txBody>
      </p:sp>
      <p:graphicFrame>
        <p:nvGraphicFramePr>
          <p:cNvPr id="6" name="Group 1284"/>
          <p:cNvGraphicFramePr>
            <a:graphicFrameLocks/>
          </p:cNvGraphicFramePr>
          <p:nvPr/>
        </p:nvGraphicFramePr>
        <p:xfrm>
          <a:off x="1066800" y="2870200"/>
          <a:ext cx="6481762" cy="2535239"/>
        </p:xfrm>
        <a:graphic>
          <a:graphicData uri="http://schemas.openxmlformats.org/drawingml/2006/table">
            <a:tbl>
              <a:tblPr/>
              <a:tblGrid>
                <a:gridCol w="1081087">
                  <a:extLst>
                    <a:ext uri="{9D8B030D-6E8A-4147-A177-3AD203B41FA5}">
                      <a16:colId xmlns:a16="http://schemas.microsoft.com/office/drawing/2014/main" val="20000"/>
                    </a:ext>
                  </a:extLst>
                </a:gridCol>
                <a:gridCol w="1079500">
                  <a:extLst>
                    <a:ext uri="{9D8B030D-6E8A-4147-A177-3AD203B41FA5}">
                      <a16:colId xmlns:a16="http://schemas.microsoft.com/office/drawing/2014/main" val="20001"/>
                    </a:ext>
                  </a:extLst>
                </a:gridCol>
                <a:gridCol w="1081088">
                  <a:extLst>
                    <a:ext uri="{9D8B030D-6E8A-4147-A177-3AD203B41FA5}">
                      <a16:colId xmlns:a16="http://schemas.microsoft.com/office/drawing/2014/main" val="20002"/>
                    </a:ext>
                  </a:extLst>
                </a:gridCol>
                <a:gridCol w="1079500">
                  <a:extLst>
                    <a:ext uri="{9D8B030D-6E8A-4147-A177-3AD203B41FA5}">
                      <a16:colId xmlns:a16="http://schemas.microsoft.com/office/drawing/2014/main" val="20003"/>
                    </a:ext>
                  </a:extLst>
                </a:gridCol>
                <a:gridCol w="1081087">
                  <a:extLst>
                    <a:ext uri="{9D8B030D-6E8A-4147-A177-3AD203B41FA5}">
                      <a16:colId xmlns:a16="http://schemas.microsoft.com/office/drawing/2014/main" val="20004"/>
                    </a:ext>
                  </a:extLst>
                </a:gridCol>
                <a:gridCol w="1079500">
                  <a:extLst>
                    <a:ext uri="{9D8B030D-6E8A-4147-A177-3AD203B41FA5}">
                      <a16:colId xmlns:a16="http://schemas.microsoft.com/office/drawing/2014/main" val="20005"/>
                    </a:ext>
                  </a:extLst>
                </a:gridCol>
              </a:tblGrid>
              <a:tr h="508000">
                <a:tc>
                  <a:txBody>
                    <a:bodyPr/>
                    <a:lstStyle>
                      <a:lvl1pPr marL="342900" indent="-342900" algn="l">
                        <a:spcBef>
                          <a:spcPct val="20000"/>
                        </a:spcBef>
                        <a:buClr>
                          <a:schemeClr val="hlink"/>
                        </a:buClr>
                        <a:buFont typeface="Wingdings" pitchFamily="2" charset="2"/>
                        <a:defRPr sz="2400">
                          <a:solidFill>
                            <a:schemeClr val="tx1"/>
                          </a:solidFill>
                          <a:latin typeface="Arial" pitchFamily="34" charset="0"/>
                        </a:defRPr>
                      </a:lvl1pPr>
                      <a:lvl2pPr marL="742950" indent="-285750" algn="l">
                        <a:spcBef>
                          <a:spcPct val="20000"/>
                        </a:spcBef>
                        <a:buClr>
                          <a:schemeClr val="accent1"/>
                        </a:buClr>
                        <a:buFont typeface="Wingdings" pitchFamily="2" charset="2"/>
                        <a:defRPr sz="2000">
                          <a:solidFill>
                            <a:schemeClr val="tx1"/>
                          </a:solidFill>
                          <a:latin typeface="Arial" pitchFamily="34" charset="0"/>
                        </a:defRPr>
                      </a:lvl2pPr>
                      <a:lvl3pPr marL="1143000" indent="-228600" algn="l">
                        <a:spcBef>
                          <a:spcPct val="20000"/>
                        </a:spcBef>
                        <a:buClr>
                          <a:schemeClr val="tx1"/>
                        </a:buClr>
                        <a:defRPr sz="2000">
                          <a:solidFill>
                            <a:schemeClr val="tx1"/>
                          </a:solidFill>
                          <a:latin typeface="Arial" pitchFamily="34" charset="0"/>
                        </a:defRPr>
                      </a:lvl3pPr>
                      <a:lvl4pPr marL="1600200" indent="-228600" algn="l">
                        <a:spcBef>
                          <a:spcPct val="20000"/>
                        </a:spcBef>
                        <a:defRPr>
                          <a:solidFill>
                            <a:schemeClr val="tx1"/>
                          </a:solidFill>
                          <a:latin typeface="Arial" pitchFamily="34" charset="0"/>
                        </a:defRPr>
                      </a:lvl4pPr>
                      <a:lvl5pPr marL="2057400" indent="-228600" algn="l">
                        <a:spcBef>
                          <a:spcPct val="20000"/>
                        </a:spcBef>
                        <a:defRPr>
                          <a:solidFill>
                            <a:schemeClr val="tx1"/>
                          </a:solidFill>
                          <a:latin typeface="Arial" pitchFamily="34" charset="0"/>
                        </a:defRPr>
                      </a:lvl5pPr>
                      <a:lvl6pPr marL="2514600" indent="-228600" fontAlgn="base">
                        <a:spcBef>
                          <a:spcPct val="20000"/>
                        </a:spcBef>
                        <a:spcAft>
                          <a:spcPct val="0"/>
                        </a:spcAft>
                        <a:defRPr>
                          <a:solidFill>
                            <a:schemeClr val="tx1"/>
                          </a:solidFill>
                          <a:latin typeface="Arial" pitchFamily="34" charset="0"/>
                        </a:defRPr>
                      </a:lvl6pPr>
                      <a:lvl7pPr marL="2971800" indent="-228600" fontAlgn="base">
                        <a:spcBef>
                          <a:spcPct val="20000"/>
                        </a:spcBef>
                        <a:spcAft>
                          <a:spcPct val="0"/>
                        </a:spcAft>
                        <a:defRPr>
                          <a:solidFill>
                            <a:schemeClr val="tx1"/>
                          </a:solidFill>
                          <a:latin typeface="Arial" pitchFamily="34" charset="0"/>
                        </a:defRPr>
                      </a:lvl7pPr>
                      <a:lvl8pPr marL="3429000" indent="-228600" fontAlgn="base">
                        <a:spcBef>
                          <a:spcPct val="20000"/>
                        </a:spcBef>
                        <a:spcAft>
                          <a:spcPct val="0"/>
                        </a:spcAft>
                        <a:defRPr>
                          <a:solidFill>
                            <a:schemeClr val="tx1"/>
                          </a:solidFill>
                          <a:latin typeface="Arial" pitchFamily="34" charset="0"/>
                        </a:defRPr>
                      </a:lvl8pPr>
                      <a:lvl9pPr marL="3886200" indent="-228600" fontAlgn="base">
                        <a:spcBef>
                          <a:spcPct val="20000"/>
                        </a:spcBef>
                        <a:spcAft>
                          <a:spcPct val="0"/>
                        </a:spcAft>
                        <a:defRPr>
                          <a:solidFill>
                            <a:schemeClr val="tx1"/>
                          </a:solidFill>
                          <a:latin typeface="Arial"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pitchFamily="2" charset="-122"/>
                        </a:rPr>
                        <a:t>学  号</a:t>
                      </a: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lvl1pPr marL="342900" indent="-342900" algn="l">
                        <a:spcBef>
                          <a:spcPct val="20000"/>
                        </a:spcBef>
                        <a:buClr>
                          <a:schemeClr val="hlink"/>
                        </a:buClr>
                        <a:buFont typeface="Wingdings" pitchFamily="2" charset="2"/>
                        <a:defRPr sz="2400">
                          <a:solidFill>
                            <a:schemeClr val="tx1"/>
                          </a:solidFill>
                          <a:latin typeface="Arial" pitchFamily="34" charset="0"/>
                        </a:defRPr>
                      </a:lvl1pPr>
                      <a:lvl2pPr marL="742950" indent="-285750" algn="l">
                        <a:spcBef>
                          <a:spcPct val="20000"/>
                        </a:spcBef>
                        <a:buClr>
                          <a:schemeClr val="accent1"/>
                        </a:buClr>
                        <a:buFont typeface="Wingdings" pitchFamily="2" charset="2"/>
                        <a:defRPr sz="2000">
                          <a:solidFill>
                            <a:schemeClr val="tx1"/>
                          </a:solidFill>
                          <a:latin typeface="Arial" pitchFamily="34" charset="0"/>
                        </a:defRPr>
                      </a:lvl2pPr>
                      <a:lvl3pPr marL="1143000" indent="-228600" algn="l">
                        <a:spcBef>
                          <a:spcPct val="20000"/>
                        </a:spcBef>
                        <a:buClr>
                          <a:schemeClr val="tx1"/>
                        </a:buClr>
                        <a:defRPr sz="2000">
                          <a:solidFill>
                            <a:schemeClr val="tx1"/>
                          </a:solidFill>
                          <a:latin typeface="Arial" pitchFamily="34" charset="0"/>
                        </a:defRPr>
                      </a:lvl3pPr>
                      <a:lvl4pPr marL="1600200" indent="-228600" algn="l">
                        <a:spcBef>
                          <a:spcPct val="20000"/>
                        </a:spcBef>
                        <a:defRPr>
                          <a:solidFill>
                            <a:schemeClr val="tx1"/>
                          </a:solidFill>
                          <a:latin typeface="Arial" pitchFamily="34" charset="0"/>
                        </a:defRPr>
                      </a:lvl4pPr>
                      <a:lvl5pPr marL="2057400" indent="-228600" algn="l">
                        <a:spcBef>
                          <a:spcPct val="20000"/>
                        </a:spcBef>
                        <a:defRPr>
                          <a:solidFill>
                            <a:schemeClr val="tx1"/>
                          </a:solidFill>
                          <a:latin typeface="Arial" pitchFamily="34" charset="0"/>
                        </a:defRPr>
                      </a:lvl5pPr>
                      <a:lvl6pPr marL="2514600" indent="-228600" fontAlgn="base">
                        <a:spcBef>
                          <a:spcPct val="20000"/>
                        </a:spcBef>
                        <a:spcAft>
                          <a:spcPct val="0"/>
                        </a:spcAft>
                        <a:defRPr>
                          <a:solidFill>
                            <a:schemeClr val="tx1"/>
                          </a:solidFill>
                          <a:latin typeface="Arial" pitchFamily="34" charset="0"/>
                        </a:defRPr>
                      </a:lvl6pPr>
                      <a:lvl7pPr marL="2971800" indent="-228600" fontAlgn="base">
                        <a:spcBef>
                          <a:spcPct val="20000"/>
                        </a:spcBef>
                        <a:spcAft>
                          <a:spcPct val="0"/>
                        </a:spcAft>
                        <a:defRPr>
                          <a:solidFill>
                            <a:schemeClr val="tx1"/>
                          </a:solidFill>
                          <a:latin typeface="Arial" pitchFamily="34" charset="0"/>
                        </a:defRPr>
                      </a:lvl7pPr>
                      <a:lvl8pPr marL="3429000" indent="-228600" fontAlgn="base">
                        <a:spcBef>
                          <a:spcPct val="20000"/>
                        </a:spcBef>
                        <a:spcAft>
                          <a:spcPct val="0"/>
                        </a:spcAft>
                        <a:defRPr>
                          <a:solidFill>
                            <a:schemeClr val="tx1"/>
                          </a:solidFill>
                          <a:latin typeface="Arial" pitchFamily="34" charset="0"/>
                        </a:defRPr>
                      </a:lvl8pPr>
                      <a:lvl9pPr marL="3886200" indent="-228600" fontAlgn="base">
                        <a:spcBef>
                          <a:spcPct val="20000"/>
                        </a:spcBef>
                        <a:spcAft>
                          <a:spcPct val="0"/>
                        </a:spcAft>
                        <a:defRPr>
                          <a:solidFill>
                            <a:schemeClr val="tx1"/>
                          </a:solidFill>
                          <a:latin typeface="Arial"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rPr>
                        <a:t>姓  名</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itchFamily="2" charset="2"/>
                        <a:defRPr sz="2400">
                          <a:solidFill>
                            <a:schemeClr val="tx1"/>
                          </a:solidFill>
                          <a:latin typeface="Arial" pitchFamily="34" charset="0"/>
                        </a:defRPr>
                      </a:lvl1pPr>
                      <a:lvl2pPr marL="742950" indent="-285750" algn="l">
                        <a:spcBef>
                          <a:spcPct val="20000"/>
                        </a:spcBef>
                        <a:buClr>
                          <a:schemeClr val="accent1"/>
                        </a:buClr>
                        <a:buFont typeface="Wingdings" pitchFamily="2" charset="2"/>
                        <a:defRPr sz="2000">
                          <a:solidFill>
                            <a:schemeClr val="tx1"/>
                          </a:solidFill>
                          <a:latin typeface="Arial" pitchFamily="34" charset="0"/>
                        </a:defRPr>
                      </a:lvl2pPr>
                      <a:lvl3pPr marL="1143000" indent="-228600" algn="l">
                        <a:spcBef>
                          <a:spcPct val="20000"/>
                        </a:spcBef>
                        <a:buClr>
                          <a:schemeClr val="tx1"/>
                        </a:buClr>
                        <a:defRPr sz="2000">
                          <a:solidFill>
                            <a:schemeClr val="tx1"/>
                          </a:solidFill>
                          <a:latin typeface="Arial" pitchFamily="34" charset="0"/>
                        </a:defRPr>
                      </a:lvl3pPr>
                      <a:lvl4pPr marL="1600200" indent="-228600" algn="l">
                        <a:spcBef>
                          <a:spcPct val="20000"/>
                        </a:spcBef>
                        <a:defRPr>
                          <a:solidFill>
                            <a:schemeClr val="tx1"/>
                          </a:solidFill>
                          <a:latin typeface="Arial" pitchFamily="34" charset="0"/>
                        </a:defRPr>
                      </a:lvl4pPr>
                      <a:lvl5pPr marL="2057400" indent="-228600" algn="l">
                        <a:spcBef>
                          <a:spcPct val="20000"/>
                        </a:spcBef>
                        <a:defRPr>
                          <a:solidFill>
                            <a:schemeClr val="tx1"/>
                          </a:solidFill>
                          <a:latin typeface="Arial" pitchFamily="34" charset="0"/>
                        </a:defRPr>
                      </a:lvl5pPr>
                      <a:lvl6pPr marL="2514600" indent="-228600" fontAlgn="base">
                        <a:spcBef>
                          <a:spcPct val="20000"/>
                        </a:spcBef>
                        <a:spcAft>
                          <a:spcPct val="0"/>
                        </a:spcAft>
                        <a:defRPr>
                          <a:solidFill>
                            <a:schemeClr val="tx1"/>
                          </a:solidFill>
                          <a:latin typeface="Arial" pitchFamily="34" charset="0"/>
                        </a:defRPr>
                      </a:lvl6pPr>
                      <a:lvl7pPr marL="2971800" indent="-228600" fontAlgn="base">
                        <a:spcBef>
                          <a:spcPct val="20000"/>
                        </a:spcBef>
                        <a:spcAft>
                          <a:spcPct val="0"/>
                        </a:spcAft>
                        <a:defRPr>
                          <a:solidFill>
                            <a:schemeClr val="tx1"/>
                          </a:solidFill>
                          <a:latin typeface="Arial" pitchFamily="34" charset="0"/>
                        </a:defRPr>
                      </a:lvl7pPr>
                      <a:lvl8pPr marL="3429000" indent="-228600" fontAlgn="base">
                        <a:spcBef>
                          <a:spcPct val="20000"/>
                        </a:spcBef>
                        <a:spcAft>
                          <a:spcPct val="0"/>
                        </a:spcAft>
                        <a:defRPr>
                          <a:solidFill>
                            <a:schemeClr val="tx1"/>
                          </a:solidFill>
                          <a:latin typeface="Arial" pitchFamily="34" charset="0"/>
                        </a:defRPr>
                      </a:lvl8pPr>
                      <a:lvl9pPr marL="3886200" indent="-228600" fontAlgn="base">
                        <a:spcBef>
                          <a:spcPct val="20000"/>
                        </a:spcBef>
                        <a:spcAft>
                          <a:spcPct val="0"/>
                        </a:spcAft>
                        <a:defRPr>
                          <a:solidFill>
                            <a:schemeClr val="tx1"/>
                          </a:solidFill>
                          <a:latin typeface="Arial"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rPr>
                        <a:t>年  龄</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itchFamily="2" charset="2"/>
                        <a:defRPr sz="2400">
                          <a:solidFill>
                            <a:schemeClr val="tx1"/>
                          </a:solidFill>
                          <a:latin typeface="Arial" pitchFamily="34" charset="0"/>
                        </a:defRPr>
                      </a:lvl1pPr>
                      <a:lvl2pPr marL="742950" indent="-285750" algn="l">
                        <a:spcBef>
                          <a:spcPct val="20000"/>
                        </a:spcBef>
                        <a:buClr>
                          <a:schemeClr val="accent1"/>
                        </a:buClr>
                        <a:buFont typeface="Wingdings" pitchFamily="2" charset="2"/>
                        <a:defRPr sz="2000">
                          <a:solidFill>
                            <a:schemeClr val="tx1"/>
                          </a:solidFill>
                          <a:latin typeface="Arial" pitchFamily="34" charset="0"/>
                        </a:defRPr>
                      </a:lvl2pPr>
                      <a:lvl3pPr marL="1143000" indent="-228600" algn="l">
                        <a:spcBef>
                          <a:spcPct val="20000"/>
                        </a:spcBef>
                        <a:buClr>
                          <a:schemeClr val="tx1"/>
                        </a:buClr>
                        <a:defRPr sz="2000">
                          <a:solidFill>
                            <a:schemeClr val="tx1"/>
                          </a:solidFill>
                          <a:latin typeface="Arial" pitchFamily="34" charset="0"/>
                        </a:defRPr>
                      </a:lvl3pPr>
                      <a:lvl4pPr marL="1600200" indent="-228600" algn="l">
                        <a:spcBef>
                          <a:spcPct val="20000"/>
                        </a:spcBef>
                        <a:defRPr>
                          <a:solidFill>
                            <a:schemeClr val="tx1"/>
                          </a:solidFill>
                          <a:latin typeface="Arial" pitchFamily="34" charset="0"/>
                        </a:defRPr>
                      </a:lvl4pPr>
                      <a:lvl5pPr marL="2057400" indent="-228600" algn="l">
                        <a:spcBef>
                          <a:spcPct val="20000"/>
                        </a:spcBef>
                        <a:defRPr>
                          <a:solidFill>
                            <a:schemeClr val="tx1"/>
                          </a:solidFill>
                          <a:latin typeface="Arial" pitchFamily="34" charset="0"/>
                        </a:defRPr>
                      </a:lvl5pPr>
                      <a:lvl6pPr marL="2514600" indent="-228600" fontAlgn="base">
                        <a:spcBef>
                          <a:spcPct val="20000"/>
                        </a:spcBef>
                        <a:spcAft>
                          <a:spcPct val="0"/>
                        </a:spcAft>
                        <a:defRPr>
                          <a:solidFill>
                            <a:schemeClr val="tx1"/>
                          </a:solidFill>
                          <a:latin typeface="Arial" pitchFamily="34" charset="0"/>
                        </a:defRPr>
                      </a:lvl6pPr>
                      <a:lvl7pPr marL="2971800" indent="-228600" fontAlgn="base">
                        <a:spcBef>
                          <a:spcPct val="20000"/>
                        </a:spcBef>
                        <a:spcAft>
                          <a:spcPct val="0"/>
                        </a:spcAft>
                        <a:defRPr>
                          <a:solidFill>
                            <a:schemeClr val="tx1"/>
                          </a:solidFill>
                          <a:latin typeface="Arial" pitchFamily="34" charset="0"/>
                        </a:defRPr>
                      </a:lvl7pPr>
                      <a:lvl8pPr marL="3429000" indent="-228600" fontAlgn="base">
                        <a:spcBef>
                          <a:spcPct val="20000"/>
                        </a:spcBef>
                        <a:spcAft>
                          <a:spcPct val="0"/>
                        </a:spcAft>
                        <a:defRPr>
                          <a:solidFill>
                            <a:schemeClr val="tx1"/>
                          </a:solidFill>
                          <a:latin typeface="Arial" pitchFamily="34" charset="0"/>
                        </a:defRPr>
                      </a:lvl8pPr>
                      <a:lvl9pPr marL="3886200" indent="-228600" fontAlgn="base">
                        <a:spcBef>
                          <a:spcPct val="20000"/>
                        </a:spcBef>
                        <a:spcAft>
                          <a:spcPct val="0"/>
                        </a:spcAft>
                        <a:defRPr>
                          <a:solidFill>
                            <a:schemeClr val="tx1"/>
                          </a:solidFill>
                          <a:latin typeface="Arial"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pitchFamily="2" charset="-122"/>
                        </a:rPr>
                        <a:t>性  别</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itchFamily="2" charset="2"/>
                        <a:defRPr sz="2400">
                          <a:solidFill>
                            <a:schemeClr val="tx1"/>
                          </a:solidFill>
                          <a:latin typeface="Arial" pitchFamily="34" charset="0"/>
                        </a:defRPr>
                      </a:lvl1pPr>
                      <a:lvl2pPr marL="742950" indent="-285750" algn="l">
                        <a:spcBef>
                          <a:spcPct val="20000"/>
                        </a:spcBef>
                        <a:buClr>
                          <a:schemeClr val="accent1"/>
                        </a:buClr>
                        <a:buFont typeface="Wingdings" pitchFamily="2" charset="2"/>
                        <a:defRPr sz="2000">
                          <a:solidFill>
                            <a:schemeClr val="tx1"/>
                          </a:solidFill>
                          <a:latin typeface="Arial" pitchFamily="34" charset="0"/>
                        </a:defRPr>
                      </a:lvl2pPr>
                      <a:lvl3pPr marL="1143000" indent="-228600" algn="l">
                        <a:spcBef>
                          <a:spcPct val="20000"/>
                        </a:spcBef>
                        <a:buClr>
                          <a:schemeClr val="tx1"/>
                        </a:buClr>
                        <a:defRPr sz="2000">
                          <a:solidFill>
                            <a:schemeClr val="tx1"/>
                          </a:solidFill>
                          <a:latin typeface="Arial" pitchFamily="34" charset="0"/>
                        </a:defRPr>
                      </a:lvl3pPr>
                      <a:lvl4pPr marL="1600200" indent="-228600" algn="l">
                        <a:spcBef>
                          <a:spcPct val="20000"/>
                        </a:spcBef>
                        <a:defRPr>
                          <a:solidFill>
                            <a:schemeClr val="tx1"/>
                          </a:solidFill>
                          <a:latin typeface="Arial" pitchFamily="34" charset="0"/>
                        </a:defRPr>
                      </a:lvl4pPr>
                      <a:lvl5pPr marL="2057400" indent="-228600" algn="l">
                        <a:spcBef>
                          <a:spcPct val="20000"/>
                        </a:spcBef>
                        <a:defRPr>
                          <a:solidFill>
                            <a:schemeClr val="tx1"/>
                          </a:solidFill>
                          <a:latin typeface="Arial" pitchFamily="34" charset="0"/>
                        </a:defRPr>
                      </a:lvl5pPr>
                      <a:lvl6pPr marL="2514600" indent="-228600" fontAlgn="base">
                        <a:spcBef>
                          <a:spcPct val="20000"/>
                        </a:spcBef>
                        <a:spcAft>
                          <a:spcPct val="0"/>
                        </a:spcAft>
                        <a:defRPr>
                          <a:solidFill>
                            <a:schemeClr val="tx1"/>
                          </a:solidFill>
                          <a:latin typeface="Arial" pitchFamily="34" charset="0"/>
                        </a:defRPr>
                      </a:lvl6pPr>
                      <a:lvl7pPr marL="2971800" indent="-228600" fontAlgn="base">
                        <a:spcBef>
                          <a:spcPct val="20000"/>
                        </a:spcBef>
                        <a:spcAft>
                          <a:spcPct val="0"/>
                        </a:spcAft>
                        <a:defRPr>
                          <a:solidFill>
                            <a:schemeClr val="tx1"/>
                          </a:solidFill>
                          <a:latin typeface="Arial" pitchFamily="34" charset="0"/>
                        </a:defRPr>
                      </a:lvl7pPr>
                      <a:lvl8pPr marL="3429000" indent="-228600" fontAlgn="base">
                        <a:spcBef>
                          <a:spcPct val="20000"/>
                        </a:spcBef>
                        <a:spcAft>
                          <a:spcPct val="0"/>
                        </a:spcAft>
                        <a:defRPr>
                          <a:solidFill>
                            <a:schemeClr val="tx1"/>
                          </a:solidFill>
                          <a:latin typeface="Arial" pitchFamily="34" charset="0"/>
                        </a:defRPr>
                      </a:lvl8pPr>
                      <a:lvl9pPr marL="3886200" indent="-228600" fontAlgn="base">
                        <a:spcBef>
                          <a:spcPct val="20000"/>
                        </a:spcBef>
                        <a:spcAft>
                          <a:spcPct val="0"/>
                        </a:spcAft>
                        <a:defRPr>
                          <a:solidFill>
                            <a:schemeClr val="tx1"/>
                          </a:solidFill>
                          <a:latin typeface="Arial"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pitchFamily="2" charset="-122"/>
                        </a:rPr>
                        <a:t>系  名</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itchFamily="2" charset="2"/>
                        <a:defRPr sz="2400">
                          <a:solidFill>
                            <a:schemeClr val="tx1"/>
                          </a:solidFill>
                          <a:latin typeface="Arial" pitchFamily="34" charset="0"/>
                        </a:defRPr>
                      </a:lvl1pPr>
                      <a:lvl2pPr marL="742950" indent="-285750" algn="l">
                        <a:spcBef>
                          <a:spcPct val="20000"/>
                        </a:spcBef>
                        <a:buClr>
                          <a:schemeClr val="accent1"/>
                        </a:buClr>
                        <a:buFont typeface="Wingdings" pitchFamily="2" charset="2"/>
                        <a:defRPr sz="2000">
                          <a:solidFill>
                            <a:schemeClr val="tx1"/>
                          </a:solidFill>
                          <a:latin typeface="Arial" pitchFamily="34" charset="0"/>
                        </a:defRPr>
                      </a:lvl2pPr>
                      <a:lvl3pPr marL="1143000" indent="-228600" algn="l">
                        <a:spcBef>
                          <a:spcPct val="20000"/>
                        </a:spcBef>
                        <a:buClr>
                          <a:schemeClr val="tx1"/>
                        </a:buClr>
                        <a:defRPr sz="2000">
                          <a:solidFill>
                            <a:schemeClr val="tx1"/>
                          </a:solidFill>
                          <a:latin typeface="Arial" pitchFamily="34" charset="0"/>
                        </a:defRPr>
                      </a:lvl3pPr>
                      <a:lvl4pPr marL="1600200" indent="-228600" algn="l">
                        <a:spcBef>
                          <a:spcPct val="20000"/>
                        </a:spcBef>
                        <a:defRPr>
                          <a:solidFill>
                            <a:schemeClr val="tx1"/>
                          </a:solidFill>
                          <a:latin typeface="Arial" pitchFamily="34" charset="0"/>
                        </a:defRPr>
                      </a:lvl4pPr>
                      <a:lvl5pPr marL="2057400" indent="-228600" algn="l">
                        <a:spcBef>
                          <a:spcPct val="20000"/>
                        </a:spcBef>
                        <a:defRPr>
                          <a:solidFill>
                            <a:schemeClr val="tx1"/>
                          </a:solidFill>
                          <a:latin typeface="Arial" pitchFamily="34" charset="0"/>
                        </a:defRPr>
                      </a:lvl5pPr>
                      <a:lvl6pPr marL="2514600" indent="-228600" fontAlgn="base">
                        <a:spcBef>
                          <a:spcPct val="20000"/>
                        </a:spcBef>
                        <a:spcAft>
                          <a:spcPct val="0"/>
                        </a:spcAft>
                        <a:defRPr>
                          <a:solidFill>
                            <a:schemeClr val="tx1"/>
                          </a:solidFill>
                          <a:latin typeface="Arial" pitchFamily="34" charset="0"/>
                        </a:defRPr>
                      </a:lvl6pPr>
                      <a:lvl7pPr marL="2971800" indent="-228600" fontAlgn="base">
                        <a:spcBef>
                          <a:spcPct val="20000"/>
                        </a:spcBef>
                        <a:spcAft>
                          <a:spcPct val="0"/>
                        </a:spcAft>
                        <a:defRPr>
                          <a:solidFill>
                            <a:schemeClr val="tx1"/>
                          </a:solidFill>
                          <a:latin typeface="Arial" pitchFamily="34" charset="0"/>
                        </a:defRPr>
                      </a:lvl7pPr>
                      <a:lvl8pPr marL="3429000" indent="-228600" fontAlgn="base">
                        <a:spcBef>
                          <a:spcPct val="20000"/>
                        </a:spcBef>
                        <a:spcAft>
                          <a:spcPct val="0"/>
                        </a:spcAft>
                        <a:defRPr>
                          <a:solidFill>
                            <a:schemeClr val="tx1"/>
                          </a:solidFill>
                          <a:latin typeface="Arial" pitchFamily="34" charset="0"/>
                        </a:defRPr>
                      </a:lvl8pPr>
                      <a:lvl9pPr marL="3886200" indent="-228600" fontAlgn="base">
                        <a:spcBef>
                          <a:spcPct val="20000"/>
                        </a:spcBef>
                        <a:spcAft>
                          <a:spcPct val="0"/>
                        </a:spcAft>
                        <a:defRPr>
                          <a:solidFill>
                            <a:schemeClr val="tx1"/>
                          </a:solidFill>
                          <a:latin typeface="Arial"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rPr>
                        <a:t>年  级</a:t>
                      </a:r>
                    </a:p>
                  </a:txBody>
                  <a:tcP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6413">
                <a:tc>
                  <a:txBody>
                    <a:bodyPr/>
                    <a:lstStyle>
                      <a:lvl1pPr marL="342900" indent="-342900" algn="l">
                        <a:spcBef>
                          <a:spcPct val="20000"/>
                        </a:spcBef>
                        <a:buClr>
                          <a:schemeClr val="hlink"/>
                        </a:buClr>
                        <a:buFont typeface="Wingdings" pitchFamily="2" charset="2"/>
                        <a:defRPr sz="2400">
                          <a:solidFill>
                            <a:schemeClr val="tx1"/>
                          </a:solidFill>
                          <a:latin typeface="Arial" pitchFamily="34" charset="0"/>
                        </a:defRPr>
                      </a:lvl1pPr>
                      <a:lvl2pPr marL="742950" indent="-285750" algn="l">
                        <a:spcBef>
                          <a:spcPct val="20000"/>
                        </a:spcBef>
                        <a:buClr>
                          <a:schemeClr val="accent1"/>
                        </a:buClr>
                        <a:buFont typeface="Wingdings" pitchFamily="2" charset="2"/>
                        <a:defRPr sz="2000">
                          <a:solidFill>
                            <a:schemeClr val="tx1"/>
                          </a:solidFill>
                          <a:latin typeface="Arial" pitchFamily="34" charset="0"/>
                        </a:defRPr>
                      </a:lvl2pPr>
                      <a:lvl3pPr marL="1143000" indent="-228600" algn="l">
                        <a:spcBef>
                          <a:spcPct val="20000"/>
                        </a:spcBef>
                        <a:buClr>
                          <a:schemeClr val="tx1"/>
                        </a:buClr>
                        <a:defRPr sz="2000">
                          <a:solidFill>
                            <a:schemeClr val="tx1"/>
                          </a:solidFill>
                          <a:latin typeface="Arial" pitchFamily="34" charset="0"/>
                        </a:defRPr>
                      </a:lvl3pPr>
                      <a:lvl4pPr marL="1600200" indent="-228600" algn="l">
                        <a:spcBef>
                          <a:spcPct val="20000"/>
                        </a:spcBef>
                        <a:defRPr>
                          <a:solidFill>
                            <a:schemeClr val="tx1"/>
                          </a:solidFill>
                          <a:latin typeface="Arial" pitchFamily="34" charset="0"/>
                        </a:defRPr>
                      </a:lvl4pPr>
                      <a:lvl5pPr marL="2057400" indent="-228600" algn="l">
                        <a:spcBef>
                          <a:spcPct val="20000"/>
                        </a:spcBef>
                        <a:defRPr>
                          <a:solidFill>
                            <a:schemeClr val="tx1"/>
                          </a:solidFill>
                          <a:latin typeface="Arial" pitchFamily="34" charset="0"/>
                        </a:defRPr>
                      </a:lvl5pPr>
                      <a:lvl6pPr marL="2514600" indent="-228600" fontAlgn="base">
                        <a:spcBef>
                          <a:spcPct val="20000"/>
                        </a:spcBef>
                        <a:spcAft>
                          <a:spcPct val="0"/>
                        </a:spcAft>
                        <a:defRPr>
                          <a:solidFill>
                            <a:schemeClr val="tx1"/>
                          </a:solidFill>
                          <a:latin typeface="Arial" pitchFamily="34" charset="0"/>
                        </a:defRPr>
                      </a:lvl6pPr>
                      <a:lvl7pPr marL="2971800" indent="-228600" fontAlgn="base">
                        <a:spcBef>
                          <a:spcPct val="20000"/>
                        </a:spcBef>
                        <a:spcAft>
                          <a:spcPct val="0"/>
                        </a:spcAft>
                        <a:defRPr>
                          <a:solidFill>
                            <a:schemeClr val="tx1"/>
                          </a:solidFill>
                          <a:latin typeface="Arial" pitchFamily="34" charset="0"/>
                        </a:defRPr>
                      </a:lvl7pPr>
                      <a:lvl8pPr marL="3429000" indent="-228600" fontAlgn="base">
                        <a:spcBef>
                          <a:spcPct val="20000"/>
                        </a:spcBef>
                        <a:spcAft>
                          <a:spcPct val="0"/>
                        </a:spcAft>
                        <a:defRPr>
                          <a:solidFill>
                            <a:schemeClr val="tx1"/>
                          </a:solidFill>
                          <a:latin typeface="Arial" pitchFamily="34" charset="0"/>
                        </a:defRPr>
                      </a:lvl8pPr>
                      <a:lvl9pPr marL="3886200" indent="-228600" fontAlgn="base">
                        <a:spcBef>
                          <a:spcPct val="20000"/>
                        </a:spcBef>
                        <a:spcAft>
                          <a:spcPct val="0"/>
                        </a:spcAft>
                        <a:defRPr>
                          <a:solidFill>
                            <a:schemeClr val="tx1"/>
                          </a:solidFill>
                          <a:latin typeface="Arial"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2005004</a:t>
                      </a: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960EE"/>
                    </a:solidFill>
                  </a:tcPr>
                </a:tc>
                <a:tc>
                  <a:txBody>
                    <a:bodyPr/>
                    <a:lstStyle>
                      <a:lvl1pPr marL="342900" indent="-342900" algn="l">
                        <a:spcBef>
                          <a:spcPct val="20000"/>
                        </a:spcBef>
                        <a:buClr>
                          <a:schemeClr val="hlink"/>
                        </a:buClr>
                        <a:buFont typeface="Wingdings" pitchFamily="2" charset="2"/>
                        <a:defRPr sz="2400">
                          <a:solidFill>
                            <a:schemeClr val="tx1"/>
                          </a:solidFill>
                          <a:latin typeface="Arial" pitchFamily="34" charset="0"/>
                        </a:defRPr>
                      </a:lvl1pPr>
                      <a:lvl2pPr marL="742950" indent="-285750" algn="l">
                        <a:spcBef>
                          <a:spcPct val="20000"/>
                        </a:spcBef>
                        <a:buClr>
                          <a:schemeClr val="accent1"/>
                        </a:buClr>
                        <a:buFont typeface="Wingdings" pitchFamily="2" charset="2"/>
                        <a:defRPr sz="2000">
                          <a:solidFill>
                            <a:schemeClr val="tx1"/>
                          </a:solidFill>
                          <a:latin typeface="Arial" pitchFamily="34" charset="0"/>
                        </a:defRPr>
                      </a:lvl2pPr>
                      <a:lvl3pPr marL="1143000" indent="-228600" algn="l">
                        <a:spcBef>
                          <a:spcPct val="20000"/>
                        </a:spcBef>
                        <a:buClr>
                          <a:schemeClr val="tx1"/>
                        </a:buClr>
                        <a:defRPr sz="2000">
                          <a:solidFill>
                            <a:schemeClr val="tx1"/>
                          </a:solidFill>
                          <a:latin typeface="Arial" pitchFamily="34" charset="0"/>
                        </a:defRPr>
                      </a:lvl3pPr>
                      <a:lvl4pPr marL="1600200" indent="-228600" algn="l">
                        <a:spcBef>
                          <a:spcPct val="20000"/>
                        </a:spcBef>
                        <a:defRPr>
                          <a:solidFill>
                            <a:schemeClr val="tx1"/>
                          </a:solidFill>
                          <a:latin typeface="Arial" pitchFamily="34" charset="0"/>
                        </a:defRPr>
                      </a:lvl4pPr>
                      <a:lvl5pPr marL="2057400" indent="-228600" algn="l">
                        <a:spcBef>
                          <a:spcPct val="20000"/>
                        </a:spcBef>
                        <a:defRPr>
                          <a:solidFill>
                            <a:schemeClr val="tx1"/>
                          </a:solidFill>
                          <a:latin typeface="Arial" pitchFamily="34" charset="0"/>
                        </a:defRPr>
                      </a:lvl5pPr>
                      <a:lvl6pPr marL="2514600" indent="-228600" fontAlgn="base">
                        <a:spcBef>
                          <a:spcPct val="20000"/>
                        </a:spcBef>
                        <a:spcAft>
                          <a:spcPct val="0"/>
                        </a:spcAft>
                        <a:defRPr>
                          <a:solidFill>
                            <a:schemeClr val="tx1"/>
                          </a:solidFill>
                          <a:latin typeface="Arial" pitchFamily="34" charset="0"/>
                        </a:defRPr>
                      </a:lvl6pPr>
                      <a:lvl7pPr marL="2971800" indent="-228600" fontAlgn="base">
                        <a:spcBef>
                          <a:spcPct val="20000"/>
                        </a:spcBef>
                        <a:spcAft>
                          <a:spcPct val="0"/>
                        </a:spcAft>
                        <a:defRPr>
                          <a:solidFill>
                            <a:schemeClr val="tx1"/>
                          </a:solidFill>
                          <a:latin typeface="Arial" pitchFamily="34" charset="0"/>
                        </a:defRPr>
                      </a:lvl7pPr>
                      <a:lvl8pPr marL="3429000" indent="-228600" fontAlgn="base">
                        <a:spcBef>
                          <a:spcPct val="20000"/>
                        </a:spcBef>
                        <a:spcAft>
                          <a:spcPct val="0"/>
                        </a:spcAft>
                        <a:defRPr>
                          <a:solidFill>
                            <a:schemeClr val="tx1"/>
                          </a:solidFill>
                          <a:latin typeface="Arial" pitchFamily="34" charset="0"/>
                        </a:defRPr>
                      </a:lvl8pPr>
                      <a:lvl9pPr marL="3886200" indent="-228600" fontAlgn="base">
                        <a:spcBef>
                          <a:spcPct val="20000"/>
                        </a:spcBef>
                        <a:spcAft>
                          <a:spcPct val="0"/>
                        </a:spcAft>
                        <a:defRPr>
                          <a:solidFill>
                            <a:schemeClr val="tx1"/>
                          </a:solidFill>
                          <a:latin typeface="Arial"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rPr>
                        <a:t>王小明</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960EE"/>
                    </a:solidFill>
                  </a:tcPr>
                </a:tc>
                <a:tc>
                  <a:txBody>
                    <a:bodyPr/>
                    <a:lstStyle>
                      <a:lvl1pPr marL="342900" indent="-342900" algn="l">
                        <a:spcBef>
                          <a:spcPct val="20000"/>
                        </a:spcBef>
                        <a:buClr>
                          <a:schemeClr val="hlink"/>
                        </a:buClr>
                        <a:buFont typeface="Wingdings" pitchFamily="2" charset="2"/>
                        <a:defRPr sz="2400">
                          <a:solidFill>
                            <a:schemeClr val="tx1"/>
                          </a:solidFill>
                          <a:latin typeface="Arial" pitchFamily="34" charset="0"/>
                        </a:defRPr>
                      </a:lvl1pPr>
                      <a:lvl2pPr marL="742950" indent="-285750" algn="l">
                        <a:spcBef>
                          <a:spcPct val="20000"/>
                        </a:spcBef>
                        <a:buClr>
                          <a:schemeClr val="accent1"/>
                        </a:buClr>
                        <a:buFont typeface="Wingdings" pitchFamily="2" charset="2"/>
                        <a:defRPr sz="2000">
                          <a:solidFill>
                            <a:schemeClr val="tx1"/>
                          </a:solidFill>
                          <a:latin typeface="Arial" pitchFamily="34" charset="0"/>
                        </a:defRPr>
                      </a:lvl2pPr>
                      <a:lvl3pPr marL="1143000" indent="-228600" algn="l">
                        <a:spcBef>
                          <a:spcPct val="20000"/>
                        </a:spcBef>
                        <a:buClr>
                          <a:schemeClr val="tx1"/>
                        </a:buClr>
                        <a:defRPr sz="2000">
                          <a:solidFill>
                            <a:schemeClr val="tx1"/>
                          </a:solidFill>
                          <a:latin typeface="Arial" pitchFamily="34" charset="0"/>
                        </a:defRPr>
                      </a:lvl3pPr>
                      <a:lvl4pPr marL="1600200" indent="-228600" algn="l">
                        <a:spcBef>
                          <a:spcPct val="20000"/>
                        </a:spcBef>
                        <a:defRPr>
                          <a:solidFill>
                            <a:schemeClr val="tx1"/>
                          </a:solidFill>
                          <a:latin typeface="Arial" pitchFamily="34" charset="0"/>
                        </a:defRPr>
                      </a:lvl4pPr>
                      <a:lvl5pPr marL="2057400" indent="-228600" algn="l">
                        <a:spcBef>
                          <a:spcPct val="20000"/>
                        </a:spcBef>
                        <a:defRPr>
                          <a:solidFill>
                            <a:schemeClr val="tx1"/>
                          </a:solidFill>
                          <a:latin typeface="Arial" pitchFamily="34" charset="0"/>
                        </a:defRPr>
                      </a:lvl5pPr>
                      <a:lvl6pPr marL="2514600" indent="-228600" fontAlgn="base">
                        <a:spcBef>
                          <a:spcPct val="20000"/>
                        </a:spcBef>
                        <a:spcAft>
                          <a:spcPct val="0"/>
                        </a:spcAft>
                        <a:defRPr>
                          <a:solidFill>
                            <a:schemeClr val="tx1"/>
                          </a:solidFill>
                          <a:latin typeface="Arial" pitchFamily="34" charset="0"/>
                        </a:defRPr>
                      </a:lvl6pPr>
                      <a:lvl7pPr marL="2971800" indent="-228600" fontAlgn="base">
                        <a:spcBef>
                          <a:spcPct val="20000"/>
                        </a:spcBef>
                        <a:spcAft>
                          <a:spcPct val="0"/>
                        </a:spcAft>
                        <a:defRPr>
                          <a:solidFill>
                            <a:schemeClr val="tx1"/>
                          </a:solidFill>
                          <a:latin typeface="Arial" pitchFamily="34" charset="0"/>
                        </a:defRPr>
                      </a:lvl7pPr>
                      <a:lvl8pPr marL="3429000" indent="-228600" fontAlgn="base">
                        <a:spcBef>
                          <a:spcPct val="20000"/>
                        </a:spcBef>
                        <a:spcAft>
                          <a:spcPct val="0"/>
                        </a:spcAft>
                        <a:defRPr>
                          <a:solidFill>
                            <a:schemeClr val="tx1"/>
                          </a:solidFill>
                          <a:latin typeface="Arial" pitchFamily="34" charset="0"/>
                        </a:defRPr>
                      </a:lvl8pPr>
                      <a:lvl9pPr marL="3886200" indent="-228600" fontAlgn="base">
                        <a:spcBef>
                          <a:spcPct val="20000"/>
                        </a:spcBef>
                        <a:spcAft>
                          <a:spcPct val="0"/>
                        </a:spcAft>
                        <a:defRPr>
                          <a:solidFill>
                            <a:schemeClr val="tx1"/>
                          </a:solidFill>
                          <a:latin typeface="Arial"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19</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marL="342900" indent="-342900" algn="l">
                        <a:spcBef>
                          <a:spcPct val="20000"/>
                        </a:spcBef>
                        <a:buClr>
                          <a:schemeClr val="hlink"/>
                        </a:buClr>
                        <a:buFont typeface="Wingdings" pitchFamily="2" charset="2"/>
                        <a:defRPr sz="2400">
                          <a:solidFill>
                            <a:schemeClr val="tx1"/>
                          </a:solidFill>
                          <a:latin typeface="Arial" pitchFamily="34" charset="0"/>
                        </a:defRPr>
                      </a:lvl1pPr>
                      <a:lvl2pPr marL="742950" indent="-285750" algn="l">
                        <a:spcBef>
                          <a:spcPct val="20000"/>
                        </a:spcBef>
                        <a:buClr>
                          <a:schemeClr val="accent1"/>
                        </a:buClr>
                        <a:buFont typeface="Wingdings" pitchFamily="2" charset="2"/>
                        <a:defRPr sz="2000">
                          <a:solidFill>
                            <a:schemeClr val="tx1"/>
                          </a:solidFill>
                          <a:latin typeface="Arial" pitchFamily="34" charset="0"/>
                        </a:defRPr>
                      </a:lvl2pPr>
                      <a:lvl3pPr marL="1143000" indent="-228600" algn="l">
                        <a:spcBef>
                          <a:spcPct val="20000"/>
                        </a:spcBef>
                        <a:buClr>
                          <a:schemeClr val="tx1"/>
                        </a:buClr>
                        <a:defRPr sz="2000">
                          <a:solidFill>
                            <a:schemeClr val="tx1"/>
                          </a:solidFill>
                          <a:latin typeface="Arial" pitchFamily="34" charset="0"/>
                        </a:defRPr>
                      </a:lvl3pPr>
                      <a:lvl4pPr marL="1600200" indent="-228600" algn="l">
                        <a:spcBef>
                          <a:spcPct val="20000"/>
                        </a:spcBef>
                        <a:defRPr>
                          <a:solidFill>
                            <a:schemeClr val="tx1"/>
                          </a:solidFill>
                          <a:latin typeface="Arial" pitchFamily="34" charset="0"/>
                        </a:defRPr>
                      </a:lvl4pPr>
                      <a:lvl5pPr marL="2057400" indent="-228600" algn="l">
                        <a:spcBef>
                          <a:spcPct val="20000"/>
                        </a:spcBef>
                        <a:defRPr>
                          <a:solidFill>
                            <a:schemeClr val="tx1"/>
                          </a:solidFill>
                          <a:latin typeface="Arial" pitchFamily="34" charset="0"/>
                        </a:defRPr>
                      </a:lvl5pPr>
                      <a:lvl6pPr marL="2514600" indent="-228600" fontAlgn="base">
                        <a:spcBef>
                          <a:spcPct val="20000"/>
                        </a:spcBef>
                        <a:spcAft>
                          <a:spcPct val="0"/>
                        </a:spcAft>
                        <a:defRPr>
                          <a:solidFill>
                            <a:schemeClr val="tx1"/>
                          </a:solidFill>
                          <a:latin typeface="Arial" pitchFamily="34" charset="0"/>
                        </a:defRPr>
                      </a:lvl6pPr>
                      <a:lvl7pPr marL="2971800" indent="-228600" fontAlgn="base">
                        <a:spcBef>
                          <a:spcPct val="20000"/>
                        </a:spcBef>
                        <a:spcAft>
                          <a:spcPct val="0"/>
                        </a:spcAft>
                        <a:defRPr>
                          <a:solidFill>
                            <a:schemeClr val="tx1"/>
                          </a:solidFill>
                          <a:latin typeface="Arial" pitchFamily="34" charset="0"/>
                        </a:defRPr>
                      </a:lvl7pPr>
                      <a:lvl8pPr marL="3429000" indent="-228600" fontAlgn="base">
                        <a:spcBef>
                          <a:spcPct val="20000"/>
                        </a:spcBef>
                        <a:spcAft>
                          <a:spcPct val="0"/>
                        </a:spcAft>
                        <a:defRPr>
                          <a:solidFill>
                            <a:schemeClr val="tx1"/>
                          </a:solidFill>
                          <a:latin typeface="Arial" pitchFamily="34" charset="0"/>
                        </a:defRPr>
                      </a:lvl8pPr>
                      <a:lvl9pPr marL="3886200" indent="-228600" fontAlgn="base">
                        <a:spcBef>
                          <a:spcPct val="20000"/>
                        </a:spcBef>
                        <a:spcAft>
                          <a:spcPct val="0"/>
                        </a:spcAft>
                        <a:defRPr>
                          <a:solidFill>
                            <a:schemeClr val="tx1"/>
                          </a:solidFill>
                          <a:latin typeface="Arial"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rPr>
                        <a:t>女</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960EE"/>
                    </a:solidFill>
                  </a:tcPr>
                </a:tc>
                <a:tc>
                  <a:txBody>
                    <a:bodyPr/>
                    <a:lstStyle>
                      <a:lvl1pPr marL="342900" indent="-342900" algn="l">
                        <a:spcBef>
                          <a:spcPct val="20000"/>
                        </a:spcBef>
                        <a:buClr>
                          <a:schemeClr val="hlink"/>
                        </a:buClr>
                        <a:buFont typeface="Wingdings" pitchFamily="2" charset="2"/>
                        <a:defRPr sz="2400">
                          <a:solidFill>
                            <a:schemeClr val="tx1"/>
                          </a:solidFill>
                          <a:latin typeface="Arial" pitchFamily="34" charset="0"/>
                        </a:defRPr>
                      </a:lvl1pPr>
                      <a:lvl2pPr marL="742950" indent="-285750" algn="l">
                        <a:spcBef>
                          <a:spcPct val="20000"/>
                        </a:spcBef>
                        <a:buClr>
                          <a:schemeClr val="accent1"/>
                        </a:buClr>
                        <a:buFont typeface="Wingdings" pitchFamily="2" charset="2"/>
                        <a:defRPr sz="2000">
                          <a:solidFill>
                            <a:schemeClr val="tx1"/>
                          </a:solidFill>
                          <a:latin typeface="Arial" pitchFamily="34" charset="0"/>
                        </a:defRPr>
                      </a:lvl2pPr>
                      <a:lvl3pPr marL="1143000" indent="-228600" algn="l">
                        <a:spcBef>
                          <a:spcPct val="20000"/>
                        </a:spcBef>
                        <a:buClr>
                          <a:schemeClr val="tx1"/>
                        </a:buClr>
                        <a:defRPr sz="2000">
                          <a:solidFill>
                            <a:schemeClr val="tx1"/>
                          </a:solidFill>
                          <a:latin typeface="Arial" pitchFamily="34" charset="0"/>
                        </a:defRPr>
                      </a:lvl3pPr>
                      <a:lvl4pPr marL="1600200" indent="-228600" algn="l">
                        <a:spcBef>
                          <a:spcPct val="20000"/>
                        </a:spcBef>
                        <a:defRPr>
                          <a:solidFill>
                            <a:schemeClr val="tx1"/>
                          </a:solidFill>
                          <a:latin typeface="Arial" pitchFamily="34" charset="0"/>
                        </a:defRPr>
                      </a:lvl4pPr>
                      <a:lvl5pPr marL="2057400" indent="-228600" algn="l">
                        <a:spcBef>
                          <a:spcPct val="20000"/>
                        </a:spcBef>
                        <a:defRPr>
                          <a:solidFill>
                            <a:schemeClr val="tx1"/>
                          </a:solidFill>
                          <a:latin typeface="Arial" pitchFamily="34" charset="0"/>
                        </a:defRPr>
                      </a:lvl5pPr>
                      <a:lvl6pPr marL="2514600" indent="-228600" fontAlgn="base">
                        <a:spcBef>
                          <a:spcPct val="20000"/>
                        </a:spcBef>
                        <a:spcAft>
                          <a:spcPct val="0"/>
                        </a:spcAft>
                        <a:defRPr>
                          <a:solidFill>
                            <a:schemeClr val="tx1"/>
                          </a:solidFill>
                          <a:latin typeface="Arial" pitchFamily="34" charset="0"/>
                        </a:defRPr>
                      </a:lvl6pPr>
                      <a:lvl7pPr marL="2971800" indent="-228600" fontAlgn="base">
                        <a:spcBef>
                          <a:spcPct val="20000"/>
                        </a:spcBef>
                        <a:spcAft>
                          <a:spcPct val="0"/>
                        </a:spcAft>
                        <a:defRPr>
                          <a:solidFill>
                            <a:schemeClr val="tx1"/>
                          </a:solidFill>
                          <a:latin typeface="Arial" pitchFamily="34" charset="0"/>
                        </a:defRPr>
                      </a:lvl7pPr>
                      <a:lvl8pPr marL="3429000" indent="-228600" fontAlgn="base">
                        <a:spcBef>
                          <a:spcPct val="20000"/>
                        </a:spcBef>
                        <a:spcAft>
                          <a:spcPct val="0"/>
                        </a:spcAft>
                        <a:defRPr>
                          <a:solidFill>
                            <a:schemeClr val="tx1"/>
                          </a:solidFill>
                          <a:latin typeface="Arial" pitchFamily="34" charset="0"/>
                        </a:defRPr>
                      </a:lvl8pPr>
                      <a:lvl9pPr marL="3886200" indent="-228600" fontAlgn="base">
                        <a:spcBef>
                          <a:spcPct val="20000"/>
                        </a:spcBef>
                        <a:spcAft>
                          <a:spcPct val="0"/>
                        </a:spcAft>
                        <a:defRPr>
                          <a:solidFill>
                            <a:schemeClr val="tx1"/>
                          </a:solidFill>
                          <a:latin typeface="Arial"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rPr>
                        <a:t>社会学</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960EE"/>
                    </a:solidFill>
                  </a:tcPr>
                </a:tc>
                <a:tc>
                  <a:txBody>
                    <a:bodyPr/>
                    <a:lstStyle>
                      <a:lvl1pPr marL="342900" indent="-342900" algn="l">
                        <a:spcBef>
                          <a:spcPct val="20000"/>
                        </a:spcBef>
                        <a:buClr>
                          <a:schemeClr val="hlink"/>
                        </a:buClr>
                        <a:buFont typeface="Wingdings" pitchFamily="2" charset="2"/>
                        <a:defRPr sz="2400">
                          <a:solidFill>
                            <a:schemeClr val="tx1"/>
                          </a:solidFill>
                          <a:latin typeface="Arial" pitchFamily="34" charset="0"/>
                        </a:defRPr>
                      </a:lvl1pPr>
                      <a:lvl2pPr marL="742950" indent="-285750" algn="l">
                        <a:spcBef>
                          <a:spcPct val="20000"/>
                        </a:spcBef>
                        <a:buClr>
                          <a:schemeClr val="accent1"/>
                        </a:buClr>
                        <a:buFont typeface="Wingdings" pitchFamily="2" charset="2"/>
                        <a:defRPr sz="2000">
                          <a:solidFill>
                            <a:schemeClr val="tx1"/>
                          </a:solidFill>
                          <a:latin typeface="Arial" pitchFamily="34" charset="0"/>
                        </a:defRPr>
                      </a:lvl2pPr>
                      <a:lvl3pPr marL="1143000" indent="-228600" algn="l">
                        <a:spcBef>
                          <a:spcPct val="20000"/>
                        </a:spcBef>
                        <a:buClr>
                          <a:schemeClr val="tx1"/>
                        </a:buClr>
                        <a:defRPr sz="2000">
                          <a:solidFill>
                            <a:schemeClr val="tx1"/>
                          </a:solidFill>
                          <a:latin typeface="Arial" pitchFamily="34" charset="0"/>
                        </a:defRPr>
                      </a:lvl3pPr>
                      <a:lvl4pPr marL="1600200" indent="-228600" algn="l">
                        <a:spcBef>
                          <a:spcPct val="20000"/>
                        </a:spcBef>
                        <a:defRPr>
                          <a:solidFill>
                            <a:schemeClr val="tx1"/>
                          </a:solidFill>
                          <a:latin typeface="Arial" pitchFamily="34" charset="0"/>
                        </a:defRPr>
                      </a:lvl4pPr>
                      <a:lvl5pPr marL="2057400" indent="-228600" algn="l">
                        <a:spcBef>
                          <a:spcPct val="20000"/>
                        </a:spcBef>
                        <a:defRPr>
                          <a:solidFill>
                            <a:schemeClr val="tx1"/>
                          </a:solidFill>
                          <a:latin typeface="Arial" pitchFamily="34" charset="0"/>
                        </a:defRPr>
                      </a:lvl5pPr>
                      <a:lvl6pPr marL="2514600" indent="-228600" fontAlgn="base">
                        <a:spcBef>
                          <a:spcPct val="20000"/>
                        </a:spcBef>
                        <a:spcAft>
                          <a:spcPct val="0"/>
                        </a:spcAft>
                        <a:defRPr>
                          <a:solidFill>
                            <a:schemeClr val="tx1"/>
                          </a:solidFill>
                          <a:latin typeface="Arial" pitchFamily="34" charset="0"/>
                        </a:defRPr>
                      </a:lvl6pPr>
                      <a:lvl7pPr marL="2971800" indent="-228600" fontAlgn="base">
                        <a:spcBef>
                          <a:spcPct val="20000"/>
                        </a:spcBef>
                        <a:spcAft>
                          <a:spcPct val="0"/>
                        </a:spcAft>
                        <a:defRPr>
                          <a:solidFill>
                            <a:schemeClr val="tx1"/>
                          </a:solidFill>
                          <a:latin typeface="Arial" pitchFamily="34" charset="0"/>
                        </a:defRPr>
                      </a:lvl7pPr>
                      <a:lvl8pPr marL="3429000" indent="-228600" fontAlgn="base">
                        <a:spcBef>
                          <a:spcPct val="20000"/>
                        </a:spcBef>
                        <a:spcAft>
                          <a:spcPct val="0"/>
                        </a:spcAft>
                        <a:defRPr>
                          <a:solidFill>
                            <a:schemeClr val="tx1"/>
                          </a:solidFill>
                          <a:latin typeface="Arial" pitchFamily="34" charset="0"/>
                        </a:defRPr>
                      </a:lvl8pPr>
                      <a:lvl9pPr marL="3886200" indent="-228600" fontAlgn="base">
                        <a:spcBef>
                          <a:spcPct val="20000"/>
                        </a:spcBef>
                        <a:spcAft>
                          <a:spcPct val="0"/>
                        </a:spcAft>
                        <a:defRPr>
                          <a:solidFill>
                            <a:schemeClr val="tx1"/>
                          </a:solidFill>
                          <a:latin typeface="Arial"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2005</a:t>
                      </a:r>
                    </a:p>
                  </a:txBody>
                  <a:tcP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960EE"/>
                    </a:solidFill>
                  </a:tcPr>
                </a:tc>
                <a:extLst>
                  <a:ext uri="{0D108BD9-81ED-4DB2-BD59-A6C34878D82A}">
                    <a16:rowId xmlns:a16="http://schemas.microsoft.com/office/drawing/2014/main" val="10001"/>
                  </a:ext>
                </a:extLst>
              </a:tr>
              <a:tr h="506413">
                <a:tc>
                  <a:txBody>
                    <a:bodyPr/>
                    <a:lstStyle>
                      <a:lvl1pPr marL="342900" indent="-342900" algn="l">
                        <a:spcBef>
                          <a:spcPct val="20000"/>
                        </a:spcBef>
                        <a:buClr>
                          <a:schemeClr val="hlink"/>
                        </a:buClr>
                        <a:buFont typeface="Wingdings" pitchFamily="2" charset="2"/>
                        <a:defRPr sz="2400">
                          <a:solidFill>
                            <a:schemeClr val="tx1"/>
                          </a:solidFill>
                          <a:latin typeface="Arial" pitchFamily="34" charset="0"/>
                        </a:defRPr>
                      </a:lvl1pPr>
                      <a:lvl2pPr marL="742950" indent="-285750" algn="l">
                        <a:spcBef>
                          <a:spcPct val="20000"/>
                        </a:spcBef>
                        <a:buClr>
                          <a:schemeClr val="accent1"/>
                        </a:buClr>
                        <a:buFont typeface="Wingdings" pitchFamily="2" charset="2"/>
                        <a:defRPr sz="2000">
                          <a:solidFill>
                            <a:schemeClr val="tx1"/>
                          </a:solidFill>
                          <a:latin typeface="Arial" pitchFamily="34" charset="0"/>
                        </a:defRPr>
                      </a:lvl2pPr>
                      <a:lvl3pPr marL="1143000" indent="-228600" algn="l">
                        <a:spcBef>
                          <a:spcPct val="20000"/>
                        </a:spcBef>
                        <a:buClr>
                          <a:schemeClr val="tx1"/>
                        </a:buClr>
                        <a:defRPr sz="2000">
                          <a:solidFill>
                            <a:schemeClr val="tx1"/>
                          </a:solidFill>
                          <a:latin typeface="Arial" pitchFamily="34" charset="0"/>
                        </a:defRPr>
                      </a:lvl3pPr>
                      <a:lvl4pPr marL="1600200" indent="-228600" algn="l">
                        <a:spcBef>
                          <a:spcPct val="20000"/>
                        </a:spcBef>
                        <a:defRPr>
                          <a:solidFill>
                            <a:schemeClr val="tx1"/>
                          </a:solidFill>
                          <a:latin typeface="Arial" pitchFamily="34" charset="0"/>
                        </a:defRPr>
                      </a:lvl4pPr>
                      <a:lvl5pPr marL="2057400" indent="-228600" algn="l">
                        <a:spcBef>
                          <a:spcPct val="20000"/>
                        </a:spcBef>
                        <a:defRPr>
                          <a:solidFill>
                            <a:schemeClr val="tx1"/>
                          </a:solidFill>
                          <a:latin typeface="Arial" pitchFamily="34" charset="0"/>
                        </a:defRPr>
                      </a:lvl5pPr>
                      <a:lvl6pPr marL="2514600" indent="-228600" fontAlgn="base">
                        <a:spcBef>
                          <a:spcPct val="20000"/>
                        </a:spcBef>
                        <a:spcAft>
                          <a:spcPct val="0"/>
                        </a:spcAft>
                        <a:defRPr>
                          <a:solidFill>
                            <a:schemeClr val="tx1"/>
                          </a:solidFill>
                          <a:latin typeface="Arial" pitchFamily="34" charset="0"/>
                        </a:defRPr>
                      </a:lvl6pPr>
                      <a:lvl7pPr marL="2971800" indent="-228600" fontAlgn="base">
                        <a:spcBef>
                          <a:spcPct val="20000"/>
                        </a:spcBef>
                        <a:spcAft>
                          <a:spcPct val="0"/>
                        </a:spcAft>
                        <a:defRPr>
                          <a:solidFill>
                            <a:schemeClr val="tx1"/>
                          </a:solidFill>
                          <a:latin typeface="Arial" pitchFamily="34" charset="0"/>
                        </a:defRPr>
                      </a:lvl7pPr>
                      <a:lvl8pPr marL="3429000" indent="-228600" fontAlgn="base">
                        <a:spcBef>
                          <a:spcPct val="20000"/>
                        </a:spcBef>
                        <a:spcAft>
                          <a:spcPct val="0"/>
                        </a:spcAft>
                        <a:defRPr>
                          <a:solidFill>
                            <a:schemeClr val="tx1"/>
                          </a:solidFill>
                          <a:latin typeface="Arial" pitchFamily="34" charset="0"/>
                        </a:defRPr>
                      </a:lvl8pPr>
                      <a:lvl9pPr marL="3886200" indent="-228600" fontAlgn="base">
                        <a:spcBef>
                          <a:spcPct val="20000"/>
                        </a:spcBef>
                        <a:spcAft>
                          <a:spcPct val="0"/>
                        </a:spcAft>
                        <a:defRPr>
                          <a:solidFill>
                            <a:schemeClr val="tx1"/>
                          </a:solidFill>
                          <a:latin typeface="Arial"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2005006</a:t>
                      </a: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lvl1pPr marL="342900" indent="-342900" algn="l">
                        <a:spcBef>
                          <a:spcPct val="20000"/>
                        </a:spcBef>
                        <a:buClr>
                          <a:schemeClr val="hlink"/>
                        </a:buClr>
                        <a:buFont typeface="Wingdings" pitchFamily="2" charset="2"/>
                        <a:defRPr sz="2400">
                          <a:solidFill>
                            <a:schemeClr val="tx1"/>
                          </a:solidFill>
                          <a:latin typeface="Arial" pitchFamily="34" charset="0"/>
                        </a:defRPr>
                      </a:lvl1pPr>
                      <a:lvl2pPr marL="742950" indent="-285750" algn="l">
                        <a:spcBef>
                          <a:spcPct val="20000"/>
                        </a:spcBef>
                        <a:buClr>
                          <a:schemeClr val="accent1"/>
                        </a:buClr>
                        <a:buFont typeface="Wingdings" pitchFamily="2" charset="2"/>
                        <a:defRPr sz="2000">
                          <a:solidFill>
                            <a:schemeClr val="tx1"/>
                          </a:solidFill>
                          <a:latin typeface="Arial" pitchFamily="34" charset="0"/>
                        </a:defRPr>
                      </a:lvl2pPr>
                      <a:lvl3pPr marL="1143000" indent="-228600" algn="l">
                        <a:spcBef>
                          <a:spcPct val="20000"/>
                        </a:spcBef>
                        <a:buClr>
                          <a:schemeClr val="tx1"/>
                        </a:buClr>
                        <a:defRPr sz="2000">
                          <a:solidFill>
                            <a:schemeClr val="tx1"/>
                          </a:solidFill>
                          <a:latin typeface="Arial" pitchFamily="34" charset="0"/>
                        </a:defRPr>
                      </a:lvl3pPr>
                      <a:lvl4pPr marL="1600200" indent="-228600" algn="l">
                        <a:spcBef>
                          <a:spcPct val="20000"/>
                        </a:spcBef>
                        <a:defRPr>
                          <a:solidFill>
                            <a:schemeClr val="tx1"/>
                          </a:solidFill>
                          <a:latin typeface="Arial" pitchFamily="34" charset="0"/>
                        </a:defRPr>
                      </a:lvl4pPr>
                      <a:lvl5pPr marL="2057400" indent="-228600" algn="l">
                        <a:spcBef>
                          <a:spcPct val="20000"/>
                        </a:spcBef>
                        <a:defRPr>
                          <a:solidFill>
                            <a:schemeClr val="tx1"/>
                          </a:solidFill>
                          <a:latin typeface="Arial" pitchFamily="34" charset="0"/>
                        </a:defRPr>
                      </a:lvl5pPr>
                      <a:lvl6pPr marL="2514600" indent="-228600" fontAlgn="base">
                        <a:spcBef>
                          <a:spcPct val="20000"/>
                        </a:spcBef>
                        <a:spcAft>
                          <a:spcPct val="0"/>
                        </a:spcAft>
                        <a:defRPr>
                          <a:solidFill>
                            <a:schemeClr val="tx1"/>
                          </a:solidFill>
                          <a:latin typeface="Arial" pitchFamily="34" charset="0"/>
                        </a:defRPr>
                      </a:lvl6pPr>
                      <a:lvl7pPr marL="2971800" indent="-228600" fontAlgn="base">
                        <a:spcBef>
                          <a:spcPct val="20000"/>
                        </a:spcBef>
                        <a:spcAft>
                          <a:spcPct val="0"/>
                        </a:spcAft>
                        <a:defRPr>
                          <a:solidFill>
                            <a:schemeClr val="tx1"/>
                          </a:solidFill>
                          <a:latin typeface="Arial" pitchFamily="34" charset="0"/>
                        </a:defRPr>
                      </a:lvl7pPr>
                      <a:lvl8pPr marL="3429000" indent="-228600" fontAlgn="base">
                        <a:spcBef>
                          <a:spcPct val="20000"/>
                        </a:spcBef>
                        <a:spcAft>
                          <a:spcPct val="0"/>
                        </a:spcAft>
                        <a:defRPr>
                          <a:solidFill>
                            <a:schemeClr val="tx1"/>
                          </a:solidFill>
                          <a:latin typeface="Arial" pitchFamily="34" charset="0"/>
                        </a:defRPr>
                      </a:lvl8pPr>
                      <a:lvl9pPr marL="3886200" indent="-228600" fontAlgn="base">
                        <a:spcBef>
                          <a:spcPct val="20000"/>
                        </a:spcBef>
                        <a:spcAft>
                          <a:spcPct val="0"/>
                        </a:spcAft>
                        <a:defRPr>
                          <a:solidFill>
                            <a:schemeClr val="tx1"/>
                          </a:solidFill>
                          <a:latin typeface="Arial"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rPr>
                        <a:t>黄大鹏</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itchFamily="2" charset="2"/>
                        <a:defRPr sz="2400">
                          <a:solidFill>
                            <a:schemeClr val="tx1"/>
                          </a:solidFill>
                          <a:latin typeface="Arial" pitchFamily="34" charset="0"/>
                        </a:defRPr>
                      </a:lvl1pPr>
                      <a:lvl2pPr marL="742950" indent="-285750" algn="l">
                        <a:spcBef>
                          <a:spcPct val="20000"/>
                        </a:spcBef>
                        <a:buClr>
                          <a:schemeClr val="accent1"/>
                        </a:buClr>
                        <a:buFont typeface="Wingdings" pitchFamily="2" charset="2"/>
                        <a:defRPr sz="2000">
                          <a:solidFill>
                            <a:schemeClr val="tx1"/>
                          </a:solidFill>
                          <a:latin typeface="Arial" pitchFamily="34" charset="0"/>
                        </a:defRPr>
                      </a:lvl2pPr>
                      <a:lvl3pPr marL="1143000" indent="-228600" algn="l">
                        <a:spcBef>
                          <a:spcPct val="20000"/>
                        </a:spcBef>
                        <a:buClr>
                          <a:schemeClr val="tx1"/>
                        </a:buClr>
                        <a:defRPr sz="2000">
                          <a:solidFill>
                            <a:schemeClr val="tx1"/>
                          </a:solidFill>
                          <a:latin typeface="Arial" pitchFamily="34" charset="0"/>
                        </a:defRPr>
                      </a:lvl3pPr>
                      <a:lvl4pPr marL="1600200" indent="-228600" algn="l">
                        <a:spcBef>
                          <a:spcPct val="20000"/>
                        </a:spcBef>
                        <a:defRPr>
                          <a:solidFill>
                            <a:schemeClr val="tx1"/>
                          </a:solidFill>
                          <a:latin typeface="Arial" pitchFamily="34" charset="0"/>
                        </a:defRPr>
                      </a:lvl4pPr>
                      <a:lvl5pPr marL="2057400" indent="-228600" algn="l">
                        <a:spcBef>
                          <a:spcPct val="20000"/>
                        </a:spcBef>
                        <a:defRPr>
                          <a:solidFill>
                            <a:schemeClr val="tx1"/>
                          </a:solidFill>
                          <a:latin typeface="Arial" pitchFamily="34" charset="0"/>
                        </a:defRPr>
                      </a:lvl5pPr>
                      <a:lvl6pPr marL="2514600" indent="-228600" fontAlgn="base">
                        <a:spcBef>
                          <a:spcPct val="20000"/>
                        </a:spcBef>
                        <a:spcAft>
                          <a:spcPct val="0"/>
                        </a:spcAft>
                        <a:defRPr>
                          <a:solidFill>
                            <a:schemeClr val="tx1"/>
                          </a:solidFill>
                          <a:latin typeface="Arial" pitchFamily="34" charset="0"/>
                        </a:defRPr>
                      </a:lvl6pPr>
                      <a:lvl7pPr marL="2971800" indent="-228600" fontAlgn="base">
                        <a:spcBef>
                          <a:spcPct val="20000"/>
                        </a:spcBef>
                        <a:spcAft>
                          <a:spcPct val="0"/>
                        </a:spcAft>
                        <a:defRPr>
                          <a:solidFill>
                            <a:schemeClr val="tx1"/>
                          </a:solidFill>
                          <a:latin typeface="Arial" pitchFamily="34" charset="0"/>
                        </a:defRPr>
                      </a:lvl7pPr>
                      <a:lvl8pPr marL="3429000" indent="-228600" fontAlgn="base">
                        <a:spcBef>
                          <a:spcPct val="20000"/>
                        </a:spcBef>
                        <a:spcAft>
                          <a:spcPct val="0"/>
                        </a:spcAft>
                        <a:defRPr>
                          <a:solidFill>
                            <a:schemeClr val="tx1"/>
                          </a:solidFill>
                          <a:latin typeface="Arial" pitchFamily="34" charset="0"/>
                        </a:defRPr>
                      </a:lvl8pPr>
                      <a:lvl9pPr marL="3886200" indent="-228600" fontAlgn="base">
                        <a:spcBef>
                          <a:spcPct val="20000"/>
                        </a:spcBef>
                        <a:spcAft>
                          <a:spcPct val="0"/>
                        </a:spcAft>
                        <a:defRPr>
                          <a:solidFill>
                            <a:schemeClr val="tx1"/>
                          </a:solidFill>
                          <a:latin typeface="Arial"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20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itchFamily="2" charset="2"/>
                        <a:defRPr sz="2400">
                          <a:solidFill>
                            <a:schemeClr val="tx1"/>
                          </a:solidFill>
                          <a:latin typeface="Arial" pitchFamily="34" charset="0"/>
                        </a:defRPr>
                      </a:lvl1pPr>
                      <a:lvl2pPr marL="742950" indent="-285750" algn="l">
                        <a:spcBef>
                          <a:spcPct val="20000"/>
                        </a:spcBef>
                        <a:buClr>
                          <a:schemeClr val="accent1"/>
                        </a:buClr>
                        <a:buFont typeface="Wingdings" pitchFamily="2" charset="2"/>
                        <a:defRPr sz="2000">
                          <a:solidFill>
                            <a:schemeClr val="tx1"/>
                          </a:solidFill>
                          <a:latin typeface="Arial" pitchFamily="34" charset="0"/>
                        </a:defRPr>
                      </a:lvl2pPr>
                      <a:lvl3pPr marL="1143000" indent="-228600" algn="l">
                        <a:spcBef>
                          <a:spcPct val="20000"/>
                        </a:spcBef>
                        <a:buClr>
                          <a:schemeClr val="tx1"/>
                        </a:buClr>
                        <a:defRPr sz="2000">
                          <a:solidFill>
                            <a:schemeClr val="tx1"/>
                          </a:solidFill>
                          <a:latin typeface="Arial" pitchFamily="34" charset="0"/>
                        </a:defRPr>
                      </a:lvl3pPr>
                      <a:lvl4pPr marL="1600200" indent="-228600" algn="l">
                        <a:spcBef>
                          <a:spcPct val="20000"/>
                        </a:spcBef>
                        <a:defRPr>
                          <a:solidFill>
                            <a:schemeClr val="tx1"/>
                          </a:solidFill>
                          <a:latin typeface="Arial" pitchFamily="34" charset="0"/>
                        </a:defRPr>
                      </a:lvl4pPr>
                      <a:lvl5pPr marL="2057400" indent="-228600" algn="l">
                        <a:spcBef>
                          <a:spcPct val="20000"/>
                        </a:spcBef>
                        <a:defRPr>
                          <a:solidFill>
                            <a:schemeClr val="tx1"/>
                          </a:solidFill>
                          <a:latin typeface="Arial" pitchFamily="34" charset="0"/>
                        </a:defRPr>
                      </a:lvl5pPr>
                      <a:lvl6pPr marL="2514600" indent="-228600" fontAlgn="base">
                        <a:spcBef>
                          <a:spcPct val="20000"/>
                        </a:spcBef>
                        <a:spcAft>
                          <a:spcPct val="0"/>
                        </a:spcAft>
                        <a:defRPr>
                          <a:solidFill>
                            <a:schemeClr val="tx1"/>
                          </a:solidFill>
                          <a:latin typeface="Arial" pitchFamily="34" charset="0"/>
                        </a:defRPr>
                      </a:lvl6pPr>
                      <a:lvl7pPr marL="2971800" indent="-228600" fontAlgn="base">
                        <a:spcBef>
                          <a:spcPct val="20000"/>
                        </a:spcBef>
                        <a:spcAft>
                          <a:spcPct val="0"/>
                        </a:spcAft>
                        <a:defRPr>
                          <a:solidFill>
                            <a:schemeClr val="tx1"/>
                          </a:solidFill>
                          <a:latin typeface="Arial" pitchFamily="34" charset="0"/>
                        </a:defRPr>
                      </a:lvl7pPr>
                      <a:lvl8pPr marL="3429000" indent="-228600" fontAlgn="base">
                        <a:spcBef>
                          <a:spcPct val="20000"/>
                        </a:spcBef>
                        <a:spcAft>
                          <a:spcPct val="0"/>
                        </a:spcAft>
                        <a:defRPr>
                          <a:solidFill>
                            <a:schemeClr val="tx1"/>
                          </a:solidFill>
                          <a:latin typeface="Arial" pitchFamily="34" charset="0"/>
                        </a:defRPr>
                      </a:lvl8pPr>
                      <a:lvl9pPr marL="3886200" indent="-228600" fontAlgn="base">
                        <a:spcBef>
                          <a:spcPct val="20000"/>
                        </a:spcBef>
                        <a:spcAft>
                          <a:spcPct val="0"/>
                        </a:spcAft>
                        <a:defRPr>
                          <a:solidFill>
                            <a:schemeClr val="tx1"/>
                          </a:solidFill>
                          <a:latin typeface="Arial"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rPr>
                        <a:t>男</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itchFamily="2" charset="2"/>
                        <a:defRPr sz="2400">
                          <a:solidFill>
                            <a:schemeClr val="tx1"/>
                          </a:solidFill>
                          <a:latin typeface="Arial" pitchFamily="34" charset="0"/>
                        </a:defRPr>
                      </a:lvl1pPr>
                      <a:lvl2pPr marL="742950" indent="-285750" algn="l">
                        <a:spcBef>
                          <a:spcPct val="20000"/>
                        </a:spcBef>
                        <a:buClr>
                          <a:schemeClr val="accent1"/>
                        </a:buClr>
                        <a:buFont typeface="Wingdings" pitchFamily="2" charset="2"/>
                        <a:defRPr sz="2000">
                          <a:solidFill>
                            <a:schemeClr val="tx1"/>
                          </a:solidFill>
                          <a:latin typeface="Arial" pitchFamily="34" charset="0"/>
                        </a:defRPr>
                      </a:lvl2pPr>
                      <a:lvl3pPr marL="1143000" indent="-228600" algn="l">
                        <a:spcBef>
                          <a:spcPct val="20000"/>
                        </a:spcBef>
                        <a:buClr>
                          <a:schemeClr val="tx1"/>
                        </a:buClr>
                        <a:defRPr sz="2000">
                          <a:solidFill>
                            <a:schemeClr val="tx1"/>
                          </a:solidFill>
                          <a:latin typeface="Arial" pitchFamily="34" charset="0"/>
                        </a:defRPr>
                      </a:lvl3pPr>
                      <a:lvl4pPr marL="1600200" indent="-228600" algn="l">
                        <a:spcBef>
                          <a:spcPct val="20000"/>
                        </a:spcBef>
                        <a:defRPr>
                          <a:solidFill>
                            <a:schemeClr val="tx1"/>
                          </a:solidFill>
                          <a:latin typeface="Arial" pitchFamily="34" charset="0"/>
                        </a:defRPr>
                      </a:lvl4pPr>
                      <a:lvl5pPr marL="2057400" indent="-228600" algn="l">
                        <a:spcBef>
                          <a:spcPct val="20000"/>
                        </a:spcBef>
                        <a:defRPr>
                          <a:solidFill>
                            <a:schemeClr val="tx1"/>
                          </a:solidFill>
                          <a:latin typeface="Arial" pitchFamily="34" charset="0"/>
                        </a:defRPr>
                      </a:lvl5pPr>
                      <a:lvl6pPr marL="2514600" indent="-228600" fontAlgn="base">
                        <a:spcBef>
                          <a:spcPct val="20000"/>
                        </a:spcBef>
                        <a:spcAft>
                          <a:spcPct val="0"/>
                        </a:spcAft>
                        <a:defRPr>
                          <a:solidFill>
                            <a:schemeClr val="tx1"/>
                          </a:solidFill>
                          <a:latin typeface="Arial" pitchFamily="34" charset="0"/>
                        </a:defRPr>
                      </a:lvl6pPr>
                      <a:lvl7pPr marL="2971800" indent="-228600" fontAlgn="base">
                        <a:spcBef>
                          <a:spcPct val="20000"/>
                        </a:spcBef>
                        <a:spcAft>
                          <a:spcPct val="0"/>
                        </a:spcAft>
                        <a:defRPr>
                          <a:solidFill>
                            <a:schemeClr val="tx1"/>
                          </a:solidFill>
                          <a:latin typeface="Arial" pitchFamily="34" charset="0"/>
                        </a:defRPr>
                      </a:lvl7pPr>
                      <a:lvl8pPr marL="3429000" indent="-228600" fontAlgn="base">
                        <a:spcBef>
                          <a:spcPct val="20000"/>
                        </a:spcBef>
                        <a:spcAft>
                          <a:spcPct val="0"/>
                        </a:spcAft>
                        <a:defRPr>
                          <a:solidFill>
                            <a:schemeClr val="tx1"/>
                          </a:solidFill>
                          <a:latin typeface="Arial" pitchFamily="34" charset="0"/>
                        </a:defRPr>
                      </a:lvl8pPr>
                      <a:lvl9pPr marL="3886200" indent="-228600" fontAlgn="base">
                        <a:spcBef>
                          <a:spcPct val="20000"/>
                        </a:spcBef>
                        <a:spcAft>
                          <a:spcPct val="0"/>
                        </a:spcAft>
                        <a:defRPr>
                          <a:solidFill>
                            <a:schemeClr val="tx1"/>
                          </a:solidFill>
                          <a:latin typeface="Arial"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rPr>
                        <a:t>商品学</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itchFamily="2" charset="2"/>
                        <a:defRPr sz="2400">
                          <a:solidFill>
                            <a:schemeClr val="tx1"/>
                          </a:solidFill>
                          <a:latin typeface="Arial" pitchFamily="34" charset="0"/>
                        </a:defRPr>
                      </a:lvl1pPr>
                      <a:lvl2pPr marL="742950" indent="-285750" algn="l">
                        <a:spcBef>
                          <a:spcPct val="20000"/>
                        </a:spcBef>
                        <a:buClr>
                          <a:schemeClr val="accent1"/>
                        </a:buClr>
                        <a:buFont typeface="Wingdings" pitchFamily="2" charset="2"/>
                        <a:defRPr sz="2000">
                          <a:solidFill>
                            <a:schemeClr val="tx1"/>
                          </a:solidFill>
                          <a:latin typeface="Arial" pitchFamily="34" charset="0"/>
                        </a:defRPr>
                      </a:lvl2pPr>
                      <a:lvl3pPr marL="1143000" indent="-228600" algn="l">
                        <a:spcBef>
                          <a:spcPct val="20000"/>
                        </a:spcBef>
                        <a:buClr>
                          <a:schemeClr val="tx1"/>
                        </a:buClr>
                        <a:defRPr sz="2000">
                          <a:solidFill>
                            <a:schemeClr val="tx1"/>
                          </a:solidFill>
                          <a:latin typeface="Arial" pitchFamily="34" charset="0"/>
                        </a:defRPr>
                      </a:lvl3pPr>
                      <a:lvl4pPr marL="1600200" indent="-228600" algn="l">
                        <a:spcBef>
                          <a:spcPct val="20000"/>
                        </a:spcBef>
                        <a:defRPr>
                          <a:solidFill>
                            <a:schemeClr val="tx1"/>
                          </a:solidFill>
                          <a:latin typeface="Arial" pitchFamily="34" charset="0"/>
                        </a:defRPr>
                      </a:lvl4pPr>
                      <a:lvl5pPr marL="2057400" indent="-228600" algn="l">
                        <a:spcBef>
                          <a:spcPct val="20000"/>
                        </a:spcBef>
                        <a:defRPr>
                          <a:solidFill>
                            <a:schemeClr val="tx1"/>
                          </a:solidFill>
                          <a:latin typeface="Arial" pitchFamily="34" charset="0"/>
                        </a:defRPr>
                      </a:lvl5pPr>
                      <a:lvl6pPr marL="2514600" indent="-228600" fontAlgn="base">
                        <a:spcBef>
                          <a:spcPct val="20000"/>
                        </a:spcBef>
                        <a:spcAft>
                          <a:spcPct val="0"/>
                        </a:spcAft>
                        <a:defRPr>
                          <a:solidFill>
                            <a:schemeClr val="tx1"/>
                          </a:solidFill>
                          <a:latin typeface="Arial" pitchFamily="34" charset="0"/>
                        </a:defRPr>
                      </a:lvl6pPr>
                      <a:lvl7pPr marL="2971800" indent="-228600" fontAlgn="base">
                        <a:spcBef>
                          <a:spcPct val="20000"/>
                        </a:spcBef>
                        <a:spcAft>
                          <a:spcPct val="0"/>
                        </a:spcAft>
                        <a:defRPr>
                          <a:solidFill>
                            <a:schemeClr val="tx1"/>
                          </a:solidFill>
                          <a:latin typeface="Arial" pitchFamily="34" charset="0"/>
                        </a:defRPr>
                      </a:lvl7pPr>
                      <a:lvl8pPr marL="3429000" indent="-228600" fontAlgn="base">
                        <a:spcBef>
                          <a:spcPct val="20000"/>
                        </a:spcBef>
                        <a:spcAft>
                          <a:spcPct val="0"/>
                        </a:spcAft>
                        <a:defRPr>
                          <a:solidFill>
                            <a:schemeClr val="tx1"/>
                          </a:solidFill>
                          <a:latin typeface="Arial" pitchFamily="34" charset="0"/>
                        </a:defRPr>
                      </a:lvl8pPr>
                      <a:lvl9pPr marL="3886200" indent="-228600" fontAlgn="base">
                        <a:spcBef>
                          <a:spcPct val="20000"/>
                        </a:spcBef>
                        <a:spcAft>
                          <a:spcPct val="0"/>
                        </a:spcAft>
                        <a:defRPr>
                          <a:solidFill>
                            <a:schemeClr val="tx1"/>
                          </a:solidFill>
                          <a:latin typeface="Arial"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2005</a:t>
                      </a:r>
                    </a:p>
                  </a:txBody>
                  <a:tcP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6413">
                <a:tc>
                  <a:txBody>
                    <a:bodyPr/>
                    <a:lstStyle>
                      <a:lvl1pPr marL="342900" indent="-342900" algn="l">
                        <a:spcBef>
                          <a:spcPct val="20000"/>
                        </a:spcBef>
                        <a:buClr>
                          <a:schemeClr val="hlink"/>
                        </a:buClr>
                        <a:buFont typeface="Wingdings" pitchFamily="2" charset="2"/>
                        <a:defRPr sz="2400">
                          <a:solidFill>
                            <a:schemeClr val="tx1"/>
                          </a:solidFill>
                          <a:latin typeface="Arial" pitchFamily="34" charset="0"/>
                        </a:defRPr>
                      </a:lvl1pPr>
                      <a:lvl2pPr marL="742950" indent="-285750" algn="l">
                        <a:spcBef>
                          <a:spcPct val="20000"/>
                        </a:spcBef>
                        <a:buClr>
                          <a:schemeClr val="accent1"/>
                        </a:buClr>
                        <a:buFont typeface="Wingdings" pitchFamily="2" charset="2"/>
                        <a:defRPr sz="2000">
                          <a:solidFill>
                            <a:schemeClr val="tx1"/>
                          </a:solidFill>
                          <a:latin typeface="Arial" pitchFamily="34" charset="0"/>
                        </a:defRPr>
                      </a:lvl2pPr>
                      <a:lvl3pPr marL="1143000" indent="-228600" algn="l">
                        <a:spcBef>
                          <a:spcPct val="20000"/>
                        </a:spcBef>
                        <a:buClr>
                          <a:schemeClr val="tx1"/>
                        </a:buClr>
                        <a:defRPr sz="2000">
                          <a:solidFill>
                            <a:schemeClr val="tx1"/>
                          </a:solidFill>
                          <a:latin typeface="Arial" pitchFamily="34" charset="0"/>
                        </a:defRPr>
                      </a:lvl3pPr>
                      <a:lvl4pPr marL="1600200" indent="-228600" algn="l">
                        <a:spcBef>
                          <a:spcPct val="20000"/>
                        </a:spcBef>
                        <a:defRPr>
                          <a:solidFill>
                            <a:schemeClr val="tx1"/>
                          </a:solidFill>
                          <a:latin typeface="Arial" pitchFamily="34" charset="0"/>
                        </a:defRPr>
                      </a:lvl4pPr>
                      <a:lvl5pPr marL="2057400" indent="-228600" algn="l">
                        <a:spcBef>
                          <a:spcPct val="20000"/>
                        </a:spcBef>
                        <a:defRPr>
                          <a:solidFill>
                            <a:schemeClr val="tx1"/>
                          </a:solidFill>
                          <a:latin typeface="Arial" pitchFamily="34" charset="0"/>
                        </a:defRPr>
                      </a:lvl5pPr>
                      <a:lvl6pPr marL="2514600" indent="-228600" fontAlgn="base">
                        <a:spcBef>
                          <a:spcPct val="20000"/>
                        </a:spcBef>
                        <a:spcAft>
                          <a:spcPct val="0"/>
                        </a:spcAft>
                        <a:defRPr>
                          <a:solidFill>
                            <a:schemeClr val="tx1"/>
                          </a:solidFill>
                          <a:latin typeface="Arial" pitchFamily="34" charset="0"/>
                        </a:defRPr>
                      </a:lvl6pPr>
                      <a:lvl7pPr marL="2971800" indent="-228600" fontAlgn="base">
                        <a:spcBef>
                          <a:spcPct val="20000"/>
                        </a:spcBef>
                        <a:spcAft>
                          <a:spcPct val="0"/>
                        </a:spcAft>
                        <a:defRPr>
                          <a:solidFill>
                            <a:schemeClr val="tx1"/>
                          </a:solidFill>
                          <a:latin typeface="Arial" pitchFamily="34" charset="0"/>
                        </a:defRPr>
                      </a:lvl7pPr>
                      <a:lvl8pPr marL="3429000" indent="-228600" fontAlgn="base">
                        <a:spcBef>
                          <a:spcPct val="20000"/>
                        </a:spcBef>
                        <a:spcAft>
                          <a:spcPct val="0"/>
                        </a:spcAft>
                        <a:defRPr>
                          <a:solidFill>
                            <a:schemeClr val="tx1"/>
                          </a:solidFill>
                          <a:latin typeface="Arial" pitchFamily="34" charset="0"/>
                        </a:defRPr>
                      </a:lvl8pPr>
                      <a:lvl9pPr marL="3886200" indent="-228600" fontAlgn="base">
                        <a:spcBef>
                          <a:spcPct val="20000"/>
                        </a:spcBef>
                        <a:spcAft>
                          <a:spcPct val="0"/>
                        </a:spcAft>
                        <a:defRPr>
                          <a:solidFill>
                            <a:schemeClr val="tx1"/>
                          </a:solidFill>
                          <a:latin typeface="Arial"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2005008</a:t>
                      </a: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lvl1pPr marL="342900" indent="-342900" algn="l">
                        <a:spcBef>
                          <a:spcPct val="20000"/>
                        </a:spcBef>
                        <a:buClr>
                          <a:schemeClr val="hlink"/>
                        </a:buClr>
                        <a:buFont typeface="Wingdings" pitchFamily="2" charset="2"/>
                        <a:defRPr sz="2400">
                          <a:solidFill>
                            <a:schemeClr val="tx1"/>
                          </a:solidFill>
                          <a:latin typeface="Arial" pitchFamily="34" charset="0"/>
                        </a:defRPr>
                      </a:lvl1pPr>
                      <a:lvl2pPr marL="742950" indent="-285750" algn="l">
                        <a:spcBef>
                          <a:spcPct val="20000"/>
                        </a:spcBef>
                        <a:buClr>
                          <a:schemeClr val="accent1"/>
                        </a:buClr>
                        <a:buFont typeface="Wingdings" pitchFamily="2" charset="2"/>
                        <a:defRPr sz="2000">
                          <a:solidFill>
                            <a:schemeClr val="tx1"/>
                          </a:solidFill>
                          <a:latin typeface="Arial" pitchFamily="34" charset="0"/>
                        </a:defRPr>
                      </a:lvl2pPr>
                      <a:lvl3pPr marL="1143000" indent="-228600" algn="l">
                        <a:spcBef>
                          <a:spcPct val="20000"/>
                        </a:spcBef>
                        <a:buClr>
                          <a:schemeClr val="tx1"/>
                        </a:buClr>
                        <a:defRPr sz="2000">
                          <a:solidFill>
                            <a:schemeClr val="tx1"/>
                          </a:solidFill>
                          <a:latin typeface="Arial" pitchFamily="34" charset="0"/>
                        </a:defRPr>
                      </a:lvl3pPr>
                      <a:lvl4pPr marL="1600200" indent="-228600" algn="l">
                        <a:spcBef>
                          <a:spcPct val="20000"/>
                        </a:spcBef>
                        <a:defRPr>
                          <a:solidFill>
                            <a:schemeClr val="tx1"/>
                          </a:solidFill>
                          <a:latin typeface="Arial" pitchFamily="34" charset="0"/>
                        </a:defRPr>
                      </a:lvl4pPr>
                      <a:lvl5pPr marL="2057400" indent="-228600" algn="l">
                        <a:spcBef>
                          <a:spcPct val="20000"/>
                        </a:spcBef>
                        <a:defRPr>
                          <a:solidFill>
                            <a:schemeClr val="tx1"/>
                          </a:solidFill>
                          <a:latin typeface="Arial" pitchFamily="34" charset="0"/>
                        </a:defRPr>
                      </a:lvl5pPr>
                      <a:lvl6pPr marL="2514600" indent="-228600" fontAlgn="base">
                        <a:spcBef>
                          <a:spcPct val="20000"/>
                        </a:spcBef>
                        <a:spcAft>
                          <a:spcPct val="0"/>
                        </a:spcAft>
                        <a:defRPr>
                          <a:solidFill>
                            <a:schemeClr val="tx1"/>
                          </a:solidFill>
                          <a:latin typeface="Arial" pitchFamily="34" charset="0"/>
                        </a:defRPr>
                      </a:lvl6pPr>
                      <a:lvl7pPr marL="2971800" indent="-228600" fontAlgn="base">
                        <a:spcBef>
                          <a:spcPct val="20000"/>
                        </a:spcBef>
                        <a:spcAft>
                          <a:spcPct val="0"/>
                        </a:spcAft>
                        <a:defRPr>
                          <a:solidFill>
                            <a:schemeClr val="tx1"/>
                          </a:solidFill>
                          <a:latin typeface="Arial" pitchFamily="34" charset="0"/>
                        </a:defRPr>
                      </a:lvl7pPr>
                      <a:lvl8pPr marL="3429000" indent="-228600" fontAlgn="base">
                        <a:spcBef>
                          <a:spcPct val="20000"/>
                        </a:spcBef>
                        <a:spcAft>
                          <a:spcPct val="0"/>
                        </a:spcAft>
                        <a:defRPr>
                          <a:solidFill>
                            <a:schemeClr val="tx1"/>
                          </a:solidFill>
                          <a:latin typeface="Arial" pitchFamily="34" charset="0"/>
                        </a:defRPr>
                      </a:lvl8pPr>
                      <a:lvl9pPr marL="3886200" indent="-228600" fontAlgn="base">
                        <a:spcBef>
                          <a:spcPct val="20000"/>
                        </a:spcBef>
                        <a:spcAft>
                          <a:spcPct val="0"/>
                        </a:spcAft>
                        <a:defRPr>
                          <a:solidFill>
                            <a:schemeClr val="tx1"/>
                          </a:solidFill>
                          <a:latin typeface="Arial"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rPr>
                        <a:t>张文斌</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itchFamily="2" charset="2"/>
                        <a:defRPr sz="2400">
                          <a:solidFill>
                            <a:schemeClr val="tx1"/>
                          </a:solidFill>
                          <a:latin typeface="Arial" pitchFamily="34" charset="0"/>
                        </a:defRPr>
                      </a:lvl1pPr>
                      <a:lvl2pPr marL="742950" indent="-285750" algn="l">
                        <a:spcBef>
                          <a:spcPct val="20000"/>
                        </a:spcBef>
                        <a:buClr>
                          <a:schemeClr val="accent1"/>
                        </a:buClr>
                        <a:buFont typeface="Wingdings" pitchFamily="2" charset="2"/>
                        <a:defRPr sz="2000">
                          <a:solidFill>
                            <a:schemeClr val="tx1"/>
                          </a:solidFill>
                          <a:latin typeface="Arial" pitchFamily="34" charset="0"/>
                        </a:defRPr>
                      </a:lvl2pPr>
                      <a:lvl3pPr marL="1143000" indent="-228600" algn="l">
                        <a:spcBef>
                          <a:spcPct val="20000"/>
                        </a:spcBef>
                        <a:buClr>
                          <a:schemeClr val="tx1"/>
                        </a:buClr>
                        <a:defRPr sz="2000">
                          <a:solidFill>
                            <a:schemeClr val="tx1"/>
                          </a:solidFill>
                          <a:latin typeface="Arial" pitchFamily="34" charset="0"/>
                        </a:defRPr>
                      </a:lvl3pPr>
                      <a:lvl4pPr marL="1600200" indent="-228600" algn="l">
                        <a:spcBef>
                          <a:spcPct val="20000"/>
                        </a:spcBef>
                        <a:defRPr>
                          <a:solidFill>
                            <a:schemeClr val="tx1"/>
                          </a:solidFill>
                          <a:latin typeface="Arial" pitchFamily="34" charset="0"/>
                        </a:defRPr>
                      </a:lvl4pPr>
                      <a:lvl5pPr marL="2057400" indent="-228600" algn="l">
                        <a:spcBef>
                          <a:spcPct val="20000"/>
                        </a:spcBef>
                        <a:defRPr>
                          <a:solidFill>
                            <a:schemeClr val="tx1"/>
                          </a:solidFill>
                          <a:latin typeface="Arial" pitchFamily="34" charset="0"/>
                        </a:defRPr>
                      </a:lvl5pPr>
                      <a:lvl6pPr marL="2514600" indent="-228600" fontAlgn="base">
                        <a:spcBef>
                          <a:spcPct val="20000"/>
                        </a:spcBef>
                        <a:spcAft>
                          <a:spcPct val="0"/>
                        </a:spcAft>
                        <a:defRPr>
                          <a:solidFill>
                            <a:schemeClr val="tx1"/>
                          </a:solidFill>
                          <a:latin typeface="Arial" pitchFamily="34" charset="0"/>
                        </a:defRPr>
                      </a:lvl6pPr>
                      <a:lvl7pPr marL="2971800" indent="-228600" fontAlgn="base">
                        <a:spcBef>
                          <a:spcPct val="20000"/>
                        </a:spcBef>
                        <a:spcAft>
                          <a:spcPct val="0"/>
                        </a:spcAft>
                        <a:defRPr>
                          <a:solidFill>
                            <a:schemeClr val="tx1"/>
                          </a:solidFill>
                          <a:latin typeface="Arial" pitchFamily="34" charset="0"/>
                        </a:defRPr>
                      </a:lvl7pPr>
                      <a:lvl8pPr marL="3429000" indent="-228600" fontAlgn="base">
                        <a:spcBef>
                          <a:spcPct val="20000"/>
                        </a:spcBef>
                        <a:spcAft>
                          <a:spcPct val="0"/>
                        </a:spcAft>
                        <a:defRPr>
                          <a:solidFill>
                            <a:schemeClr val="tx1"/>
                          </a:solidFill>
                          <a:latin typeface="Arial" pitchFamily="34" charset="0"/>
                        </a:defRPr>
                      </a:lvl8pPr>
                      <a:lvl9pPr marL="3886200" indent="-228600" fontAlgn="base">
                        <a:spcBef>
                          <a:spcPct val="20000"/>
                        </a:spcBef>
                        <a:spcAft>
                          <a:spcPct val="0"/>
                        </a:spcAft>
                        <a:defRPr>
                          <a:solidFill>
                            <a:schemeClr val="tx1"/>
                          </a:solidFill>
                          <a:latin typeface="Arial"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18</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itchFamily="2" charset="2"/>
                        <a:defRPr sz="2400">
                          <a:solidFill>
                            <a:schemeClr val="tx1"/>
                          </a:solidFill>
                          <a:latin typeface="Arial" pitchFamily="34" charset="0"/>
                        </a:defRPr>
                      </a:lvl1pPr>
                      <a:lvl2pPr marL="742950" indent="-285750" algn="l">
                        <a:spcBef>
                          <a:spcPct val="20000"/>
                        </a:spcBef>
                        <a:buClr>
                          <a:schemeClr val="accent1"/>
                        </a:buClr>
                        <a:buFont typeface="Wingdings" pitchFamily="2" charset="2"/>
                        <a:defRPr sz="2000">
                          <a:solidFill>
                            <a:schemeClr val="tx1"/>
                          </a:solidFill>
                          <a:latin typeface="Arial" pitchFamily="34" charset="0"/>
                        </a:defRPr>
                      </a:lvl2pPr>
                      <a:lvl3pPr marL="1143000" indent="-228600" algn="l">
                        <a:spcBef>
                          <a:spcPct val="20000"/>
                        </a:spcBef>
                        <a:buClr>
                          <a:schemeClr val="tx1"/>
                        </a:buClr>
                        <a:defRPr sz="2000">
                          <a:solidFill>
                            <a:schemeClr val="tx1"/>
                          </a:solidFill>
                          <a:latin typeface="Arial" pitchFamily="34" charset="0"/>
                        </a:defRPr>
                      </a:lvl3pPr>
                      <a:lvl4pPr marL="1600200" indent="-228600" algn="l">
                        <a:spcBef>
                          <a:spcPct val="20000"/>
                        </a:spcBef>
                        <a:defRPr>
                          <a:solidFill>
                            <a:schemeClr val="tx1"/>
                          </a:solidFill>
                          <a:latin typeface="Arial" pitchFamily="34" charset="0"/>
                        </a:defRPr>
                      </a:lvl4pPr>
                      <a:lvl5pPr marL="2057400" indent="-228600" algn="l">
                        <a:spcBef>
                          <a:spcPct val="20000"/>
                        </a:spcBef>
                        <a:defRPr>
                          <a:solidFill>
                            <a:schemeClr val="tx1"/>
                          </a:solidFill>
                          <a:latin typeface="Arial" pitchFamily="34" charset="0"/>
                        </a:defRPr>
                      </a:lvl5pPr>
                      <a:lvl6pPr marL="2514600" indent="-228600" fontAlgn="base">
                        <a:spcBef>
                          <a:spcPct val="20000"/>
                        </a:spcBef>
                        <a:spcAft>
                          <a:spcPct val="0"/>
                        </a:spcAft>
                        <a:defRPr>
                          <a:solidFill>
                            <a:schemeClr val="tx1"/>
                          </a:solidFill>
                          <a:latin typeface="Arial" pitchFamily="34" charset="0"/>
                        </a:defRPr>
                      </a:lvl6pPr>
                      <a:lvl7pPr marL="2971800" indent="-228600" fontAlgn="base">
                        <a:spcBef>
                          <a:spcPct val="20000"/>
                        </a:spcBef>
                        <a:spcAft>
                          <a:spcPct val="0"/>
                        </a:spcAft>
                        <a:defRPr>
                          <a:solidFill>
                            <a:schemeClr val="tx1"/>
                          </a:solidFill>
                          <a:latin typeface="Arial" pitchFamily="34" charset="0"/>
                        </a:defRPr>
                      </a:lvl7pPr>
                      <a:lvl8pPr marL="3429000" indent="-228600" fontAlgn="base">
                        <a:spcBef>
                          <a:spcPct val="20000"/>
                        </a:spcBef>
                        <a:spcAft>
                          <a:spcPct val="0"/>
                        </a:spcAft>
                        <a:defRPr>
                          <a:solidFill>
                            <a:schemeClr val="tx1"/>
                          </a:solidFill>
                          <a:latin typeface="Arial" pitchFamily="34" charset="0"/>
                        </a:defRPr>
                      </a:lvl8pPr>
                      <a:lvl9pPr marL="3886200" indent="-228600" fontAlgn="base">
                        <a:spcBef>
                          <a:spcPct val="20000"/>
                        </a:spcBef>
                        <a:spcAft>
                          <a:spcPct val="0"/>
                        </a:spcAft>
                        <a:defRPr>
                          <a:solidFill>
                            <a:schemeClr val="tx1"/>
                          </a:solidFill>
                          <a:latin typeface="Arial"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rPr>
                        <a:t>女</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itchFamily="2" charset="2"/>
                        <a:defRPr sz="2400">
                          <a:solidFill>
                            <a:schemeClr val="tx1"/>
                          </a:solidFill>
                          <a:latin typeface="Arial" pitchFamily="34" charset="0"/>
                        </a:defRPr>
                      </a:lvl1pPr>
                      <a:lvl2pPr marL="742950" indent="-285750" algn="l">
                        <a:spcBef>
                          <a:spcPct val="20000"/>
                        </a:spcBef>
                        <a:buClr>
                          <a:schemeClr val="accent1"/>
                        </a:buClr>
                        <a:buFont typeface="Wingdings" pitchFamily="2" charset="2"/>
                        <a:defRPr sz="2000">
                          <a:solidFill>
                            <a:schemeClr val="tx1"/>
                          </a:solidFill>
                          <a:latin typeface="Arial" pitchFamily="34" charset="0"/>
                        </a:defRPr>
                      </a:lvl2pPr>
                      <a:lvl3pPr marL="1143000" indent="-228600" algn="l">
                        <a:spcBef>
                          <a:spcPct val="20000"/>
                        </a:spcBef>
                        <a:buClr>
                          <a:schemeClr val="tx1"/>
                        </a:buClr>
                        <a:defRPr sz="2000">
                          <a:solidFill>
                            <a:schemeClr val="tx1"/>
                          </a:solidFill>
                          <a:latin typeface="Arial" pitchFamily="34" charset="0"/>
                        </a:defRPr>
                      </a:lvl3pPr>
                      <a:lvl4pPr marL="1600200" indent="-228600" algn="l">
                        <a:spcBef>
                          <a:spcPct val="20000"/>
                        </a:spcBef>
                        <a:defRPr>
                          <a:solidFill>
                            <a:schemeClr val="tx1"/>
                          </a:solidFill>
                          <a:latin typeface="Arial" pitchFamily="34" charset="0"/>
                        </a:defRPr>
                      </a:lvl4pPr>
                      <a:lvl5pPr marL="2057400" indent="-228600" algn="l">
                        <a:spcBef>
                          <a:spcPct val="20000"/>
                        </a:spcBef>
                        <a:defRPr>
                          <a:solidFill>
                            <a:schemeClr val="tx1"/>
                          </a:solidFill>
                          <a:latin typeface="Arial" pitchFamily="34" charset="0"/>
                        </a:defRPr>
                      </a:lvl5pPr>
                      <a:lvl6pPr marL="2514600" indent="-228600" fontAlgn="base">
                        <a:spcBef>
                          <a:spcPct val="20000"/>
                        </a:spcBef>
                        <a:spcAft>
                          <a:spcPct val="0"/>
                        </a:spcAft>
                        <a:defRPr>
                          <a:solidFill>
                            <a:schemeClr val="tx1"/>
                          </a:solidFill>
                          <a:latin typeface="Arial" pitchFamily="34" charset="0"/>
                        </a:defRPr>
                      </a:lvl6pPr>
                      <a:lvl7pPr marL="2971800" indent="-228600" fontAlgn="base">
                        <a:spcBef>
                          <a:spcPct val="20000"/>
                        </a:spcBef>
                        <a:spcAft>
                          <a:spcPct val="0"/>
                        </a:spcAft>
                        <a:defRPr>
                          <a:solidFill>
                            <a:schemeClr val="tx1"/>
                          </a:solidFill>
                          <a:latin typeface="Arial" pitchFamily="34" charset="0"/>
                        </a:defRPr>
                      </a:lvl7pPr>
                      <a:lvl8pPr marL="3429000" indent="-228600" fontAlgn="base">
                        <a:spcBef>
                          <a:spcPct val="20000"/>
                        </a:spcBef>
                        <a:spcAft>
                          <a:spcPct val="0"/>
                        </a:spcAft>
                        <a:defRPr>
                          <a:solidFill>
                            <a:schemeClr val="tx1"/>
                          </a:solidFill>
                          <a:latin typeface="Arial" pitchFamily="34" charset="0"/>
                        </a:defRPr>
                      </a:lvl8pPr>
                      <a:lvl9pPr marL="3886200" indent="-228600" fontAlgn="base">
                        <a:spcBef>
                          <a:spcPct val="20000"/>
                        </a:spcBef>
                        <a:spcAft>
                          <a:spcPct val="0"/>
                        </a:spcAft>
                        <a:defRPr>
                          <a:solidFill>
                            <a:schemeClr val="tx1"/>
                          </a:solidFill>
                          <a:latin typeface="Arial"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rPr>
                        <a:t>法律</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itchFamily="2" charset="2"/>
                        <a:defRPr sz="2400">
                          <a:solidFill>
                            <a:schemeClr val="tx1"/>
                          </a:solidFill>
                          <a:latin typeface="Arial" pitchFamily="34" charset="0"/>
                        </a:defRPr>
                      </a:lvl1pPr>
                      <a:lvl2pPr marL="742950" indent="-285750" algn="l">
                        <a:spcBef>
                          <a:spcPct val="20000"/>
                        </a:spcBef>
                        <a:buClr>
                          <a:schemeClr val="accent1"/>
                        </a:buClr>
                        <a:buFont typeface="Wingdings" pitchFamily="2" charset="2"/>
                        <a:defRPr sz="2000">
                          <a:solidFill>
                            <a:schemeClr val="tx1"/>
                          </a:solidFill>
                          <a:latin typeface="Arial" pitchFamily="34" charset="0"/>
                        </a:defRPr>
                      </a:lvl2pPr>
                      <a:lvl3pPr marL="1143000" indent="-228600" algn="l">
                        <a:spcBef>
                          <a:spcPct val="20000"/>
                        </a:spcBef>
                        <a:buClr>
                          <a:schemeClr val="tx1"/>
                        </a:buClr>
                        <a:defRPr sz="2000">
                          <a:solidFill>
                            <a:schemeClr val="tx1"/>
                          </a:solidFill>
                          <a:latin typeface="Arial" pitchFamily="34" charset="0"/>
                        </a:defRPr>
                      </a:lvl3pPr>
                      <a:lvl4pPr marL="1600200" indent="-228600" algn="l">
                        <a:spcBef>
                          <a:spcPct val="20000"/>
                        </a:spcBef>
                        <a:defRPr>
                          <a:solidFill>
                            <a:schemeClr val="tx1"/>
                          </a:solidFill>
                          <a:latin typeface="Arial" pitchFamily="34" charset="0"/>
                        </a:defRPr>
                      </a:lvl4pPr>
                      <a:lvl5pPr marL="2057400" indent="-228600" algn="l">
                        <a:spcBef>
                          <a:spcPct val="20000"/>
                        </a:spcBef>
                        <a:defRPr>
                          <a:solidFill>
                            <a:schemeClr val="tx1"/>
                          </a:solidFill>
                          <a:latin typeface="Arial" pitchFamily="34" charset="0"/>
                        </a:defRPr>
                      </a:lvl5pPr>
                      <a:lvl6pPr marL="2514600" indent="-228600" fontAlgn="base">
                        <a:spcBef>
                          <a:spcPct val="20000"/>
                        </a:spcBef>
                        <a:spcAft>
                          <a:spcPct val="0"/>
                        </a:spcAft>
                        <a:defRPr>
                          <a:solidFill>
                            <a:schemeClr val="tx1"/>
                          </a:solidFill>
                          <a:latin typeface="Arial" pitchFamily="34" charset="0"/>
                        </a:defRPr>
                      </a:lvl6pPr>
                      <a:lvl7pPr marL="2971800" indent="-228600" fontAlgn="base">
                        <a:spcBef>
                          <a:spcPct val="20000"/>
                        </a:spcBef>
                        <a:spcAft>
                          <a:spcPct val="0"/>
                        </a:spcAft>
                        <a:defRPr>
                          <a:solidFill>
                            <a:schemeClr val="tx1"/>
                          </a:solidFill>
                          <a:latin typeface="Arial" pitchFamily="34" charset="0"/>
                        </a:defRPr>
                      </a:lvl7pPr>
                      <a:lvl8pPr marL="3429000" indent="-228600" fontAlgn="base">
                        <a:spcBef>
                          <a:spcPct val="20000"/>
                        </a:spcBef>
                        <a:spcAft>
                          <a:spcPct val="0"/>
                        </a:spcAft>
                        <a:defRPr>
                          <a:solidFill>
                            <a:schemeClr val="tx1"/>
                          </a:solidFill>
                          <a:latin typeface="Arial" pitchFamily="34" charset="0"/>
                        </a:defRPr>
                      </a:lvl8pPr>
                      <a:lvl9pPr marL="3886200" indent="-228600" fontAlgn="base">
                        <a:spcBef>
                          <a:spcPct val="20000"/>
                        </a:spcBef>
                        <a:spcAft>
                          <a:spcPct val="0"/>
                        </a:spcAft>
                        <a:defRPr>
                          <a:solidFill>
                            <a:schemeClr val="tx1"/>
                          </a:solidFill>
                          <a:latin typeface="Arial"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2005</a:t>
                      </a:r>
                    </a:p>
                  </a:txBody>
                  <a:tcP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8000">
                <a:tc>
                  <a:txBody>
                    <a:bodyPr/>
                    <a:lstStyle>
                      <a:lvl1pPr marL="342900" indent="-342900" algn="l">
                        <a:spcBef>
                          <a:spcPct val="20000"/>
                        </a:spcBef>
                        <a:buClr>
                          <a:schemeClr val="hlink"/>
                        </a:buClr>
                        <a:buFont typeface="Wingdings" pitchFamily="2" charset="2"/>
                        <a:defRPr sz="2400">
                          <a:solidFill>
                            <a:schemeClr val="tx1"/>
                          </a:solidFill>
                          <a:latin typeface="Arial" pitchFamily="34" charset="0"/>
                        </a:defRPr>
                      </a:lvl1pPr>
                      <a:lvl2pPr marL="742950" indent="-285750" algn="l">
                        <a:spcBef>
                          <a:spcPct val="20000"/>
                        </a:spcBef>
                        <a:buClr>
                          <a:schemeClr val="accent1"/>
                        </a:buClr>
                        <a:buFont typeface="Wingdings" pitchFamily="2" charset="2"/>
                        <a:defRPr sz="2000">
                          <a:solidFill>
                            <a:schemeClr val="tx1"/>
                          </a:solidFill>
                          <a:latin typeface="Arial" pitchFamily="34" charset="0"/>
                        </a:defRPr>
                      </a:lvl2pPr>
                      <a:lvl3pPr marL="1143000" indent="-228600" algn="l">
                        <a:spcBef>
                          <a:spcPct val="20000"/>
                        </a:spcBef>
                        <a:buClr>
                          <a:schemeClr val="tx1"/>
                        </a:buClr>
                        <a:defRPr sz="2000">
                          <a:solidFill>
                            <a:schemeClr val="tx1"/>
                          </a:solidFill>
                          <a:latin typeface="Arial" pitchFamily="34" charset="0"/>
                        </a:defRPr>
                      </a:lvl3pPr>
                      <a:lvl4pPr marL="1600200" indent="-228600" algn="l">
                        <a:spcBef>
                          <a:spcPct val="20000"/>
                        </a:spcBef>
                        <a:defRPr>
                          <a:solidFill>
                            <a:schemeClr val="tx1"/>
                          </a:solidFill>
                          <a:latin typeface="Arial" pitchFamily="34" charset="0"/>
                        </a:defRPr>
                      </a:lvl4pPr>
                      <a:lvl5pPr marL="2057400" indent="-228600" algn="l">
                        <a:spcBef>
                          <a:spcPct val="20000"/>
                        </a:spcBef>
                        <a:defRPr>
                          <a:solidFill>
                            <a:schemeClr val="tx1"/>
                          </a:solidFill>
                          <a:latin typeface="Arial" pitchFamily="34" charset="0"/>
                        </a:defRPr>
                      </a:lvl5pPr>
                      <a:lvl6pPr marL="2514600" indent="-228600" fontAlgn="base">
                        <a:spcBef>
                          <a:spcPct val="20000"/>
                        </a:spcBef>
                        <a:spcAft>
                          <a:spcPct val="0"/>
                        </a:spcAft>
                        <a:defRPr>
                          <a:solidFill>
                            <a:schemeClr val="tx1"/>
                          </a:solidFill>
                          <a:latin typeface="Arial" pitchFamily="34" charset="0"/>
                        </a:defRPr>
                      </a:lvl6pPr>
                      <a:lvl7pPr marL="2971800" indent="-228600" fontAlgn="base">
                        <a:spcBef>
                          <a:spcPct val="20000"/>
                        </a:spcBef>
                        <a:spcAft>
                          <a:spcPct val="0"/>
                        </a:spcAft>
                        <a:defRPr>
                          <a:solidFill>
                            <a:schemeClr val="tx1"/>
                          </a:solidFill>
                          <a:latin typeface="Arial" pitchFamily="34" charset="0"/>
                        </a:defRPr>
                      </a:lvl7pPr>
                      <a:lvl8pPr marL="3429000" indent="-228600" fontAlgn="base">
                        <a:spcBef>
                          <a:spcPct val="20000"/>
                        </a:spcBef>
                        <a:spcAft>
                          <a:spcPct val="0"/>
                        </a:spcAft>
                        <a:defRPr>
                          <a:solidFill>
                            <a:schemeClr val="tx1"/>
                          </a:solidFill>
                          <a:latin typeface="Arial" pitchFamily="34" charset="0"/>
                        </a:defRPr>
                      </a:lvl8pPr>
                      <a:lvl9pPr marL="3886200" indent="-228600" fontAlgn="base">
                        <a:spcBef>
                          <a:spcPct val="20000"/>
                        </a:spcBef>
                        <a:spcAft>
                          <a:spcPct val="0"/>
                        </a:spcAft>
                        <a:defRPr>
                          <a:solidFill>
                            <a:schemeClr val="tx1"/>
                          </a:solidFill>
                          <a:latin typeface="Arial"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folHlink"/>
                    </a:solidFill>
                  </a:tcPr>
                </a:tc>
                <a:tc>
                  <a:txBody>
                    <a:bodyPr/>
                    <a:lstStyle>
                      <a:lvl1pPr marL="342900" indent="-342900" algn="l">
                        <a:spcBef>
                          <a:spcPct val="20000"/>
                        </a:spcBef>
                        <a:buClr>
                          <a:schemeClr val="hlink"/>
                        </a:buClr>
                        <a:buFont typeface="Wingdings" pitchFamily="2" charset="2"/>
                        <a:defRPr sz="2400">
                          <a:solidFill>
                            <a:schemeClr val="tx1"/>
                          </a:solidFill>
                          <a:latin typeface="Arial" pitchFamily="34" charset="0"/>
                        </a:defRPr>
                      </a:lvl1pPr>
                      <a:lvl2pPr marL="742950" indent="-285750" algn="l">
                        <a:spcBef>
                          <a:spcPct val="20000"/>
                        </a:spcBef>
                        <a:buClr>
                          <a:schemeClr val="accent1"/>
                        </a:buClr>
                        <a:buFont typeface="Wingdings" pitchFamily="2" charset="2"/>
                        <a:defRPr sz="2000">
                          <a:solidFill>
                            <a:schemeClr val="tx1"/>
                          </a:solidFill>
                          <a:latin typeface="Arial" pitchFamily="34" charset="0"/>
                        </a:defRPr>
                      </a:lvl2pPr>
                      <a:lvl3pPr marL="1143000" indent="-228600" algn="l">
                        <a:spcBef>
                          <a:spcPct val="20000"/>
                        </a:spcBef>
                        <a:buClr>
                          <a:schemeClr val="tx1"/>
                        </a:buClr>
                        <a:defRPr sz="2000">
                          <a:solidFill>
                            <a:schemeClr val="tx1"/>
                          </a:solidFill>
                          <a:latin typeface="Arial" pitchFamily="34" charset="0"/>
                        </a:defRPr>
                      </a:lvl3pPr>
                      <a:lvl4pPr marL="1600200" indent="-228600" algn="l">
                        <a:spcBef>
                          <a:spcPct val="20000"/>
                        </a:spcBef>
                        <a:defRPr>
                          <a:solidFill>
                            <a:schemeClr val="tx1"/>
                          </a:solidFill>
                          <a:latin typeface="Arial" pitchFamily="34" charset="0"/>
                        </a:defRPr>
                      </a:lvl4pPr>
                      <a:lvl5pPr marL="2057400" indent="-228600" algn="l">
                        <a:spcBef>
                          <a:spcPct val="20000"/>
                        </a:spcBef>
                        <a:defRPr>
                          <a:solidFill>
                            <a:schemeClr val="tx1"/>
                          </a:solidFill>
                          <a:latin typeface="Arial" pitchFamily="34" charset="0"/>
                        </a:defRPr>
                      </a:lvl5pPr>
                      <a:lvl6pPr marL="2514600" indent="-228600" fontAlgn="base">
                        <a:spcBef>
                          <a:spcPct val="20000"/>
                        </a:spcBef>
                        <a:spcAft>
                          <a:spcPct val="0"/>
                        </a:spcAft>
                        <a:defRPr>
                          <a:solidFill>
                            <a:schemeClr val="tx1"/>
                          </a:solidFill>
                          <a:latin typeface="Arial" pitchFamily="34" charset="0"/>
                        </a:defRPr>
                      </a:lvl6pPr>
                      <a:lvl7pPr marL="2971800" indent="-228600" fontAlgn="base">
                        <a:spcBef>
                          <a:spcPct val="20000"/>
                        </a:spcBef>
                        <a:spcAft>
                          <a:spcPct val="0"/>
                        </a:spcAft>
                        <a:defRPr>
                          <a:solidFill>
                            <a:schemeClr val="tx1"/>
                          </a:solidFill>
                          <a:latin typeface="Arial" pitchFamily="34" charset="0"/>
                        </a:defRPr>
                      </a:lvl7pPr>
                      <a:lvl8pPr marL="3429000" indent="-228600" fontAlgn="base">
                        <a:spcBef>
                          <a:spcPct val="20000"/>
                        </a:spcBef>
                        <a:spcAft>
                          <a:spcPct val="0"/>
                        </a:spcAft>
                        <a:defRPr>
                          <a:solidFill>
                            <a:schemeClr val="tx1"/>
                          </a:solidFill>
                          <a:latin typeface="Arial" pitchFamily="34" charset="0"/>
                        </a:defRPr>
                      </a:lvl8pPr>
                      <a:lvl9pPr marL="3886200" indent="-228600" fontAlgn="base">
                        <a:spcBef>
                          <a:spcPct val="20000"/>
                        </a:spcBef>
                        <a:spcAft>
                          <a:spcPct val="0"/>
                        </a:spcAft>
                        <a:defRPr>
                          <a:solidFill>
                            <a:schemeClr val="tx1"/>
                          </a:solidFill>
                          <a:latin typeface="Arial"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itchFamily="2" charset="2"/>
                        <a:defRPr sz="2400">
                          <a:solidFill>
                            <a:schemeClr val="tx1"/>
                          </a:solidFill>
                          <a:latin typeface="Arial" pitchFamily="34" charset="0"/>
                        </a:defRPr>
                      </a:lvl1pPr>
                      <a:lvl2pPr marL="742950" indent="-285750" algn="l">
                        <a:spcBef>
                          <a:spcPct val="20000"/>
                        </a:spcBef>
                        <a:buClr>
                          <a:schemeClr val="accent1"/>
                        </a:buClr>
                        <a:buFont typeface="Wingdings" pitchFamily="2" charset="2"/>
                        <a:defRPr sz="2000">
                          <a:solidFill>
                            <a:schemeClr val="tx1"/>
                          </a:solidFill>
                          <a:latin typeface="Arial" pitchFamily="34" charset="0"/>
                        </a:defRPr>
                      </a:lvl2pPr>
                      <a:lvl3pPr marL="1143000" indent="-228600" algn="l">
                        <a:spcBef>
                          <a:spcPct val="20000"/>
                        </a:spcBef>
                        <a:buClr>
                          <a:schemeClr val="tx1"/>
                        </a:buClr>
                        <a:defRPr sz="2000">
                          <a:solidFill>
                            <a:schemeClr val="tx1"/>
                          </a:solidFill>
                          <a:latin typeface="Arial" pitchFamily="34" charset="0"/>
                        </a:defRPr>
                      </a:lvl3pPr>
                      <a:lvl4pPr marL="1600200" indent="-228600" algn="l">
                        <a:spcBef>
                          <a:spcPct val="20000"/>
                        </a:spcBef>
                        <a:defRPr>
                          <a:solidFill>
                            <a:schemeClr val="tx1"/>
                          </a:solidFill>
                          <a:latin typeface="Arial" pitchFamily="34" charset="0"/>
                        </a:defRPr>
                      </a:lvl4pPr>
                      <a:lvl5pPr marL="2057400" indent="-228600" algn="l">
                        <a:spcBef>
                          <a:spcPct val="20000"/>
                        </a:spcBef>
                        <a:defRPr>
                          <a:solidFill>
                            <a:schemeClr val="tx1"/>
                          </a:solidFill>
                          <a:latin typeface="Arial" pitchFamily="34" charset="0"/>
                        </a:defRPr>
                      </a:lvl5pPr>
                      <a:lvl6pPr marL="2514600" indent="-228600" fontAlgn="base">
                        <a:spcBef>
                          <a:spcPct val="20000"/>
                        </a:spcBef>
                        <a:spcAft>
                          <a:spcPct val="0"/>
                        </a:spcAft>
                        <a:defRPr>
                          <a:solidFill>
                            <a:schemeClr val="tx1"/>
                          </a:solidFill>
                          <a:latin typeface="Arial" pitchFamily="34" charset="0"/>
                        </a:defRPr>
                      </a:lvl6pPr>
                      <a:lvl7pPr marL="2971800" indent="-228600" fontAlgn="base">
                        <a:spcBef>
                          <a:spcPct val="20000"/>
                        </a:spcBef>
                        <a:spcAft>
                          <a:spcPct val="0"/>
                        </a:spcAft>
                        <a:defRPr>
                          <a:solidFill>
                            <a:schemeClr val="tx1"/>
                          </a:solidFill>
                          <a:latin typeface="Arial" pitchFamily="34" charset="0"/>
                        </a:defRPr>
                      </a:lvl7pPr>
                      <a:lvl8pPr marL="3429000" indent="-228600" fontAlgn="base">
                        <a:spcBef>
                          <a:spcPct val="20000"/>
                        </a:spcBef>
                        <a:spcAft>
                          <a:spcPct val="0"/>
                        </a:spcAft>
                        <a:defRPr>
                          <a:solidFill>
                            <a:schemeClr val="tx1"/>
                          </a:solidFill>
                          <a:latin typeface="Arial" pitchFamily="34" charset="0"/>
                        </a:defRPr>
                      </a:lvl8pPr>
                      <a:lvl9pPr marL="3886200" indent="-228600" fontAlgn="base">
                        <a:spcBef>
                          <a:spcPct val="20000"/>
                        </a:spcBef>
                        <a:spcAft>
                          <a:spcPct val="0"/>
                        </a:spcAft>
                        <a:defRPr>
                          <a:solidFill>
                            <a:schemeClr val="tx1"/>
                          </a:solidFill>
                          <a:latin typeface="Arial"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itchFamily="2" charset="2"/>
                        <a:defRPr sz="2400">
                          <a:solidFill>
                            <a:schemeClr val="tx1"/>
                          </a:solidFill>
                          <a:latin typeface="Arial" pitchFamily="34" charset="0"/>
                        </a:defRPr>
                      </a:lvl1pPr>
                      <a:lvl2pPr marL="742950" indent="-285750" algn="l">
                        <a:spcBef>
                          <a:spcPct val="20000"/>
                        </a:spcBef>
                        <a:buClr>
                          <a:schemeClr val="accent1"/>
                        </a:buClr>
                        <a:buFont typeface="Wingdings" pitchFamily="2" charset="2"/>
                        <a:defRPr sz="2000">
                          <a:solidFill>
                            <a:schemeClr val="tx1"/>
                          </a:solidFill>
                          <a:latin typeface="Arial" pitchFamily="34" charset="0"/>
                        </a:defRPr>
                      </a:lvl2pPr>
                      <a:lvl3pPr marL="1143000" indent="-228600" algn="l">
                        <a:spcBef>
                          <a:spcPct val="20000"/>
                        </a:spcBef>
                        <a:buClr>
                          <a:schemeClr val="tx1"/>
                        </a:buClr>
                        <a:defRPr sz="2000">
                          <a:solidFill>
                            <a:schemeClr val="tx1"/>
                          </a:solidFill>
                          <a:latin typeface="Arial" pitchFamily="34" charset="0"/>
                        </a:defRPr>
                      </a:lvl3pPr>
                      <a:lvl4pPr marL="1600200" indent="-228600" algn="l">
                        <a:spcBef>
                          <a:spcPct val="20000"/>
                        </a:spcBef>
                        <a:defRPr>
                          <a:solidFill>
                            <a:schemeClr val="tx1"/>
                          </a:solidFill>
                          <a:latin typeface="Arial" pitchFamily="34" charset="0"/>
                        </a:defRPr>
                      </a:lvl4pPr>
                      <a:lvl5pPr marL="2057400" indent="-228600" algn="l">
                        <a:spcBef>
                          <a:spcPct val="20000"/>
                        </a:spcBef>
                        <a:defRPr>
                          <a:solidFill>
                            <a:schemeClr val="tx1"/>
                          </a:solidFill>
                          <a:latin typeface="Arial" pitchFamily="34" charset="0"/>
                        </a:defRPr>
                      </a:lvl5pPr>
                      <a:lvl6pPr marL="2514600" indent="-228600" fontAlgn="base">
                        <a:spcBef>
                          <a:spcPct val="20000"/>
                        </a:spcBef>
                        <a:spcAft>
                          <a:spcPct val="0"/>
                        </a:spcAft>
                        <a:defRPr>
                          <a:solidFill>
                            <a:schemeClr val="tx1"/>
                          </a:solidFill>
                          <a:latin typeface="Arial" pitchFamily="34" charset="0"/>
                        </a:defRPr>
                      </a:lvl6pPr>
                      <a:lvl7pPr marL="2971800" indent="-228600" fontAlgn="base">
                        <a:spcBef>
                          <a:spcPct val="20000"/>
                        </a:spcBef>
                        <a:spcAft>
                          <a:spcPct val="0"/>
                        </a:spcAft>
                        <a:defRPr>
                          <a:solidFill>
                            <a:schemeClr val="tx1"/>
                          </a:solidFill>
                          <a:latin typeface="Arial" pitchFamily="34" charset="0"/>
                        </a:defRPr>
                      </a:lvl7pPr>
                      <a:lvl8pPr marL="3429000" indent="-228600" fontAlgn="base">
                        <a:spcBef>
                          <a:spcPct val="20000"/>
                        </a:spcBef>
                        <a:spcAft>
                          <a:spcPct val="0"/>
                        </a:spcAft>
                        <a:defRPr>
                          <a:solidFill>
                            <a:schemeClr val="tx1"/>
                          </a:solidFill>
                          <a:latin typeface="Arial" pitchFamily="34" charset="0"/>
                        </a:defRPr>
                      </a:lvl8pPr>
                      <a:lvl9pPr marL="3886200" indent="-228600" fontAlgn="base">
                        <a:spcBef>
                          <a:spcPct val="20000"/>
                        </a:spcBef>
                        <a:spcAft>
                          <a:spcPct val="0"/>
                        </a:spcAft>
                        <a:defRPr>
                          <a:solidFill>
                            <a:schemeClr val="tx1"/>
                          </a:solidFill>
                          <a:latin typeface="Arial"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itchFamily="2" charset="2"/>
                        <a:defRPr sz="2400">
                          <a:solidFill>
                            <a:schemeClr val="tx1"/>
                          </a:solidFill>
                          <a:latin typeface="Arial" pitchFamily="34" charset="0"/>
                        </a:defRPr>
                      </a:lvl1pPr>
                      <a:lvl2pPr marL="742950" indent="-285750" algn="l">
                        <a:spcBef>
                          <a:spcPct val="20000"/>
                        </a:spcBef>
                        <a:buClr>
                          <a:schemeClr val="accent1"/>
                        </a:buClr>
                        <a:buFont typeface="Wingdings" pitchFamily="2" charset="2"/>
                        <a:defRPr sz="2000">
                          <a:solidFill>
                            <a:schemeClr val="tx1"/>
                          </a:solidFill>
                          <a:latin typeface="Arial" pitchFamily="34" charset="0"/>
                        </a:defRPr>
                      </a:lvl2pPr>
                      <a:lvl3pPr marL="1143000" indent="-228600" algn="l">
                        <a:spcBef>
                          <a:spcPct val="20000"/>
                        </a:spcBef>
                        <a:buClr>
                          <a:schemeClr val="tx1"/>
                        </a:buClr>
                        <a:defRPr sz="2000">
                          <a:solidFill>
                            <a:schemeClr val="tx1"/>
                          </a:solidFill>
                          <a:latin typeface="Arial" pitchFamily="34" charset="0"/>
                        </a:defRPr>
                      </a:lvl3pPr>
                      <a:lvl4pPr marL="1600200" indent="-228600" algn="l">
                        <a:spcBef>
                          <a:spcPct val="20000"/>
                        </a:spcBef>
                        <a:defRPr>
                          <a:solidFill>
                            <a:schemeClr val="tx1"/>
                          </a:solidFill>
                          <a:latin typeface="Arial" pitchFamily="34" charset="0"/>
                        </a:defRPr>
                      </a:lvl4pPr>
                      <a:lvl5pPr marL="2057400" indent="-228600" algn="l">
                        <a:spcBef>
                          <a:spcPct val="20000"/>
                        </a:spcBef>
                        <a:defRPr>
                          <a:solidFill>
                            <a:schemeClr val="tx1"/>
                          </a:solidFill>
                          <a:latin typeface="Arial" pitchFamily="34" charset="0"/>
                        </a:defRPr>
                      </a:lvl5pPr>
                      <a:lvl6pPr marL="2514600" indent="-228600" fontAlgn="base">
                        <a:spcBef>
                          <a:spcPct val="20000"/>
                        </a:spcBef>
                        <a:spcAft>
                          <a:spcPct val="0"/>
                        </a:spcAft>
                        <a:defRPr>
                          <a:solidFill>
                            <a:schemeClr val="tx1"/>
                          </a:solidFill>
                          <a:latin typeface="Arial" pitchFamily="34" charset="0"/>
                        </a:defRPr>
                      </a:lvl6pPr>
                      <a:lvl7pPr marL="2971800" indent="-228600" fontAlgn="base">
                        <a:spcBef>
                          <a:spcPct val="20000"/>
                        </a:spcBef>
                        <a:spcAft>
                          <a:spcPct val="0"/>
                        </a:spcAft>
                        <a:defRPr>
                          <a:solidFill>
                            <a:schemeClr val="tx1"/>
                          </a:solidFill>
                          <a:latin typeface="Arial" pitchFamily="34" charset="0"/>
                        </a:defRPr>
                      </a:lvl7pPr>
                      <a:lvl8pPr marL="3429000" indent="-228600" fontAlgn="base">
                        <a:spcBef>
                          <a:spcPct val="20000"/>
                        </a:spcBef>
                        <a:spcAft>
                          <a:spcPct val="0"/>
                        </a:spcAft>
                        <a:defRPr>
                          <a:solidFill>
                            <a:schemeClr val="tx1"/>
                          </a:solidFill>
                          <a:latin typeface="Arial" pitchFamily="34" charset="0"/>
                        </a:defRPr>
                      </a:lvl8pPr>
                      <a:lvl9pPr marL="3886200" indent="-228600" fontAlgn="base">
                        <a:spcBef>
                          <a:spcPct val="20000"/>
                        </a:spcBef>
                        <a:spcAft>
                          <a:spcPct val="0"/>
                        </a:spcAft>
                        <a:defRPr>
                          <a:solidFill>
                            <a:schemeClr val="tx1"/>
                          </a:solidFill>
                          <a:latin typeface="Arial"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itchFamily="2" charset="2"/>
                        <a:defRPr sz="2400">
                          <a:solidFill>
                            <a:schemeClr val="tx1"/>
                          </a:solidFill>
                          <a:latin typeface="Arial" pitchFamily="34" charset="0"/>
                        </a:defRPr>
                      </a:lvl1pPr>
                      <a:lvl2pPr marL="742950" indent="-285750" algn="l">
                        <a:spcBef>
                          <a:spcPct val="20000"/>
                        </a:spcBef>
                        <a:buClr>
                          <a:schemeClr val="accent1"/>
                        </a:buClr>
                        <a:buFont typeface="Wingdings" pitchFamily="2" charset="2"/>
                        <a:defRPr sz="2000">
                          <a:solidFill>
                            <a:schemeClr val="tx1"/>
                          </a:solidFill>
                          <a:latin typeface="Arial" pitchFamily="34" charset="0"/>
                        </a:defRPr>
                      </a:lvl2pPr>
                      <a:lvl3pPr marL="1143000" indent="-228600" algn="l">
                        <a:spcBef>
                          <a:spcPct val="20000"/>
                        </a:spcBef>
                        <a:buClr>
                          <a:schemeClr val="tx1"/>
                        </a:buClr>
                        <a:defRPr sz="2000">
                          <a:solidFill>
                            <a:schemeClr val="tx1"/>
                          </a:solidFill>
                          <a:latin typeface="Arial" pitchFamily="34" charset="0"/>
                        </a:defRPr>
                      </a:lvl3pPr>
                      <a:lvl4pPr marL="1600200" indent="-228600" algn="l">
                        <a:spcBef>
                          <a:spcPct val="20000"/>
                        </a:spcBef>
                        <a:defRPr>
                          <a:solidFill>
                            <a:schemeClr val="tx1"/>
                          </a:solidFill>
                          <a:latin typeface="Arial" pitchFamily="34" charset="0"/>
                        </a:defRPr>
                      </a:lvl4pPr>
                      <a:lvl5pPr marL="2057400" indent="-228600" algn="l">
                        <a:spcBef>
                          <a:spcPct val="20000"/>
                        </a:spcBef>
                        <a:defRPr>
                          <a:solidFill>
                            <a:schemeClr val="tx1"/>
                          </a:solidFill>
                          <a:latin typeface="Arial" pitchFamily="34" charset="0"/>
                        </a:defRPr>
                      </a:lvl5pPr>
                      <a:lvl6pPr marL="2514600" indent="-228600" fontAlgn="base">
                        <a:spcBef>
                          <a:spcPct val="20000"/>
                        </a:spcBef>
                        <a:spcAft>
                          <a:spcPct val="0"/>
                        </a:spcAft>
                        <a:defRPr>
                          <a:solidFill>
                            <a:schemeClr val="tx1"/>
                          </a:solidFill>
                          <a:latin typeface="Arial" pitchFamily="34" charset="0"/>
                        </a:defRPr>
                      </a:lvl6pPr>
                      <a:lvl7pPr marL="2971800" indent="-228600" fontAlgn="base">
                        <a:spcBef>
                          <a:spcPct val="20000"/>
                        </a:spcBef>
                        <a:spcAft>
                          <a:spcPct val="0"/>
                        </a:spcAft>
                        <a:defRPr>
                          <a:solidFill>
                            <a:schemeClr val="tx1"/>
                          </a:solidFill>
                          <a:latin typeface="Arial" pitchFamily="34" charset="0"/>
                        </a:defRPr>
                      </a:lvl7pPr>
                      <a:lvl8pPr marL="3429000" indent="-228600" fontAlgn="base">
                        <a:spcBef>
                          <a:spcPct val="20000"/>
                        </a:spcBef>
                        <a:spcAft>
                          <a:spcPct val="0"/>
                        </a:spcAft>
                        <a:defRPr>
                          <a:solidFill>
                            <a:schemeClr val="tx1"/>
                          </a:solidFill>
                          <a:latin typeface="Arial" pitchFamily="34" charset="0"/>
                        </a:defRPr>
                      </a:lvl8pPr>
                      <a:lvl9pPr marL="3886200" indent="-228600" fontAlgn="base">
                        <a:spcBef>
                          <a:spcPct val="20000"/>
                        </a:spcBef>
                        <a:spcAft>
                          <a:spcPct val="0"/>
                        </a:spcAft>
                        <a:defRPr>
                          <a:solidFill>
                            <a:schemeClr val="tx1"/>
                          </a:solidFill>
                          <a:latin typeface="Arial"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p>
                  </a:txBody>
                  <a:tcP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93233" name="AutoShape 1285"/>
          <p:cNvSpPr>
            <a:spLocks noChangeArrowheads="1"/>
          </p:cNvSpPr>
          <p:nvPr/>
        </p:nvSpPr>
        <p:spPr bwMode="auto">
          <a:xfrm>
            <a:off x="2362200" y="1979613"/>
            <a:ext cx="1106488" cy="609600"/>
          </a:xfrm>
          <a:prstGeom prst="wedgeRectCallout">
            <a:avLst>
              <a:gd name="adj1" fmla="val -104111"/>
              <a:gd name="adj2" fmla="val 87838"/>
            </a:avLst>
          </a:prstGeom>
          <a:gradFill rotWithShape="0">
            <a:gsLst>
              <a:gs pos="0">
                <a:srgbClr val="FFFFFF"/>
              </a:gs>
              <a:gs pos="100000">
                <a:srgbClr val="BBBBBB"/>
              </a:gs>
            </a:gsLst>
            <a:lin ang="540000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gn="ctr" eaLnBrk="1" hangingPunct="1">
              <a:buFont typeface="Wingdings" pitchFamily="2" charset="2"/>
              <a:buNone/>
            </a:pPr>
            <a:r>
              <a:rPr lang="zh-CN" altLang="en-US" sz="2400">
                <a:solidFill>
                  <a:schemeClr val="tx1"/>
                </a:solidFill>
                <a:latin typeface="Times New Roman" pitchFamily="18" charset="0"/>
              </a:rPr>
              <a:t>属性</a:t>
            </a:r>
          </a:p>
        </p:txBody>
      </p:sp>
      <p:sp>
        <p:nvSpPr>
          <p:cNvPr id="93234" name="AutoShape 1286"/>
          <p:cNvSpPr>
            <a:spLocks noChangeArrowheads="1"/>
          </p:cNvSpPr>
          <p:nvPr/>
        </p:nvSpPr>
        <p:spPr bwMode="auto">
          <a:xfrm>
            <a:off x="7697788" y="2438400"/>
            <a:ext cx="914400" cy="609600"/>
          </a:xfrm>
          <a:prstGeom prst="wedgeRectCallout">
            <a:avLst>
              <a:gd name="adj1" fmla="val -61343"/>
              <a:gd name="adj2" fmla="val 137116"/>
            </a:avLst>
          </a:prstGeom>
          <a:gradFill rotWithShape="0">
            <a:gsLst>
              <a:gs pos="0">
                <a:srgbClr val="FFFFFF"/>
              </a:gs>
              <a:gs pos="100000">
                <a:srgbClr val="BBBBBB"/>
              </a:gs>
            </a:gsLst>
            <a:lin ang="540000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gn="ctr" eaLnBrk="1" hangingPunct="1">
              <a:buFont typeface="Wingdings" pitchFamily="2" charset="2"/>
              <a:buNone/>
            </a:pPr>
            <a:r>
              <a:rPr lang="zh-CN" altLang="en-US" sz="2400">
                <a:solidFill>
                  <a:schemeClr val="tx1"/>
                </a:solidFill>
                <a:latin typeface="Times New Roman" pitchFamily="18" charset="0"/>
              </a:rPr>
              <a:t>元组</a:t>
            </a:r>
          </a:p>
        </p:txBody>
      </p:sp>
      <p:sp>
        <p:nvSpPr>
          <p:cNvPr id="93235" name="Rectangle 2"/>
          <p:cNvSpPr>
            <a:spLocks noGrp="1" noChangeArrowheads="1"/>
          </p:cNvSpPr>
          <p:nvPr>
            <p:ph type="title"/>
          </p:nvPr>
        </p:nvSpPr>
        <p:spPr/>
        <p:txBody>
          <a:bodyPr/>
          <a:lstStyle/>
          <a:p>
            <a:pPr eaLnBrk="1" hangingPunct="1"/>
            <a:r>
              <a:rPr lang="en-US" altLang="zh-CN" dirty="0"/>
              <a:t>1.2.5 </a:t>
            </a:r>
            <a:r>
              <a:rPr lang="en-US" altLang="zh-CN" dirty="0" err="1"/>
              <a:t>关系模型</a:t>
            </a:r>
            <a:r>
              <a:rPr lang="en-US" altLang="zh-CN" dirty="0"/>
              <a:t>  </a:t>
            </a:r>
            <a:r>
              <a:rPr lang="en-US" altLang="zh-CN" dirty="0" err="1">
                <a:solidFill>
                  <a:srgbClr val="CC0000"/>
                </a:solidFill>
              </a:rPr>
              <a:t>概念十分重要</a:t>
            </a:r>
            <a:endParaRPr lang="en-US" altLang="zh-CN" dirty="0">
              <a:solidFill>
                <a:srgbClr val="CC0000"/>
              </a:solidFill>
            </a:endParaRPr>
          </a:p>
        </p:txBody>
      </p:sp>
      <p:sp>
        <p:nvSpPr>
          <p:cNvPr id="93236" name="TextBox 9"/>
          <p:cNvSpPr txBox="1">
            <a:spLocks noChangeArrowheads="1"/>
          </p:cNvSpPr>
          <p:nvPr/>
        </p:nvSpPr>
        <p:spPr bwMode="auto">
          <a:xfrm>
            <a:off x="3886200" y="1633538"/>
            <a:ext cx="17240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buFont typeface="Wingdings" pitchFamily="2" charset="2"/>
              <a:buNone/>
            </a:pPr>
            <a:r>
              <a:rPr lang="zh-CN" altLang="en-US" sz="2400" b="1"/>
              <a:t>学生登记表</a:t>
            </a:r>
          </a:p>
        </p:txBody>
      </p:sp>
    </p:spTree>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518370C9-54F1-4CBB-A410-7437450B8ECE}"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94211"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94212"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6E5E31A9-2FB7-40F5-9F08-78A2F14B5C7C}" type="slidenum">
              <a:rPr lang="en-US" altLang="zh-CN" sz="1400">
                <a:solidFill>
                  <a:schemeClr val="tx1"/>
                </a:solidFill>
                <a:latin typeface="Times New Roman" pitchFamily="18" charset="0"/>
              </a:rPr>
              <a:pPr eaLnBrk="1" hangingPunct="1"/>
              <a:t>41</a:t>
            </a:fld>
            <a:r>
              <a:rPr lang="en-US" altLang="zh-CN" sz="1400">
                <a:solidFill>
                  <a:schemeClr val="tx1"/>
                </a:solidFill>
                <a:latin typeface="Times New Roman" pitchFamily="18" charset="0"/>
              </a:rPr>
              <a:t>/92</a:t>
            </a:r>
          </a:p>
        </p:txBody>
      </p:sp>
      <p:sp>
        <p:nvSpPr>
          <p:cNvPr id="94213" name="Rectangle 2"/>
          <p:cNvSpPr>
            <a:spLocks noGrp="1" noChangeArrowheads="1"/>
          </p:cNvSpPr>
          <p:nvPr>
            <p:ph type="title"/>
          </p:nvPr>
        </p:nvSpPr>
        <p:spPr/>
        <p:txBody>
          <a:bodyPr/>
          <a:lstStyle/>
          <a:p>
            <a:pPr eaLnBrk="1" hangingPunct="1"/>
            <a:r>
              <a:rPr lang="en-US" altLang="zh-CN" dirty="0"/>
              <a:t>1.2.5 </a:t>
            </a:r>
            <a:r>
              <a:rPr lang="en-US" altLang="zh-CN" dirty="0" err="1"/>
              <a:t>关系模型</a:t>
            </a:r>
            <a:endParaRPr lang="en-US" altLang="zh-CN" dirty="0"/>
          </a:p>
        </p:txBody>
      </p:sp>
      <p:sp>
        <p:nvSpPr>
          <p:cNvPr id="94214" name="Rectangle 3"/>
          <p:cNvSpPr>
            <a:spLocks noGrp="1" noChangeArrowheads="1"/>
          </p:cNvSpPr>
          <p:nvPr>
            <p:ph type="body" idx="1"/>
          </p:nvPr>
        </p:nvSpPr>
        <p:spPr/>
        <p:txBody>
          <a:bodyPr/>
          <a:lstStyle/>
          <a:p>
            <a:pPr lvl="1" eaLnBrk="1" hangingPunct="1">
              <a:lnSpc>
                <a:spcPct val="90000"/>
              </a:lnSpc>
            </a:pPr>
            <a:r>
              <a:rPr lang="zh-CN" altLang="en-US" dirty="0"/>
              <a:t>在关系模型中，</a:t>
            </a:r>
            <a:r>
              <a:rPr lang="zh-CN" altLang="en-US" dirty="0">
                <a:solidFill>
                  <a:srgbClr val="0000FF"/>
                </a:solidFill>
              </a:rPr>
              <a:t>实体</a:t>
            </a:r>
            <a:r>
              <a:rPr lang="zh-CN" altLang="en-US" dirty="0"/>
              <a:t>以及实体之间的</a:t>
            </a:r>
            <a:r>
              <a:rPr lang="zh-CN" altLang="en-US" dirty="0">
                <a:solidFill>
                  <a:srgbClr val="C00000"/>
                </a:solidFill>
              </a:rPr>
              <a:t>联系</a:t>
            </a:r>
            <a:r>
              <a:rPr lang="zh-CN" altLang="en-US" dirty="0"/>
              <a:t>都用</a:t>
            </a:r>
            <a:r>
              <a:rPr lang="zh-CN" altLang="en-US" dirty="0">
                <a:solidFill>
                  <a:srgbClr val="C00000"/>
                </a:solidFill>
              </a:rPr>
              <a:t>关系</a:t>
            </a:r>
            <a:r>
              <a:rPr lang="zh-CN" altLang="en-US" dirty="0"/>
              <a:t>来</a:t>
            </a:r>
            <a:r>
              <a:rPr lang="zh-CN" altLang="en-US" dirty="0">
                <a:solidFill>
                  <a:srgbClr val="0000FF"/>
                </a:solidFill>
              </a:rPr>
              <a:t>表示</a:t>
            </a:r>
            <a:r>
              <a:rPr lang="zh-CN" altLang="en-US" dirty="0">
                <a:solidFill>
                  <a:srgbClr val="C00000"/>
                </a:solidFill>
              </a:rPr>
              <a:t>。</a:t>
            </a:r>
          </a:p>
          <a:p>
            <a:pPr eaLnBrk="1" hangingPunct="1">
              <a:lnSpc>
                <a:spcPct val="90000"/>
              </a:lnSpc>
            </a:pPr>
            <a:endParaRPr lang="zh-CN" altLang="en-US" sz="1000" dirty="0"/>
          </a:p>
          <a:p>
            <a:pPr eaLnBrk="1" hangingPunct="1">
              <a:lnSpc>
                <a:spcPct val="90000"/>
              </a:lnSpc>
              <a:buFont typeface="Wingdings" pitchFamily="2" charset="2"/>
              <a:buNone/>
            </a:pPr>
            <a:r>
              <a:rPr lang="zh-CN" altLang="en-US" dirty="0"/>
              <a:t>二、关系模型的数据操纵与完整性约束</a:t>
            </a:r>
          </a:p>
          <a:p>
            <a:pPr lvl="1" eaLnBrk="1" hangingPunct="1">
              <a:lnSpc>
                <a:spcPct val="90000"/>
              </a:lnSpc>
            </a:pPr>
            <a:r>
              <a:rPr lang="zh-CN" altLang="en-US" dirty="0"/>
              <a:t>操作：查、插、删、改</a:t>
            </a:r>
          </a:p>
          <a:p>
            <a:pPr lvl="1" eaLnBrk="1" hangingPunct="1">
              <a:lnSpc>
                <a:spcPct val="90000"/>
              </a:lnSpc>
            </a:pPr>
            <a:r>
              <a:rPr lang="zh-CN" altLang="en-US" u="sng" dirty="0"/>
              <a:t>实体完整性、参照完整性、用户定义完整性</a:t>
            </a:r>
          </a:p>
          <a:p>
            <a:pPr lvl="1" eaLnBrk="1" hangingPunct="1">
              <a:lnSpc>
                <a:spcPct val="90000"/>
              </a:lnSpc>
            </a:pPr>
            <a:r>
              <a:rPr lang="zh-CN" altLang="en-US" dirty="0">
                <a:solidFill>
                  <a:srgbClr val="C00000"/>
                </a:solidFill>
              </a:rPr>
              <a:t>一次一集合方式</a:t>
            </a:r>
            <a:r>
              <a:rPr lang="zh-CN" altLang="en-US" dirty="0"/>
              <a:t>（非关模型是单记录操作方式）</a:t>
            </a:r>
          </a:p>
          <a:p>
            <a:pPr lvl="1" eaLnBrk="1" hangingPunct="1">
              <a:lnSpc>
                <a:spcPct val="90000"/>
              </a:lnSpc>
            </a:pPr>
            <a:r>
              <a:rPr lang="zh-CN" altLang="en-US" dirty="0"/>
              <a:t>用户只需指出</a:t>
            </a:r>
            <a:r>
              <a:rPr lang="zh-CN" altLang="en-US" dirty="0">
                <a:latin typeface="Arial" charset="0"/>
              </a:rPr>
              <a:t>“</a:t>
            </a:r>
            <a:r>
              <a:rPr lang="en-US" altLang="zh-CN" dirty="0"/>
              <a:t>What to do</a:t>
            </a:r>
            <a:r>
              <a:rPr lang="en-US" altLang="zh-CN" dirty="0">
                <a:latin typeface="Arial" charset="0"/>
              </a:rPr>
              <a:t>”</a:t>
            </a:r>
            <a:r>
              <a:rPr lang="zh-CN" altLang="en-US" dirty="0"/>
              <a:t>，而非关模型中需要告诉系统</a:t>
            </a:r>
            <a:r>
              <a:rPr lang="zh-CN" altLang="en-US" dirty="0">
                <a:latin typeface="Arial" charset="0"/>
              </a:rPr>
              <a:t>“</a:t>
            </a:r>
            <a:r>
              <a:rPr lang="en-US" altLang="zh-CN" dirty="0"/>
              <a:t>How to do</a:t>
            </a:r>
            <a:r>
              <a:rPr lang="en-US" altLang="zh-CN" dirty="0">
                <a:latin typeface="Arial" charset="0"/>
              </a:rPr>
              <a:t>”</a:t>
            </a:r>
            <a:endParaRPr lang="en-US" altLang="zh-CN" dirty="0"/>
          </a:p>
          <a:p>
            <a:pPr lvl="1" eaLnBrk="1" hangingPunct="1">
              <a:lnSpc>
                <a:spcPct val="90000"/>
              </a:lnSpc>
            </a:pPr>
            <a:r>
              <a:rPr lang="zh-CN" altLang="en-US" dirty="0"/>
              <a:t>系统的数据</a:t>
            </a:r>
            <a:r>
              <a:rPr lang="zh-CN" altLang="en-US" dirty="0">
                <a:solidFill>
                  <a:srgbClr val="FF0000"/>
                </a:solidFill>
              </a:rPr>
              <a:t>独立性</a:t>
            </a:r>
            <a:r>
              <a:rPr lang="zh-CN" altLang="en-US" dirty="0"/>
              <a:t>比非关模型更高</a:t>
            </a:r>
            <a:endParaRPr lang="en-US" altLang="zh-CN" dirty="0"/>
          </a:p>
        </p:txBody>
      </p:sp>
    </p:spTree>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9BB8C7B5-70D2-4187-8BE6-851F2854DB30}"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95235"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95236"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BCE4F8E2-15D1-4045-B472-EBBC8578BF32}" type="slidenum">
              <a:rPr lang="en-US" altLang="zh-CN" sz="1400">
                <a:solidFill>
                  <a:schemeClr val="tx1"/>
                </a:solidFill>
                <a:latin typeface="Times New Roman" pitchFamily="18" charset="0"/>
              </a:rPr>
              <a:pPr eaLnBrk="1" hangingPunct="1"/>
              <a:t>42</a:t>
            </a:fld>
            <a:r>
              <a:rPr lang="en-US" altLang="zh-CN" sz="1400">
                <a:solidFill>
                  <a:schemeClr val="tx1"/>
                </a:solidFill>
                <a:latin typeface="Times New Roman" pitchFamily="18" charset="0"/>
              </a:rPr>
              <a:t>/92</a:t>
            </a:r>
          </a:p>
        </p:txBody>
      </p:sp>
      <p:sp>
        <p:nvSpPr>
          <p:cNvPr id="95237" name="Rectangle 2"/>
          <p:cNvSpPr>
            <a:spLocks noGrp="1" noChangeArrowheads="1"/>
          </p:cNvSpPr>
          <p:nvPr>
            <p:ph type="title"/>
          </p:nvPr>
        </p:nvSpPr>
        <p:spPr/>
        <p:txBody>
          <a:bodyPr/>
          <a:lstStyle/>
          <a:p>
            <a:pPr eaLnBrk="1" hangingPunct="1"/>
            <a:r>
              <a:rPr lang="en-US" altLang="zh-CN" dirty="0"/>
              <a:t>1.2.5 </a:t>
            </a:r>
            <a:r>
              <a:rPr lang="en-US" altLang="zh-CN" dirty="0" err="1"/>
              <a:t>关系模型</a:t>
            </a:r>
            <a:endParaRPr lang="en-US" altLang="zh-CN" dirty="0"/>
          </a:p>
        </p:txBody>
      </p:sp>
      <p:sp>
        <p:nvSpPr>
          <p:cNvPr id="95238" name="Rectangle 3"/>
          <p:cNvSpPr>
            <a:spLocks noGrp="1" noChangeArrowheads="1"/>
          </p:cNvSpPr>
          <p:nvPr>
            <p:ph type="body" idx="1"/>
          </p:nvPr>
        </p:nvSpPr>
        <p:spPr/>
        <p:txBody>
          <a:bodyPr/>
          <a:lstStyle/>
          <a:p>
            <a:pPr marL="609600" indent="-609600" eaLnBrk="1" hangingPunct="1">
              <a:lnSpc>
                <a:spcPct val="90000"/>
              </a:lnSpc>
              <a:buFont typeface="Wingdings" pitchFamily="2" charset="2"/>
              <a:buNone/>
            </a:pPr>
            <a:r>
              <a:rPr lang="zh-CN" altLang="en-US" dirty="0"/>
              <a:t>三、存储结构</a:t>
            </a:r>
          </a:p>
          <a:p>
            <a:pPr marL="990600" lvl="1" indent="-533400" eaLnBrk="1" hangingPunct="1">
              <a:lnSpc>
                <a:spcPct val="90000"/>
              </a:lnSpc>
            </a:pPr>
            <a:r>
              <a:rPr lang="zh-CN" altLang="en-US" dirty="0"/>
              <a:t>用户参与较少 </a:t>
            </a:r>
            <a:r>
              <a:rPr lang="en-US" altLang="zh-CN" dirty="0"/>
              <a:t>(</a:t>
            </a:r>
            <a:r>
              <a:rPr lang="zh-CN" altLang="en-US" dirty="0"/>
              <a:t>存储参数的调整</a:t>
            </a:r>
            <a:r>
              <a:rPr lang="en-US" altLang="zh-CN" dirty="0"/>
              <a:t>)</a:t>
            </a:r>
          </a:p>
          <a:p>
            <a:pPr marL="609600" indent="-609600" eaLnBrk="1" hangingPunct="1">
              <a:lnSpc>
                <a:spcPct val="90000"/>
              </a:lnSpc>
              <a:buFont typeface="Wingdings" pitchFamily="2" charset="2"/>
              <a:buNone/>
            </a:pPr>
            <a:endParaRPr lang="en-US" altLang="zh-CN" dirty="0"/>
          </a:p>
          <a:p>
            <a:pPr marL="609600" indent="-609600" eaLnBrk="1" hangingPunct="1">
              <a:lnSpc>
                <a:spcPct val="90000"/>
              </a:lnSpc>
              <a:buFont typeface="Wingdings" pitchFamily="2" charset="2"/>
              <a:buNone/>
            </a:pPr>
            <a:r>
              <a:rPr lang="zh-CN" altLang="en-US" dirty="0"/>
              <a:t>四、优缺点</a:t>
            </a:r>
          </a:p>
          <a:p>
            <a:pPr marL="990600" lvl="1" indent="-533400" eaLnBrk="1" hangingPunct="1">
              <a:lnSpc>
                <a:spcPct val="90000"/>
              </a:lnSpc>
              <a:buFont typeface="Wingdings" pitchFamily="2" charset="2"/>
              <a:buAutoNum type="arabicPeriod"/>
            </a:pPr>
            <a:r>
              <a:rPr lang="zh-CN" altLang="en-US" dirty="0"/>
              <a:t>有严格的数学模型，建立在</a:t>
            </a:r>
            <a:r>
              <a:rPr lang="zh-CN" altLang="en-US" dirty="0">
                <a:solidFill>
                  <a:srgbClr val="FF0000"/>
                </a:solidFill>
              </a:rPr>
              <a:t>集合论</a:t>
            </a:r>
            <a:r>
              <a:rPr lang="zh-CN" altLang="en-US" dirty="0"/>
              <a:t>基础上。</a:t>
            </a:r>
          </a:p>
          <a:p>
            <a:pPr marL="990600" lvl="1" indent="-533400" eaLnBrk="1" hangingPunct="1">
              <a:lnSpc>
                <a:spcPct val="90000"/>
              </a:lnSpc>
              <a:buFont typeface="Wingdings" pitchFamily="2" charset="2"/>
              <a:buAutoNum type="arabicPeriod"/>
            </a:pPr>
            <a:r>
              <a:rPr lang="zh-CN" altLang="en-US" dirty="0">
                <a:solidFill>
                  <a:srgbClr val="FF0000"/>
                </a:solidFill>
              </a:rPr>
              <a:t>概念单一</a:t>
            </a:r>
            <a:r>
              <a:rPr lang="zh-CN" altLang="en-US" dirty="0"/>
              <a:t>，对实体和实体间联系都用</a:t>
            </a:r>
            <a:r>
              <a:rPr lang="zh-CN" altLang="en-US" b="1" dirty="0">
                <a:solidFill>
                  <a:srgbClr val="0000FF"/>
                </a:solidFill>
              </a:rPr>
              <a:t>关系</a:t>
            </a:r>
            <a:r>
              <a:rPr lang="zh-CN" altLang="en-US" dirty="0"/>
              <a:t>表示。</a:t>
            </a:r>
          </a:p>
          <a:p>
            <a:pPr marL="990600" lvl="1" indent="-533400" eaLnBrk="1" hangingPunct="1">
              <a:lnSpc>
                <a:spcPct val="90000"/>
              </a:lnSpc>
              <a:buFont typeface="Wingdings" pitchFamily="2" charset="2"/>
              <a:buAutoNum type="arabicPeriod"/>
            </a:pPr>
            <a:r>
              <a:rPr lang="zh-CN" altLang="en-US" dirty="0">
                <a:solidFill>
                  <a:srgbClr val="FF0000"/>
                </a:solidFill>
              </a:rPr>
              <a:t>存取路径对用户透明</a:t>
            </a:r>
            <a:r>
              <a:rPr lang="zh-CN" altLang="en-US" dirty="0"/>
              <a:t>。</a:t>
            </a:r>
          </a:p>
          <a:p>
            <a:pPr marL="990600" lvl="1" indent="-533400" eaLnBrk="1" hangingPunct="1">
              <a:lnSpc>
                <a:spcPct val="90000"/>
              </a:lnSpc>
              <a:buFont typeface="Wingdings" pitchFamily="2" charset="2"/>
              <a:buAutoNum type="arabicPeriod"/>
            </a:pPr>
            <a:r>
              <a:rPr lang="zh-CN" altLang="en-US" dirty="0">
                <a:solidFill>
                  <a:srgbClr val="0000FF"/>
                </a:solidFill>
              </a:rPr>
              <a:t>查询效率往往比非关模型低</a:t>
            </a:r>
            <a:r>
              <a:rPr lang="zh-CN" altLang="en-US" dirty="0"/>
              <a:t>。</a:t>
            </a:r>
          </a:p>
          <a:p>
            <a:pPr marL="1371600" lvl="2" indent="-457200" eaLnBrk="1" hangingPunct="1">
              <a:lnSpc>
                <a:spcPct val="90000"/>
              </a:lnSpc>
              <a:buFont typeface="Wingdings" pitchFamily="2" charset="2"/>
              <a:buChar char="w"/>
            </a:pPr>
            <a:r>
              <a:rPr lang="en-US" altLang="zh-CN" dirty="0"/>
              <a:t>DBMS</a:t>
            </a:r>
            <a:r>
              <a:rPr lang="zh-CN" altLang="en-US" dirty="0"/>
              <a:t>对用户的</a:t>
            </a:r>
            <a:r>
              <a:rPr lang="zh-CN" altLang="en-US" dirty="0">
                <a:solidFill>
                  <a:schemeClr val="tx2"/>
                </a:solidFill>
              </a:rPr>
              <a:t>查询</a:t>
            </a:r>
            <a:r>
              <a:rPr lang="zh-CN" altLang="en-US" dirty="0"/>
              <a:t>请求进行</a:t>
            </a:r>
            <a:r>
              <a:rPr lang="zh-CN" altLang="en-US" dirty="0">
                <a:solidFill>
                  <a:schemeClr val="tx2"/>
                </a:solidFill>
              </a:rPr>
              <a:t>优化</a:t>
            </a:r>
          </a:p>
        </p:txBody>
      </p:sp>
    </p:spTree>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7786E742-EDEC-4DFF-9B0D-C1C296014462}"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25603"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25604"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882FBDC5-DE65-44AE-A27D-D65A1676AFDB}" type="slidenum">
              <a:rPr lang="en-US" altLang="zh-CN" sz="1400">
                <a:solidFill>
                  <a:schemeClr val="tx1"/>
                </a:solidFill>
                <a:latin typeface="Times New Roman" pitchFamily="18" charset="0"/>
              </a:rPr>
              <a:pPr eaLnBrk="1" hangingPunct="1"/>
              <a:t>43</a:t>
            </a:fld>
            <a:r>
              <a:rPr lang="en-US" altLang="zh-CN" sz="1400">
                <a:solidFill>
                  <a:schemeClr val="tx1"/>
                </a:solidFill>
                <a:latin typeface="Times New Roman" pitchFamily="18" charset="0"/>
              </a:rPr>
              <a:t>/92</a:t>
            </a:r>
          </a:p>
        </p:txBody>
      </p:sp>
      <p:sp>
        <p:nvSpPr>
          <p:cNvPr id="25605" name="Rectangle 2"/>
          <p:cNvSpPr>
            <a:spLocks noGrp="1" noChangeArrowheads="1"/>
          </p:cNvSpPr>
          <p:nvPr>
            <p:ph type="title"/>
          </p:nvPr>
        </p:nvSpPr>
        <p:spPr/>
        <p:txBody>
          <a:bodyPr/>
          <a:lstStyle/>
          <a:p>
            <a:pPr eaLnBrk="1" hangingPunct="1"/>
            <a:r>
              <a:rPr lang="zh-CN" altLang="en-US"/>
              <a:t>本章目录</a:t>
            </a:r>
          </a:p>
        </p:txBody>
      </p:sp>
      <p:sp>
        <p:nvSpPr>
          <p:cNvPr id="25606" name="Rectangle 3"/>
          <p:cNvSpPr>
            <a:spLocks noGrp="1" noChangeArrowheads="1"/>
          </p:cNvSpPr>
          <p:nvPr>
            <p:ph type="body" idx="1"/>
          </p:nvPr>
        </p:nvSpPr>
        <p:spPr>
          <a:xfrm>
            <a:off x="1371600" y="1600200"/>
            <a:ext cx="7278688" cy="4532313"/>
          </a:xfrm>
        </p:spPr>
        <p:txBody>
          <a:bodyPr/>
          <a:lstStyle/>
          <a:p>
            <a:pPr eaLnBrk="1" hangingPunct="1"/>
            <a:r>
              <a:rPr lang="en-US" altLang="zh-CN" dirty="0">
                <a:solidFill>
                  <a:schemeClr val="tx1"/>
                </a:solidFill>
              </a:rPr>
              <a:t>1.0 </a:t>
            </a:r>
            <a:r>
              <a:rPr lang="zh-CN" altLang="en-US" dirty="0">
                <a:solidFill>
                  <a:schemeClr val="tx1"/>
                </a:solidFill>
              </a:rPr>
              <a:t>背景知识</a:t>
            </a:r>
          </a:p>
          <a:p>
            <a:pPr eaLnBrk="1" hangingPunct="1"/>
            <a:r>
              <a:rPr lang="en-US" altLang="zh-CN" dirty="0">
                <a:solidFill>
                  <a:schemeClr val="tx1"/>
                </a:solidFill>
              </a:rPr>
              <a:t>1.1 </a:t>
            </a:r>
            <a:r>
              <a:rPr lang="zh-CN" altLang="en-US" dirty="0">
                <a:solidFill>
                  <a:schemeClr val="tx1"/>
                </a:solidFill>
              </a:rPr>
              <a:t>数据管理技术的发展</a:t>
            </a:r>
          </a:p>
          <a:p>
            <a:pPr eaLnBrk="1" hangingPunct="1"/>
            <a:r>
              <a:rPr lang="en-US" altLang="zh-CN" dirty="0">
                <a:solidFill>
                  <a:schemeClr val="tx1"/>
                </a:solidFill>
              </a:rPr>
              <a:t>1.2 </a:t>
            </a:r>
            <a:r>
              <a:rPr lang="zh-CN" altLang="en-US" dirty="0">
                <a:solidFill>
                  <a:schemeClr val="tx1"/>
                </a:solidFill>
              </a:rPr>
              <a:t>数据模型</a:t>
            </a:r>
          </a:p>
          <a:p>
            <a:pPr eaLnBrk="1" hangingPunct="1"/>
            <a:r>
              <a:rPr lang="en-US" altLang="zh-CN" dirty="0">
                <a:solidFill>
                  <a:schemeClr val="tx1"/>
                </a:solidFill>
              </a:rPr>
              <a:t>1.3 </a:t>
            </a:r>
            <a:r>
              <a:rPr lang="zh-CN" altLang="en-US" dirty="0">
                <a:solidFill>
                  <a:schemeClr val="tx1"/>
                </a:solidFill>
              </a:rPr>
              <a:t>数据抽象及数据库系统结构</a:t>
            </a:r>
          </a:p>
          <a:p>
            <a:pPr eaLnBrk="1" hangingPunct="1"/>
            <a:r>
              <a:rPr lang="en-US" altLang="zh-CN" dirty="0">
                <a:solidFill>
                  <a:schemeClr val="tx1"/>
                </a:solidFill>
              </a:rPr>
              <a:t>1.4 </a:t>
            </a:r>
            <a:r>
              <a:rPr lang="zh-CN" altLang="en-US" dirty="0">
                <a:solidFill>
                  <a:schemeClr val="tx1"/>
                </a:solidFill>
              </a:rPr>
              <a:t>数据库语言</a:t>
            </a:r>
          </a:p>
          <a:p>
            <a:pPr eaLnBrk="1" hangingPunct="1"/>
            <a:r>
              <a:rPr lang="en-US" altLang="zh-CN" dirty="0">
                <a:solidFill>
                  <a:schemeClr val="tx1"/>
                </a:solidFill>
              </a:rPr>
              <a:t>1.5 </a:t>
            </a:r>
            <a:r>
              <a:rPr lang="zh-CN" altLang="en-US" dirty="0">
                <a:solidFill>
                  <a:schemeClr val="tx1"/>
                </a:solidFill>
              </a:rPr>
              <a:t>数据库引擎</a:t>
            </a:r>
          </a:p>
          <a:p>
            <a:pPr eaLnBrk="1" hangingPunct="1"/>
            <a:r>
              <a:rPr lang="en-US" altLang="zh-CN" dirty="0">
                <a:solidFill>
                  <a:schemeClr val="tx1"/>
                </a:solidFill>
              </a:rPr>
              <a:t>1.6 </a:t>
            </a:r>
            <a:r>
              <a:rPr lang="zh-CN" altLang="en-US" dirty="0">
                <a:solidFill>
                  <a:schemeClr val="tx1"/>
                </a:solidFill>
              </a:rPr>
              <a:t>数据库用户和管理员</a:t>
            </a:r>
          </a:p>
        </p:txBody>
      </p:sp>
      <p:sp>
        <p:nvSpPr>
          <p:cNvPr id="290820" name="AutoShape 4"/>
          <p:cNvSpPr>
            <a:spLocks noChangeArrowheads="1"/>
          </p:cNvSpPr>
          <p:nvPr/>
        </p:nvSpPr>
        <p:spPr bwMode="auto">
          <a:xfrm>
            <a:off x="838200" y="3464719"/>
            <a:ext cx="457200" cy="457200"/>
          </a:xfrm>
          <a:prstGeom prst="rightArrow">
            <a:avLst>
              <a:gd name="adj1" fmla="val 38889"/>
              <a:gd name="adj2" fmla="val 44792"/>
            </a:avLst>
          </a:prstGeom>
          <a:solidFill>
            <a:srgbClr val="FFCC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endParaRPr lang="zh-CN" altLang="en-US"/>
          </a:p>
        </p:txBody>
      </p:sp>
    </p:spTree>
    <p:extLst>
      <p:ext uri="{BB962C8B-B14F-4D97-AF65-F5344CB8AC3E}">
        <p14:creationId xmlns:p14="http://schemas.microsoft.com/office/powerpoint/2010/main" val="2252316295"/>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290820"/>
                                        </p:tgtEl>
                                        <p:attrNameLst>
                                          <p:attrName>style.visibility</p:attrName>
                                        </p:attrNameLst>
                                      </p:cBhvr>
                                      <p:to>
                                        <p:strVal val="visible"/>
                                      </p:to>
                                    </p:set>
                                    <p:anim calcmode="lin" valueType="num">
                                      <p:cBhvr additive="base">
                                        <p:cTn id="7" dur="500" fill="hold"/>
                                        <p:tgtEl>
                                          <p:spTgt spid="290820"/>
                                        </p:tgtEl>
                                        <p:attrNameLst>
                                          <p:attrName>ppt_x</p:attrName>
                                        </p:attrNameLst>
                                      </p:cBhvr>
                                      <p:tavLst>
                                        <p:tav tm="0">
                                          <p:val>
                                            <p:strVal val="0-#ppt_w/2"/>
                                          </p:val>
                                        </p:tav>
                                        <p:tav tm="100000">
                                          <p:val>
                                            <p:strVal val="#ppt_x"/>
                                          </p:val>
                                        </p:tav>
                                      </p:tavLst>
                                    </p:anim>
                                    <p:anim calcmode="lin" valueType="num">
                                      <p:cBhvr additive="base">
                                        <p:cTn id="8" dur="500" fill="hold"/>
                                        <p:tgtEl>
                                          <p:spTgt spid="2908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20"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B6863F49-1634-4F69-8FE7-07E3F35C57D7}"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97283"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97284"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AF9BE98C-B93F-4F97-8728-62326F14AFEB}" type="slidenum">
              <a:rPr lang="en-US" altLang="zh-CN" sz="1400">
                <a:solidFill>
                  <a:schemeClr val="tx1"/>
                </a:solidFill>
                <a:latin typeface="Times New Roman" pitchFamily="18" charset="0"/>
              </a:rPr>
              <a:pPr eaLnBrk="1" hangingPunct="1"/>
              <a:t>44</a:t>
            </a:fld>
            <a:r>
              <a:rPr lang="en-US" altLang="zh-CN" sz="1400">
                <a:solidFill>
                  <a:schemeClr val="tx1"/>
                </a:solidFill>
                <a:latin typeface="Times New Roman" pitchFamily="18" charset="0"/>
              </a:rPr>
              <a:t>/92</a:t>
            </a:r>
          </a:p>
        </p:txBody>
      </p:sp>
      <p:sp>
        <p:nvSpPr>
          <p:cNvPr id="97285" name="Rectangle 2"/>
          <p:cNvSpPr>
            <a:spLocks noGrp="1" noChangeArrowheads="1"/>
          </p:cNvSpPr>
          <p:nvPr>
            <p:ph type="title"/>
          </p:nvPr>
        </p:nvSpPr>
        <p:spPr/>
        <p:txBody>
          <a:bodyPr/>
          <a:lstStyle/>
          <a:p>
            <a:pPr eaLnBrk="1" hangingPunct="1"/>
            <a:r>
              <a:rPr lang="en-US" altLang="zh-CN"/>
              <a:t>1.3 </a:t>
            </a:r>
            <a:r>
              <a:rPr lang="zh-CN" altLang="en-US"/>
              <a:t>数据库系统结构</a:t>
            </a:r>
            <a:endParaRPr lang="en-US" altLang="zh-CN"/>
          </a:p>
        </p:txBody>
      </p:sp>
      <p:sp>
        <p:nvSpPr>
          <p:cNvPr id="97286" name="Rectangle 3"/>
          <p:cNvSpPr>
            <a:spLocks noGrp="1" noChangeArrowheads="1"/>
          </p:cNvSpPr>
          <p:nvPr>
            <p:ph type="body" idx="1"/>
          </p:nvPr>
        </p:nvSpPr>
        <p:spPr/>
        <p:txBody>
          <a:bodyPr/>
          <a:lstStyle/>
          <a:p>
            <a:pPr marL="609600" indent="-609600" eaLnBrk="1" hangingPunct="1">
              <a:buFont typeface="Wingdings" pitchFamily="2" charset="2"/>
              <a:buNone/>
            </a:pPr>
            <a:r>
              <a:rPr lang="zh-CN" altLang="en-US" dirty="0">
                <a:solidFill>
                  <a:schemeClr val="tx1"/>
                </a:solidFill>
              </a:rPr>
              <a:t>两种划分方式：</a:t>
            </a:r>
          </a:p>
          <a:p>
            <a:pPr marL="609600" indent="-609600" eaLnBrk="1" hangingPunct="1">
              <a:buFont typeface="Wingdings" pitchFamily="2" charset="2"/>
              <a:buAutoNum type="arabicPeriod"/>
            </a:pPr>
            <a:r>
              <a:rPr lang="zh-CN" altLang="en-US" dirty="0"/>
              <a:t>从</a:t>
            </a:r>
            <a:r>
              <a:rPr lang="en-US" altLang="zh-CN" dirty="0"/>
              <a:t>DBMS</a:t>
            </a:r>
            <a:r>
              <a:rPr lang="zh-CN" altLang="en-US" dirty="0"/>
              <a:t>看</a:t>
            </a:r>
            <a:r>
              <a:rPr lang="en-US" altLang="zh-CN" dirty="0"/>
              <a:t>(DBMS</a:t>
            </a:r>
            <a:r>
              <a:rPr lang="zh-CN" altLang="en-US" dirty="0"/>
              <a:t>内部的系统结构</a:t>
            </a:r>
            <a:r>
              <a:rPr lang="en-US" altLang="zh-CN" dirty="0"/>
              <a:t>)</a:t>
            </a:r>
            <a:r>
              <a:rPr lang="zh-CN" altLang="en-US" dirty="0"/>
              <a:t>：</a:t>
            </a:r>
          </a:p>
          <a:p>
            <a:pPr marL="609600" indent="-609600" eaLnBrk="1" hangingPunct="1">
              <a:buFont typeface="Wingdings" pitchFamily="2" charset="2"/>
              <a:buNone/>
            </a:pPr>
            <a:r>
              <a:rPr lang="zh-CN" altLang="en-US" b="1" dirty="0">
                <a:solidFill>
                  <a:srgbClr val="006600"/>
                </a:solidFill>
              </a:rPr>
              <a:t>		三级</a:t>
            </a:r>
            <a:r>
              <a:rPr lang="zh-CN" altLang="en-US" b="1" dirty="0">
                <a:solidFill>
                  <a:srgbClr val="C00000"/>
                </a:solidFill>
              </a:rPr>
              <a:t>模式</a:t>
            </a:r>
            <a:r>
              <a:rPr lang="zh-CN" altLang="en-US" b="1" dirty="0">
                <a:solidFill>
                  <a:srgbClr val="006600"/>
                </a:solidFill>
              </a:rPr>
              <a:t>结构</a:t>
            </a:r>
          </a:p>
          <a:p>
            <a:pPr marL="609600" indent="-609600" eaLnBrk="1" hangingPunct="1">
              <a:buFont typeface="Wingdings" pitchFamily="2" charset="2"/>
              <a:buNone/>
            </a:pPr>
            <a:endParaRPr lang="zh-CN" altLang="en-US" sz="1600" b="1" dirty="0">
              <a:solidFill>
                <a:srgbClr val="006600"/>
              </a:solidFill>
            </a:endParaRPr>
          </a:p>
          <a:p>
            <a:pPr marL="609600" indent="-609600" eaLnBrk="1" hangingPunct="1">
              <a:buFont typeface="Wingdings" pitchFamily="2" charset="2"/>
              <a:buAutoNum type="arabicPeriod" startAt="2"/>
            </a:pPr>
            <a:r>
              <a:rPr lang="zh-CN" altLang="en-US" dirty="0">
                <a:solidFill>
                  <a:schemeClr val="tx1"/>
                </a:solidFill>
              </a:rPr>
              <a:t>从</a:t>
            </a:r>
            <a:r>
              <a:rPr lang="en-US" altLang="zh-CN" dirty="0">
                <a:solidFill>
                  <a:schemeClr val="tx1"/>
                </a:solidFill>
              </a:rPr>
              <a:t>DB</a:t>
            </a:r>
            <a:r>
              <a:rPr lang="zh-CN" altLang="en-US" dirty="0">
                <a:solidFill>
                  <a:schemeClr val="tx1"/>
                </a:solidFill>
              </a:rPr>
              <a:t>最终用户看</a:t>
            </a:r>
            <a:r>
              <a:rPr lang="en-US" altLang="zh-CN" dirty="0">
                <a:solidFill>
                  <a:schemeClr val="tx1"/>
                </a:solidFill>
              </a:rPr>
              <a:t>(DB</a:t>
            </a:r>
            <a:r>
              <a:rPr lang="zh-CN" altLang="en-US" dirty="0">
                <a:solidFill>
                  <a:schemeClr val="tx1"/>
                </a:solidFill>
              </a:rPr>
              <a:t>系统外部的体系机构</a:t>
            </a:r>
            <a:r>
              <a:rPr lang="en-US" altLang="zh-CN" dirty="0">
                <a:solidFill>
                  <a:schemeClr val="tx1"/>
                </a:solidFill>
              </a:rPr>
              <a:t>)</a:t>
            </a:r>
            <a:r>
              <a:rPr lang="zh-CN" altLang="en-US" dirty="0">
                <a:solidFill>
                  <a:schemeClr val="tx1"/>
                </a:solidFill>
              </a:rPr>
              <a:t>：</a:t>
            </a:r>
            <a:r>
              <a:rPr lang="zh-CN" altLang="en-US" dirty="0"/>
              <a:t>	</a:t>
            </a:r>
            <a:r>
              <a:rPr lang="en-US" altLang="zh-CN" b="1" dirty="0">
                <a:solidFill>
                  <a:srgbClr val="006600"/>
                </a:solidFill>
              </a:rPr>
              <a:t>C/S  B/S</a:t>
            </a:r>
          </a:p>
          <a:p>
            <a:pPr marL="609600" indent="-609600" eaLnBrk="1" hangingPunct="1"/>
            <a:endParaRPr lang="en-US" altLang="zh-CN" dirty="0"/>
          </a:p>
        </p:txBody>
      </p:sp>
    </p:spTree>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56CC86BA-0FFA-46A1-9DC5-6180922C338D}"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98307"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98308"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F1FD6F24-9AD2-4BC5-A727-2987D9969F0D}" type="slidenum">
              <a:rPr lang="en-US" altLang="zh-CN" sz="1400">
                <a:solidFill>
                  <a:schemeClr val="tx1"/>
                </a:solidFill>
                <a:latin typeface="Times New Roman" pitchFamily="18" charset="0"/>
              </a:rPr>
              <a:pPr eaLnBrk="1" hangingPunct="1"/>
              <a:t>45</a:t>
            </a:fld>
            <a:r>
              <a:rPr lang="en-US" altLang="zh-CN" sz="1400">
                <a:solidFill>
                  <a:schemeClr val="tx1"/>
                </a:solidFill>
                <a:latin typeface="Times New Roman" pitchFamily="18" charset="0"/>
              </a:rPr>
              <a:t>/92</a:t>
            </a:r>
          </a:p>
        </p:txBody>
      </p:sp>
      <p:sp>
        <p:nvSpPr>
          <p:cNvPr id="98309" name="Rectangle 2"/>
          <p:cNvSpPr>
            <a:spLocks noGrp="1" noChangeArrowheads="1"/>
          </p:cNvSpPr>
          <p:nvPr>
            <p:ph type="title"/>
          </p:nvPr>
        </p:nvSpPr>
        <p:spPr/>
        <p:txBody>
          <a:bodyPr/>
          <a:lstStyle/>
          <a:p>
            <a:pPr eaLnBrk="1" hangingPunct="1"/>
            <a:r>
              <a:rPr lang="en-US" altLang="zh-CN"/>
              <a:t>1.3.1 </a:t>
            </a:r>
            <a:r>
              <a:rPr lang="zh-CN" altLang="en-US"/>
              <a:t>数据库系统模式的概念</a:t>
            </a:r>
            <a:endParaRPr lang="en-US" altLang="zh-CN"/>
          </a:p>
        </p:txBody>
      </p:sp>
      <p:sp>
        <p:nvSpPr>
          <p:cNvPr id="98310" name="Rectangle 3"/>
          <p:cNvSpPr>
            <a:spLocks noGrp="1" noChangeArrowheads="1"/>
          </p:cNvSpPr>
          <p:nvPr>
            <p:ph type="body" idx="1"/>
          </p:nvPr>
        </p:nvSpPr>
        <p:spPr/>
        <p:txBody>
          <a:bodyPr/>
          <a:lstStyle/>
          <a:p>
            <a:pPr eaLnBrk="1" hangingPunct="1"/>
            <a:r>
              <a:rPr lang="zh-CN" altLang="en-US" b="1" dirty="0">
                <a:solidFill>
                  <a:srgbClr val="006600"/>
                </a:solidFill>
              </a:rPr>
              <a:t>型</a:t>
            </a:r>
            <a:r>
              <a:rPr lang="zh-CN" altLang="en-US" dirty="0">
                <a:solidFill>
                  <a:srgbClr val="006600"/>
                </a:solidFill>
              </a:rPr>
              <a:t>：</a:t>
            </a:r>
            <a:r>
              <a:rPr lang="zh-CN" altLang="en-US" dirty="0">
                <a:solidFill>
                  <a:schemeClr val="tx1"/>
                </a:solidFill>
              </a:rPr>
              <a:t>对</a:t>
            </a:r>
            <a:r>
              <a:rPr lang="zh-CN" altLang="en-US" u="sng" dirty="0">
                <a:solidFill>
                  <a:srgbClr val="0000FF"/>
                </a:solidFill>
              </a:rPr>
              <a:t>某一类</a:t>
            </a:r>
            <a:r>
              <a:rPr lang="zh-CN" altLang="en-US" dirty="0">
                <a:solidFill>
                  <a:schemeClr val="tx1"/>
                </a:solidFill>
              </a:rPr>
              <a:t>数据的结构和属性的说明</a:t>
            </a:r>
          </a:p>
          <a:p>
            <a:pPr eaLnBrk="1" hangingPunct="1"/>
            <a:r>
              <a:rPr lang="zh-CN" altLang="en-US" b="1" dirty="0">
                <a:solidFill>
                  <a:srgbClr val="660066"/>
                </a:solidFill>
              </a:rPr>
              <a:t>值</a:t>
            </a:r>
            <a:r>
              <a:rPr lang="zh-CN" altLang="en-US" b="1" dirty="0">
                <a:solidFill>
                  <a:srgbClr val="006600"/>
                </a:solidFill>
              </a:rPr>
              <a:t>：</a:t>
            </a:r>
            <a:r>
              <a:rPr lang="zh-CN" altLang="en-US" dirty="0">
                <a:solidFill>
                  <a:schemeClr val="tx1"/>
                </a:solidFill>
              </a:rPr>
              <a:t>型的一个具体赋值</a:t>
            </a:r>
            <a:endParaRPr lang="en-US" altLang="zh-CN" dirty="0">
              <a:solidFill>
                <a:schemeClr val="tx1"/>
              </a:solidFill>
            </a:endParaRPr>
          </a:p>
          <a:p>
            <a:pPr eaLnBrk="1" hangingPunct="1"/>
            <a:endParaRPr lang="en-US" altLang="zh-CN" dirty="0">
              <a:solidFill>
                <a:schemeClr val="tx1"/>
              </a:solidFill>
            </a:endParaRPr>
          </a:p>
          <a:p>
            <a:pPr lvl="1" algn="just">
              <a:lnSpc>
                <a:spcPct val="90000"/>
              </a:lnSpc>
              <a:buFont typeface="Wingdings" pitchFamily="2" charset="2"/>
              <a:buNone/>
            </a:pPr>
            <a:r>
              <a:rPr lang="zh-CN" altLang="en-US" sz="2200" b="1" dirty="0"/>
              <a:t>例如</a:t>
            </a:r>
          </a:p>
          <a:p>
            <a:pPr lvl="1" algn="just">
              <a:lnSpc>
                <a:spcPct val="90000"/>
              </a:lnSpc>
              <a:buFont typeface="Wingdings" pitchFamily="2" charset="2"/>
              <a:buNone/>
            </a:pPr>
            <a:r>
              <a:rPr lang="zh-CN" altLang="en-US" sz="2200" b="1" dirty="0"/>
              <a:t>学生记录</a:t>
            </a:r>
            <a:r>
              <a:rPr lang="zh-CN" altLang="en-US" sz="2200" b="1" dirty="0">
                <a:solidFill>
                  <a:srgbClr val="006600"/>
                </a:solidFill>
              </a:rPr>
              <a:t>型</a:t>
            </a:r>
            <a:r>
              <a:rPr lang="zh-CN" altLang="en-US" sz="2200" b="1" dirty="0"/>
              <a:t>：</a:t>
            </a:r>
          </a:p>
          <a:p>
            <a:pPr lvl="1" algn="just">
              <a:lnSpc>
                <a:spcPct val="90000"/>
              </a:lnSpc>
              <a:buFont typeface="Wingdings" pitchFamily="2" charset="2"/>
              <a:buNone/>
            </a:pPr>
            <a:r>
              <a:rPr lang="zh-CN" altLang="en-US" sz="2200" b="1" dirty="0"/>
              <a:t>  （学号，姓名，性别，系别，年龄，籍贯）</a:t>
            </a:r>
          </a:p>
          <a:p>
            <a:pPr lvl="1" algn="just">
              <a:lnSpc>
                <a:spcPct val="90000"/>
              </a:lnSpc>
              <a:buFont typeface="Wingdings" pitchFamily="2" charset="2"/>
              <a:buNone/>
            </a:pPr>
            <a:r>
              <a:rPr lang="zh-CN" altLang="en-US" sz="2200" b="1" dirty="0"/>
              <a:t>一个记录</a:t>
            </a:r>
            <a:r>
              <a:rPr lang="zh-CN" altLang="en-US" sz="2200" b="1" dirty="0">
                <a:solidFill>
                  <a:srgbClr val="660066"/>
                </a:solidFill>
              </a:rPr>
              <a:t>值</a:t>
            </a:r>
            <a:r>
              <a:rPr lang="zh-CN" altLang="en-US" sz="2200" b="1" dirty="0"/>
              <a:t>：</a:t>
            </a:r>
          </a:p>
          <a:p>
            <a:pPr lvl="1" algn="just">
              <a:lnSpc>
                <a:spcPct val="90000"/>
              </a:lnSpc>
              <a:buFont typeface="Wingdings" pitchFamily="2" charset="2"/>
              <a:buNone/>
            </a:pPr>
            <a:r>
              <a:rPr lang="zh-CN" altLang="en-US" sz="2200" b="1" dirty="0"/>
              <a:t>  （</a:t>
            </a:r>
            <a:r>
              <a:rPr lang="en-US" altLang="zh-CN" sz="2200" b="1" dirty="0"/>
              <a:t>900201</a:t>
            </a:r>
            <a:r>
              <a:rPr lang="zh-CN" altLang="en-US" sz="2200" b="1" dirty="0"/>
              <a:t>，李明，男，计算机，</a:t>
            </a:r>
            <a:r>
              <a:rPr lang="en-US" altLang="zh-CN" sz="2200" b="1" dirty="0"/>
              <a:t>22</a:t>
            </a:r>
            <a:r>
              <a:rPr lang="zh-CN" altLang="en-US" sz="2200" b="1" dirty="0"/>
              <a:t>，江苏）</a:t>
            </a:r>
          </a:p>
          <a:p>
            <a:pPr eaLnBrk="1" hangingPunct="1"/>
            <a:endParaRPr lang="zh-CN" altLang="en-US" dirty="0">
              <a:solidFill>
                <a:schemeClr val="tx1"/>
              </a:solidFill>
            </a:endParaRPr>
          </a:p>
        </p:txBody>
      </p:sp>
    </p:spTree>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5565CE49-FB7E-4414-AF33-280DDF21EA7E}"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99331"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99332"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E96222B4-833D-41BD-B56C-6E0940B48562}" type="slidenum">
              <a:rPr lang="en-US" altLang="zh-CN" sz="1400">
                <a:solidFill>
                  <a:schemeClr val="tx1"/>
                </a:solidFill>
                <a:latin typeface="Times New Roman" pitchFamily="18" charset="0"/>
              </a:rPr>
              <a:pPr eaLnBrk="1" hangingPunct="1"/>
              <a:t>46</a:t>
            </a:fld>
            <a:r>
              <a:rPr lang="en-US" altLang="zh-CN" sz="1400">
                <a:solidFill>
                  <a:schemeClr val="tx1"/>
                </a:solidFill>
                <a:latin typeface="Times New Roman" pitchFamily="18" charset="0"/>
              </a:rPr>
              <a:t>/92</a:t>
            </a:r>
          </a:p>
        </p:txBody>
      </p:sp>
      <p:sp>
        <p:nvSpPr>
          <p:cNvPr id="99333" name="Rectangle 2"/>
          <p:cNvSpPr>
            <a:spLocks noGrp="1" noChangeArrowheads="1"/>
          </p:cNvSpPr>
          <p:nvPr>
            <p:ph type="title"/>
          </p:nvPr>
        </p:nvSpPr>
        <p:spPr/>
        <p:txBody>
          <a:bodyPr/>
          <a:lstStyle/>
          <a:p>
            <a:pPr eaLnBrk="1" hangingPunct="1"/>
            <a:r>
              <a:rPr lang="en-US" altLang="zh-CN"/>
              <a:t>1.3.1 </a:t>
            </a:r>
            <a:r>
              <a:rPr lang="zh-CN" altLang="en-US"/>
              <a:t>数据库系统模式的概念</a:t>
            </a:r>
            <a:endParaRPr lang="en-US" altLang="zh-CN"/>
          </a:p>
        </p:txBody>
      </p:sp>
      <p:sp>
        <p:nvSpPr>
          <p:cNvPr id="99334" name="Rectangle 3"/>
          <p:cNvSpPr>
            <a:spLocks noGrp="1" noChangeArrowheads="1"/>
          </p:cNvSpPr>
          <p:nvPr>
            <p:ph type="body" idx="1"/>
          </p:nvPr>
        </p:nvSpPr>
        <p:spPr/>
        <p:txBody>
          <a:bodyPr/>
          <a:lstStyle/>
          <a:p>
            <a:pPr>
              <a:lnSpc>
                <a:spcPct val="110000"/>
              </a:lnSpc>
            </a:pPr>
            <a:r>
              <a:rPr lang="zh-CN" altLang="en-US" sz="2800" b="1" dirty="0"/>
              <a:t>模式（</a:t>
            </a:r>
            <a:r>
              <a:rPr lang="en-US" altLang="zh-CN" sz="2800" b="1" dirty="0"/>
              <a:t>Schema</a:t>
            </a:r>
            <a:r>
              <a:rPr lang="zh-CN" altLang="en-US" sz="2800" b="1" dirty="0"/>
              <a:t>）数据库的总体设计</a:t>
            </a:r>
          </a:p>
          <a:p>
            <a:pPr lvl="1" algn="just">
              <a:lnSpc>
                <a:spcPct val="110000"/>
              </a:lnSpc>
            </a:pPr>
            <a:r>
              <a:rPr lang="zh-CN" altLang="en-US" sz="2000" b="1" dirty="0"/>
              <a:t>数据库中</a:t>
            </a:r>
            <a:r>
              <a:rPr lang="zh-CN" altLang="en-US" sz="2000" b="1" dirty="0">
                <a:solidFill>
                  <a:srgbClr val="0000FF"/>
                </a:solidFill>
              </a:rPr>
              <a:t>全体数据</a:t>
            </a:r>
            <a:r>
              <a:rPr lang="zh-CN" altLang="en-US" sz="2000" b="1" dirty="0"/>
              <a:t>的逻辑结构和特征的描述</a:t>
            </a:r>
          </a:p>
          <a:p>
            <a:pPr lvl="1" algn="just">
              <a:lnSpc>
                <a:spcPct val="110000"/>
              </a:lnSpc>
            </a:pPr>
            <a:r>
              <a:rPr lang="zh-CN" altLang="en-US" sz="2000" b="1" dirty="0"/>
              <a:t>是</a:t>
            </a:r>
            <a:r>
              <a:rPr lang="zh-CN" altLang="en-US" sz="2000" b="1" dirty="0">
                <a:solidFill>
                  <a:srgbClr val="0000FF"/>
                </a:solidFill>
              </a:rPr>
              <a:t>型</a:t>
            </a:r>
            <a:r>
              <a:rPr lang="zh-CN" altLang="en-US" sz="2000" b="1" dirty="0"/>
              <a:t>的描述</a:t>
            </a:r>
          </a:p>
          <a:p>
            <a:pPr lvl="1" algn="just">
              <a:lnSpc>
                <a:spcPct val="110000"/>
              </a:lnSpc>
            </a:pPr>
            <a:r>
              <a:rPr lang="zh-CN" altLang="en-US" sz="2000" b="1" dirty="0"/>
              <a:t>反映的是数据的</a:t>
            </a:r>
            <a:r>
              <a:rPr lang="zh-CN" altLang="en-US" sz="2000" b="1" dirty="0">
                <a:solidFill>
                  <a:srgbClr val="0000FF"/>
                </a:solidFill>
              </a:rPr>
              <a:t>结构</a:t>
            </a:r>
            <a:r>
              <a:rPr lang="zh-CN" altLang="en-US" sz="2000" b="1" dirty="0"/>
              <a:t>及其</a:t>
            </a:r>
            <a:r>
              <a:rPr lang="zh-CN" altLang="en-US" sz="2000" b="1" dirty="0">
                <a:solidFill>
                  <a:srgbClr val="0000FF"/>
                </a:solidFill>
              </a:rPr>
              <a:t>联系</a:t>
            </a:r>
          </a:p>
          <a:p>
            <a:pPr lvl="1" algn="just">
              <a:lnSpc>
                <a:spcPct val="110000"/>
              </a:lnSpc>
            </a:pPr>
            <a:r>
              <a:rPr lang="zh-CN" altLang="en-US" sz="2000" b="1" dirty="0"/>
              <a:t>模式是相对</a:t>
            </a:r>
            <a:r>
              <a:rPr lang="zh-CN" altLang="en-US" sz="2000" b="1" dirty="0">
                <a:solidFill>
                  <a:srgbClr val="0000FF"/>
                </a:solidFill>
              </a:rPr>
              <a:t>稳定</a:t>
            </a:r>
            <a:r>
              <a:rPr lang="zh-CN" altLang="en-US" sz="2000" b="1" dirty="0"/>
              <a:t>的</a:t>
            </a:r>
          </a:p>
          <a:p>
            <a:pPr>
              <a:lnSpc>
                <a:spcPct val="110000"/>
              </a:lnSpc>
            </a:pPr>
            <a:r>
              <a:rPr lang="zh-CN" altLang="en-US" sz="2800" b="1" dirty="0"/>
              <a:t>实例（</a:t>
            </a:r>
            <a:r>
              <a:rPr lang="en-US" altLang="zh-CN" sz="2800" b="1" dirty="0"/>
              <a:t>Instance</a:t>
            </a:r>
            <a:r>
              <a:rPr lang="zh-CN" altLang="en-US" sz="2800" b="1" dirty="0"/>
              <a:t>）特定时刻数据库中信息集合</a:t>
            </a:r>
          </a:p>
          <a:p>
            <a:pPr lvl="1">
              <a:lnSpc>
                <a:spcPct val="110000"/>
              </a:lnSpc>
            </a:pPr>
            <a:r>
              <a:rPr lang="zh-CN" altLang="en-US" sz="2000" b="1" dirty="0"/>
              <a:t>模式的一个具体值</a:t>
            </a:r>
          </a:p>
          <a:p>
            <a:pPr lvl="1">
              <a:lnSpc>
                <a:spcPct val="110000"/>
              </a:lnSpc>
            </a:pPr>
            <a:r>
              <a:rPr lang="zh-CN" altLang="en-US" sz="2000" b="1" dirty="0"/>
              <a:t>反映</a:t>
            </a:r>
            <a:r>
              <a:rPr lang="zh-CN" altLang="en-US" sz="2000" b="1" dirty="0">
                <a:solidFill>
                  <a:srgbClr val="0000FF"/>
                </a:solidFill>
              </a:rPr>
              <a:t>数据库某一时刻的状态</a:t>
            </a:r>
          </a:p>
          <a:p>
            <a:pPr lvl="1">
              <a:lnSpc>
                <a:spcPct val="110000"/>
              </a:lnSpc>
            </a:pPr>
            <a:r>
              <a:rPr lang="zh-CN" altLang="en-US" sz="2000" b="1" dirty="0"/>
              <a:t>同一个模式可以有很多实例</a:t>
            </a:r>
          </a:p>
          <a:p>
            <a:pPr lvl="1">
              <a:lnSpc>
                <a:spcPct val="110000"/>
              </a:lnSpc>
            </a:pPr>
            <a:r>
              <a:rPr lang="zh-CN" altLang="en-US" sz="2000" b="1" dirty="0"/>
              <a:t>实例随数据库中的数据的更新而变动</a:t>
            </a:r>
            <a:endParaRPr lang="zh-CN" altLang="en-US" sz="2000" dirty="0"/>
          </a:p>
        </p:txBody>
      </p:sp>
    </p:spTree>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5B2D622A-138B-4BF3-830C-88D5BB107E93}"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00355"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00356"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7A105B7A-4973-41FF-A0BE-54E7D2F87A5D}" type="slidenum">
              <a:rPr lang="en-US" altLang="zh-CN" sz="1400">
                <a:solidFill>
                  <a:schemeClr val="tx1"/>
                </a:solidFill>
                <a:latin typeface="Times New Roman" pitchFamily="18" charset="0"/>
              </a:rPr>
              <a:pPr eaLnBrk="1" hangingPunct="1"/>
              <a:t>47</a:t>
            </a:fld>
            <a:r>
              <a:rPr lang="en-US" altLang="zh-CN" sz="1400">
                <a:solidFill>
                  <a:schemeClr val="tx1"/>
                </a:solidFill>
                <a:latin typeface="Times New Roman" pitchFamily="18" charset="0"/>
              </a:rPr>
              <a:t>/92</a:t>
            </a:r>
          </a:p>
        </p:txBody>
      </p:sp>
      <p:sp>
        <p:nvSpPr>
          <p:cNvPr id="100357" name="Rectangle 2"/>
          <p:cNvSpPr>
            <a:spLocks noGrp="1" noChangeArrowheads="1"/>
          </p:cNvSpPr>
          <p:nvPr>
            <p:ph type="title"/>
          </p:nvPr>
        </p:nvSpPr>
        <p:spPr/>
        <p:txBody>
          <a:bodyPr/>
          <a:lstStyle/>
          <a:p>
            <a:pPr eaLnBrk="1" hangingPunct="1"/>
            <a:r>
              <a:rPr lang="en-US" altLang="zh-CN"/>
              <a:t>1.3.1 </a:t>
            </a:r>
            <a:r>
              <a:rPr lang="zh-CN" altLang="en-US"/>
              <a:t>数据库系统模式的概念</a:t>
            </a:r>
            <a:endParaRPr lang="en-US" altLang="zh-CN"/>
          </a:p>
        </p:txBody>
      </p:sp>
      <p:sp>
        <p:nvSpPr>
          <p:cNvPr id="83974" name="Rectangle 3"/>
          <p:cNvSpPr>
            <a:spLocks noGrp="1" noChangeArrowheads="1"/>
          </p:cNvSpPr>
          <p:nvPr>
            <p:ph type="body" idx="1"/>
          </p:nvPr>
        </p:nvSpPr>
        <p:spPr>
          <a:xfrm>
            <a:off x="609600" y="1447800"/>
            <a:ext cx="8345488" cy="4953000"/>
          </a:xfrm>
        </p:spPr>
        <p:txBody>
          <a:bodyPr/>
          <a:lstStyle/>
          <a:p>
            <a:pPr eaLnBrk="1" hangingPunct="1">
              <a:defRPr/>
            </a:pPr>
            <a:r>
              <a:rPr lang="zh-CN" altLang="en-US" b="1" dirty="0"/>
              <a:t>模式</a:t>
            </a:r>
            <a:r>
              <a:rPr lang="zh-CN" altLang="en-US" dirty="0">
                <a:solidFill>
                  <a:schemeClr val="tx1"/>
                </a:solidFill>
              </a:rPr>
              <a:t>与</a:t>
            </a:r>
            <a:r>
              <a:rPr lang="zh-CN" altLang="en-US" b="1" dirty="0"/>
              <a:t>实例</a:t>
            </a:r>
            <a:r>
              <a:rPr lang="zh-CN" altLang="en-US" dirty="0">
                <a:solidFill>
                  <a:schemeClr val="tx1"/>
                </a:solidFill>
              </a:rPr>
              <a:t>的区别</a:t>
            </a:r>
          </a:p>
          <a:p>
            <a:pPr lvl="1" eaLnBrk="1" hangingPunct="1">
              <a:defRPr/>
            </a:pPr>
            <a:r>
              <a:rPr lang="zh-CN" altLang="en-US" dirty="0"/>
              <a:t>静态与动态</a:t>
            </a:r>
          </a:p>
          <a:p>
            <a:pPr lvl="1" eaLnBrk="1" hangingPunct="1">
              <a:defRPr/>
            </a:pPr>
            <a:r>
              <a:rPr lang="zh-CN" altLang="en-US" dirty="0"/>
              <a:t>稳定与相对变动</a:t>
            </a:r>
            <a:endParaRPr lang="en-US" altLang="zh-CN" dirty="0"/>
          </a:p>
          <a:p>
            <a:pPr>
              <a:buFont typeface="Wingdings" pitchFamily="2" charset="2"/>
              <a:buNone/>
              <a:defRPr/>
            </a:pPr>
            <a:r>
              <a:rPr lang="zh-CN" altLang="en-US" sz="2400" b="1" dirty="0"/>
              <a:t>例如：在学生选课数据库模式中，包含学生记录、课程记录和学生选课记录</a:t>
            </a:r>
          </a:p>
          <a:p>
            <a:pPr lvl="1">
              <a:defRPr/>
            </a:pPr>
            <a:r>
              <a:rPr lang="zh-CN" altLang="en-US" sz="2000" b="1" dirty="0"/>
              <a:t> </a:t>
            </a:r>
            <a:r>
              <a:rPr lang="en-US" altLang="zh-CN" sz="2000" b="1" dirty="0"/>
              <a:t>2003</a:t>
            </a:r>
            <a:r>
              <a:rPr lang="zh-CN" altLang="en-US" sz="2000" b="1" dirty="0"/>
              <a:t>年的一个学生数据库实例，包含：</a:t>
            </a:r>
          </a:p>
          <a:p>
            <a:pPr lvl="2">
              <a:buFont typeface="Wingdings" pitchFamily="2" charset="2"/>
              <a:buChar char="Ø"/>
              <a:defRPr/>
            </a:pPr>
            <a:r>
              <a:rPr lang="en-US" altLang="zh-CN" b="1" dirty="0"/>
              <a:t>2003</a:t>
            </a:r>
            <a:r>
              <a:rPr lang="zh-CN" altLang="en-US" b="1" dirty="0"/>
              <a:t>年学校中所有学生的记录</a:t>
            </a:r>
          </a:p>
          <a:p>
            <a:pPr lvl="2">
              <a:buFont typeface="Wingdings" pitchFamily="2" charset="2"/>
              <a:buChar char="Ø"/>
              <a:defRPr/>
            </a:pPr>
            <a:r>
              <a:rPr lang="zh-CN" altLang="en-US" b="1" dirty="0"/>
              <a:t>学校开设的所有课程的记录</a:t>
            </a:r>
          </a:p>
          <a:p>
            <a:pPr lvl="2">
              <a:buFont typeface="Wingdings" pitchFamily="2" charset="2"/>
              <a:buChar char="Ø"/>
              <a:defRPr/>
            </a:pPr>
            <a:r>
              <a:rPr lang="zh-CN" altLang="en-US" b="1" dirty="0"/>
              <a:t>所有学生选课的记录 </a:t>
            </a:r>
          </a:p>
          <a:p>
            <a:pPr lvl="1">
              <a:defRPr/>
            </a:pPr>
            <a:r>
              <a:rPr lang="en-US" altLang="zh-CN" sz="2000" b="1" dirty="0"/>
              <a:t>2002</a:t>
            </a:r>
            <a:r>
              <a:rPr lang="zh-CN" altLang="en-US" sz="2000" b="1" dirty="0"/>
              <a:t>年度学生数据库模式对应的实例与</a:t>
            </a:r>
          </a:p>
          <a:p>
            <a:pPr lvl="1">
              <a:buFont typeface="Wingdings" pitchFamily="2" charset="2"/>
              <a:buNone/>
              <a:defRPr/>
            </a:pPr>
            <a:r>
              <a:rPr lang="zh-CN" altLang="en-US" sz="2000" b="1" dirty="0"/>
              <a:t>    </a:t>
            </a:r>
            <a:r>
              <a:rPr lang="en-US" altLang="zh-CN" sz="2000" b="1" dirty="0"/>
              <a:t>2003</a:t>
            </a:r>
            <a:r>
              <a:rPr lang="zh-CN" altLang="en-US" sz="2000" b="1" dirty="0"/>
              <a:t>年度学生数据库模式对应的实例是</a:t>
            </a:r>
            <a:r>
              <a:rPr lang="zh-CN" altLang="en-US" sz="2000" b="1" u="sng" dirty="0">
                <a:solidFill>
                  <a:srgbClr val="0000FF"/>
                </a:solidFill>
                <a:effectLst>
                  <a:outerShdw blurRad="38100" dist="38100" dir="2700000" algn="tl">
                    <a:srgbClr val="000000">
                      <a:alpha val="43137"/>
                    </a:srgbClr>
                  </a:outerShdw>
                </a:effectLst>
              </a:rPr>
              <a:t>不同</a:t>
            </a:r>
            <a:r>
              <a:rPr lang="zh-CN" altLang="en-US" sz="2000" b="1" dirty="0"/>
              <a:t>的 </a:t>
            </a:r>
          </a:p>
          <a:p>
            <a:pPr marL="457200" lvl="1" indent="0" eaLnBrk="1" hangingPunct="1">
              <a:buFont typeface="Wingdings" pitchFamily="2" charset="2"/>
              <a:buNone/>
              <a:defRPr/>
            </a:pPr>
            <a:endParaRPr lang="en-US" altLang="zh-CN" dirty="0"/>
          </a:p>
        </p:txBody>
      </p:sp>
    </p:spTree>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AE55602D-2E21-4450-B042-ECBAA1EB7722}"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01379"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01380"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DACA2E42-32D7-4590-80D0-36BDAE8A835A}" type="slidenum">
              <a:rPr lang="en-US" altLang="zh-CN" sz="1400">
                <a:solidFill>
                  <a:schemeClr val="tx1"/>
                </a:solidFill>
                <a:latin typeface="Times New Roman" pitchFamily="18" charset="0"/>
              </a:rPr>
              <a:pPr eaLnBrk="1" hangingPunct="1"/>
              <a:t>48</a:t>
            </a:fld>
            <a:r>
              <a:rPr lang="en-US" altLang="zh-CN" sz="1400">
                <a:solidFill>
                  <a:schemeClr val="tx1"/>
                </a:solidFill>
                <a:latin typeface="Times New Roman" pitchFamily="18" charset="0"/>
              </a:rPr>
              <a:t>/92</a:t>
            </a:r>
          </a:p>
        </p:txBody>
      </p:sp>
      <p:sp>
        <p:nvSpPr>
          <p:cNvPr id="101381" name="Rectangle 2"/>
          <p:cNvSpPr>
            <a:spLocks noGrp="1" noChangeArrowheads="1"/>
          </p:cNvSpPr>
          <p:nvPr>
            <p:ph type="title"/>
          </p:nvPr>
        </p:nvSpPr>
        <p:spPr/>
        <p:txBody>
          <a:bodyPr/>
          <a:lstStyle/>
          <a:p>
            <a:pPr eaLnBrk="1" hangingPunct="1"/>
            <a:r>
              <a:rPr lang="en-US" altLang="zh-CN"/>
              <a:t>1.3.2 数据库系统的三级模式结构 </a:t>
            </a:r>
          </a:p>
        </p:txBody>
      </p:sp>
      <p:sp>
        <p:nvSpPr>
          <p:cNvPr id="101382" name="Rectangle 3"/>
          <p:cNvSpPr>
            <a:spLocks noGrp="1" noChangeArrowheads="1"/>
          </p:cNvSpPr>
          <p:nvPr>
            <p:ph type="body" idx="1"/>
          </p:nvPr>
        </p:nvSpPr>
        <p:spPr/>
        <p:txBody>
          <a:bodyPr/>
          <a:lstStyle/>
          <a:p>
            <a:pPr eaLnBrk="1" hangingPunct="1"/>
            <a:r>
              <a:rPr lang="zh-CN" altLang="en-US" dirty="0"/>
              <a:t>三层模式：</a:t>
            </a:r>
          </a:p>
          <a:p>
            <a:pPr lvl="1" eaLnBrk="1" hangingPunct="1"/>
            <a:r>
              <a:rPr lang="zh-CN" altLang="en-US" dirty="0"/>
              <a:t>外模式（</a:t>
            </a:r>
            <a:r>
              <a:rPr lang="en-US" altLang="zh-CN" dirty="0"/>
              <a:t>External Schema</a:t>
            </a:r>
            <a:r>
              <a:rPr lang="zh-CN" altLang="en-US" dirty="0"/>
              <a:t>）</a:t>
            </a:r>
          </a:p>
          <a:p>
            <a:pPr lvl="1" eaLnBrk="1" hangingPunct="1"/>
            <a:r>
              <a:rPr lang="zh-CN" altLang="en-US" dirty="0"/>
              <a:t>模式（</a:t>
            </a:r>
            <a:r>
              <a:rPr lang="en-US" altLang="zh-CN" dirty="0"/>
              <a:t>Schema</a:t>
            </a:r>
            <a:r>
              <a:rPr lang="zh-CN" altLang="en-US" dirty="0"/>
              <a:t>）</a:t>
            </a:r>
          </a:p>
          <a:p>
            <a:pPr lvl="1" eaLnBrk="1" hangingPunct="1"/>
            <a:r>
              <a:rPr lang="zh-CN" altLang="en-US" dirty="0"/>
              <a:t>内模式（</a:t>
            </a:r>
            <a:r>
              <a:rPr lang="en-US" altLang="zh-CN" dirty="0"/>
              <a:t>Internal Schema</a:t>
            </a:r>
            <a:r>
              <a:rPr lang="zh-CN" altLang="en-US" dirty="0"/>
              <a:t>） </a:t>
            </a:r>
          </a:p>
          <a:p>
            <a:pPr eaLnBrk="1" hangingPunct="1"/>
            <a:endParaRPr lang="zh-CN" altLang="en-US" sz="1200" dirty="0"/>
          </a:p>
          <a:p>
            <a:pPr eaLnBrk="1" hangingPunct="1"/>
            <a:r>
              <a:rPr lang="zh-CN" altLang="en-US" dirty="0"/>
              <a:t>二层映象功能：</a:t>
            </a:r>
          </a:p>
          <a:p>
            <a:pPr lvl="1" eaLnBrk="1" hangingPunct="1"/>
            <a:r>
              <a:rPr lang="zh-CN" altLang="en-US" dirty="0"/>
              <a:t>外模式</a:t>
            </a:r>
            <a:r>
              <a:rPr lang="en-US" altLang="zh-CN" dirty="0"/>
              <a:t>/</a:t>
            </a:r>
            <a:r>
              <a:rPr lang="zh-CN" altLang="en-US" dirty="0"/>
              <a:t>模式映象</a:t>
            </a:r>
          </a:p>
          <a:p>
            <a:pPr lvl="1" eaLnBrk="1" hangingPunct="1"/>
            <a:r>
              <a:rPr lang="zh-CN" altLang="en-US" dirty="0"/>
              <a:t>模式</a:t>
            </a:r>
            <a:r>
              <a:rPr lang="en-US" altLang="zh-CN" dirty="0"/>
              <a:t>/</a:t>
            </a:r>
            <a:r>
              <a:rPr lang="zh-CN" altLang="en-US" dirty="0"/>
              <a:t>内模式映象 </a:t>
            </a:r>
          </a:p>
          <a:p>
            <a:pPr eaLnBrk="1" hangingPunct="1"/>
            <a:endParaRPr lang="en-US" altLang="zh-CN" dirty="0"/>
          </a:p>
        </p:txBody>
      </p:sp>
    </p:spTree>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452AA776-2791-4336-BE03-775B9D04AF12}"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02403"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02404"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D296701D-C41F-4431-A42E-0D3AFF795676}" type="slidenum">
              <a:rPr lang="en-US" altLang="zh-CN" sz="1400">
                <a:solidFill>
                  <a:schemeClr val="tx1"/>
                </a:solidFill>
                <a:latin typeface="Times New Roman" pitchFamily="18" charset="0"/>
              </a:rPr>
              <a:pPr eaLnBrk="1" hangingPunct="1"/>
              <a:t>49</a:t>
            </a:fld>
            <a:r>
              <a:rPr lang="en-US" altLang="zh-CN" sz="1400">
                <a:solidFill>
                  <a:schemeClr val="tx1"/>
                </a:solidFill>
                <a:latin typeface="Times New Roman" pitchFamily="18" charset="0"/>
              </a:rPr>
              <a:t>/92</a:t>
            </a:r>
          </a:p>
        </p:txBody>
      </p:sp>
      <p:sp>
        <p:nvSpPr>
          <p:cNvPr id="102405" name="Rectangle 2"/>
          <p:cNvSpPr>
            <a:spLocks noGrp="1" noChangeArrowheads="1"/>
          </p:cNvSpPr>
          <p:nvPr>
            <p:ph type="title"/>
          </p:nvPr>
        </p:nvSpPr>
        <p:spPr/>
        <p:txBody>
          <a:bodyPr/>
          <a:lstStyle/>
          <a:p>
            <a:pPr eaLnBrk="1" hangingPunct="1"/>
            <a:r>
              <a:rPr lang="en-US" altLang="zh-CN"/>
              <a:t>三级</a:t>
            </a:r>
            <a:r>
              <a:rPr lang="zh-CN" altLang="en-US"/>
              <a:t>模式</a:t>
            </a:r>
            <a:r>
              <a:rPr lang="en-US" altLang="zh-CN"/>
              <a:t>结构</a:t>
            </a:r>
          </a:p>
        </p:txBody>
      </p:sp>
      <p:sp>
        <p:nvSpPr>
          <p:cNvPr id="28" name="Rectangle 2050"/>
          <p:cNvSpPr txBox="1">
            <a:spLocks noChangeArrowheads="1"/>
          </p:cNvSpPr>
          <p:nvPr/>
        </p:nvSpPr>
        <p:spPr bwMode="auto">
          <a:xfrm>
            <a:off x="2452688" y="5876925"/>
            <a:ext cx="4176712" cy="28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a:lnSpc>
                <a:spcPct val="80000"/>
              </a:lnSpc>
              <a:buFont typeface="Wingdings" pitchFamily="2" charset="2"/>
              <a:buNone/>
              <a:defRPr/>
            </a:pPr>
            <a:r>
              <a:rPr lang="zh-CN" altLang="en-US" sz="1800" b="1" kern="0"/>
              <a:t>图</a:t>
            </a:r>
            <a:r>
              <a:rPr lang="en-US" altLang="zh-CN" sz="1800" b="1" kern="0"/>
              <a:t>1.28  </a:t>
            </a:r>
            <a:r>
              <a:rPr lang="zh-CN" altLang="en-US" sz="1800" b="1" kern="0"/>
              <a:t>数据库系统的三级模式结构 </a:t>
            </a:r>
          </a:p>
        </p:txBody>
      </p:sp>
      <p:pic>
        <p:nvPicPr>
          <p:cNvPr id="102407" name="Picture 2055" descr="databas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3613" y="1628775"/>
            <a:ext cx="6480175" cy="392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08" name="矩形 1"/>
          <p:cNvSpPr>
            <a:spLocks noChangeArrowheads="1"/>
          </p:cNvSpPr>
          <p:nvPr/>
        </p:nvSpPr>
        <p:spPr bwMode="auto">
          <a:xfrm>
            <a:off x="4953000" y="3886200"/>
            <a:ext cx="3886200"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endParaRPr lang="zh-CN" altLang="en-US"/>
          </a:p>
        </p:txBody>
      </p:sp>
      <p:sp>
        <p:nvSpPr>
          <p:cNvPr id="3" name="矩形 2"/>
          <p:cNvSpPr/>
          <p:nvPr/>
        </p:nvSpPr>
        <p:spPr bwMode="auto">
          <a:xfrm>
            <a:off x="4800600" y="3881438"/>
            <a:ext cx="1535113" cy="342900"/>
          </a:xfrm>
          <a:prstGeom prst="rect">
            <a:avLst/>
          </a:prstGeom>
          <a:noFill/>
          <a:ln>
            <a:solidFill>
              <a:srgbClr val="C00000"/>
            </a:solidFill>
          </a:ln>
        </p:spPr>
        <p:style>
          <a:lnRef idx="2">
            <a:schemeClr val="accent2"/>
          </a:lnRef>
          <a:fillRef idx="1">
            <a:schemeClr val="lt1"/>
          </a:fillRef>
          <a:effectRef idx="0">
            <a:schemeClr val="accent2"/>
          </a:effectRef>
          <a:fontRef idx="minor">
            <a:schemeClr val="dk1"/>
          </a:fontRef>
        </p:style>
        <p:txBody>
          <a:bodyPr/>
          <a:lstStyle/>
          <a:p>
            <a:pPr marL="342900" indent="-342900">
              <a:defRPr/>
            </a:pPr>
            <a:endParaRPr lang="zh-CN" altLang="en-US">
              <a:solidFill>
                <a:srgbClr val="993300"/>
              </a:solidFill>
            </a:endParaRPr>
          </a:p>
        </p:txBody>
      </p:sp>
      <p:sp>
        <p:nvSpPr>
          <p:cNvPr id="10" name="矩形 9"/>
          <p:cNvSpPr/>
          <p:nvPr/>
        </p:nvSpPr>
        <p:spPr bwMode="auto">
          <a:xfrm>
            <a:off x="5986463" y="2933700"/>
            <a:ext cx="1535112" cy="342900"/>
          </a:xfrm>
          <a:prstGeom prst="rect">
            <a:avLst/>
          </a:prstGeom>
          <a:noFill/>
          <a:ln>
            <a:solidFill>
              <a:srgbClr val="C00000"/>
            </a:solidFill>
          </a:ln>
        </p:spPr>
        <p:style>
          <a:lnRef idx="2">
            <a:schemeClr val="accent2"/>
          </a:lnRef>
          <a:fillRef idx="1">
            <a:schemeClr val="lt1"/>
          </a:fillRef>
          <a:effectRef idx="0">
            <a:schemeClr val="accent2"/>
          </a:effectRef>
          <a:fontRef idx="minor">
            <a:schemeClr val="dk1"/>
          </a:fontRef>
        </p:style>
        <p:txBody>
          <a:bodyPr/>
          <a:lstStyle/>
          <a:p>
            <a:pPr marL="342900" indent="-342900">
              <a:defRPr/>
            </a:pPr>
            <a:endParaRPr lang="zh-CN" altLang="en-US">
              <a:solidFill>
                <a:srgbClr val="993300"/>
              </a:solidFill>
            </a:endParaRPr>
          </a:p>
        </p:txBody>
      </p:sp>
      <p:sp>
        <p:nvSpPr>
          <p:cNvPr id="4" name="椭圆形标注 3"/>
          <p:cNvSpPr/>
          <p:nvPr/>
        </p:nvSpPr>
        <p:spPr bwMode="auto">
          <a:xfrm>
            <a:off x="457200" y="5170488"/>
            <a:ext cx="2286000" cy="695325"/>
          </a:xfrm>
          <a:prstGeom prst="wedgeEllipseCallout">
            <a:avLst>
              <a:gd name="adj1" fmla="val 85222"/>
              <a:gd name="adj2" fmla="val -121241"/>
            </a:avLst>
          </a:prstGeom>
          <a:ln/>
        </p:spPr>
        <p:style>
          <a:lnRef idx="2">
            <a:schemeClr val="accent1">
              <a:shade val="50000"/>
            </a:schemeClr>
          </a:lnRef>
          <a:fillRef idx="1">
            <a:schemeClr val="accent1"/>
          </a:fillRef>
          <a:effectRef idx="0">
            <a:schemeClr val="accent1"/>
          </a:effectRef>
          <a:fontRef idx="minor">
            <a:schemeClr val="lt1"/>
          </a:fontRef>
        </p:style>
        <p:txBody>
          <a:bodyPr anchor="ctr"/>
          <a:lstStyle/>
          <a:p>
            <a:pPr>
              <a:buFont typeface="Wingdings" pitchFamily="2" charset="2"/>
              <a:buNone/>
              <a:defRPr/>
            </a:pPr>
            <a:r>
              <a:rPr lang="zh-CN" altLang="en-US" sz="1600" dirty="0">
                <a:solidFill>
                  <a:schemeClr val="tx1"/>
                </a:solidFill>
              </a:rPr>
              <a:t>描述</a:t>
            </a:r>
            <a:r>
              <a:rPr lang="zh-CN" altLang="en-US" sz="1600" dirty="0">
                <a:solidFill>
                  <a:srgbClr val="0000FF"/>
                </a:solidFill>
              </a:rPr>
              <a:t>数据库物理结构和存储方式</a:t>
            </a:r>
          </a:p>
        </p:txBody>
      </p:sp>
      <p:sp>
        <p:nvSpPr>
          <p:cNvPr id="12" name="椭圆形标注 11"/>
          <p:cNvSpPr/>
          <p:nvPr/>
        </p:nvSpPr>
        <p:spPr bwMode="auto">
          <a:xfrm>
            <a:off x="457200" y="3881438"/>
            <a:ext cx="2286000" cy="923925"/>
          </a:xfrm>
          <a:prstGeom prst="wedgeEllipseCallout">
            <a:avLst>
              <a:gd name="adj1" fmla="val 85698"/>
              <a:gd name="adj2" fmla="val -64687"/>
            </a:avLst>
          </a:prstGeom>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Wingdings" pitchFamily="2" charset="2"/>
              <a:buNone/>
              <a:defRPr/>
            </a:pPr>
            <a:r>
              <a:rPr lang="zh-CN" altLang="en-US" sz="1600" dirty="0">
                <a:solidFill>
                  <a:schemeClr val="tx1"/>
                </a:solidFill>
              </a:rPr>
              <a:t>描述</a:t>
            </a:r>
            <a:r>
              <a:rPr lang="zh-CN" altLang="en-US" sz="1600" dirty="0">
                <a:solidFill>
                  <a:srgbClr val="0000FF"/>
                </a:solidFill>
              </a:rPr>
              <a:t>全部数据的逻辑结构</a:t>
            </a:r>
            <a:r>
              <a:rPr lang="zh-CN" altLang="en-US" sz="1600" dirty="0">
                <a:solidFill>
                  <a:schemeClr val="tx1"/>
                </a:solidFill>
              </a:rPr>
              <a:t>和</a:t>
            </a:r>
            <a:r>
              <a:rPr lang="zh-CN" altLang="en-US" sz="1600" dirty="0">
                <a:solidFill>
                  <a:srgbClr val="0000FF"/>
                </a:solidFill>
              </a:rPr>
              <a:t>特征的描述</a:t>
            </a:r>
            <a:endParaRPr lang="zh-CN" altLang="en-US" sz="1600" dirty="0">
              <a:solidFill>
                <a:schemeClr val="tx1"/>
              </a:solidFill>
            </a:endParaRPr>
          </a:p>
        </p:txBody>
      </p:sp>
      <p:sp>
        <p:nvSpPr>
          <p:cNvPr id="13" name="椭圆形标注 12"/>
          <p:cNvSpPr/>
          <p:nvPr/>
        </p:nvSpPr>
        <p:spPr bwMode="auto">
          <a:xfrm>
            <a:off x="6896100" y="1752600"/>
            <a:ext cx="2286000" cy="1181100"/>
          </a:xfrm>
          <a:prstGeom prst="wedgeEllipseCallout">
            <a:avLst>
              <a:gd name="adj1" fmla="val -65254"/>
              <a:gd name="adj2" fmla="val 27213"/>
            </a:avLst>
          </a:prstGeom>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buFont typeface="Wingdings" pitchFamily="2" charset="2"/>
              <a:buNone/>
              <a:defRPr/>
            </a:pPr>
            <a:r>
              <a:rPr lang="zh-CN" altLang="en-US" sz="1600" dirty="0">
                <a:solidFill>
                  <a:schemeClr val="tx1"/>
                </a:solidFill>
              </a:rPr>
              <a:t>描述</a:t>
            </a:r>
            <a:r>
              <a:rPr lang="zh-CN" altLang="en-US" sz="1600" dirty="0">
                <a:solidFill>
                  <a:srgbClr val="0000FF"/>
                </a:solidFill>
              </a:rPr>
              <a:t>用户可以看见</a:t>
            </a:r>
            <a:r>
              <a:rPr lang="zh-CN" altLang="en-US" sz="1600" dirty="0">
                <a:solidFill>
                  <a:schemeClr val="tx1"/>
                </a:solidFill>
              </a:rPr>
              <a:t>和</a:t>
            </a:r>
            <a:r>
              <a:rPr lang="zh-CN" altLang="en-US" sz="1600" dirty="0">
                <a:solidFill>
                  <a:srgbClr val="0000FF"/>
                </a:solidFill>
              </a:rPr>
              <a:t>使用</a:t>
            </a:r>
            <a:r>
              <a:rPr lang="zh-CN" altLang="en-US" sz="1600" dirty="0">
                <a:solidFill>
                  <a:schemeClr val="tx1"/>
                </a:solidFill>
              </a:rPr>
              <a:t>的</a:t>
            </a:r>
            <a:r>
              <a:rPr lang="zh-CN" altLang="en-US" sz="1600" dirty="0">
                <a:solidFill>
                  <a:srgbClr val="0000FF"/>
                </a:solidFill>
              </a:rPr>
              <a:t>局部数据的逻辑结构和特征</a:t>
            </a:r>
          </a:p>
        </p:txBody>
      </p:sp>
    </p:spTree>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0EAFE47E-C44F-4C5B-B5CE-84706770871B}"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04451"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04452"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B7688EB6-CD4F-4F8B-8205-71EA1EE90795}" type="slidenum">
              <a:rPr lang="en-US" altLang="zh-CN" sz="1400">
                <a:solidFill>
                  <a:schemeClr val="tx1"/>
                </a:solidFill>
                <a:latin typeface="Times New Roman" pitchFamily="18" charset="0"/>
              </a:rPr>
              <a:pPr eaLnBrk="1" hangingPunct="1"/>
              <a:t>50</a:t>
            </a:fld>
            <a:r>
              <a:rPr lang="en-US" altLang="zh-CN" sz="1400">
                <a:solidFill>
                  <a:schemeClr val="tx1"/>
                </a:solidFill>
                <a:latin typeface="Times New Roman" pitchFamily="18" charset="0"/>
              </a:rPr>
              <a:t>/92</a:t>
            </a:r>
          </a:p>
        </p:txBody>
      </p:sp>
      <p:sp>
        <p:nvSpPr>
          <p:cNvPr id="104453" name="Rectangle 2"/>
          <p:cNvSpPr>
            <a:spLocks noGrp="1" noChangeArrowheads="1"/>
          </p:cNvSpPr>
          <p:nvPr>
            <p:ph type="title"/>
          </p:nvPr>
        </p:nvSpPr>
        <p:spPr/>
        <p:txBody>
          <a:bodyPr/>
          <a:lstStyle/>
          <a:p>
            <a:pPr eaLnBrk="1" hangingPunct="1"/>
            <a:r>
              <a:rPr lang="en-US" altLang="zh-CN"/>
              <a:t>1.3.2 数据库系统的三级模式结构</a:t>
            </a:r>
          </a:p>
        </p:txBody>
      </p:sp>
      <p:sp>
        <p:nvSpPr>
          <p:cNvPr id="104454" name="Rectangle 3"/>
          <p:cNvSpPr>
            <a:spLocks noGrp="1" noChangeArrowheads="1"/>
          </p:cNvSpPr>
          <p:nvPr>
            <p:ph type="body" idx="1"/>
          </p:nvPr>
        </p:nvSpPr>
        <p:spPr/>
        <p:txBody>
          <a:bodyPr/>
          <a:lstStyle/>
          <a:p>
            <a:pPr eaLnBrk="1" hangingPunct="1"/>
            <a:r>
              <a:rPr lang="zh-CN" altLang="en-US" dirty="0"/>
              <a:t>模式</a:t>
            </a:r>
            <a:r>
              <a:rPr lang="zh-CN" altLang="en-US" dirty="0">
                <a:solidFill>
                  <a:schemeClr val="tx1"/>
                </a:solidFill>
              </a:rPr>
              <a:t>（也称为</a:t>
            </a:r>
            <a:r>
              <a:rPr lang="zh-CN" altLang="en-US" u="sng" dirty="0">
                <a:solidFill>
                  <a:schemeClr val="tx1"/>
                </a:solidFill>
              </a:rPr>
              <a:t>逻辑模式</a:t>
            </a:r>
            <a:r>
              <a:rPr lang="zh-CN" altLang="en-US" dirty="0">
                <a:solidFill>
                  <a:schemeClr val="tx1"/>
                </a:solidFill>
              </a:rPr>
              <a:t>）</a:t>
            </a:r>
          </a:p>
          <a:p>
            <a:pPr lvl="1" eaLnBrk="1" hangingPunct="1"/>
            <a:r>
              <a:rPr lang="zh-CN" altLang="en-US" dirty="0"/>
              <a:t>是所有数据库用户的公共数据视图，是数据库中</a:t>
            </a:r>
            <a:r>
              <a:rPr lang="zh-CN" altLang="en-US" dirty="0">
                <a:solidFill>
                  <a:srgbClr val="0000FF"/>
                </a:solidFill>
              </a:rPr>
              <a:t>全部数据的逻辑结构和特征的描述</a:t>
            </a:r>
            <a:r>
              <a:rPr lang="zh-CN" altLang="en-US" dirty="0"/>
              <a:t>。 </a:t>
            </a:r>
          </a:p>
          <a:p>
            <a:pPr lvl="1" eaLnBrk="1" hangingPunct="1"/>
            <a:r>
              <a:rPr lang="zh-CN" altLang="en-US" dirty="0"/>
              <a:t>一个数据库</a:t>
            </a:r>
            <a:r>
              <a:rPr lang="zh-CN" altLang="en-US" dirty="0">
                <a:solidFill>
                  <a:srgbClr val="C00000"/>
                </a:solidFill>
              </a:rPr>
              <a:t>只有一个模式</a:t>
            </a:r>
            <a:r>
              <a:rPr lang="zh-CN" altLang="en-US" dirty="0"/>
              <a:t>。</a:t>
            </a:r>
            <a:endParaRPr lang="en-US" altLang="zh-CN" dirty="0"/>
          </a:p>
          <a:p>
            <a:pPr lvl="1" eaLnBrk="1" hangingPunct="1"/>
            <a:r>
              <a:rPr lang="zh-CN" altLang="en-US" dirty="0"/>
              <a:t>模式不但要描述数据库</a:t>
            </a:r>
            <a:r>
              <a:rPr lang="zh-CN" altLang="en-US" dirty="0">
                <a:solidFill>
                  <a:srgbClr val="C00000"/>
                </a:solidFill>
              </a:rPr>
              <a:t>数据的逻辑结构</a:t>
            </a:r>
            <a:r>
              <a:rPr lang="zh-CN" altLang="en-US" dirty="0"/>
              <a:t>，还要描述</a:t>
            </a:r>
            <a:r>
              <a:rPr lang="zh-CN" altLang="en-US" dirty="0">
                <a:solidFill>
                  <a:srgbClr val="C00000"/>
                </a:solidFill>
              </a:rPr>
              <a:t>数据之间的联系</a:t>
            </a:r>
            <a:r>
              <a:rPr lang="zh-CN" altLang="en-US" dirty="0"/>
              <a:t>、</a:t>
            </a:r>
            <a:r>
              <a:rPr lang="zh-CN" altLang="en-US" dirty="0">
                <a:solidFill>
                  <a:srgbClr val="C00000"/>
                </a:solidFill>
              </a:rPr>
              <a:t>数据的完整性</a:t>
            </a:r>
            <a:r>
              <a:rPr lang="zh-CN" altLang="en-US" dirty="0"/>
              <a:t>、</a:t>
            </a:r>
            <a:r>
              <a:rPr lang="zh-CN" altLang="en-US" dirty="0">
                <a:solidFill>
                  <a:srgbClr val="C00000"/>
                </a:solidFill>
              </a:rPr>
              <a:t>安全性</a:t>
            </a:r>
            <a:r>
              <a:rPr lang="zh-CN" altLang="en-US" dirty="0"/>
              <a:t>要求。 </a:t>
            </a:r>
          </a:p>
          <a:p>
            <a:pPr eaLnBrk="1" hangingPunct="1"/>
            <a:endParaRPr lang="en-US" altLang="zh-CN" dirty="0"/>
          </a:p>
        </p:txBody>
      </p:sp>
    </p:spTree>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28679415-55B2-43B0-B42D-C710EED5F68E}"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05475"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05476"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C206EF9F-727E-4AB7-ABBA-27BD53F9EC7C}" type="slidenum">
              <a:rPr lang="en-US" altLang="zh-CN" sz="1400">
                <a:solidFill>
                  <a:schemeClr val="tx1"/>
                </a:solidFill>
                <a:latin typeface="Times New Roman" pitchFamily="18" charset="0"/>
              </a:rPr>
              <a:pPr eaLnBrk="1" hangingPunct="1"/>
              <a:t>51</a:t>
            </a:fld>
            <a:r>
              <a:rPr lang="en-US" altLang="zh-CN" sz="1400">
                <a:solidFill>
                  <a:schemeClr val="tx1"/>
                </a:solidFill>
                <a:latin typeface="Times New Roman" pitchFamily="18" charset="0"/>
              </a:rPr>
              <a:t>/92</a:t>
            </a:r>
          </a:p>
        </p:txBody>
      </p:sp>
      <p:sp>
        <p:nvSpPr>
          <p:cNvPr id="105477" name="Rectangle 2"/>
          <p:cNvSpPr>
            <a:spLocks noGrp="1" noChangeArrowheads="1"/>
          </p:cNvSpPr>
          <p:nvPr>
            <p:ph type="title"/>
          </p:nvPr>
        </p:nvSpPr>
        <p:spPr/>
        <p:txBody>
          <a:bodyPr/>
          <a:lstStyle/>
          <a:p>
            <a:pPr eaLnBrk="1" hangingPunct="1"/>
            <a:r>
              <a:rPr lang="en-US" altLang="zh-CN"/>
              <a:t>1.3.2 数据库系统的三级模式结构</a:t>
            </a:r>
          </a:p>
        </p:txBody>
      </p:sp>
      <p:sp>
        <p:nvSpPr>
          <p:cNvPr id="105478" name="Rectangle 3"/>
          <p:cNvSpPr>
            <a:spLocks noGrp="1" noChangeArrowheads="1"/>
          </p:cNvSpPr>
          <p:nvPr>
            <p:ph type="body" idx="1"/>
          </p:nvPr>
        </p:nvSpPr>
        <p:spPr>
          <a:xfrm>
            <a:off x="609600" y="1447800"/>
            <a:ext cx="8345488" cy="5029200"/>
          </a:xfrm>
        </p:spPr>
        <p:txBody>
          <a:bodyPr/>
          <a:lstStyle/>
          <a:p>
            <a:pPr eaLnBrk="1" hangingPunct="1"/>
            <a:r>
              <a:rPr lang="zh-CN" altLang="en-US" dirty="0"/>
              <a:t>外模式</a:t>
            </a:r>
          </a:p>
          <a:p>
            <a:pPr lvl="1" eaLnBrk="1" hangingPunct="1"/>
            <a:r>
              <a:rPr lang="zh-CN" altLang="en-US" dirty="0"/>
              <a:t>又称为</a:t>
            </a:r>
            <a:r>
              <a:rPr lang="zh-CN" altLang="en-US" u="sng" dirty="0"/>
              <a:t>用户模式</a:t>
            </a:r>
            <a:r>
              <a:rPr lang="zh-CN" altLang="en-US" dirty="0"/>
              <a:t>，是</a:t>
            </a:r>
            <a:r>
              <a:rPr lang="zh-CN" altLang="en-US" dirty="0">
                <a:solidFill>
                  <a:srgbClr val="0000FF"/>
                </a:solidFill>
              </a:rPr>
              <a:t>数据库用户和数据库系统的接口</a:t>
            </a:r>
            <a:r>
              <a:rPr lang="zh-CN" altLang="en-US" dirty="0"/>
              <a:t>，是数据库用户的数据视图，是数据库用户可以看见和使用的</a:t>
            </a:r>
            <a:r>
              <a:rPr lang="zh-CN" altLang="en-US" dirty="0">
                <a:solidFill>
                  <a:srgbClr val="0000FF"/>
                </a:solidFill>
              </a:rPr>
              <a:t>局部数据</a:t>
            </a:r>
            <a:r>
              <a:rPr lang="zh-CN" altLang="en-US" dirty="0"/>
              <a:t>的逻辑结构和特征的描述。</a:t>
            </a:r>
          </a:p>
          <a:p>
            <a:pPr lvl="1" eaLnBrk="1" hangingPunct="1"/>
            <a:r>
              <a:rPr lang="zh-CN" altLang="en-US" dirty="0"/>
              <a:t>外模式通常是</a:t>
            </a:r>
            <a:r>
              <a:rPr lang="zh-CN" altLang="en-US" dirty="0">
                <a:solidFill>
                  <a:srgbClr val="C00000"/>
                </a:solidFill>
              </a:rPr>
              <a:t>模式</a:t>
            </a:r>
            <a:r>
              <a:rPr lang="zh-CN" altLang="en-US" dirty="0"/>
              <a:t>的</a:t>
            </a:r>
            <a:r>
              <a:rPr lang="zh-CN" altLang="en-US" dirty="0">
                <a:solidFill>
                  <a:srgbClr val="C00000"/>
                </a:solidFill>
              </a:rPr>
              <a:t>子集</a:t>
            </a:r>
            <a:r>
              <a:rPr lang="zh-CN" altLang="en-US" dirty="0"/>
              <a:t>。</a:t>
            </a:r>
          </a:p>
          <a:p>
            <a:pPr lvl="1" eaLnBrk="1" hangingPunct="1"/>
            <a:r>
              <a:rPr lang="zh-CN" altLang="en-US" dirty="0"/>
              <a:t>一个数据库通常都有</a:t>
            </a:r>
            <a:r>
              <a:rPr lang="zh-CN" altLang="en-US" dirty="0">
                <a:solidFill>
                  <a:srgbClr val="C00000"/>
                </a:solidFill>
              </a:rPr>
              <a:t>多个外模式</a:t>
            </a:r>
            <a:r>
              <a:rPr lang="zh-CN" altLang="en-US" dirty="0"/>
              <a:t>。一个应用程序只能使用一个外模式，但同一外模式可为多个应用程序所用。 </a:t>
            </a:r>
          </a:p>
          <a:p>
            <a:pPr lvl="1" eaLnBrk="1" hangingPunct="1"/>
            <a:r>
              <a:rPr lang="zh-CN" altLang="en-US" dirty="0"/>
              <a:t>保证</a:t>
            </a:r>
            <a:r>
              <a:rPr lang="zh-CN" altLang="en-US" b="1" dirty="0">
                <a:solidFill>
                  <a:srgbClr val="C00000"/>
                </a:solidFill>
              </a:rPr>
              <a:t>数据库安全性</a:t>
            </a:r>
            <a:r>
              <a:rPr lang="zh-CN" altLang="en-US" dirty="0"/>
              <a:t>的一个有力措施。</a:t>
            </a:r>
          </a:p>
        </p:txBody>
      </p:sp>
    </p:spTree>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11AD2821-B365-40FA-9BC2-5ABBA78C86BE}"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06499"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06500"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8D986E01-9D24-411C-BB01-6EF8EB5DDF16}" type="slidenum">
              <a:rPr lang="en-US" altLang="zh-CN" sz="1400">
                <a:solidFill>
                  <a:schemeClr val="tx1"/>
                </a:solidFill>
                <a:latin typeface="Times New Roman" pitchFamily="18" charset="0"/>
              </a:rPr>
              <a:pPr eaLnBrk="1" hangingPunct="1"/>
              <a:t>52</a:t>
            </a:fld>
            <a:r>
              <a:rPr lang="en-US" altLang="zh-CN" sz="1400">
                <a:solidFill>
                  <a:schemeClr val="tx1"/>
                </a:solidFill>
                <a:latin typeface="Times New Roman" pitchFamily="18" charset="0"/>
              </a:rPr>
              <a:t>/92</a:t>
            </a:r>
          </a:p>
        </p:txBody>
      </p:sp>
      <p:sp>
        <p:nvSpPr>
          <p:cNvPr id="106501" name="Rectangle 2"/>
          <p:cNvSpPr>
            <a:spLocks noGrp="1" noChangeArrowheads="1"/>
          </p:cNvSpPr>
          <p:nvPr>
            <p:ph type="title"/>
          </p:nvPr>
        </p:nvSpPr>
        <p:spPr/>
        <p:txBody>
          <a:bodyPr/>
          <a:lstStyle/>
          <a:p>
            <a:pPr eaLnBrk="1" hangingPunct="1"/>
            <a:r>
              <a:rPr lang="en-US" altLang="zh-CN"/>
              <a:t>1.3.2 数据库系统的三级模式结构</a:t>
            </a:r>
          </a:p>
        </p:txBody>
      </p:sp>
      <p:sp>
        <p:nvSpPr>
          <p:cNvPr id="89094" name="Rectangle 3"/>
          <p:cNvSpPr>
            <a:spLocks noGrp="1" noChangeArrowheads="1"/>
          </p:cNvSpPr>
          <p:nvPr>
            <p:ph type="body" idx="1"/>
          </p:nvPr>
        </p:nvSpPr>
        <p:spPr/>
        <p:txBody>
          <a:bodyPr/>
          <a:lstStyle/>
          <a:p>
            <a:pPr eaLnBrk="1" hangingPunct="1">
              <a:defRPr/>
            </a:pPr>
            <a:r>
              <a:rPr lang="zh-CN" altLang="en-US" dirty="0"/>
              <a:t>内模式</a:t>
            </a:r>
          </a:p>
          <a:p>
            <a:pPr lvl="1" eaLnBrk="1" hangingPunct="1">
              <a:defRPr/>
            </a:pPr>
            <a:r>
              <a:rPr lang="zh-CN" altLang="en-US" dirty="0"/>
              <a:t>又称为</a:t>
            </a:r>
            <a:r>
              <a:rPr lang="zh-CN" altLang="en-US" u="sng" dirty="0"/>
              <a:t>存储模式</a:t>
            </a:r>
            <a:r>
              <a:rPr lang="zh-CN" altLang="en-US" dirty="0"/>
              <a:t>，是</a:t>
            </a:r>
            <a:r>
              <a:rPr lang="zh-CN" altLang="en-US" dirty="0">
                <a:solidFill>
                  <a:srgbClr val="0000FF"/>
                </a:solidFill>
              </a:rPr>
              <a:t>数据库物理结构和存储方式</a:t>
            </a:r>
            <a:r>
              <a:rPr lang="zh-CN" altLang="en-US" dirty="0"/>
              <a:t>的描述，是数据在数据库内部的表示方式。</a:t>
            </a:r>
            <a:endParaRPr lang="en-US" altLang="zh-CN" dirty="0"/>
          </a:p>
          <a:p>
            <a:pPr lvl="2" eaLnBrk="1" hangingPunct="1">
              <a:defRPr/>
            </a:pPr>
            <a:r>
              <a:rPr lang="zh-CN" altLang="en-US" dirty="0"/>
              <a:t>记录的存储方式（顺序存储，按照</a:t>
            </a:r>
            <a:r>
              <a:rPr lang="en-US" altLang="zh-CN" dirty="0"/>
              <a:t>B</a:t>
            </a:r>
            <a:r>
              <a:rPr lang="zh-CN" altLang="en-US" dirty="0"/>
              <a:t>树结构存储，</a:t>
            </a:r>
          </a:p>
          <a:p>
            <a:pPr marL="914400" lvl="2" indent="0" eaLnBrk="1" hangingPunct="1">
              <a:buFont typeface="Wingdings" pitchFamily="2" charset="2"/>
              <a:buNone/>
              <a:defRPr/>
            </a:pPr>
            <a:r>
              <a:rPr lang="zh-CN" altLang="en-US" dirty="0"/>
              <a:t>   按</a:t>
            </a:r>
            <a:r>
              <a:rPr lang="en-US" altLang="zh-CN" dirty="0"/>
              <a:t>hash</a:t>
            </a:r>
            <a:r>
              <a:rPr lang="zh-CN" altLang="en-US" dirty="0"/>
              <a:t>方法存储）</a:t>
            </a:r>
          </a:p>
          <a:p>
            <a:pPr lvl="2" eaLnBrk="1" hangingPunct="1">
              <a:defRPr/>
            </a:pPr>
            <a:r>
              <a:rPr lang="zh-CN" altLang="en-US" dirty="0"/>
              <a:t>索引的组织方式</a:t>
            </a:r>
          </a:p>
          <a:p>
            <a:pPr lvl="2" eaLnBrk="1" hangingPunct="1">
              <a:defRPr/>
            </a:pPr>
            <a:r>
              <a:rPr lang="zh-CN" altLang="en-US" dirty="0"/>
              <a:t>数据是否压缩存储</a:t>
            </a:r>
          </a:p>
          <a:p>
            <a:pPr lvl="2" eaLnBrk="1" hangingPunct="1">
              <a:defRPr/>
            </a:pPr>
            <a:r>
              <a:rPr lang="zh-CN" altLang="en-US" dirty="0"/>
              <a:t>数据是否加密</a:t>
            </a:r>
          </a:p>
          <a:p>
            <a:pPr lvl="2" eaLnBrk="1" hangingPunct="1">
              <a:defRPr/>
            </a:pPr>
            <a:r>
              <a:rPr lang="zh-CN" altLang="en-US" dirty="0"/>
              <a:t>数据存储记录结构的规定</a:t>
            </a:r>
          </a:p>
          <a:p>
            <a:pPr lvl="1" eaLnBrk="1" hangingPunct="1">
              <a:defRPr/>
            </a:pPr>
            <a:r>
              <a:rPr lang="zh-CN" altLang="en-US" dirty="0"/>
              <a:t>一个数据库只有</a:t>
            </a:r>
            <a:r>
              <a:rPr lang="zh-CN" altLang="en-US" dirty="0">
                <a:solidFill>
                  <a:srgbClr val="C00000"/>
                </a:solidFill>
              </a:rPr>
              <a:t>一个内模式</a:t>
            </a:r>
            <a:r>
              <a:rPr lang="zh-CN" altLang="en-US" dirty="0"/>
              <a:t>。内模式并不涉及物理记录，也不涉及硬件设备。</a:t>
            </a:r>
          </a:p>
        </p:txBody>
      </p:sp>
    </p:spTree>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2069DD0D-2898-4892-AD20-AB055096B7F7}"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07523"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07524"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2561C925-806A-47AE-A781-34148640508B}" type="slidenum">
              <a:rPr lang="en-US" altLang="zh-CN" sz="1400">
                <a:solidFill>
                  <a:schemeClr val="tx1"/>
                </a:solidFill>
                <a:latin typeface="Times New Roman" pitchFamily="18" charset="0"/>
              </a:rPr>
              <a:pPr eaLnBrk="1" hangingPunct="1"/>
              <a:t>53</a:t>
            </a:fld>
            <a:r>
              <a:rPr lang="en-US" altLang="zh-CN" sz="1400">
                <a:solidFill>
                  <a:schemeClr val="tx1"/>
                </a:solidFill>
                <a:latin typeface="Times New Roman" pitchFamily="18" charset="0"/>
              </a:rPr>
              <a:t>/92</a:t>
            </a:r>
          </a:p>
        </p:txBody>
      </p:sp>
      <p:sp>
        <p:nvSpPr>
          <p:cNvPr id="107525" name="Rectangle 2"/>
          <p:cNvSpPr>
            <a:spLocks noGrp="1" noChangeArrowheads="1"/>
          </p:cNvSpPr>
          <p:nvPr>
            <p:ph type="title"/>
          </p:nvPr>
        </p:nvSpPr>
        <p:spPr/>
        <p:txBody>
          <a:bodyPr/>
          <a:lstStyle/>
          <a:p>
            <a:pPr eaLnBrk="1" hangingPunct="1"/>
            <a:r>
              <a:rPr lang="en-US" altLang="zh-CN"/>
              <a:t>1.3.2 数据库系统的三级模式结构</a:t>
            </a:r>
          </a:p>
        </p:txBody>
      </p:sp>
      <p:sp>
        <p:nvSpPr>
          <p:cNvPr id="107526" name="Rectangle 3"/>
          <p:cNvSpPr>
            <a:spLocks noGrp="1" noChangeArrowheads="1"/>
          </p:cNvSpPr>
          <p:nvPr>
            <p:ph type="body" idx="1"/>
          </p:nvPr>
        </p:nvSpPr>
        <p:spPr/>
        <p:txBody>
          <a:bodyPr/>
          <a:lstStyle/>
          <a:p>
            <a:pPr eaLnBrk="1" hangingPunct="1"/>
            <a:r>
              <a:rPr lang="zh-CN" altLang="en-US" dirty="0"/>
              <a:t>三层模式关系：</a:t>
            </a:r>
          </a:p>
          <a:p>
            <a:pPr lvl="1" eaLnBrk="1" hangingPunct="1"/>
            <a:r>
              <a:rPr lang="zh-CN" altLang="en-US" dirty="0">
                <a:solidFill>
                  <a:srgbClr val="CC0000"/>
                </a:solidFill>
              </a:rPr>
              <a:t>数据库模式</a:t>
            </a:r>
            <a:r>
              <a:rPr lang="zh-CN" altLang="en-US" dirty="0"/>
              <a:t>是数据库的核心和关键</a:t>
            </a:r>
          </a:p>
          <a:p>
            <a:pPr lvl="1" eaLnBrk="1" hangingPunct="1"/>
            <a:r>
              <a:rPr lang="zh-CN" altLang="en-US" dirty="0"/>
              <a:t>外模式通常是模式的子集</a:t>
            </a:r>
          </a:p>
          <a:p>
            <a:pPr lvl="1" eaLnBrk="1" hangingPunct="1"/>
            <a:r>
              <a:rPr lang="zh-CN" altLang="en-US" dirty="0"/>
              <a:t>数据按</a:t>
            </a:r>
            <a:r>
              <a:rPr lang="zh-CN" altLang="en-US" dirty="0">
                <a:solidFill>
                  <a:schemeClr val="tx2"/>
                </a:solidFill>
              </a:rPr>
              <a:t>外模式的描述提供用户</a:t>
            </a:r>
            <a:r>
              <a:rPr lang="zh-CN" altLang="en-US" dirty="0"/>
              <a:t>，按</a:t>
            </a:r>
            <a:r>
              <a:rPr lang="zh-CN" altLang="en-US" dirty="0">
                <a:solidFill>
                  <a:schemeClr val="tx2"/>
                </a:solidFill>
              </a:rPr>
              <a:t>内模式的描述存储在硬盘</a:t>
            </a:r>
            <a:r>
              <a:rPr lang="zh-CN" altLang="en-US" dirty="0"/>
              <a:t>上</a:t>
            </a:r>
          </a:p>
          <a:p>
            <a:pPr lvl="1" eaLnBrk="1" hangingPunct="1"/>
            <a:r>
              <a:rPr lang="zh-CN" altLang="en-US" dirty="0">
                <a:solidFill>
                  <a:schemeClr val="tx2"/>
                </a:solidFill>
              </a:rPr>
              <a:t>模式</a:t>
            </a:r>
            <a:r>
              <a:rPr lang="zh-CN" altLang="en-US" dirty="0"/>
              <a:t>介于外、内模式之间，既不涉及外部的访问，也不涉及内部的存储，从而起到</a:t>
            </a:r>
            <a:r>
              <a:rPr lang="zh-CN" altLang="en-US" dirty="0">
                <a:solidFill>
                  <a:srgbClr val="0000FF"/>
                </a:solidFill>
              </a:rPr>
              <a:t>隔离</a:t>
            </a:r>
            <a:r>
              <a:rPr lang="zh-CN" altLang="en-US" dirty="0"/>
              <a:t>作用，</a:t>
            </a:r>
            <a:r>
              <a:rPr lang="zh-CN" altLang="en-US" dirty="0">
                <a:solidFill>
                  <a:srgbClr val="C00000"/>
                </a:solidFill>
              </a:rPr>
              <a:t>有利于保持数据的独立性</a:t>
            </a:r>
          </a:p>
        </p:txBody>
      </p:sp>
    </p:spTree>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6AE76BF8-D82F-4154-9A35-83911184F3AC}"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08547"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08548"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71007C29-4D56-4DBF-AFA2-58C2761618D0}" type="slidenum">
              <a:rPr lang="en-US" altLang="zh-CN" sz="1400">
                <a:solidFill>
                  <a:schemeClr val="tx1"/>
                </a:solidFill>
                <a:latin typeface="Times New Roman" pitchFamily="18" charset="0"/>
              </a:rPr>
              <a:pPr eaLnBrk="1" hangingPunct="1"/>
              <a:t>54</a:t>
            </a:fld>
            <a:r>
              <a:rPr lang="en-US" altLang="zh-CN" sz="1400">
                <a:solidFill>
                  <a:schemeClr val="tx1"/>
                </a:solidFill>
                <a:latin typeface="Times New Roman" pitchFamily="18" charset="0"/>
              </a:rPr>
              <a:t>/92</a:t>
            </a:r>
          </a:p>
        </p:txBody>
      </p:sp>
      <p:sp>
        <p:nvSpPr>
          <p:cNvPr id="108549" name="Rectangle 2"/>
          <p:cNvSpPr>
            <a:spLocks noGrp="1" noChangeArrowheads="1"/>
          </p:cNvSpPr>
          <p:nvPr>
            <p:ph type="title"/>
          </p:nvPr>
        </p:nvSpPr>
        <p:spPr/>
        <p:txBody>
          <a:bodyPr/>
          <a:lstStyle/>
          <a:p>
            <a:pPr eaLnBrk="1" hangingPunct="1"/>
            <a:r>
              <a:rPr lang="en-US" altLang="zh-CN"/>
              <a:t>1.3.3 二级映象功能与数据独立性</a:t>
            </a:r>
          </a:p>
        </p:txBody>
      </p:sp>
      <p:sp>
        <p:nvSpPr>
          <p:cNvPr id="108550" name="Rectangle 3"/>
          <p:cNvSpPr>
            <a:spLocks noGrp="1" noChangeArrowheads="1"/>
          </p:cNvSpPr>
          <p:nvPr>
            <p:ph type="body" idx="1"/>
          </p:nvPr>
        </p:nvSpPr>
        <p:spPr/>
        <p:txBody>
          <a:bodyPr/>
          <a:lstStyle/>
          <a:p>
            <a:pPr eaLnBrk="1" hangingPunct="1"/>
            <a:r>
              <a:rPr lang="zh-CN" altLang="en-US" dirty="0"/>
              <a:t>映象</a:t>
            </a:r>
          </a:p>
          <a:p>
            <a:pPr lvl="1" eaLnBrk="1" hangingPunct="1"/>
            <a:r>
              <a:rPr lang="zh-CN" altLang="en-US" dirty="0"/>
              <a:t>是一种</a:t>
            </a:r>
            <a:r>
              <a:rPr lang="zh-CN" altLang="en-US" dirty="0">
                <a:solidFill>
                  <a:srgbClr val="0000FF"/>
                </a:solidFill>
              </a:rPr>
              <a:t>对应</a:t>
            </a:r>
            <a:r>
              <a:rPr lang="zh-CN" altLang="en-US" dirty="0"/>
              <a:t>规则，说明映象双方如何进行</a:t>
            </a:r>
            <a:r>
              <a:rPr lang="zh-CN" altLang="en-US" dirty="0">
                <a:solidFill>
                  <a:srgbClr val="0000FF"/>
                </a:solidFill>
              </a:rPr>
              <a:t>转换</a:t>
            </a:r>
          </a:p>
          <a:p>
            <a:pPr lvl="2" eaLnBrk="1" hangingPunct="1"/>
            <a:r>
              <a:rPr lang="zh-CN" altLang="en-US" sz="2600" dirty="0"/>
              <a:t>外模式</a:t>
            </a:r>
            <a:r>
              <a:rPr lang="en-US" altLang="zh-CN" sz="2600" dirty="0"/>
              <a:t>/</a:t>
            </a:r>
            <a:r>
              <a:rPr lang="zh-CN" altLang="en-US" sz="2600" dirty="0"/>
              <a:t>模式映像</a:t>
            </a:r>
          </a:p>
          <a:p>
            <a:pPr lvl="2" eaLnBrk="1" hangingPunct="1"/>
            <a:r>
              <a:rPr lang="zh-CN" altLang="en-US" sz="2600" dirty="0"/>
              <a:t>模式</a:t>
            </a:r>
            <a:r>
              <a:rPr lang="en-US" altLang="zh-CN" sz="2600" dirty="0"/>
              <a:t>/</a:t>
            </a:r>
            <a:r>
              <a:rPr lang="zh-CN" altLang="en-US" sz="2600" dirty="0"/>
              <a:t>内模式映像</a:t>
            </a:r>
            <a:r>
              <a:rPr lang="zh-CN" altLang="en-US" dirty="0"/>
              <a:t> </a:t>
            </a:r>
          </a:p>
          <a:p>
            <a:pPr eaLnBrk="1" hangingPunct="1"/>
            <a:endParaRPr lang="zh-CN" altLang="en-US" dirty="0"/>
          </a:p>
          <a:p>
            <a:pPr eaLnBrk="1" hangingPunct="1"/>
            <a:r>
              <a:rPr lang="zh-CN" altLang="en-US" dirty="0">
                <a:solidFill>
                  <a:srgbClr val="0000FF"/>
                </a:solidFill>
              </a:rPr>
              <a:t>三级模式间的两层映象</a:t>
            </a:r>
            <a:r>
              <a:rPr lang="zh-CN" altLang="en-US" dirty="0">
                <a:solidFill>
                  <a:schemeClr val="tx1"/>
                </a:solidFill>
              </a:rPr>
              <a:t>保证数据具有较高的</a:t>
            </a:r>
            <a:r>
              <a:rPr lang="zh-CN" altLang="en-US" b="1" dirty="0"/>
              <a:t>逻辑独立性</a:t>
            </a:r>
            <a:r>
              <a:rPr lang="zh-CN" altLang="en-US" dirty="0">
                <a:solidFill>
                  <a:srgbClr val="0000FF"/>
                </a:solidFill>
              </a:rPr>
              <a:t>和</a:t>
            </a:r>
            <a:r>
              <a:rPr lang="zh-CN" altLang="en-US" b="1" dirty="0"/>
              <a:t>物理独立性</a:t>
            </a:r>
            <a:endParaRPr lang="zh-CN" altLang="en-US" dirty="0"/>
          </a:p>
        </p:txBody>
      </p:sp>
    </p:spTree>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140B69AC-06C8-4802-810C-A81E0E1759EC}"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10595"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10596"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70E925A0-B04E-467B-A54F-91C0B58267D4}" type="slidenum">
              <a:rPr lang="en-US" altLang="zh-CN" sz="1400">
                <a:solidFill>
                  <a:schemeClr val="tx1"/>
                </a:solidFill>
                <a:latin typeface="Times New Roman" pitchFamily="18" charset="0"/>
              </a:rPr>
              <a:pPr eaLnBrk="1" hangingPunct="1"/>
              <a:t>55</a:t>
            </a:fld>
            <a:r>
              <a:rPr lang="en-US" altLang="zh-CN" sz="1400">
                <a:solidFill>
                  <a:schemeClr val="tx1"/>
                </a:solidFill>
                <a:latin typeface="Times New Roman" pitchFamily="18" charset="0"/>
              </a:rPr>
              <a:t>/92</a:t>
            </a:r>
          </a:p>
        </p:txBody>
      </p:sp>
      <p:sp>
        <p:nvSpPr>
          <p:cNvPr id="110597" name="Rectangle 2"/>
          <p:cNvSpPr>
            <a:spLocks noGrp="1" noChangeArrowheads="1"/>
          </p:cNvSpPr>
          <p:nvPr>
            <p:ph type="title"/>
          </p:nvPr>
        </p:nvSpPr>
        <p:spPr/>
        <p:txBody>
          <a:bodyPr/>
          <a:lstStyle/>
          <a:p>
            <a:pPr eaLnBrk="1" hangingPunct="1"/>
            <a:r>
              <a:rPr lang="en-US" altLang="zh-CN"/>
              <a:t>1.3.3 </a:t>
            </a:r>
            <a:r>
              <a:rPr lang="zh-CN" altLang="en-US"/>
              <a:t>二级映象功能与数据独立性</a:t>
            </a:r>
          </a:p>
        </p:txBody>
      </p:sp>
      <p:sp>
        <p:nvSpPr>
          <p:cNvPr id="110598" name="Rectangle 3"/>
          <p:cNvSpPr>
            <a:spLocks noGrp="1" noChangeArrowheads="1"/>
          </p:cNvSpPr>
          <p:nvPr>
            <p:ph type="body" idx="1"/>
          </p:nvPr>
        </p:nvSpPr>
        <p:spPr/>
        <p:txBody>
          <a:bodyPr/>
          <a:lstStyle/>
          <a:p>
            <a:pPr eaLnBrk="1" hangingPunct="1">
              <a:buFont typeface="Wingdings" pitchFamily="2" charset="2"/>
              <a:buNone/>
            </a:pPr>
            <a:r>
              <a:rPr lang="zh-CN" altLang="en-US" dirty="0"/>
              <a:t>一、外模式</a:t>
            </a:r>
            <a:r>
              <a:rPr lang="en-US" altLang="zh-CN" dirty="0"/>
              <a:t>/</a:t>
            </a:r>
            <a:r>
              <a:rPr lang="zh-CN" altLang="en-US" dirty="0"/>
              <a:t>模式映象</a:t>
            </a:r>
            <a:r>
              <a:rPr lang="en-US" altLang="zh-CN" dirty="0"/>
              <a:t>(</a:t>
            </a:r>
            <a:r>
              <a:rPr lang="zh-CN" altLang="en-US" dirty="0">
                <a:solidFill>
                  <a:srgbClr val="0000FF"/>
                </a:solidFill>
              </a:rPr>
              <a:t>定义在外模式描述中</a:t>
            </a:r>
            <a:r>
              <a:rPr lang="en-US" altLang="zh-CN" dirty="0"/>
              <a:t>)</a:t>
            </a:r>
          </a:p>
          <a:p>
            <a:pPr lvl="1" eaLnBrk="1" hangingPunct="1"/>
            <a:r>
              <a:rPr lang="zh-CN" altLang="en-US" dirty="0">
                <a:solidFill>
                  <a:srgbClr val="000000"/>
                </a:solidFill>
                <a:latin typeface="Times New Roman" pitchFamily="18" charset="0"/>
              </a:rPr>
              <a:t>作用：把</a:t>
            </a:r>
            <a:r>
              <a:rPr lang="zh-CN" altLang="en-US" dirty="0">
                <a:solidFill>
                  <a:srgbClr val="0000FF"/>
                </a:solidFill>
                <a:latin typeface="Times New Roman" pitchFamily="18" charset="0"/>
              </a:rPr>
              <a:t>描述局部逻辑结构的外模式</a:t>
            </a:r>
            <a:r>
              <a:rPr lang="zh-CN" altLang="en-US" dirty="0">
                <a:solidFill>
                  <a:srgbClr val="000000"/>
                </a:solidFill>
                <a:latin typeface="Times New Roman" pitchFamily="18" charset="0"/>
              </a:rPr>
              <a:t>与</a:t>
            </a:r>
            <a:r>
              <a:rPr lang="zh-CN" altLang="en-US" dirty="0">
                <a:solidFill>
                  <a:srgbClr val="0000FF"/>
                </a:solidFill>
                <a:latin typeface="Times New Roman" pitchFamily="18" charset="0"/>
              </a:rPr>
              <a:t>描述全局逻辑结构的模式</a:t>
            </a:r>
            <a:r>
              <a:rPr lang="zh-CN" altLang="en-US" dirty="0">
                <a:solidFill>
                  <a:srgbClr val="000000"/>
                </a:solidFill>
                <a:latin typeface="Times New Roman" pitchFamily="18" charset="0"/>
              </a:rPr>
              <a:t>联系起来。 </a:t>
            </a:r>
          </a:p>
          <a:p>
            <a:pPr lvl="1" algn="just" eaLnBrk="1" hangingPunct="1"/>
            <a:endParaRPr lang="zh-CN" altLang="en-US" sz="900" dirty="0">
              <a:solidFill>
                <a:srgbClr val="000000"/>
              </a:solidFill>
              <a:latin typeface="Times New Roman" pitchFamily="18" charset="0"/>
            </a:endParaRPr>
          </a:p>
          <a:p>
            <a:pPr lvl="1" eaLnBrk="1" hangingPunct="1"/>
            <a:r>
              <a:rPr lang="zh-CN" altLang="en-US" dirty="0">
                <a:solidFill>
                  <a:srgbClr val="000000"/>
                </a:solidFill>
                <a:latin typeface="Times New Roman" pitchFamily="18" charset="0"/>
              </a:rPr>
              <a:t>当模式改变时，只要对</a:t>
            </a:r>
            <a:r>
              <a:rPr lang="zh-CN" altLang="en-US" dirty="0">
                <a:solidFill>
                  <a:srgbClr val="CC0000"/>
                </a:solidFill>
                <a:latin typeface="Times New Roman" pitchFamily="18" charset="0"/>
              </a:rPr>
              <a:t>外模式</a:t>
            </a:r>
            <a:r>
              <a:rPr lang="en-US" altLang="zh-CN" dirty="0">
                <a:solidFill>
                  <a:srgbClr val="CC0000"/>
                </a:solidFill>
              </a:rPr>
              <a:t>/</a:t>
            </a:r>
            <a:r>
              <a:rPr lang="zh-CN" altLang="en-US" dirty="0">
                <a:solidFill>
                  <a:srgbClr val="CC0000"/>
                </a:solidFill>
                <a:latin typeface="Times New Roman" pitchFamily="18" charset="0"/>
              </a:rPr>
              <a:t>模式映象</a:t>
            </a:r>
            <a:r>
              <a:rPr lang="zh-CN" altLang="en-US" dirty="0">
                <a:solidFill>
                  <a:srgbClr val="000000"/>
                </a:solidFill>
                <a:latin typeface="Times New Roman" pitchFamily="18" charset="0"/>
              </a:rPr>
              <a:t>做相应的改变，使外模式保持不变，则以外模式为依据的应用程序不受影响，从而保证了</a:t>
            </a:r>
            <a:r>
              <a:rPr lang="zh-CN" altLang="en-US" b="1" dirty="0">
                <a:solidFill>
                  <a:srgbClr val="C00000"/>
                </a:solidFill>
                <a:latin typeface="Times New Roman" pitchFamily="18" charset="0"/>
              </a:rPr>
              <a:t>数据</a:t>
            </a:r>
            <a:r>
              <a:rPr lang="zh-CN" altLang="en-US" dirty="0">
                <a:latin typeface="Times New Roman" pitchFamily="18" charset="0"/>
              </a:rPr>
              <a:t>与</a:t>
            </a:r>
            <a:r>
              <a:rPr lang="zh-CN" altLang="en-US" b="1" dirty="0">
                <a:solidFill>
                  <a:srgbClr val="C00000"/>
                </a:solidFill>
                <a:latin typeface="Times New Roman" pitchFamily="18" charset="0"/>
              </a:rPr>
              <a:t>程序</a:t>
            </a:r>
            <a:r>
              <a:rPr lang="zh-CN" altLang="en-US" dirty="0">
                <a:solidFill>
                  <a:srgbClr val="000000"/>
                </a:solidFill>
                <a:latin typeface="Times New Roman" pitchFamily="18" charset="0"/>
              </a:rPr>
              <a:t>之间的</a:t>
            </a:r>
            <a:r>
              <a:rPr lang="zh-CN" altLang="en-US" dirty="0">
                <a:solidFill>
                  <a:schemeClr val="tx2"/>
                </a:solidFill>
                <a:latin typeface="Times New Roman" pitchFamily="18" charset="0"/>
              </a:rPr>
              <a:t>逻辑独立性</a:t>
            </a:r>
            <a:r>
              <a:rPr lang="zh-CN" altLang="en-US" dirty="0">
                <a:solidFill>
                  <a:srgbClr val="000000"/>
                </a:solidFill>
                <a:latin typeface="Times New Roman" pitchFamily="18" charset="0"/>
              </a:rPr>
              <a:t>，也就是</a:t>
            </a:r>
            <a:r>
              <a:rPr lang="zh-CN" altLang="en-US" b="1" dirty="0">
                <a:solidFill>
                  <a:srgbClr val="006600"/>
                </a:solidFill>
                <a:latin typeface="Times New Roman" pitchFamily="18" charset="0"/>
              </a:rPr>
              <a:t>数据的逻辑独立性</a:t>
            </a:r>
            <a:r>
              <a:rPr lang="zh-CN" altLang="en-US" dirty="0">
                <a:solidFill>
                  <a:srgbClr val="000000"/>
                </a:solidFill>
              </a:rPr>
              <a:t>。</a:t>
            </a:r>
            <a:endParaRPr lang="en-US" altLang="zh-CN" dirty="0">
              <a:solidFill>
                <a:srgbClr val="000000"/>
              </a:solidFill>
            </a:endParaRPr>
          </a:p>
        </p:txBody>
      </p:sp>
    </p:spTree>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C1F6BEF5-F996-46DC-BF4D-B328068F901F}"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11619"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11620"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E59AD4B1-7AFE-47A5-94C5-F87D36EB2679}" type="slidenum">
              <a:rPr lang="en-US" altLang="zh-CN" sz="1400">
                <a:solidFill>
                  <a:schemeClr val="tx1"/>
                </a:solidFill>
                <a:latin typeface="Times New Roman" pitchFamily="18" charset="0"/>
              </a:rPr>
              <a:pPr eaLnBrk="1" hangingPunct="1"/>
              <a:t>56</a:t>
            </a:fld>
            <a:r>
              <a:rPr lang="en-US" altLang="zh-CN" sz="1400">
                <a:solidFill>
                  <a:schemeClr val="tx1"/>
                </a:solidFill>
                <a:latin typeface="Times New Roman" pitchFamily="18" charset="0"/>
              </a:rPr>
              <a:t>/92</a:t>
            </a:r>
          </a:p>
        </p:txBody>
      </p:sp>
      <p:sp>
        <p:nvSpPr>
          <p:cNvPr id="111621" name="Rectangle 2"/>
          <p:cNvSpPr>
            <a:spLocks noGrp="1" noChangeArrowheads="1"/>
          </p:cNvSpPr>
          <p:nvPr>
            <p:ph type="title"/>
          </p:nvPr>
        </p:nvSpPr>
        <p:spPr/>
        <p:txBody>
          <a:bodyPr/>
          <a:lstStyle/>
          <a:p>
            <a:pPr eaLnBrk="1" hangingPunct="1"/>
            <a:r>
              <a:rPr lang="en-US" altLang="zh-CN"/>
              <a:t>1.3.3 </a:t>
            </a:r>
            <a:r>
              <a:rPr lang="zh-CN" altLang="en-US"/>
              <a:t>二级映象功能与数据独立性</a:t>
            </a:r>
            <a:endParaRPr lang="en-US" altLang="zh-CN"/>
          </a:p>
        </p:txBody>
      </p:sp>
      <p:sp>
        <p:nvSpPr>
          <p:cNvPr id="111622" name="Rectangle 3"/>
          <p:cNvSpPr>
            <a:spLocks noGrp="1" noChangeArrowheads="1"/>
          </p:cNvSpPr>
          <p:nvPr>
            <p:ph type="body" idx="1"/>
          </p:nvPr>
        </p:nvSpPr>
        <p:spPr/>
        <p:txBody>
          <a:bodyPr/>
          <a:lstStyle/>
          <a:p>
            <a:pPr algn="just" eaLnBrk="1" hangingPunct="1">
              <a:buFont typeface="Wingdings" pitchFamily="2" charset="2"/>
              <a:buNone/>
            </a:pPr>
            <a:r>
              <a:rPr lang="zh-CN" altLang="en-US" dirty="0"/>
              <a:t>二、模式</a:t>
            </a:r>
            <a:r>
              <a:rPr lang="en-US" altLang="zh-CN" dirty="0"/>
              <a:t>/</a:t>
            </a:r>
            <a:r>
              <a:rPr lang="zh-CN" altLang="en-US" dirty="0"/>
              <a:t>内模式映象 </a:t>
            </a:r>
            <a:r>
              <a:rPr lang="en-US" altLang="zh-CN" dirty="0"/>
              <a:t>(</a:t>
            </a:r>
            <a:r>
              <a:rPr lang="zh-CN" altLang="en-US" dirty="0"/>
              <a:t>定义在模式描述中</a:t>
            </a:r>
            <a:r>
              <a:rPr lang="en-US" altLang="zh-CN" dirty="0"/>
              <a:t>)</a:t>
            </a:r>
          </a:p>
          <a:p>
            <a:pPr lvl="1" algn="just" eaLnBrk="1" hangingPunct="1"/>
            <a:r>
              <a:rPr lang="zh-CN" altLang="en-US" dirty="0">
                <a:solidFill>
                  <a:srgbClr val="000000"/>
                </a:solidFill>
                <a:latin typeface="Times New Roman" pitchFamily="18" charset="0"/>
              </a:rPr>
              <a:t>作用：把</a:t>
            </a:r>
            <a:r>
              <a:rPr lang="zh-CN" altLang="en-US" dirty="0">
                <a:solidFill>
                  <a:srgbClr val="0000FF"/>
                </a:solidFill>
                <a:latin typeface="Times New Roman" pitchFamily="18" charset="0"/>
              </a:rPr>
              <a:t>描述全局逻辑结构的模式</a:t>
            </a:r>
            <a:r>
              <a:rPr lang="zh-CN" altLang="en-US" dirty="0">
                <a:solidFill>
                  <a:srgbClr val="000000"/>
                </a:solidFill>
                <a:latin typeface="Times New Roman" pitchFamily="18" charset="0"/>
              </a:rPr>
              <a:t>与</a:t>
            </a:r>
            <a:r>
              <a:rPr lang="zh-CN" altLang="en-US" dirty="0">
                <a:solidFill>
                  <a:srgbClr val="0000FF"/>
                </a:solidFill>
                <a:latin typeface="Times New Roman" pitchFamily="18" charset="0"/>
              </a:rPr>
              <a:t>描述物理结构的内模式</a:t>
            </a:r>
            <a:r>
              <a:rPr lang="zh-CN" altLang="en-US" dirty="0">
                <a:solidFill>
                  <a:srgbClr val="000000"/>
                </a:solidFill>
                <a:latin typeface="Times New Roman" pitchFamily="18" charset="0"/>
              </a:rPr>
              <a:t>联系起来。 </a:t>
            </a:r>
          </a:p>
          <a:p>
            <a:pPr lvl="1" algn="just" eaLnBrk="1" hangingPunct="1"/>
            <a:endParaRPr lang="zh-CN" altLang="en-US" sz="900" dirty="0">
              <a:solidFill>
                <a:srgbClr val="000000"/>
              </a:solidFill>
              <a:latin typeface="Times New Roman" pitchFamily="18" charset="0"/>
            </a:endParaRPr>
          </a:p>
          <a:p>
            <a:pPr lvl="1" algn="just" eaLnBrk="1" hangingPunct="1"/>
            <a:r>
              <a:rPr lang="zh-CN" altLang="en-US" dirty="0">
                <a:solidFill>
                  <a:srgbClr val="000000"/>
                </a:solidFill>
                <a:latin typeface="Times New Roman" pitchFamily="18" charset="0"/>
              </a:rPr>
              <a:t>当内模式改变时，比如存储设备或存储方式有所改变，只要</a:t>
            </a:r>
            <a:r>
              <a:rPr lang="zh-CN" altLang="en-US" dirty="0">
                <a:solidFill>
                  <a:srgbClr val="CC0000"/>
                </a:solidFill>
                <a:latin typeface="Times New Roman" pitchFamily="18" charset="0"/>
              </a:rPr>
              <a:t>模式</a:t>
            </a:r>
            <a:r>
              <a:rPr lang="en-US" altLang="zh-CN" dirty="0">
                <a:solidFill>
                  <a:srgbClr val="CC0000"/>
                </a:solidFill>
                <a:latin typeface="Times New Roman" pitchFamily="18" charset="0"/>
              </a:rPr>
              <a:t>/</a:t>
            </a:r>
            <a:r>
              <a:rPr lang="zh-CN" altLang="en-US" dirty="0">
                <a:solidFill>
                  <a:srgbClr val="CC0000"/>
                </a:solidFill>
                <a:latin typeface="Times New Roman" pitchFamily="18" charset="0"/>
              </a:rPr>
              <a:t>内模式映象</a:t>
            </a:r>
            <a:r>
              <a:rPr lang="zh-CN" altLang="en-US" dirty="0">
                <a:solidFill>
                  <a:srgbClr val="000000"/>
                </a:solidFill>
                <a:latin typeface="Times New Roman" pitchFamily="18" charset="0"/>
              </a:rPr>
              <a:t>做相应的改变，使模式保持不变，则应用程序就不受影响，从而保证了</a:t>
            </a:r>
            <a:r>
              <a:rPr lang="zh-CN" altLang="en-US" b="1" dirty="0">
                <a:solidFill>
                  <a:srgbClr val="006600"/>
                </a:solidFill>
                <a:latin typeface="Times New Roman" pitchFamily="18" charset="0"/>
              </a:rPr>
              <a:t>数据与程序之间</a:t>
            </a:r>
            <a:r>
              <a:rPr lang="zh-CN" altLang="en-US" b="1" dirty="0">
                <a:solidFill>
                  <a:schemeClr val="bg2"/>
                </a:solidFill>
                <a:latin typeface="Times New Roman" pitchFamily="18" charset="0"/>
              </a:rPr>
              <a:t>的</a:t>
            </a:r>
            <a:r>
              <a:rPr lang="zh-CN" altLang="en-US" b="1" dirty="0">
                <a:solidFill>
                  <a:srgbClr val="006600"/>
                </a:solidFill>
                <a:latin typeface="Times New Roman" pitchFamily="18" charset="0"/>
              </a:rPr>
              <a:t>物理独立性</a:t>
            </a:r>
            <a:r>
              <a:rPr lang="zh-CN" altLang="en-US" dirty="0">
                <a:solidFill>
                  <a:srgbClr val="000000"/>
                </a:solidFill>
                <a:latin typeface="Times New Roman" pitchFamily="18" charset="0"/>
              </a:rPr>
              <a:t>。</a:t>
            </a:r>
            <a:r>
              <a:rPr lang="zh-CN" altLang="en-US" dirty="0">
                <a:solidFill>
                  <a:srgbClr val="000000"/>
                </a:solidFill>
              </a:rPr>
              <a:t> </a:t>
            </a:r>
            <a:endParaRPr lang="en-US" altLang="zh-CN" dirty="0"/>
          </a:p>
        </p:txBody>
      </p:sp>
    </p:spTree>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B31E70C6-AAB1-455B-8DA0-8F33F06718AD}"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12643"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12644"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106CE5F1-4A8F-4DF0-8686-7F93ABABA7B8}" type="slidenum">
              <a:rPr lang="en-US" altLang="zh-CN" sz="1400">
                <a:solidFill>
                  <a:schemeClr val="tx1"/>
                </a:solidFill>
                <a:latin typeface="Times New Roman" pitchFamily="18" charset="0"/>
              </a:rPr>
              <a:pPr eaLnBrk="1" hangingPunct="1"/>
              <a:t>57</a:t>
            </a:fld>
            <a:r>
              <a:rPr lang="en-US" altLang="zh-CN" sz="1400">
                <a:solidFill>
                  <a:schemeClr val="tx1"/>
                </a:solidFill>
                <a:latin typeface="Times New Roman" pitchFamily="18" charset="0"/>
              </a:rPr>
              <a:t>/92</a:t>
            </a:r>
          </a:p>
        </p:txBody>
      </p:sp>
      <p:sp>
        <p:nvSpPr>
          <p:cNvPr id="112645" name="Rectangle 2"/>
          <p:cNvSpPr>
            <a:spLocks noGrp="1" noChangeArrowheads="1"/>
          </p:cNvSpPr>
          <p:nvPr>
            <p:ph type="title"/>
          </p:nvPr>
        </p:nvSpPr>
        <p:spPr/>
        <p:txBody>
          <a:bodyPr/>
          <a:lstStyle/>
          <a:p>
            <a:pPr eaLnBrk="1" hangingPunct="1"/>
            <a:r>
              <a:rPr lang="en-US" altLang="zh-CN"/>
              <a:t>1.3.3 </a:t>
            </a:r>
            <a:r>
              <a:rPr lang="zh-CN" altLang="en-US"/>
              <a:t>二级映象功能与数据独立性</a:t>
            </a:r>
          </a:p>
        </p:txBody>
      </p:sp>
      <p:sp>
        <p:nvSpPr>
          <p:cNvPr id="112646" name="Rectangle 3"/>
          <p:cNvSpPr>
            <a:spLocks noGrp="1" noChangeArrowheads="1"/>
          </p:cNvSpPr>
          <p:nvPr>
            <p:ph type="body" idx="1"/>
          </p:nvPr>
        </p:nvSpPr>
        <p:spPr/>
        <p:txBody>
          <a:bodyPr/>
          <a:lstStyle/>
          <a:p>
            <a:pPr eaLnBrk="1" hangingPunct="1"/>
            <a:r>
              <a:rPr lang="zh-CN" altLang="en-US" dirty="0">
                <a:solidFill>
                  <a:schemeClr val="tx1"/>
                </a:solidFill>
              </a:rPr>
              <a:t>数据库的二级映像保证了数据库外模式的稳定性，从而从底层保证了应用程序的稳定性</a:t>
            </a:r>
          </a:p>
          <a:p>
            <a:pPr eaLnBrk="1" hangingPunct="1"/>
            <a:endParaRPr lang="zh-CN" altLang="en-US" dirty="0">
              <a:solidFill>
                <a:schemeClr val="tx1"/>
              </a:solidFill>
            </a:endParaRPr>
          </a:p>
          <a:p>
            <a:pPr eaLnBrk="1" hangingPunct="1"/>
            <a:r>
              <a:rPr lang="zh-CN" altLang="en-US" dirty="0">
                <a:solidFill>
                  <a:schemeClr val="tx2"/>
                </a:solidFill>
              </a:rPr>
              <a:t>数据与程序</a:t>
            </a:r>
            <a:r>
              <a:rPr lang="zh-CN" altLang="en-US" dirty="0">
                <a:solidFill>
                  <a:schemeClr val="tx1"/>
                </a:solidFill>
              </a:rPr>
              <a:t>之间的</a:t>
            </a:r>
            <a:r>
              <a:rPr lang="zh-CN" altLang="en-US" dirty="0">
                <a:solidFill>
                  <a:srgbClr val="C00000"/>
                </a:solidFill>
              </a:rPr>
              <a:t>独立性</a:t>
            </a:r>
            <a:r>
              <a:rPr lang="zh-CN" altLang="en-US" dirty="0">
                <a:solidFill>
                  <a:schemeClr val="tx1"/>
                </a:solidFill>
              </a:rPr>
              <a:t>，使得数据的定义和描述可以从应用程序中分离出去。用户不必考虑存取路径等细节，</a:t>
            </a:r>
            <a:r>
              <a:rPr lang="zh-CN" altLang="en-US" dirty="0">
                <a:solidFill>
                  <a:srgbClr val="0000FF"/>
                </a:solidFill>
              </a:rPr>
              <a:t>简化了应用程序的编制，减少了应用程序的维护和修改</a:t>
            </a:r>
            <a:r>
              <a:rPr lang="zh-CN" altLang="en-US" dirty="0">
                <a:solidFill>
                  <a:schemeClr val="tx1"/>
                </a:solidFill>
              </a:rPr>
              <a:t>。</a:t>
            </a:r>
          </a:p>
        </p:txBody>
      </p:sp>
    </p:spTree>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4BE51682-1424-43EB-BDA8-7A4CC4B9BFB8}"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09571"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09572"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5203D449-B8CE-4A4E-BA04-55AA90F754B1}" type="slidenum">
              <a:rPr lang="en-US" altLang="zh-CN" sz="1400">
                <a:solidFill>
                  <a:schemeClr val="tx1"/>
                </a:solidFill>
                <a:latin typeface="Times New Roman" pitchFamily="18" charset="0"/>
              </a:rPr>
              <a:pPr eaLnBrk="1" hangingPunct="1"/>
              <a:t>58</a:t>
            </a:fld>
            <a:r>
              <a:rPr lang="en-US" altLang="zh-CN" sz="1400">
                <a:solidFill>
                  <a:schemeClr val="tx1"/>
                </a:solidFill>
                <a:latin typeface="Times New Roman" pitchFamily="18" charset="0"/>
              </a:rPr>
              <a:t>/92</a:t>
            </a:r>
          </a:p>
        </p:txBody>
      </p:sp>
      <p:sp>
        <p:nvSpPr>
          <p:cNvPr id="109573" name="Rectangle 2"/>
          <p:cNvSpPr>
            <a:spLocks noGrp="1" noChangeArrowheads="1"/>
          </p:cNvSpPr>
          <p:nvPr>
            <p:ph type="title"/>
          </p:nvPr>
        </p:nvSpPr>
        <p:spPr/>
        <p:txBody>
          <a:bodyPr/>
          <a:lstStyle/>
          <a:p>
            <a:pPr eaLnBrk="1" hangingPunct="1"/>
            <a:r>
              <a:rPr lang="en-US" altLang="zh-CN"/>
              <a:t>1.3.3 </a:t>
            </a:r>
            <a:r>
              <a:rPr lang="zh-CN" altLang="en-US"/>
              <a:t>二级映象功能与数据独立性</a:t>
            </a:r>
          </a:p>
        </p:txBody>
      </p:sp>
      <p:sp>
        <p:nvSpPr>
          <p:cNvPr id="109574"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a:solidFill>
                  <a:srgbClr val="993300"/>
                </a:solidFill>
                <a:latin typeface="Tahoma" pitchFamily="34" charset="0"/>
                <a:ea typeface="宋体" pitchFamily="2" charset="-122"/>
              </a:defRPr>
            </a:lvl1pPr>
            <a:lvl2pPr marL="742950" indent="-285750" eaLnBrk="0" hangingPunct="0">
              <a:defRPr sz="3200">
                <a:solidFill>
                  <a:srgbClr val="993300"/>
                </a:solidFill>
                <a:latin typeface="Tahoma" pitchFamily="34" charset="0"/>
                <a:ea typeface="宋体" pitchFamily="2" charset="-122"/>
              </a:defRPr>
            </a:lvl2pPr>
            <a:lvl3pPr marL="1143000" indent="-228600" eaLnBrk="0" hangingPunct="0">
              <a:defRPr sz="3200">
                <a:solidFill>
                  <a:srgbClr val="993300"/>
                </a:solidFill>
                <a:latin typeface="Tahoma" pitchFamily="34" charset="0"/>
                <a:ea typeface="宋体" pitchFamily="2" charset="-122"/>
              </a:defRPr>
            </a:lvl3pPr>
            <a:lvl4pPr marL="1600200" indent="-228600" eaLnBrk="0" hangingPunct="0">
              <a:defRPr sz="3200">
                <a:solidFill>
                  <a:srgbClr val="993300"/>
                </a:solidFill>
                <a:latin typeface="Tahoma" pitchFamily="34" charset="0"/>
                <a:ea typeface="宋体" pitchFamily="2" charset="-122"/>
              </a:defRPr>
            </a:lvl4pPr>
            <a:lvl5pPr marL="2057400" indent="-228600" eaLnBrk="0" hangingPunct="0">
              <a:defRPr sz="3200">
                <a:solidFill>
                  <a:srgbClr val="993300"/>
                </a:solidFill>
                <a:latin typeface="Tahom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Tahom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Tahom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Tahom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Tahoma" pitchFamily="34" charset="0"/>
                <a:ea typeface="宋体" pitchFamily="2" charset="-122"/>
              </a:defRPr>
            </a:lvl9pPr>
          </a:lstStyle>
          <a:p>
            <a:pPr eaLnBrk="1" hangingPunct="1"/>
            <a:endParaRPr lang="zh-CN" altLang="en-US"/>
          </a:p>
        </p:txBody>
      </p:sp>
      <p:graphicFrame>
        <p:nvGraphicFramePr>
          <p:cNvPr id="109575" name="对象 3"/>
          <p:cNvGraphicFramePr>
            <a:graphicFrameLocks noChangeAspect="1"/>
          </p:cNvGraphicFramePr>
          <p:nvPr/>
        </p:nvGraphicFramePr>
        <p:xfrm>
          <a:off x="715963" y="1293813"/>
          <a:ext cx="7994650" cy="4651375"/>
        </p:xfrm>
        <a:graphic>
          <a:graphicData uri="http://schemas.openxmlformats.org/presentationml/2006/ole">
            <mc:AlternateContent xmlns:mc="http://schemas.openxmlformats.org/markup-compatibility/2006">
              <mc:Choice xmlns:v="urn:schemas-microsoft-com:vml" Requires="v">
                <p:oleObj spid="_x0000_s2075" name="Picture" r:id="rId4" imgW="4111560" imgH="2865240" progId="Word.Picture.8">
                  <p:embed/>
                </p:oleObj>
              </mc:Choice>
              <mc:Fallback>
                <p:oleObj name="Picture" r:id="rId4" imgW="4111560" imgH="2865240" progId="Word.Picture.8">
                  <p:embed/>
                  <p:pic>
                    <p:nvPicPr>
                      <p:cNvPr id="109575" name="对象 3"/>
                      <p:cNvPicPr>
                        <a:picLocks noChangeAspect="1" noChangeArrowheads="1"/>
                      </p:cNvPicPr>
                      <p:nvPr/>
                    </p:nvPicPr>
                    <p:blipFill>
                      <a:blip r:embed="rId5"/>
                      <a:srcRect r="2802" b="19101"/>
                      <a:stretch>
                        <a:fillRect/>
                      </a:stretch>
                    </p:blipFill>
                    <p:spPr bwMode="auto">
                      <a:xfrm>
                        <a:off x="715963" y="1293813"/>
                        <a:ext cx="7994650" cy="465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9576" name="Rectangle 3"/>
          <p:cNvSpPr>
            <a:spLocks noChangeArrowheads="1"/>
          </p:cNvSpPr>
          <p:nvPr/>
        </p:nvSpPr>
        <p:spPr bwMode="auto">
          <a:xfrm>
            <a:off x="3363913" y="5791200"/>
            <a:ext cx="2698750" cy="52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200">
                <a:solidFill>
                  <a:srgbClr val="993300"/>
                </a:solidFill>
                <a:latin typeface="Tahoma" pitchFamily="34" charset="0"/>
                <a:ea typeface="宋体" pitchFamily="2" charset="-122"/>
              </a:defRPr>
            </a:lvl1pPr>
            <a:lvl2pPr marL="742950" indent="-285750" eaLnBrk="0" hangingPunct="0">
              <a:defRPr sz="3200">
                <a:solidFill>
                  <a:srgbClr val="993300"/>
                </a:solidFill>
                <a:latin typeface="Tahoma" pitchFamily="34" charset="0"/>
                <a:ea typeface="宋体" pitchFamily="2" charset="-122"/>
              </a:defRPr>
            </a:lvl2pPr>
            <a:lvl3pPr marL="1143000" indent="-228600" eaLnBrk="0" hangingPunct="0">
              <a:defRPr sz="3200">
                <a:solidFill>
                  <a:srgbClr val="993300"/>
                </a:solidFill>
                <a:latin typeface="Tahoma" pitchFamily="34" charset="0"/>
                <a:ea typeface="宋体" pitchFamily="2" charset="-122"/>
              </a:defRPr>
            </a:lvl3pPr>
            <a:lvl4pPr marL="1600200" indent="-228600" eaLnBrk="0" hangingPunct="0">
              <a:defRPr sz="3200">
                <a:solidFill>
                  <a:srgbClr val="993300"/>
                </a:solidFill>
                <a:latin typeface="Tahoma" pitchFamily="34" charset="0"/>
                <a:ea typeface="宋体" pitchFamily="2" charset="-122"/>
              </a:defRPr>
            </a:lvl4pPr>
            <a:lvl5pPr marL="2057400" indent="-228600" eaLnBrk="0" hangingPunct="0">
              <a:defRPr sz="3200">
                <a:solidFill>
                  <a:srgbClr val="993300"/>
                </a:solidFill>
                <a:latin typeface="Tahom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Tahom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Tahom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Tahom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Tahoma" pitchFamily="34" charset="0"/>
                <a:ea typeface="宋体" pitchFamily="2" charset="-122"/>
              </a:defRPr>
            </a:lvl9pPr>
          </a:lstStyle>
          <a:p>
            <a:pPr algn="ctr">
              <a:buFont typeface="Wingdings" pitchFamily="2" charset="2"/>
              <a:buNone/>
            </a:pPr>
            <a:r>
              <a:rPr lang="zh-CN" altLang="en-US" sz="2800">
                <a:latin typeface="Times New Roman" pitchFamily="18" charset="0"/>
                <a:cs typeface="Times New Roman" pitchFamily="18" charset="0"/>
              </a:rPr>
              <a:t>架构之间的映射</a:t>
            </a:r>
            <a:endParaRPr lang="zh-CN" altLang="en-US" sz="8800"/>
          </a:p>
        </p:txBody>
      </p:sp>
    </p:spTree>
    <p:extLst>
      <p:ext uri="{BB962C8B-B14F-4D97-AF65-F5344CB8AC3E}">
        <p14:creationId xmlns:p14="http://schemas.microsoft.com/office/powerpoint/2010/main" val="3259483441"/>
      </p:ext>
    </p:extLst>
  </p:cSld>
  <p:clrMapOvr>
    <a:masterClrMapping/>
  </p:clrMapOvr>
  <p:transition>
    <p:fade/>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B6863F49-1634-4F69-8FE7-07E3F35C57D7}"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97283"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97284"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AF9BE98C-B93F-4F97-8728-62326F14AFEB}" type="slidenum">
              <a:rPr lang="en-US" altLang="zh-CN" sz="1400">
                <a:solidFill>
                  <a:schemeClr val="tx1"/>
                </a:solidFill>
                <a:latin typeface="Times New Roman" pitchFamily="18" charset="0"/>
              </a:rPr>
              <a:pPr eaLnBrk="1" hangingPunct="1"/>
              <a:t>59</a:t>
            </a:fld>
            <a:r>
              <a:rPr lang="en-US" altLang="zh-CN" sz="1400">
                <a:solidFill>
                  <a:schemeClr val="tx1"/>
                </a:solidFill>
                <a:latin typeface="Times New Roman" pitchFamily="18" charset="0"/>
              </a:rPr>
              <a:t>/92</a:t>
            </a:r>
          </a:p>
        </p:txBody>
      </p:sp>
      <p:sp>
        <p:nvSpPr>
          <p:cNvPr id="97285" name="Rectangle 2"/>
          <p:cNvSpPr>
            <a:spLocks noGrp="1" noChangeArrowheads="1"/>
          </p:cNvSpPr>
          <p:nvPr>
            <p:ph type="title"/>
          </p:nvPr>
        </p:nvSpPr>
        <p:spPr/>
        <p:txBody>
          <a:bodyPr/>
          <a:lstStyle/>
          <a:p>
            <a:pPr eaLnBrk="1" hangingPunct="1"/>
            <a:r>
              <a:rPr lang="en-US" altLang="zh-CN" dirty="0"/>
              <a:t>1.3 </a:t>
            </a:r>
            <a:r>
              <a:rPr lang="zh-CN" altLang="en-US" dirty="0"/>
              <a:t>数据抽象</a:t>
            </a:r>
            <a:endParaRPr lang="en-US" altLang="zh-CN" dirty="0"/>
          </a:p>
        </p:txBody>
      </p:sp>
      <p:sp>
        <p:nvSpPr>
          <p:cNvPr id="97286" name="Rectangle 3"/>
          <p:cNvSpPr>
            <a:spLocks noGrp="1" noChangeArrowheads="1"/>
          </p:cNvSpPr>
          <p:nvPr>
            <p:ph type="body" idx="1"/>
          </p:nvPr>
        </p:nvSpPr>
        <p:spPr/>
        <p:txBody>
          <a:bodyPr/>
          <a:lstStyle/>
          <a:p>
            <a:pPr eaLnBrk="1" hangingPunct="1"/>
            <a:r>
              <a:rPr lang="zh-CN" altLang="en-US" b="1" dirty="0">
                <a:solidFill>
                  <a:schemeClr val="tx1"/>
                </a:solidFill>
              </a:rPr>
              <a:t>数据抽象</a:t>
            </a:r>
          </a:p>
          <a:p>
            <a:pPr lvl="1" eaLnBrk="1" hangingPunct="1"/>
            <a:r>
              <a:rPr lang="zh-CN" altLang="en-US" b="1" dirty="0">
                <a:cs typeface="Times New Roman" panose="02020603050405020304" pitchFamily="18" charset="0"/>
              </a:rPr>
              <a:t>物理层</a:t>
            </a:r>
            <a:r>
              <a:rPr lang="en-US" altLang="zh-CN" b="1" dirty="0">
                <a:cs typeface="Times New Roman" panose="02020603050405020304" pitchFamily="18" charset="0"/>
              </a:rPr>
              <a:t>/</a:t>
            </a:r>
            <a:r>
              <a:rPr lang="zh-CN" altLang="en-US" b="1" dirty="0">
                <a:cs typeface="Times New Roman" panose="02020603050405020304" pitchFamily="18" charset="0"/>
              </a:rPr>
              <a:t>逻辑层</a:t>
            </a:r>
            <a:r>
              <a:rPr lang="en-US" altLang="zh-CN" b="1" dirty="0">
                <a:cs typeface="Times New Roman" panose="02020603050405020304" pitchFamily="18" charset="0"/>
              </a:rPr>
              <a:t>/</a:t>
            </a:r>
            <a:r>
              <a:rPr lang="zh-CN" altLang="en-US" b="1" dirty="0">
                <a:cs typeface="Times New Roman" panose="02020603050405020304" pitchFamily="18" charset="0"/>
              </a:rPr>
              <a:t>视图层</a:t>
            </a:r>
          </a:p>
          <a:p>
            <a:pPr lvl="1" eaLnBrk="1" hangingPunct="1"/>
            <a:r>
              <a:rPr lang="zh-CN" altLang="en-US" b="1" dirty="0">
                <a:cs typeface="Times New Roman" panose="02020603050405020304" pitchFamily="18" charset="0"/>
              </a:rPr>
              <a:t>模式与实例</a:t>
            </a:r>
          </a:p>
          <a:p>
            <a:pPr lvl="1" eaLnBrk="1" hangingPunct="1"/>
            <a:r>
              <a:rPr lang="zh-CN" altLang="en-US" b="1" dirty="0">
                <a:cs typeface="Times New Roman" panose="02020603050405020304" pitchFamily="18" charset="0"/>
              </a:rPr>
              <a:t>数据依赖</a:t>
            </a:r>
            <a:endParaRPr lang="zh-CN" altLang="en-US" sz="2400" b="1" dirty="0"/>
          </a:p>
        </p:txBody>
      </p:sp>
    </p:spTree>
    <p:extLst>
      <p:ext uri="{BB962C8B-B14F-4D97-AF65-F5344CB8AC3E}">
        <p14:creationId xmlns:p14="http://schemas.microsoft.com/office/powerpoint/2010/main" val="1235832697"/>
      </p:ext>
    </p:extLst>
  </p:cSld>
  <p:clrMapOvr>
    <a:masterClrMapping/>
  </p:clrMapOvr>
  <p:transition>
    <p:fade/>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B6863F49-1634-4F69-8FE7-07E3F35C57D7}"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97283"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97284"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AF9BE98C-B93F-4F97-8728-62326F14AFEB}" type="slidenum">
              <a:rPr lang="en-US" altLang="zh-CN" sz="1400">
                <a:solidFill>
                  <a:schemeClr val="tx1"/>
                </a:solidFill>
                <a:latin typeface="Times New Roman" pitchFamily="18" charset="0"/>
              </a:rPr>
              <a:pPr eaLnBrk="1" hangingPunct="1"/>
              <a:t>60</a:t>
            </a:fld>
            <a:r>
              <a:rPr lang="en-US" altLang="zh-CN" sz="1400">
                <a:solidFill>
                  <a:schemeClr val="tx1"/>
                </a:solidFill>
                <a:latin typeface="Times New Roman" pitchFamily="18" charset="0"/>
              </a:rPr>
              <a:t>/92</a:t>
            </a:r>
          </a:p>
        </p:txBody>
      </p:sp>
      <p:sp>
        <p:nvSpPr>
          <p:cNvPr id="97285" name="Rectangle 2"/>
          <p:cNvSpPr>
            <a:spLocks noGrp="1" noChangeArrowheads="1"/>
          </p:cNvSpPr>
          <p:nvPr>
            <p:ph type="title"/>
          </p:nvPr>
        </p:nvSpPr>
        <p:spPr/>
        <p:txBody>
          <a:bodyPr/>
          <a:lstStyle/>
          <a:p>
            <a:pPr eaLnBrk="1" hangingPunct="1"/>
            <a:r>
              <a:rPr lang="en-US" altLang="zh-CN" dirty="0"/>
              <a:t>1.3 </a:t>
            </a:r>
            <a:r>
              <a:rPr lang="zh-CN" altLang="en-US" dirty="0"/>
              <a:t>数据抽象</a:t>
            </a:r>
            <a:endParaRPr lang="en-US" altLang="zh-CN" dirty="0"/>
          </a:p>
        </p:txBody>
      </p:sp>
      <p:sp>
        <p:nvSpPr>
          <p:cNvPr id="3" name="Rectangle 2">
            <a:extLst>
              <a:ext uri="{FF2B5EF4-FFF2-40B4-BE49-F238E27FC236}">
                <a16:creationId xmlns:a16="http://schemas.microsoft.com/office/drawing/2014/main" id="{8C22E6F2-B0CF-11F4-ADB5-1CE36AFACA55}"/>
              </a:ext>
            </a:extLst>
          </p:cNvPr>
          <p:cNvSpPr txBox="1">
            <a:spLocks noChangeArrowheads="1"/>
          </p:cNvSpPr>
          <p:nvPr/>
        </p:nvSpPr>
        <p:spPr bwMode="auto">
          <a:xfrm>
            <a:off x="1374287" y="879475"/>
            <a:ext cx="7313612"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3200">
                <a:solidFill>
                  <a:schemeClr val="tx2"/>
                </a:solidFill>
                <a:latin typeface="Times New Roman" panose="02020603050405020304" pitchFamily="18" charset="0"/>
                <a:ea typeface="+mj-ea"/>
                <a:cs typeface="Times New Roman" panose="02020603050405020304" pitchFamily="18" charset="0"/>
              </a:defRPr>
            </a:lvl1pPr>
            <a:lvl2pPr algn="l" rtl="0" eaLnBrk="0" fontAlgn="base" hangingPunct="0">
              <a:spcBef>
                <a:spcPct val="0"/>
              </a:spcBef>
              <a:spcAft>
                <a:spcPct val="0"/>
              </a:spcAft>
              <a:defRPr sz="3200">
                <a:solidFill>
                  <a:schemeClr val="tx2"/>
                </a:solidFill>
                <a:latin typeface="Times New Roman" pitchFamily="18" charset="0"/>
                <a:ea typeface="宋体" pitchFamily="2" charset="-122"/>
                <a:cs typeface="Times New Roman" pitchFamily="18" charset="0"/>
              </a:defRPr>
            </a:lvl2pPr>
            <a:lvl3pPr algn="l" rtl="0" eaLnBrk="0" fontAlgn="base" hangingPunct="0">
              <a:spcBef>
                <a:spcPct val="0"/>
              </a:spcBef>
              <a:spcAft>
                <a:spcPct val="0"/>
              </a:spcAft>
              <a:defRPr sz="3200">
                <a:solidFill>
                  <a:schemeClr val="tx2"/>
                </a:solidFill>
                <a:latin typeface="Times New Roman" pitchFamily="18" charset="0"/>
                <a:ea typeface="宋体" pitchFamily="2" charset="-122"/>
                <a:cs typeface="Times New Roman" pitchFamily="18" charset="0"/>
              </a:defRPr>
            </a:lvl3pPr>
            <a:lvl4pPr algn="l" rtl="0" eaLnBrk="0" fontAlgn="base" hangingPunct="0">
              <a:spcBef>
                <a:spcPct val="0"/>
              </a:spcBef>
              <a:spcAft>
                <a:spcPct val="0"/>
              </a:spcAft>
              <a:defRPr sz="3200">
                <a:solidFill>
                  <a:schemeClr val="tx2"/>
                </a:solidFill>
                <a:latin typeface="Times New Roman" pitchFamily="18" charset="0"/>
                <a:ea typeface="宋体" pitchFamily="2" charset="-122"/>
                <a:cs typeface="Times New Roman" pitchFamily="18" charset="0"/>
              </a:defRPr>
            </a:lvl4pPr>
            <a:lvl5pPr algn="l" rtl="0" eaLnBrk="0" fontAlgn="base" hangingPunct="0">
              <a:spcBef>
                <a:spcPct val="0"/>
              </a:spcBef>
              <a:spcAft>
                <a:spcPct val="0"/>
              </a:spcAft>
              <a:defRPr sz="3200">
                <a:solidFill>
                  <a:schemeClr val="tx2"/>
                </a:solidFill>
                <a:latin typeface="Times New Roman" pitchFamily="18" charset="0"/>
                <a:ea typeface="宋体" pitchFamily="2" charset="-122"/>
                <a:cs typeface="Times New Roman" pitchFamily="18" charset="0"/>
              </a:defRPr>
            </a:lvl5pPr>
            <a:lvl6pPr marL="457200" algn="l" rtl="0" fontAlgn="base">
              <a:spcBef>
                <a:spcPct val="0"/>
              </a:spcBef>
              <a:spcAft>
                <a:spcPct val="0"/>
              </a:spcAft>
              <a:defRPr sz="3200">
                <a:solidFill>
                  <a:schemeClr val="tx2"/>
                </a:solidFill>
                <a:latin typeface="Tahoma" pitchFamily="34" charset="0"/>
                <a:ea typeface="宋体" pitchFamily="2" charset="-122"/>
              </a:defRPr>
            </a:lvl6pPr>
            <a:lvl7pPr marL="914400" algn="l" rtl="0" fontAlgn="base">
              <a:spcBef>
                <a:spcPct val="0"/>
              </a:spcBef>
              <a:spcAft>
                <a:spcPct val="0"/>
              </a:spcAft>
              <a:defRPr sz="3200">
                <a:solidFill>
                  <a:schemeClr val="tx2"/>
                </a:solidFill>
                <a:latin typeface="Tahoma" pitchFamily="34" charset="0"/>
                <a:ea typeface="宋体" pitchFamily="2" charset="-122"/>
              </a:defRPr>
            </a:lvl7pPr>
            <a:lvl8pPr marL="1371600" algn="l" rtl="0" fontAlgn="base">
              <a:spcBef>
                <a:spcPct val="0"/>
              </a:spcBef>
              <a:spcAft>
                <a:spcPct val="0"/>
              </a:spcAft>
              <a:defRPr sz="3200">
                <a:solidFill>
                  <a:schemeClr val="tx2"/>
                </a:solidFill>
                <a:latin typeface="Tahoma" pitchFamily="34" charset="0"/>
                <a:ea typeface="宋体" pitchFamily="2" charset="-122"/>
              </a:defRPr>
            </a:lvl8pPr>
            <a:lvl9pPr marL="1828800" algn="l" rtl="0" fontAlgn="base">
              <a:spcBef>
                <a:spcPct val="0"/>
              </a:spcBef>
              <a:spcAft>
                <a:spcPct val="0"/>
              </a:spcAft>
              <a:defRPr sz="3200">
                <a:solidFill>
                  <a:schemeClr val="tx2"/>
                </a:solidFill>
                <a:latin typeface="Tahoma" pitchFamily="34" charset="0"/>
                <a:ea typeface="宋体" pitchFamily="2" charset="-122"/>
              </a:defRPr>
            </a:lvl9pPr>
          </a:lstStyle>
          <a:p>
            <a:pPr eaLnBrk="1" hangingPunct="1">
              <a:buClrTx/>
              <a:buSzTx/>
              <a:buFontTx/>
              <a:buNone/>
            </a:pPr>
            <a:r>
              <a:rPr lang="zh-CN" altLang="en-US" kern="0"/>
              <a:t>数据库系统中的抽象层次 </a:t>
            </a:r>
          </a:p>
        </p:txBody>
      </p:sp>
      <p:sp>
        <p:nvSpPr>
          <p:cNvPr id="4" name="Text Box 3">
            <a:extLst>
              <a:ext uri="{FF2B5EF4-FFF2-40B4-BE49-F238E27FC236}">
                <a16:creationId xmlns:a16="http://schemas.microsoft.com/office/drawing/2014/main" id="{AA8A7E0E-FB59-3C82-DB8B-A50AECF0E846}"/>
              </a:ext>
            </a:extLst>
          </p:cNvPr>
          <p:cNvSpPr txBox="1">
            <a:spLocks noChangeArrowheads="1"/>
          </p:cNvSpPr>
          <p:nvPr/>
        </p:nvSpPr>
        <p:spPr bwMode="auto">
          <a:xfrm>
            <a:off x="1604474" y="3321050"/>
            <a:ext cx="129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kumimoji="1" lang="zh-CN" altLang="en-US" sz="2400">
                <a:latin typeface="Arial" panose="020B0604020202020204" pitchFamily="34" charset="0"/>
              </a:rPr>
              <a:t>用户组</a:t>
            </a:r>
            <a:r>
              <a:rPr kumimoji="1" lang="en-US" altLang="zh-CN" sz="2400">
                <a:latin typeface="Arial" panose="020B0604020202020204" pitchFamily="34" charset="0"/>
              </a:rPr>
              <a:t>1</a:t>
            </a:r>
          </a:p>
        </p:txBody>
      </p:sp>
      <p:sp>
        <p:nvSpPr>
          <p:cNvPr id="5" name="Text Box 4">
            <a:extLst>
              <a:ext uri="{FF2B5EF4-FFF2-40B4-BE49-F238E27FC236}">
                <a16:creationId xmlns:a16="http://schemas.microsoft.com/office/drawing/2014/main" id="{59BEBB28-925D-29AD-E78C-9E0D4C0391CB}"/>
              </a:ext>
            </a:extLst>
          </p:cNvPr>
          <p:cNvSpPr txBox="1">
            <a:spLocks noChangeArrowheads="1"/>
          </p:cNvSpPr>
          <p:nvPr/>
        </p:nvSpPr>
        <p:spPr bwMode="auto">
          <a:xfrm>
            <a:off x="1480649" y="5591175"/>
            <a:ext cx="129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kumimoji="1" lang="zh-CN" altLang="en-US" sz="2400">
                <a:latin typeface="Arial" panose="020B0604020202020204" pitchFamily="34" charset="0"/>
              </a:rPr>
              <a:t>用户组</a:t>
            </a:r>
            <a:r>
              <a:rPr kumimoji="1" lang="en-US" altLang="zh-CN" sz="2400">
                <a:latin typeface="Arial" panose="020B0604020202020204" pitchFamily="34" charset="0"/>
              </a:rPr>
              <a:t>n</a:t>
            </a:r>
          </a:p>
        </p:txBody>
      </p:sp>
      <p:sp>
        <p:nvSpPr>
          <p:cNvPr id="6" name="Text Box 5">
            <a:extLst>
              <a:ext uri="{FF2B5EF4-FFF2-40B4-BE49-F238E27FC236}">
                <a16:creationId xmlns:a16="http://schemas.microsoft.com/office/drawing/2014/main" id="{9ACCD697-283E-F996-9CB3-586E9825BF68}"/>
              </a:ext>
            </a:extLst>
          </p:cNvPr>
          <p:cNvSpPr txBox="1">
            <a:spLocks noChangeArrowheads="1"/>
          </p:cNvSpPr>
          <p:nvPr/>
        </p:nvSpPr>
        <p:spPr bwMode="auto">
          <a:xfrm>
            <a:off x="1552087" y="4151313"/>
            <a:ext cx="129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kumimoji="1" lang="zh-CN" altLang="en-US" sz="2400">
                <a:latin typeface="Arial" panose="020B0604020202020204" pitchFamily="34" charset="0"/>
              </a:rPr>
              <a:t>用户组</a:t>
            </a:r>
            <a:r>
              <a:rPr kumimoji="1" lang="en-US" altLang="zh-CN" sz="2400">
                <a:latin typeface="Arial" panose="020B0604020202020204" pitchFamily="34" charset="0"/>
              </a:rPr>
              <a:t>2</a:t>
            </a:r>
          </a:p>
        </p:txBody>
      </p:sp>
      <p:sp>
        <p:nvSpPr>
          <p:cNvPr id="7" name="Text Box 6">
            <a:extLst>
              <a:ext uri="{FF2B5EF4-FFF2-40B4-BE49-F238E27FC236}">
                <a16:creationId xmlns:a16="http://schemas.microsoft.com/office/drawing/2014/main" id="{C21990E7-6A50-88C5-3E35-8144B9EA0BB0}"/>
              </a:ext>
            </a:extLst>
          </p:cNvPr>
          <p:cNvSpPr txBox="1">
            <a:spLocks noChangeArrowheads="1"/>
          </p:cNvSpPr>
          <p:nvPr/>
        </p:nvSpPr>
        <p:spPr bwMode="auto">
          <a:xfrm>
            <a:off x="1756874" y="476885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kumimoji="1" lang="en-US" altLang="zh-CN" sz="2400">
                <a:latin typeface="Times New Roman" panose="02020603050405020304" pitchFamily="18" charset="0"/>
                <a:cs typeface="Arial" panose="020B0604020202020204" pitchFamily="34" charset="0"/>
              </a:rPr>
              <a:t>……</a:t>
            </a:r>
            <a:endParaRPr kumimoji="1" lang="en-US" altLang="zh-CN" sz="2400">
              <a:latin typeface="Arial" panose="020B0604020202020204" pitchFamily="34" charset="0"/>
            </a:endParaRPr>
          </a:p>
        </p:txBody>
      </p:sp>
      <p:sp>
        <p:nvSpPr>
          <p:cNvPr id="8" name="Text Box 7">
            <a:extLst>
              <a:ext uri="{FF2B5EF4-FFF2-40B4-BE49-F238E27FC236}">
                <a16:creationId xmlns:a16="http://schemas.microsoft.com/office/drawing/2014/main" id="{AE435EEB-358F-B6F7-DB25-CA999E0A4A00}"/>
              </a:ext>
            </a:extLst>
          </p:cNvPr>
          <p:cNvSpPr txBox="1">
            <a:spLocks noChangeArrowheads="1"/>
          </p:cNvSpPr>
          <p:nvPr/>
        </p:nvSpPr>
        <p:spPr bwMode="auto">
          <a:xfrm>
            <a:off x="3357074" y="3321050"/>
            <a:ext cx="1066800" cy="4667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SzTx/>
              <a:buFontTx/>
              <a:buNone/>
            </a:pPr>
            <a:r>
              <a:rPr kumimoji="1" lang="zh-CN" altLang="en-US" sz="2400">
                <a:latin typeface="Arial" panose="020B0604020202020204" pitchFamily="34" charset="0"/>
              </a:rPr>
              <a:t>视图</a:t>
            </a:r>
            <a:r>
              <a:rPr kumimoji="1" lang="en-US" altLang="zh-CN" sz="2400">
                <a:latin typeface="Arial" panose="020B0604020202020204" pitchFamily="34" charset="0"/>
              </a:rPr>
              <a:t>1</a:t>
            </a:r>
          </a:p>
        </p:txBody>
      </p:sp>
      <p:sp>
        <p:nvSpPr>
          <p:cNvPr id="9" name="Text Box 8">
            <a:extLst>
              <a:ext uri="{FF2B5EF4-FFF2-40B4-BE49-F238E27FC236}">
                <a16:creationId xmlns:a16="http://schemas.microsoft.com/office/drawing/2014/main" id="{B2071ADF-4BB5-2E27-D7BC-CB1896485496}"/>
              </a:ext>
            </a:extLst>
          </p:cNvPr>
          <p:cNvSpPr txBox="1">
            <a:spLocks noChangeArrowheads="1"/>
          </p:cNvSpPr>
          <p:nvPr/>
        </p:nvSpPr>
        <p:spPr bwMode="auto">
          <a:xfrm>
            <a:off x="3509474" y="484505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kumimoji="1" lang="en-US" altLang="zh-CN" sz="2400">
                <a:latin typeface="Times New Roman" panose="02020603050405020304" pitchFamily="18" charset="0"/>
                <a:cs typeface="Arial" panose="020B0604020202020204" pitchFamily="34" charset="0"/>
              </a:rPr>
              <a:t>……</a:t>
            </a:r>
            <a:endParaRPr kumimoji="1" lang="en-US" altLang="zh-CN" sz="2400">
              <a:latin typeface="Arial" panose="020B0604020202020204" pitchFamily="34" charset="0"/>
            </a:endParaRPr>
          </a:p>
        </p:txBody>
      </p:sp>
      <p:sp>
        <p:nvSpPr>
          <p:cNvPr id="10" name="Text Box 9">
            <a:extLst>
              <a:ext uri="{FF2B5EF4-FFF2-40B4-BE49-F238E27FC236}">
                <a16:creationId xmlns:a16="http://schemas.microsoft.com/office/drawing/2014/main" id="{7CBDCA7E-B96E-9CE6-9768-EF202F307E23}"/>
              </a:ext>
            </a:extLst>
          </p:cNvPr>
          <p:cNvSpPr txBox="1">
            <a:spLocks noChangeArrowheads="1"/>
          </p:cNvSpPr>
          <p:nvPr/>
        </p:nvSpPr>
        <p:spPr bwMode="auto">
          <a:xfrm>
            <a:off x="5033474" y="4159250"/>
            <a:ext cx="1371600" cy="101441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SzTx/>
              <a:buFontTx/>
              <a:buNone/>
            </a:pPr>
            <a:r>
              <a:rPr kumimoji="1" lang="zh-CN" altLang="en-US" sz="2400">
                <a:latin typeface="Arial" panose="020B0604020202020204" pitchFamily="34" charset="0"/>
              </a:rPr>
              <a:t>概念</a:t>
            </a:r>
          </a:p>
          <a:p>
            <a:pPr algn="ctr" eaLnBrk="1" hangingPunct="1">
              <a:spcBef>
                <a:spcPct val="50000"/>
              </a:spcBef>
              <a:buClrTx/>
              <a:buSzTx/>
              <a:buFontTx/>
              <a:buNone/>
            </a:pPr>
            <a:r>
              <a:rPr kumimoji="1" lang="zh-CN" altLang="en-US" sz="2400">
                <a:latin typeface="Arial" panose="020B0604020202020204" pitchFamily="34" charset="0"/>
              </a:rPr>
              <a:t>数据库</a:t>
            </a:r>
          </a:p>
        </p:txBody>
      </p:sp>
      <p:sp>
        <p:nvSpPr>
          <p:cNvPr id="11" name="AutoShape 10">
            <a:extLst>
              <a:ext uri="{FF2B5EF4-FFF2-40B4-BE49-F238E27FC236}">
                <a16:creationId xmlns:a16="http://schemas.microsoft.com/office/drawing/2014/main" id="{C97C9DF0-FE46-8DD0-35F9-F6665FD27682}"/>
              </a:ext>
            </a:extLst>
          </p:cNvPr>
          <p:cNvSpPr>
            <a:spLocks noChangeArrowheads="1"/>
          </p:cNvSpPr>
          <p:nvPr/>
        </p:nvSpPr>
        <p:spPr bwMode="auto">
          <a:xfrm>
            <a:off x="7167074" y="3930650"/>
            <a:ext cx="1524000" cy="1676400"/>
          </a:xfrm>
          <a:prstGeom prst="flowChartMagneticDisk">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400">
                <a:latin typeface="Arial" panose="020B0604020202020204" pitchFamily="34" charset="0"/>
              </a:rPr>
              <a:t>物理</a:t>
            </a:r>
          </a:p>
          <a:p>
            <a:pPr algn="ctr" eaLnBrk="1" hangingPunct="1">
              <a:spcBef>
                <a:spcPct val="0"/>
              </a:spcBef>
              <a:buClrTx/>
              <a:buSzTx/>
              <a:buFontTx/>
              <a:buNone/>
            </a:pPr>
            <a:r>
              <a:rPr kumimoji="1" lang="zh-CN" altLang="en-US" sz="2400">
                <a:latin typeface="Arial" panose="020B0604020202020204" pitchFamily="34" charset="0"/>
              </a:rPr>
              <a:t>数据库</a:t>
            </a:r>
          </a:p>
        </p:txBody>
      </p:sp>
      <p:sp>
        <p:nvSpPr>
          <p:cNvPr id="12" name="Line 11">
            <a:extLst>
              <a:ext uri="{FF2B5EF4-FFF2-40B4-BE49-F238E27FC236}">
                <a16:creationId xmlns:a16="http://schemas.microsoft.com/office/drawing/2014/main" id="{6B959DF7-634B-212B-3174-D17DDA86227C}"/>
              </a:ext>
            </a:extLst>
          </p:cNvPr>
          <p:cNvSpPr>
            <a:spLocks noChangeShapeType="1"/>
          </p:cNvSpPr>
          <p:nvPr/>
        </p:nvSpPr>
        <p:spPr bwMode="auto">
          <a:xfrm>
            <a:off x="6405074" y="4692650"/>
            <a:ext cx="762000" cy="0"/>
          </a:xfrm>
          <a:prstGeom prst="line">
            <a:avLst/>
          </a:prstGeom>
          <a:noFill/>
          <a:ln w="9525">
            <a:solidFill>
              <a:schemeClr val="tx1"/>
            </a:solidFill>
            <a:round/>
            <a:headEnd type="triangl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 name="Line 12">
            <a:extLst>
              <a:ext uri="{FF2B5EF4-FFF2-40B4-BE49-F238E27FC236}">
                <a16:creationId xmlns:a16="http://schemas.microsoft.com/office/drawing/2014/main" id="{C5C0FA66-523C-F393-788A-4C2E7DBFB07C}"/>
              </a:ext>
            </a:extLst>
          </p:cNvPr>
          <p:cNvSpPr>
            <a:spLocks noChangeShapeType="1"/>
          </p:cNvSpPr>
          <p:nvPr/>
        </p:nvSpPr>
        <p:spPr bwMode="auto">
          <a:xfrm flipV="1">
            <a:off x="4423874" y="4997450"/>
            <a:ext cx="609600" cy="838200"/>
          </a:xfrm>
          <a:prstGeom prst="line">
            <a:avLst/>
          </a:prstGeom>
          <a:noFill/>
          <a:ln w="9525">
            <a:solidFill>
              <a:schemeClr val="tx1"/>
            </a:solidFill>
            <a:round/>
            <a:headEnd type="triangl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 name="Line 13">
            <a:extLst>
              <a:ext uri="{FF2B5EF4-FFF2-40B4-BE49-F238E27FC236}">
                <a16:creationId xmlns:a16="http://schemas.microsoft.com/office/drawing/2014/main" id="{4A732368-2A23-45C5-067B-2394853A94D8}"/>
              </a:ext>
            </a:extLst>
          </p:cNvPr>
          <p:cNvSpPr>
            <a:spLocks noChangeShapeType="1"/>
          </p:cNvSpPr>
          <p:nvPr/>
        </p:nvSpPr>
        <p:spPr bwMode="auto">
          <a:xfrm>
            <a:off x="4423874" y="4464050"/>
            <a:ext cx="609600" cy="228600"/>
          </a:xfrm>
          <a:prstGeom prst="line">
            <a:avLst/>
          </a:prstGeom>
          <a:noFill/>
          <a:ln w="9525">
            <a:solidFill>
              <a:schemeClr val="tx1"/>
            </a:solidFill>
            <a:round/>
            <a:headEnd type="triangl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 name="Line 14">
            <a:extLst>
              <a:ext uri="{FF2B5EF4-FFF2-40B4-BE49-F238E27FC236}">
                <a16:creationId xmlns:a16="http://schemas.microsoft.com/office/drawing/2014/main" id="{882B0965-C17B-A35F-2C9F-265479827B4B}"/>
              </a:ext>
            </a:extLst>
          </p:cNvPr>
          <p:cNvSpPr>
            <a:spLocks noChangeShapeType="1"/>
          </p:cNvSpPr>
          <p:nvPr/>
        </p:nvSpPr>
        <p:spPr bwMode="auto">
          <a:xfrm>
            <a:off x="4423874" y="3702050"/>
            <a:ext cx="609600" cy="685800"/>
          </a:xfrm>
          <a:prstGeom prst="line">
            <a:avLst/>
          </a:prstGeom>
          <a:noFill/>
          <a:ln w="9525">
            <a:solidFill>
              <a:schemeClr val="tx1"/>
            </a:solidFill>
            <a:round/>
            <a:headEnd type="triangl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 name="Text Box 15">
            <a:extLst>
              <a:ext uri="{FF2B5EF4-FFF2-40B4-BE49-F238E27FC236}">
                <a16:creationId xmlns:a16="http://schemas.microsoft.com/office/drawing/2014/main" id="{828D8C35-85AB-B1D4-9ED4-46906C7AE01B}"/>
              </a:ext>
            </a:extLst>
          </p:cNvPr>
          <p:cNvSpPr txBox="1">
            <a:spLocks noChangeArrowheads="1"/>
          </p:cNvSpPr>
          <p:nvPr/>
        </p:nvSpPr>
        <p:spPr bwMode="auto">
          <a:xfrm>
            <a:off x="3357074" y="5607050"/>
            <a:ext cx="1066800" cy="4667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SzTx/>
              <a:buFontTx/>
              <a:buNone/>
            </a:pPr>
            <a:r>
              <a:rPr kumimoji="1" lang="zh-CN" altLang="en-US" sz="2400">
                <a:latin typeface="Arial" panose="020B0604020202020204" pitchFamily="34" charset="0"/>
              </a:rPr>
              <a:t>视图</a:t>
            </a:r>
            <a:r>
              <a:rPr kumimoji="1" lang="en-US" altLang="zh-CN" sz="2400">
                <a:latin typeface="Arial" panose="020B0604020202020204" pitchFamily="34" charset="0"/>
              </a:rPr>
              <a:t>n</a:t>
            </a:r>
          </a:p>
        </p:txBody>
      </p:sp>
      <p:sp>
        <p:nvSpPr>
          <p:cNvPr id="17" name="Text Box 16">
            <a:extLst>
              <a:ext uri="{FF2B5EF4-FFF2-40B4-BE49-F238E27FC236}">
                <a16:creationId xmlns:a16="http://schemas.microsoft.com/office/drawing/2014/main" id="{A61A61F5-2C89-7632-17ED-0684B6545B51}"/>
              </a:ext>
            </a:extLst>
          </p:cNvPr>
          <p:cNvSpPr txBox="1">
            <a:spLocks noChangeArrowheads="1"/>
          </p:cNvSpPr>
          <p:nvPr/>
        </p:nvSpPr>
        <p:spPr bwMode="auto">
          <a:xfrm>
            <a:off x="3357074" y="4235450"/>
            <a:ext cx="1066800" cy="4667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SzTx/>
              <a:buFontTx/>
              <a:buNone/>
            </a:pPr>
            <a:r>
              <a:rPr kumimoji="1" lang="zh-CN" altLang="en-US" sz="2400">
                <a:latin typeface="Arial" panose="020B0604020202020204" pitchFamily="34" charset="0"/>
              </a:rPr>
              <a:t>视图</a:t>
            </a:r>
            <a:r>
              <a:rPr kumimoji="1" lang="en-US" altLang="zh-CN" sz="2400">
                <a:latin typeface="Arial" panose="020B0604020202020204" pitchFamily="34" charset="0"/>
              </a:rPr>
              <a:t>2</a:t>
            </a:r>
          </a:p>
        </p:txBody>
      </p:sp>
      <p:sp>
        <p:nvSpPr>
          <p:cNvPr id="18" name="Line 17">
            <a:extLst>
              <a:ext uri="{FF2B5EF4-FFF2-40B4-BE49-F238E27FC236}">
                <a16:creationId xmlns:a16="http://schemas.microsoft.com/office/drawing/2014/main" id="{401A4FFF-E5FF-90E3-8307-B2B21335123C}"/>
              </a:ext>
            </a:extLst>
          </p:cNvPr>
          <p:cNvSpPr>
            <a:spLocks noChangeShapeType="1"/>
          </p:cNvSpPr>
          <p:nvPr/>
        </p:nvSpPr>
        <p:spPr bwMode="auto">
          <a:xfrm>
            <a:off x="3063387" y="2566988"/>
            <a:ext cx="0" cy="39624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 name="Line 18">
            <a:extLst>
              <a:ext uri="{FF2B5EF4-FFF2-40B4-BE49-F238E27FC236}">
                <a16:creationId xmlns:a16="http://schemas.microsoft.com/office/drawing/2014/main" id="{71F3B1CD-FB4E-7147-3565-70CF2A667C70}"/>
              </a:ext>
            </a:extLst>
          </p:cNvPr>
          <p:cNvSpPr>
            <a:spLocks noChangeShapeType="1"/>
          </p:cNvSpPr>
          <p:nvPr/>
        </p:nvSpPr>
        <p:spPr bwMode="auto">
          <a:xfrm>
            <a:off x="6786074" y="2635250"/>
            <a:ext cx="0" cy="39624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 name="Line 19">
            <a:extLst>
              <a:ext uri="{FF2B5EF4-FFF2-40B4-BE49-F238E27FC236}">
                <a16:creationId xmlns:a16="http://schemas.microsoft.com/office/drawing/2014/main" id="{2054F5BD-6AF4-1FB1-44B6-85A8A439F186}"/>
              </a:ext>
            </a:extLst>
          </p:cNvPr>
          <p:cNvSpPr>
            <a:spLocks noChangeShapeType="1"/>
          </p:cNvSpPr>
          <p:nvPr/>
        </p:nvSpPr>
        <p:spPr bwMode="auto">
          <a:xfrm>
            <a:off x="4804874" y="2559050"/>
            <a:ext cx="0" cy="39624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 name="Text Box 20">
            <a:extLst>
              <a:ext uri="{FF2B5EF4-FFF2-40B4-BE49-F238E27FC236}">
                <a16:creationId xmlns:a16="http://schemas.microsoft.com/office/drawing/2014/main" id="{DDFDD604-4D78-DF09-5E4B-C048097A781C}"/>
              </a:ext>
            </a:extLst>
          </p:cNvPr>
          <p:cNvSpPr txBox="1">
            <a:spLocks noChangeArrowheads="1"/>
          </p:cNvSpPr>
          <p:nvPr/>
        </p:nvSpPr>
        <p:spPr bwMode="auto">
          <a:xfrm>
            <a:off x="3433274" y="2482850"/>
            <a:ext cx="114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kumimoji="1" lang="zh-CN" altLang="en-US" sz="2400">
                <a:latin typeface="Arial" panose="020B0604020202020204" pitchFamily="34" charset="0"/>
              </a:rPr>
              <a:t>视图层</a:t>
            </a:r>
          </a:p>
        </p:txBody>
      </p:sp>
      <p:sp>
        <p:nvSpPr>
          <p:cNvPr id="22" name="Line 21">
            <a:extLst>
              <a:ext uri="{FF2B5EF4-FFF2-40B4-BE49-F238E27FC236}">
                <a16:creationId xmlns:a16="http://schemas.microsoft.com/office/drawing/2014/main" id="{FDA29E9C-1467-869C-0A74-0C1D475CF5E5}"/>
              </a:ext>
            </a:extLst>
          </p:cNvPr>
          <p:cNvSpPr>
            <a:spLocks noChangeShapeType="1"/>
          </p:cNvSpPr>
          <p:nvPr/>
        </p:nvSpPr>
        <p:spPr bwMode="auto">
          <a:xfrm>
            <a:off x="8843474" y="2635250"/>
            <a:ext cx="0" cy="39624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 name="Line 22">
            <a:extLst>
              <a:ext uri="{FF2B5EF4-FFF2-40B4-BE49-F238E27FC236}">
                <a16:creationId xmlns:a16="http://schemas.microsoft.com/office/drawing/2014/main" id="{E7FD0F81-6EBC-0C33-03BD-A2B843FA1FB1}"/>
              </a:ext>
            </a:extLst>
          </p:cNvPr>
          <p:cNvSpPr>
            <a:spLocks noChangeShapeType="1"/>
          </p:cNvSpPr>
          <p:nvPr/>
        </p:nvSpPr>
        <p:spPr bwMode="auto">
          <a:xfrm>
            <a:off x="3052274" y="2711450"/>
            <a:ext cx="381000"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4" name="Line 23">
            <a:extLst>
              <a:ext uri="{FF2B5EF4-FFF2-40B4-BE49-F238E27FC236}">
                <a16:creationId xmlns:a16="http://schemas.microsoft.com/office/drawing/2014/main" id="{A40ADF5D-A3D9-D192-6DA6-99BFD0F46D0F}"/>
              </a:ext>
            </a:extLst>
          </p:cNvPr>
          <p:cNvSpPr>
            <a:spLocks noChangeShapeType="1"/>
          </p:cNvSpPr>
          <p:nvPr/>
        </p:nvSpPr>
        <p:spPr bwMode="auto">
          <a:xfrm>
            <a:off x="6328874" y="2711450"/>
            <a:ext cx="914400" cy="0"/>
          </a:xfrm>
          <a:prstGeom prst="line">
            <a:avLst/>
          </a:prstGeom>
          <a:noFill/>
          <a:ln w="9525">
            <a:solidFill>
              <a:schemeClr val="tx1"/>
            </a:solidFill>
            <a:round/>
            <a:headEnd type="triangl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5" name="Line 24">
            <a:extLst>
              <a:ext uri="{FF2B5EF4-FFF2-40B4-BE49-F238E27FC236}">
                <a16:creationId xmlns:a16="http://schemas.microsoft.com/office/drawing/2014/main" id="{C7D74354-6C1E-B3F8-95E3-9A7046292EA6}"/>
              </a:ext>
            </a:extLst>
          </p:cNvPr>
          <p:cNvSpPr>
            <a:spLocks noChangeShapeType="1"/>
          </p:cNvSpPr>
          <p:nvPr/>
        </p:nvSpPr>
        <p:spPr bwMode="auto">
          <a:xfrm>
            <a:off x="4500074" y="2711450"/>
            <a:ext cx="762000" cy="0"/>
          </a:xfrm>
          <a:prstGeom prst="line">
            <a:avLst/>
          </a:prstGeom>
          <a:noFill/>
          <a:ln w="9525">
            <a:solidFill>
              <a:schemeClr val="tx1"/>
            </a:solidFill>
            <a:round/>
            <a:headEnd type="triangl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6" name="Text Box 25">
            <a:extLst>
              <a:ext uri="{FF2B5EF4-FFF2-40B4-BE49-F238E27FC236}">
                <a16:creationId xmlns:a16="http://schemas.microsoft.com/office/drawing/2014/main" id="{5C413AA8-94C8-F145-04DB-9A049C271C63}"/>
              </a:ext>
            </a:extLst>
          </p:cNvPr>
          <p:cNvSpPr txBox="1">
            <a:spLocks noChangeArrowheads="1"/>
          </p:cNvSpPr>
          <p:nvPr/>
        </p:nvSpPr>
        <p:spPr bwMode="auto">
          <a:xfrm>
            <a:off x="7243274" y="2482850"/>
            <a:ext cx="114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kumimoji="1" lang="zh-CN" altLang="en-US" sz="2400">
                <a:latin typeface="Arial" panose="020B0604020202020204" pitchFamily="34" charset="0"/>
              </a:rPr>
              <a:t>物理层</a:t>
            </a:r>
          </a:p>
        </p:txBody>
      </p:sp>
      <p:sp>
        <p:nvSpPr>
          <p:cNvPr id="27" name="Text Box 26">
            <a:extLst>
              <a:ext uri="{FF2B5EF4-FFF2-40B4-BE49-F238E27FC236}">
                <a16:creationId xmlns:a16="http://schemas.microsoft.com/office/drawing/2014/main" id="{A5FD9E37-F3D7-8C96-465F-506237FC2311}"/>
              </a:ext>
            </a:extLst>
          </p:cNvPr>
          <p:cNvSpPr txBox="1">
            <a:spLocks noChangeArrowheads="1"/>
          </p:cNvSpPr>
          <p:nvPr/>
        </p:nvSpPr>
        <p:spPr bwMode="auto">
          <a:xfrm>
            <a:off x="5262074" y="2482850"/>
            <a:ext cx="114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kumimoji="1" lang="zh-CN" altLang="en-US" sz="2400">
                <a:latin typeface="Arial" panose="020B0604020202020204" pitchFamily="34" charset="0"/>
              </a:rPr>
              <a:t>逻辑层</a:t>
            </a:r>
          </a:p>
        </p:txBody>
      </p:sp>
      <p:sp>
        <p:nvSpPr>
          <p:cNvPr id="28" name="Line 27">
            <a:extLst>
              <a:ext uri="{FF2B5EF4-FFF2-40B4-BE49-F238E27FC236}">
                <a16:creationId xmlns:a16="http://schemas.microsoft.com/office/drawing/2014/main" id="{73C9745B-6286-99F5-706B-328FC22C9356}"/>
              </a:ext>
            </a:extLst>
          </p:cNvPr>
          <p:cNvSpPr>
            <a:spLocks noChangeShapeType="1"/>
          </p:cNvSpPr>
          <p:nvPr/>
        </p:nvSpPr>
        <p:spPr bwMode="auto">
          <a:xfrm flipH="1" flipV="1">
            <a:off x="8233874" y="2711450"/>
            <a:ext cx="609600"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9" name="AutoShape 28">
            <a:extLst>
              <a:ext uri="{FF2B5EF4-FFF2-40B4-BE49-F238E27FC236}">
                <a16:creationId xmlns:a16="http://schemas.microsoft.com/office/drawing/2014/main" id="{2237E432-7456-2E7F-E9DA-A4B8F1F3D136}"/>
              </a:ext>
            </a:extLst>
          </p:cNvPr>
          <p:cNvSpPr>
            <a:spLocks noChangeArrowheads="1"/>
          </p:cNvSpPr>
          <p:nvPr/>
        </p:nvSpPr>
        <p:spPr bwMode="auto">
          <a:xfrm>
            <a:off x="609600" y="965199"/>
            <a:ext cx="8281987" cy="2982913"/>
          </a:xfrm>
          <a:prstGeom prst="wedgeRoundRectCallout">
            <a:avLst>
              <a:gd name="adj1" fmla="val 35186"/>
              <a:gd name="adj2" fmla="val 57188"/>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Char char="•"/>
            </a:pPr>
            <a:r>
              <a:rPr kumimoji="1" lang="zh-CN" altLang="en-US" sz="2200" dirty="0">
                <a:latin typeface="Times New Roman" panose="02020603050405020304" pitchFamily="18" charset="0"/>
              </a:rPr>
              <a:t>诸如文件、索引、用于存取它们的其它存贮结构的集合</a:t>
            </a:r>
          </a:p>
          <a:p>
            <a:pPr eaLnBrk="1" hangingPunct="1">
              <a:spcBef>
                <a:spcPct val="0"/>
              </a:spcBef>
              <a:buClrTx/>
              <a:buSzTx/>
              <a:buFontTx/>
              <a:buChar char="•"/>
            </a:pPr>
            <a:r>
              <a:rPr kumimoji="1" lang="zh-CN" altLang="en-US" sz="2200" dirty="0">
                <a:latin typeface="Times New Roman" panose="02020603050405020304" pitchFamily="18" charset="0"/>
              </a:rPr>
              <a:t>详细描述数据实际上是怎样存储的</a:t>
            </a:r>
          </a:p>
          <a:p>
            <a:pPr eaLnBrk="1" hangingPunct="1">
              <a:spcBef>
                <a:spcPct val="0"/>
              </a:spcBef>
              <a:buClrTx/>
              <a:buSzTx/>
              <a:buFontTx/>
              <a:buChar char="•"/>
            </a:pPr>
            <a:r>
              <a:rPr kumimoji="1" lang="zh-CN" altLang="en-US" sz="2200" dirty="0">
                <a:latin typeface="Times New Roman" panose="02020603050405020304" pitchFamily="18" charset="0"/>
              </a:rPr>
              <a:t>早期的物理数据库</a:t>
            </a:r>
          </a:p>
          <a:p>
            <a:pPr lvl="1" eaLnBrk="1" hangingPunct="1">
              <a:spcBef>
                <a:spcPct val="0"/>
              </a:spcBef>
              <a:buClrTx/>
              <a:buSzTx/>
              <a:buFontTx/>
              <a:buChar char="•"/>
            </a:pPr>
            <a:r>
              <a:rPr kumimoji="1" lang="zh-CN" altLang="en-US" sz="2200" dirty="0">
                <a:latin typeface="Times New Roman" panose="02020603050405020304" pitchFamily="18" charset="0"/>
              </a:rPr>
              <a:t>二级存储设备（</a:t>
            </a:r>
            <a:r>
              <a:rPr kumimoji="1" lang="en-US" altLang="zh-CN" sz="2200" dirty="0">
                <a:latin typeface="Arial" panose="020B0604020202020204" pitchFamily="34" charset="0"/>
              </a:rPr>
              <a:t>Secondary Storage Device</a:t>
            </a:r>
            <a:r>
              <a:rPr kumimoji="1" lang="zh-CN" altLang="en-US" sz="2200" dirty="0">
                <a:latin typeface="Times New Roman" panose="02020603050405020304" pitchFamily="18" charset="0"/>
              </a:rPr>
              <a:t>）</a:t>
            </a:r>
          </a:p>
          <a:p>
            <a:pPr lvl="1" eaLnBrk="1" hangingPunct="1">
              <a:spcBef>
                <a:spcPct val="0"/>
              </a:spcBef>
              <a:buClrTx/>
              <a:buSzTx/>
              <a:buFontTx/>
              <a:buChar char="•"/>
            </a:pPr>
            <a:r>
              <a:rPr kumimoji="1" lang="zh-CN" altLang="en-US" sz="2200" dirty="0">
                <a:latin typeface="Times New Roman" panose="02020603050405020304" pitchFamily="18" charset="0"/>
              </a:rPr>
              <a:t>多个不同的物理数据库能够由同一个</a:t>
            </a:r>
            <a:r>
              <a:rPr kumimoji="1" lang="en-US" altLang="zh-CN" sz="2200" dirty="0">
                <a:latin typeface="Arial" panose="020B0604020202020204" pitchFamily="34" charset="0"/>
              </a:rPr>
              <a:t>DBMS</a:t>
            </a:r>
            <a:r>
              <a:rPr kumimoji="1" lang="zh-CN" altLang="en-US" sz="2200" dirty="0">
                <a:latin typeface="Times New Roman" panose="02020603050405020304" pitchFamily="18" charset="0"/>
              </a:rPr>
              <a:t>来管理</a:t>
            </a:r>
          </a:p>
          <a:p>
            <a:pPr eaLnBrk="1" hangingPunct="1">
              <a:spcBef>
                <a:spcPct val="0"/>
              </a:spcBef>
              <a:buClrTx/>
              <a:buSzTx/>
              <a:buFontTx/>
              <a:buChar char="•"/>
            </a:pPr>
            <a:r>
              <a:rPr kumimoji="1" lang="zh-CN" altLang="en-US" sz="2200" dirty="0">
                <a:latin typeface="Times New Roman" panose="02020603050405020304" pitchFamily="18" charset="0"/>
              </a:rPr>
              <a:t>现代的大型数据库系统：三级存储设备</a:t>
            </a:r>
          </a:p>
          <a:p>
            <a:pPr lvl="1" eaLnBrk="1" hangingPunct="1">
              <a:spcBef>
                <a:spcPct val="0"/>
              </a:spcBef>
              <a:buClrTx/>
              <a:buSzTx/>
              <a:buFontTx/>
              <a:buChar char="•"/>
            </a:pPr>
            <a:r>
              <a:rPr kumimoji="1" lang="zh-CN" altLang="en-US" sz="2200" dirty="0">
                <a:latin typeface="Times New Roman" panose="02020603050405020304" pitchFamily="18" charset="0"/>
              </a:rPr>
              <a:t>可以存储太字节的数据</a:t>
            </a:r>
          </a:p>
          <a:p>
            <a:pPr lvl="1" eaLnBrk="1" hangingPunct="1">
              <a:spcBef>
                <a:spcPct val="0"/>
              </a:spcBef>
              <a:buClrTx/>
              <a:buSzTx/>
              <a:buFontTx/>
              <a:buChar char="•"/>
            </a:pPr>
            <a:r>
              <a:rPr kumimoji="1" lang="zh-CN" altLang="en-US" sz="2200" dirty="0">
                <a:latin typeface="Times New Roman" panose="02020603050405020304" pitchFamily="18" charset="0"/>
              </a:rPr>
              <a:t>比磁盘的存取速度要慢</a:t>
            </a:r>
            <a:endParaRPr kumimoji="1" lang="zh-CN" altLang="en-US" sz="2200" dirty="0">
              <a:latin typeface="Arial" panose="020B0604020202020204" pitchFamily="34" charset="0"/>
            </a:endParaRPr>
          </a:p>
        </p:txBody>
      </p:sp>
    </p:spTree>
    <p:extLst>
      <p:ext uri="{BB962C8B-B14F-4D97-AF65-F5344CB8AC3E}">
        <p14:creationId xmlns:p14="http://schemas.microsoft.com/office/powerpoint/2010/main" val="14885549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linds(horizontal)">
                                      <p:cBhvr>
                                        <p:cTn id="7" dur="500"/>
                                        <p:tgtEl>
                                          <p:spTgt spid="18"/>
                                        </p:tgtEl>
                                      </p:cBhvr>
                                    </p:animEffect>
                                  </p:childTnLst>
                                </p:cTn>
                              </p:par>
                              <p:par>
                                <p:cTn id="8" presetID="3" presetClass="entr" presetSubtype="1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blinds(horizontal)">
                                      <p:cBhvr>
                                        <p:cTn id="10" dur="500"/>
                                        <p:tgtEl>
                                          <p:spTgt spid="20"/>
                                        </p:tgtEl>
                                      </p:cBhvr>
                                    </p:animEffect>
                                  </p:childTnLst>
                                </p:cTn>
                              </p:par>
                              <p:par>
                                <p:cTn id="11" presetID="3" presetClass="entr" presetSubtype="1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blinds(horizontal)">
                                      <p:cBhvr>
                                        <p:cTn id="13" dur="500"/>
                                        <p:tgtEl>
                                          <p:spTgt spid="19"/>
                                        </p:tgtEl>
                                      </p:cBhvr>
                                    </p:animEffect>
                                  </p:childTnLst>
                                </p:cTn>
                              </p:par>
                              <p:par>
                                <p:cTn id="14" presetID="3" presetClass="entr" presetSubtype="10"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blinds(horizontal)">
                                      <p:cBhvr>
                                        <p:cTn id="16" dur="500"/>
                                        <p:tgtEl>
                                          <p:spTgt spid="22"/>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blinds(horizontal)">
                                      <p:cBhvr>
                                        <p:cTn id="21" dur="500"/>
                                        <p:tgtEl>
                                          <p:spTgt spid="26"/>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blinds(horizontal)">
                                      <p:cBhvr>
                                        <p:cTn id="24" dur="500"/>
                                        <p:tgtEl>
                                          <p:spTgt spid="21"/>
                                        </p:tgtEl>
                                      </p:cBhvr>
                                    </p:animEffect>
                                  </p:childTnLst>
                                </p:cTn>
                              </p:par>
                              <p:par>
                                <p:cTn id="25" presetID="3" presetClass="entr" presetSubtype="10"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blinds(horizontal)">
                                      <p:cBhvr>
                                        <p:cTn id="27" dur="500"/>
                                        <p:tgtEl>
                                          <p:spTgt spid="25"/>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blinds(horizontal)">
                                      <p:cBhvr>
                                        <p:cTn id="30" dur="500"/>
                                        <p:tgtEl>
                                          <p:spTgt spid="27"/>
                                        </p:tgtEl>
                                      </p:cBhvr>
                                    </p:animEffect>
                                  </p:childTnLst>
                                </p:cTn>
                              </p:par>
                              <p:par>
                                <p:cTn id="31" presetID="3" presetClass="entr" presetSubtype="10" fill="hold" nodeType="with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blinds(horizontal)">
                                      <p:cBhvr>
                                        <p:cTn id="33" dur="500"/>
                                        <p:tgtEl>
                                          <p:spTgt spid="24"/>
                                        </p:tgtEl>
                                      </p:cBhvr>
                                    </p:animEffect>
                                  </p:childTnLst>
                                </p:cTn>
                              </p:par>
                              <p:par>
                                <p:cTn id="34" presetID="3" presetClass="entr" presetSubtype="10" fill="hold" nodeType="with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blinds(horizontal)">
                                      <p:cBhvr>
                                        <p:cTn id="36" dur="500"/>
                                        <p:tgtEl>
                                          <p:spTgt spid="23"/>
                                        </p:tgtEl>
                                      </p:cBhvr>
                                    </p:animEffect>
                                  </p:childTnLst>
                                </p:cTn>
                              </p:par>
                              <p:par>
                                <p:cTn id="37" presetID="3" presetClass="entr" presetSubtype="10" fill="hold" nodeType="with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blinds(horizontal)">
                                      <p:cBhvr>
                                        <p:cTn id="39" dur="500"/>
                                        <p:tgtEl>
                                          <p:spTgt spid="28"/>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29"/>
                                        </p:tgtEl>
                                        <p:attrNameLst>
                                          <p:attrName>style.visibility</p:attrName>
                                        </p:attrNameLst>
                                      </p:cBhvr>
                                      <p:to>
                                        <p:strVal val="visible"/>
                                      </p:to>
                                    </p:set>
                                    <p:animEffect transition="in" filter="blinds(horizontal)">
                                      <p:cBhvr>
                                        <p:cTn id="44" dur="500"/>
                                        <p:tgtEl>
                                          <p:spTgt spid="29"/>
                                        </p:tgtEl>
                                      </p:cBhvr>
                                    </p:animEffect>
                                  </p:childTnLst>
                                  <p:subTnLst>
                                    <p:set>
                                      <p:cBhvr override="childStyle">
                                        <p:cTn dur="1" fill="hold" display="0" masterRel="nextClick" afterEffect="1"/>
                                        <p:tgtEl>
                                          <p:spTgt spid="2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6" grpId="0"/>
      <p:bldP spid="27" grpId="0"/>
      <p:bldP spid="29"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B6863F49-1634-4F69-8FE7-07E3F35C57D7}"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97283"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97284"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AF9BE98C-B93F-4F97-8728-62326F14AFEB}" type="slidenum">
              <a:rPr lang="en-US" altLang="zh-CN" sz="1400">
                <a:solidFill>
                  <a:schemeClr val="tx1"/>
                </a:solidFill>
                <a:latin typeface="Times New Roman" pitchFamily="18" charset="0"/>
              </a:rPr>
              <a:pPr eaLnBrk="1" hangingPunct="1"/>
              <a:t>61</a:t>
            </a:fld>
            <a:r>
              <a:rPr lang="en-US" altLang="zh-CN" sz="1400">
                <a:solidFill>
                  <a:schemeClr val="tx1"/>
                </a:solidFill>
                <a:latin typeface="Times New Roman" pitchFamily="18" charset="0"/>
              </a:rPr>
              <a:t>/92</a:t>
            </a:r>
          </a:p>
        </p:txBody>
      </p:sp>
      <p:sp>
        <p:nvSpPr>
          <p:cNvPr id="97285" name="Rectangle 2"/>
          <p:cNvSpPr>
            <a:spLocks noGrp="1" noChangeArrowheads="1"/>
          </p:cNvSpPr>
          <p:nvPr>
            <p:ph type="title"/>
          </p:nvPr>
        </p:nvSpPr>
        <p:spPr/>
        <p:txBody>
          <a:bodyPr/>
          <a:lstStyle/>
          <a:p>
            <a:pPr eaLnBrk="1" hangingPunct="1"/>
            <a:r>
              <a:rPr lang="en-US" altLang="zh-CN" dirty="0"/>
              <a:t>1.3 </a:t>
            </a:r>
            <a:r>
              <a:rPr lang="zh-CN" altLang="en-US" dirty="0"/>
              <a:t>数据抽象</a:t>
            </a:r>
            <a:endParaRPr lang="en-US" altLang="zh-CN" dirty="0"/>
          </a:p>
        </p:txBody>
      </p:sp>
      <p:sp>
        <p:nvSpPr>
          <p:cNvPr id="3" name="Rectangle 2">
            <a:extLst>
              <a:ext uri="{FF2B5EF4-FFF2-40B4-BE49-F238E27FC236}">
                <a16:creationId xmlns:a16="http://schemas.microsoft.com/office/drawing/2014/main" id="{8C22E6F2-B0CF-11F4-ADB5-1CE36AFACA55}"/>
              </a:ext>
            </a:extLst>
          </p:cNvPr>
          <p:cNvSpPr txBox="1">
            <a:spLocks noChangeArrowheads="1"/>
          </p:cNvSpPr>
          <p:nvPr/>
        </p:nvSpPr>
        <p:spPr bwMode="auto">
          <a:xfrm>
            <a:off x="1374287" y="879475"/>
            <a:ext cx="7313612"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3200">
                <a:solidFill>
                  <a:schemeClr val="tx2"/>
                </a:solidFill>
                <a:latin typeface="Times New Roman" panose="02020603050405020304" pitchFamily="18" charset="0"/>
                <a:ea typeface="+mj-ea"/>
                <a:cs typeface="Times New Roman" panose="02020603050405020304" pitchFamily="18" charset="0"/>
              </a:defRPr>
            </a:lvl1pPr>
            <a:lvl2pPr algn="l" rtl="0" eaLnBrk="0" fontAlgn="base" hangingPunct="0">
              <a:spcBef>
                <a:spcPct val="0"/>
              </a:spcBef>
              <a:spcAft>
                <a:spcPct val="0"/>
              </a:spcAft>
              <a:defRPr sz="3200">
                <a:solidFill>
                  <a:schemeClr val="tx2"/>
                </a:solidFill>
                <a:latin typeface="Times New Roman" pitchFamily="18" charset="0"/>
                <a:ea typeface="宋体" pitchFamily="2" charset="-122"/>
                <a:cs typeface="Times New Roman" pitchFamily="18" charset="0"/>
              </a:defRPr>
            </a:lvl2pPr>
            <a:lvl3pPr algn="l" rtl="0" eaLnBrk="0" fontAlgn="base" hangingPunct="0">
              <a:spcBef>
                <a:spcPct val="0"/>
              </a:spcBef>
              <a:spcAft>
                <a:spcPct val="0"/>
              </a:spcAft>
              <a:defRPr sz="3200">
                <a:solidFill>
                  <a:schemeClr val="tx2"/>
                </a:solidFill>
                <a:latin typeface="Times New Roman" pitchFamily="18" charset="0"/>
                <a:ea typeface="宋体" pitchFamily="2" charset="-122"/>
                <a:cs typeface="Times New Roman" pitchFamily="18" charset="0"/>
              </a:defRPr>
            </a:lvl3pPr>
            <a:lvl4pPr algn="l" rtl="0" eaLnBrk="0" fontAlgn="base" hangingPunct="0">
              <a:spcBef>
                <a:spcPct val="0"/>
              </a:spcBef>
              <a:spcAft>
                <a:spcPct val="0"/>
              </a:spcAft>
              <a:defRPr sz="3200">
                <a:solidFill>
                  <a:schemeClr val="tx2"/>
                </a:solidFill>
                <a:latin typeface="Times New Roman" pitchFamily="18" charset="0"/>
                <a:ea typeface="宋体" pitchFamily="2" charset="-122"/>
                <a:cs typeface="Times New Roman" pitchFamily="18" charset="0"/>
              </a:defRPr>
            </a:lvl4pPr>
            <a:lvl5pPr algn="l" rtl="0" eaLnBrk="0" fontAlgn="base" hangingPunct="0">
              <a:spcBef>
                <a:spcPct val="0"/>
              </a:spcBef>
              <a:spcAft>
                <a:spcPct val="0"/>
              </a:spcAft>
              <a:defRPr sz="3200">
                <a:solidFill>
                  <a:schemeClr val="tx2"/>
                </a:solidFill>
                <a:latin typeface="Times New Roman" pitchFamily="18" charset="0"/>
                <a:ea typeface="宋体" pitchFamily="2" charset="-122"/>
                <a:cs typeface="Times New Roman" pitchFamily="18" charset="0"/>
              </a:defRPr>
            </a:lvl5pPr>
            <a:lvl6pPr marL="457200" algn="l" rtl="0" fontAlgn="base">
              <a:spcBef>
                <a:spcPct val="0"/>
              </a:spcBef>
              <a:spcAft>
                <a:spcPct val="0"/>
              </a:spcAft>
              <a:defRPr sz="3200">
                <a:solidFill>
                  <a:schemeClr val="tx2"/>
                </a:solidFill>
                <a:latin typeface="Tahoma" pitchFamily="34" charset="0"/>
                <a:ea typeface="宋体" pitchFamily="2" charset="-122"/>
              </a:defRPr>
            </a:lvl6pPr>
            <a:lvl7pPr marL="914400" algn="l" rtl="0" fontAlgn="base">
              <a:spcBef>
                <a:spcPct val="0"/>
              </a:spcBef>
              <a:spcAft>
                <a:spcPct val="0"/>
              </a:spcAft>
              <a:defRPr sz="3200">
                <a:solidFill>
                  <a:schemeClr val="tx2"/>
                </a:solidFill>
                <a:latin typeface="Tahoma" pitchFamily="34" charset="0"/>
                <a:ea typeface="宋体" pitchFamily="2" charset="-122"/>
              </a:defRPr>
            </a:lvl7pPr>
            <a:lvl8pPr marL="1371600" algn="l" rtl="0" fontAlgn="base">
              <a:spcBef>
                <a:spcPct val="0"/>
              </a:spcBef>
              <a:spcAft>
                <a:spcPct val="0"/>
              </a:spcAft>
              <a:defRPr sz="3200">
                <a:solidFill>
                  <a:schemeClr val="tx2"/>
                </a:solidFill>
                <a:latin typeface="Tahoma" pitchFamily="34" charset="0"/>
                <a:ea typeface="宋体" pitchFamily="2" charset="-122"/>
              </a:defRPr>
            </a:lvl8pPr>
            <a:lvl9pPr marL="1828800" algn="l" rtl="0" fontAlgn="base">
              <a:spcBef>
                <a:spcPct val="0"/>
              </a:spcBef>
              <a:spcAft>
                <a:spcPct val="0"/>
              </a:spcAft>
              <a:defRPr sz="3200">
                <a:solidFill>
                  <a:schemeClr val="tx2"/>
                </a:solidFill>
                <a:latin typeface="Tahoma" pitchFamily="34" charset="0"/>
                <a:ea typeface="宋体" pitchFamily="2" charset="-122"/>
              </a:defRPr>
            </a:lvl9pPr>
          </a:lstStyle>
          <a:p>
            <a:pPr eaLnBrk="1" hangingPunct="1">
              <a:buClrTx/>
              <a:buSzTx/>
              <a:buFontTx/>
              <a:buNone/>
            </a:pPr>
            <a:r>
              <a:rPr lang="zh-CN" altLang="en-US" kern="0"/>
              <a:t>数据库系统中的抽象层次 </a:t>
            </a:r>
          </a:p>
        </p:txBody>
      </p:sp>
      <p:sp>
        <p:nvSpPr>
          <p:cNvPr id="4" name="Text Box 3">
            <a:extLst>
              <a:ext uri="{FF2B5EF4-FFF2-40B4-BE49-F238E27FC236}">
                <a16:creationId xmlns:a16="http://schemas.microsoft.com/office/drawing/2014/main" id="{AA8A7E0E-FB59-3C82-DB8B-A50AECF0E846}"/>
              </a:ext>
            </a:extLst>
          </p:cNvPr>
          <p:cNvSpPr txBox="1">
            <a:spLocks noChangeArrowheads="1"/>
          </p:cNvSpPr>
          <p:nvPr/>
        </p:nvSpPr>
        <p:spPr bwMode="auto">
          <a:xfrm>
            <a:off x="1604474" y="3321050"/>
            <a:ext cx="129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kumimoji="1" lang="zh-CN" altLang="en-US" sz="2400">
                <a:latin typeface="Arial" panose="020B0604020202020204" pitchFamily="34" charset="0"/>
              </a:rPr>
              <a:t>用户组</a:t>
            </a:r>
            <a:r>
              <a:rPr kumimoji="1" lang="en-US" altLang="zh-CN" sz="2400">
                <a:latin typeface="Arial" panose="020B0604020202020204" pitchFamily="34" charset="0"/>
              </a:rPr>
              <a:t>1</a:t>
            </a:r>
          </a:p>
        </p:txBody>
      </p:sp>
      <p:sp>
        <p:nvSpPr>
          <p:cNvPr id="5" name="Text Box 4">
            <a:extLst>
              <a:ext uri="{FF2B5EF4-FFF2-40B4-BE49-F238E27FC236}">
                <a16:creationId xmlns:a16="http://schemas.microsoft.com/office/drawing/2014/main" id="{59BEBB28-925D-29AD-E78C-9E0D4C0391CB}"/>
              </a:ext>
            </a:extLst>
          </p:cNvPr>
          <p:cNvSpPr txBox="1">
            <a:spLocks noChangeArrowheads="1"/>
          </p:cNvSpPr>
          <p:nvPr/>
        </p:nvSpPr>
        <p:spPr bwMode="auto">
          <a:xfrm>
            <a:off x="1480649" y="5591175"/>
            <a:ext cx="129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kumimoji="1" lang="zh-CN" altLang="en-US" sz="2400">
                <a:latin typeface="Arial" panose="020B0604020202020204" pitchFamily="34" charset="0"/>
              </a:rPr>
              <a:t>用户组</a:t>
            </a:r>
            <a:r>
              <a:rPr kumimoji="1" lang="en-US" altLang="zh-CN" sz="2400">
                <a:latin typeface="Arial" panose="020B0604020202020204" pitchFamily="34" charset="0"/>
              </a:rPr>
              <a:t>n</a:t>
            </a:r>
          </a:p>
        </p:txBody>
      </p:sp>
      <p:sp>
        <p:nvSpPr>
          <p:cNvPr id="6" name="Text Box 5">
            <a:extLst>
              <a:ext uri="{FF2B5EF4-FFF2-40B4-BE49-F238E27FC236}">
                <a16:creationId xmlns:a16="http://schemas.microsoft.com/office/drawing/2014/main" id="{9ACCD697-283E-F996-9CB3-586E9825BF68}"/>
              </a:ext>
            </a:extLst>
          </p:cNvPr>
          <p:cNvSpPr txBox="1">
            <a:spLocks noChangeArrowheads="1"/>
          </p:cNvSpPr>
          <p:nvPr/>
        </p:nvSpPr>
        <p:spPr bwMode="auto">
          <a:xfrm>
            <a:off x="1552087" y="4151313"/>
            <a:ext cx="129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kumimoji="1" lang="zh-CN" altLang="en-US" sz="2400">
                <a:latin typeface="Arial" panose="020B0604020202020204" pitchFamily="34" charset="0"/>
              </a:rPr>
              <a:t>用户组</a:t>
            </a:r>
            <a:r>
              <a:rPr kumimoji="1" lang="en-US" altLang="zh-CN" sz="2400">
                <a:latin typeface="Arial" panose="020B0604020202020204" pitchFamily="34" charset="0"/>
              </a:rPr>
              <a:t>2</a:t>
            </a:r>
          </a:p>
        </p:txBody>
      </p:sp>
      <p:sp>
        <p:nvSpPr>
          <p:cNvPr id="7" name="Text Box 6">
            <a:extLst>
              <a:ext uri="{FF2B5EF4-FFF2-40B4-BE49-F238E27FC236}">
                <a16:creationId xmlns:a16="http://schemas.microsoft.com/office/drawing/2014/main" id="{C21990E7-6A50-88C5-3E35-8144B9EA0BB0}"/>
              </a:ext>
            </a:extLst>
          </p:cNvPr>
          <p:cNvSpPr txBox="1">
            <a:spLocks noChangeArrowheads="1"/>
          </p:cNvSpPr>
          <p:nvPr/>
        </p:nvSpPr>
        <p:spPr bwMode="auto">
          <a:xfrm>
            <a:off x="1756874" y="476885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kumimoji="1" lang="en-US" altLang="zh-CN" sz="2400">
                <a:latin typeface="Times New Roman" panose="02020603050405020304" pitchFamily="18" charset="0"/>
                <a:cs typeface="Arial" panose="020B0604020202020204" pitchFamily="34" charset="0"/>
              </a:rPr>
              <a:t>……</a:t>
            </a:r>
            <a:endParaRPr kumimoji="1" lang="en-US" altLang="zh-CN" sz="2400">
              <a:latin typeface="Arial" panose="020B0604020202020204" pitchFamily="34" charset="0"/>
            </a:endParaRPr>
          </a:p>
        </p:txBody>
      </p:sp>
      <p:sp>
        <p:nvSpPr>
          <p:cNvPr id="8" name="Text Box 7">
            <a:extLst>
              <a:ext uri="{FF2B5EF4-FFF2-40B4-BE49-F238E27FC236}">
                <a16:creationId xmlns:a16="http://schemas.microsoft.com/office/drawing/2014/main" id="{AE435EEB-358F-B6F7-DB25-CA999E0A4A00}"/>
              </a:ext>
            </a:extLst>
          </p:cNvPr>
          <p:cNvSpPr txBox="1">
            <a:spLocks noChangeArrowheads="1"/>
          </p:cNvSpPr>
          <p:nvPr/>
        </p:nvSpPr>
        <p:spPr bwMode="auto">
          <a:xfrm>
            <a:off x="3357074" y="3321050"/>
            <a:ext cx="1066800" cy="4667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SzTx/>
              <a:buFontTx/>
              <a:buNone/>
            </a:pPr>
            <a:r>
              <a:rPr kumimoji="1" lang="zh-CN" altLang="en-US" sz="2400">
                <a:latin typeface="Arial" panose="020B0604020202020204" pitchFamily="34" charset="0"/>
              </a:rPr>
              <a:t>视图</a:t>
            </a:r>
            <a:r>
              <a:rPr kumimoji="1" lang="en-US" altLang="zh-CN" sz="2400">
                <a:latin typeface="Arial" panose="020B0604020202020204" pitchFamily="34" charset="0"/>
              </a:rPr>
              <a:t>1</a:t>
            </a:r>
          </a:p>
        </p:txBody>
      </p:sp>
      <p:sp>
        <p:nvSpPr>
          <p:cNvPr id="9" name="Text Box 8">
            <a:extLst>
              <a:ext uri="{FF2B5EF4-FFF2-40B4-BE49-F238E27FC236}">
                <a16:creationId xmlns:a16="http://schemas.microsoft.com/office/drawing/2014/main" id="{B2071ADF-4BB5-2E27-D7BC-CB1896485496}"/>
              </a:ext>
            </a:extLst>
          </p:cNvPr>
          <p:cNvSpPr txBox="1">
            <a:spLocks noChangeArrowheads="1"/>
          </p:cNvSpPr>
          <p:nvPr/>
        </p:nvSpPr>
        <p:spPr bwMode="auto">
          <a:xfrm>
            <a:off x="3509474" y="484505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kumimoji="1" lang="en-US" altLang="zh-CN" sz="2400">
                <a:latin typeface="Times New Roman" panose="02020603050405020304" pitchFamily="18" charset="0"/>
                <a:cs typeface="Arial" panose="020B0604020202020204" pitchFamily="34" charset="0"/>
              </a:rPr>
              <a:t>……</a:t>
            </a:r>
            <a:endParaRPr kumimoji="1" lang="en-US" altLang="zh-CN" sz="2400">
              <a:latin typeface="Arial" panose="020B0604020202020204" pitchFamily="34" charset="0"/>
            </a:endParaRPr>
          </a:p>
        </p:txBody>
      </p:sp>
      <p:sp>
        <p:nvSpPr>
          <p:cNvPr id="10" name="Text Box 9">
            <a:extLst>
              <a:ext uri="{FF2B5EF4-FFF2-40B4-BE49-F238E27FC236}">
                <a16:creationId xmlns:a16="http://schemas.microsoft.com/office/drawing/2014/main" id="{7CBDCA7E-B96E-9CE6-9768-EF202F307E23}"/>
              </a:ext>
            </a:extLst>
          </p:cNvPr>
          <p:cNvSpPr txBox="1">
            <a:spLocks noChangeArrowheads="1"/>
          </p:cNvSpPr>
          <p:nvPr/>
        </p:nvSpPr>
        <p:spPr bwMode="auto">
          <a:xfrm>
            <a:off x="5033474" y="4159250"/>
            <a:ext cx="1371600" cy="101441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SzTx/>
              <a:buFontTx/>
              <a:buNone/>
            </a:pPr>
            <a:r>
              <a:rPr kumimoji="1" lang="zh-CN" altLang="en-US" sz="2400">
                <a:latin typeface="Arial" panose="020B0604020202020204" pitchFamily="34" charset="0"/>
              </a:rPr>
              <a:t>概念</a:t>
            </a:r>
          </a:p>
          <a:p>
            <a:pPr algn="ctr" eaLnBrk="1" hangingPunct="1">
              <a:spcBef>
                <a:spcPct val="50000"/>
              </a:spcBef>
              <a:buClrTx/>
              <a:buSzTx/>
              <a:buFontTx/>
              <a:buNone/>
            </a:pPr>
            <a:r>
              <a:rPr kumimoji="1" lang="zh-CN" altLang="en-US" sz="2400">
                <a:latin typeface="Arial" panose="020B0604020202020204" pitchFamily="34" charset="0"/>
              </a:rPr>
              <a:t>数据库</a:t>
            </a:r>
          </a:p>
        </p:txBody>
      </p:sp>
      <p:sp>
        <p:nvSpPr>
          <p:cNvPr id="11" name="AutoShape 10">
            <a:extLst>
              <a:ext uri="{FF2B5EF4-FFF2-40B4-BE49-F238E27FC236}">
                <a16:creationId xmlns:a16="http://schemas.microsoft.com/office/drawing/2014/main" id="{C97C9DF0-FE46-8DD0-35F9-F6665FD27682}"/>
              </a:ext>
            </a:extLst>
          </p:cNvPr>
          <p:cNvSpPr>
            <a:spLocks noChangeArrowheads="1"/>
          </p:cNvSpPr>
          <p:nvPr/>
        </p:nvSpPr>
        <p:spPr bwMode="auto">
          <a:xfrm>
            <a:off x="7167074" y="3930650"/>
            <a:ext cx="1524000" cy="1676400"/>
          </a:xfrm>
          <a:prstGeom prst="flowChartMagneticDisk">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400">
                <a:latin typeface="Arial" panose="020B0604020202020204" pitchFamily="34" charset="0"/>
              </a:rPr>
              <a:t>物理</a:t>
            </a:r>
          </a:p>
          <a:p>
            <a:pPr algn="ctr" eaLnBrk="1" hangingPunct="1">
              <a:spcBef>
                <a:spcPct val="0"/>
              </a:spcBef>
              <a:buClrTx/>
              <a:buSzTx/>
              <a:buFontTx/>
              <a:buNone/>
            </a:pPr>
            <a:r>
              <a:rPr kumimoji="1" lang="zh-CN" altLang="en-US" sz="2400">
                <a:latin typeface="Arial" panose="020B0604020202020204" pitchFamily="34" charset="0"/>
              </a:rPr>
              <a:t>数据库</a:t>
            </a:r>
          </a:p>
        </p:txBody>
      </p:sp>
      <p:sp>
        <p:nvSpPr>
          <p:cNvPr id="12" name="Line 11">
            <a:extLst>
              <a:ext uri="{FF2B5EF4-FFF2-40B4-BE49-F238E27FC236}">
                <a16:creationId xmlns:a16="http://schemas.microsoft.com/office/drawing/2014/main" id="{6B959DF7-634B-212B-3174-D17DDA86227C}"/>
              </a:ext>
            </a:extLst>
          </p:cNvPr>
          <p:cNvSpPr>
            <a:spLocks noChangeShapeType="1"/>
          </p:cNvSpPr>
          <p:nvPr/>
        </p:nvSpPr>
        <p:spPr bwMode="auto">
          <a:xfrm>
            <a:off x="6405074" y="4692650"/>
            <a:ext cx="762000" cy="0"/>
          </a:xfrm>
          <a:prstGeom prst="line">
            <a:avLst/>
          </a:prstGeom>
          <a:noFill/>
          <a:ln w="9525">
            <a:solidFill>
              <a:schemeClr val="tx1"/>
            </a:solidFill>
            <a:round/>
            <a:headEnd type="triangl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 name="Line 12">
            <a:extLst>
              <a:ext uri="{FF2B5EF4-FFF2-40B4-BE49-F238E27FC236}">
                <a16:creationId xmlns:a16="http://schemas.microsoft.com/office/drawing/2014/main" id="{C5C0FA66-523C-F393-788A-4C2E7DBFB07C}"/>
              </a:ext>
            </a:extLst>
          </p:cNvPr>
          <p:cNvSpPr>
            <a:spLocks noChangeShapeType="1"/>
          </p:cNvSpPr>
          <p:nvPr/>
        </p:nvSpPr>
        <p:spPr bwMode="auto">
          <a:xfrm flipV="1">
            <a:off x="4423874" y="4997450"/>
            <a:ext cx="609600" cy="838200"/>
          </a:xfrm>
          <a:prstGeom prst="line">
            <a:avLst/>
          </a:prstGeom>
          <a:noFill/>
          <a:ln w="9525">
            <a:solidFill>
              <a:schemeClr val="tx1"/>
            </a:solidFill>
            <a:round/>
            <a:headEnd type="triangl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 name="Line 13">
            <a:extLst>
              <a:ext uri="{FF2B5EF4-FFF2-40B4-BE49-F238E27FC236}">
                <a16:creationId xmlns:a16="http://schemas.microsoft.com/office/drawing/2014/main" id="{4A732368-2A23-45C5-067B-2394853A94D8}"/>
              </a:ext>
            </a:extLst>
          </p:cNvPr>
          <p:cNvSpPr>
            <a:spLocks noChangeShapeType="1"/>
          </p:cNvSpPr>
          <p:nvPr/>
        </p:nvSpPr>
        <p:spPr bwMode="auto">
          <a:xfrm>
            <a:off x="4423874" y="4464050"/>
            <a:ext cx="609600" cy="228600"/>
          </a:xfrm>
          <a:prstGeom prst="line">
            <a:avLst/>
          </a:prstGeom>
          <a:noFill/>
          <a:ln w="9525">
            <a:solidFill>
              <a:schemeClr val="tx1"/>
            </a:solidFill>
            <a:round/>
            <a:headEnd type="triangl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 name="Line 14">
            <a:extLst>
              <a:ext uri="{FF2B5EF4-FFF2-40B4-BE49-F238E27FC236}">
                <a16:creationId xmlns:a16="http://schemas.microsoft.com/office/drawing/2014/main" id="{882B0965-C17B-A35F-2C9F-265479827B4B}"/>
              </a:ext>
            </a:extLst>
          </p:cNvPr>
          <p:cNvSpPr>
            <a:spLocks noChangeShapeType="1"/>
          </p:cNvSpPr>
          <p:nvPr/>
        </p:nvSpPr>
        <p:spPr bwMode="auto">
          <a:xfrm>
            <a:off x="4423874" y="3702050"/>
            <a:ext cx="609600" cy="685800"/>
          </a:xfrm>
          <a:prstGeom prst="line">
            <a:avLst/>
          </a:prstGeom>
          <a:noFill/>
          <a:ln w="9525">
            <a:solidFill>
              <a:schemeClr val="tx1"/>
            </a:solidFill>
            <a:round/>
            <a:headEnd type="triangl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 name="Text Box 15">
            <a:extLst>
              <a:ext uri="{FF2B5EF4-FFF2-40B4-BE49-F238E27FC236}">
                <a16:creationId xmlns:a16="http://schemas.microsoft.com/office/drawing/2014/main" id="{828D8C35-85AB-B1D4-9ED4-46906C7AE01B}"/>
              </a:ext>
            </a:extLst>
          </p:cNvPr>
          <p:cNvSpPr txBox="1">
            <a:spLocks noChangeArrowheads="1"/>
          </p:cNvSpPr>
          <p:nvPr/>
        </p:nvSpPr>
        <p:spPr bwMode="auto">
          <a:xfrm>
            <a:off x="3357074" y="5607050"/>
            <a:ext cx="1066800" cy="4667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SzTx/>
              <a:buFontTx/>
              <a:buNone/>
            </a:pPr>
            <a:r>
              <a:rPr kumimoji="1" lang="zh-CN" altLang="en-US" sz="2400">
                <a:latin typeface="Arial" panose="020B0604020202020204" pitchFamily="34" charset="0"/>
              </a:rPr>
              <a:t>视图</a:t>
            </a:r>
            <a:r>
              <a:rPr kumimoji="1" lang="en-US" altLang="zh-CN" sz="2400">
                <a:latin typeface="Arial" panose="020B0604020202020204" pitchFamily="34" charset="0"/>
              </a:rPr>
              <a:t>n</a:t>
            </a:r>
          </a:p>
        </p:txBody>
      </p:sp>
      <p:sp>
        <p:nvSpPr>
          <p:cNvPr id="17" name="Text Box 16">
            <a:extLst>
              <a:ext uri="{FF2B5EF4-FFF2-40B4-BE49-F238E27FC236}">
                <a16:creationId xmlns:a16="http://schemas.microsoft.com/office/drawing/2014/main" id="{A61A61F5-2C89-7632-17ED-0684B6545B51}"/>
              </a:ext>
            </a:extLst>
          </p:cNvPr>
          <p:cNvSpPr txBox="1">
            <a:spLocks noChangeArrowheads="1"/>
          </p:cNvSpPr>
          <p:nvPr/>
        </p:nvSpPr>
        <p:spPr bwMode="auto">
          <a:xfrm>
            <a:off x="3357074" y="4235450"/>
            <a:ext cx="1066800" cy="4667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SzTx/>
              <a:buFontTx/>
              <a:buNone/>
            </a:pPr>
            <a:r>
              <a:rPr kumimoji="1" lang="zh-CN" altLang="en-US" sz="2400">
                <a:latin typeface="Arial" panose="020B0604020202020204" pitchFamily="34" charset="0"/>
              </a:rPr>
              <a:t>视图</a:t>
            </a:r>
            <a:r>
              <a:rPr kumimoji="1" lang="en-US" altLang="zh-CN" sz="2400">
                <a:latin typeface="Arial" panose="020B0604020202020204" pitchFamily="34" charset="0"/>
              </a:rPr>
              <a:t>2</a:t>
            </a:r>
          </a:p>
        </p:txBody>
      </p:sp>
      <p:sp>
        <p:nvSpPr>
          <p:cNvPr id="18" name="Line 17">
            <a:extLst>
              <a:ext uri="{FF2B5EF4-FFF2-40B4-BE49-F238E27FC236}">
                <a16:creationId xmlns:a16="http://schemas.microsoft.com/office/drawing/2014/main" id="{401A4FFF-E5FF-90E3-8307-B2B21335123C}"/>
              </a:ext>
            </a:extLst>
          </p:cNvPr>
          <p:cNvSpPr>
            <a:spLocks noChangeShapeType="1"/>
          </p:cNvSpPr>
          <p:nvPr/>
        </p:nvSpPr>
        <p:spPr bwMode="auto">
          <a:xfrm>
            <a:off x="3063387" y="2566988"/>
            <a:ext cx="0" cy="39624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 name="Line 18">
            <a:extLst>
              <a:ext uri="{FF2B5EF4-FFF2-40B4-BE49-F238E27FC236}">
                <a16:creationId xmlns:a16="http://schemas.microsoft.com/office/drawing/2014/main" id="{71F3B1CD-FB4E-7147-3565-70CF2A667C70}"/>
              </a:ext>
            </a:extLst>
          </p:cNvPr>
          <p:cNvSpPr>
            <a:spLocks noChangeShapeType="1"/>
          </p:cNvSpPr>
          <p:nvPr/>
        </p:nvSpPr>
        <p:spPr bwMode="auto">
          <a:xfrm>
            <a:off x="6786074" y="2635250"/>
            <a:ext cx="0" cy="39624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 name="Line 19">
            <a:extLst>
              <a:ext uri="{FF2B5EF4-FFF2-40B4-BE49-F238E27FC236}">
                <a16:creationId xmlns:a16="http://schemas.microsoft.com/office/drawing/2014/main" id="{2054F5BD-6AF4-1FB1-44B6-85A8A439F186}"/>
              </a:ext>
            </a:extLst>
          </p:cNvPr>
          <p:cNvSpPr>
            <a:spLocks noChangeShapeType="1"/>
          </p:cNvSpPr>
          <p:nvPr/>
        </p:nvSpPr>
        <p:spPr bwMode="auto">
          <a:xfrm>
            <a:off x="4804874" y="2559050"/>
            <a:ext cx="0" cy="39624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 name="Text Box 20">
            <a:extLst>
              <a:ext uri="{FF2B5EF4-FFF2-40B4-BE49-F238E27FC236}">
                <a16:creationId xmlns:a16="http://schemas.microsoft.com/office/drawing/2014/main" id="{DDFDD604-4D78-DF09-5E4B-C048097A781C}"/>
              </a:ext>
            </a:extLst>
          </p:cNvPr>
          <p:cNvSpPr txBox="1">
            <a:spLocks noChangeArrowheads="1"/>
          </p:cNvSpPr>
          <p:nvPr/>
        </p:nvSpPr>
        <p:spPr bwMode="auto">
          <a:xfrm>
            <a:off x="3433274" y="2482850"/>
            <a:ext cx="114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kumimoji="1" lang="zh-CN" altLang="en-US" sz="2400">
                <a:latin typeface="Arial" panose="020B0604020202020204" pitchFamily="34" charset="0"/>
              </a:rPr>
              <a:t>视图层</a:t>
            </a:r>
          </a:p>
        </p:txBody>
      </p:sp>
      <p:sp>
        <p:nvSpPr>
          <p:cNvPr id="22" name="Line 21">
            <a:extLst>
              <a:ext uri="{FF2B5EF4-FFF2-40B4-BE49-F238E27FC236}">
                <a16:creationId xmlns:a16="http://schemas.microsoft.com/office/drawing/2014/main" id="{FDA29E9C-1467-869C-0A74-0C1D475CF5E5}"/>
              </a:ext>
            </a:extLst>
          </p:cNvPr>
          <p:cNvSpPr>
            <a:spLocks noChangeShapeType="1"/>
          </p:cNvSpPr>
          <p:nvPr/>
        </p:nvSpPr>
        <p:spPr bwMode="auto">
          <a:xfrm>
            <a:off x="8843474" y="2635250"/>
            <a:ext cx="0" cy="39624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 name="Line 22">
            <a:extLst>
              <a:ext uri="{FF2B5EF4-FFF2-40B4-BE49-F238E27FC236}">
                <a16:creationId xmlns:a16="http://schemas.microsoft.com/office/drawing/2014/main" id="{E7FD0F81-6EBC-0C33-03BD-A2B843FA1FB1}"/>
              </a:ext>
            </a:extLst>
          </p:cNvPr>
          <p:cNvSpPr>
            <a:spLocks noChangeShapeType="1"/>
          </p:cNvSpPr>
          <p:nvPr/>
        </p:nvSpPr>
        <p:spPr bwMode="auto">
          <a:xfrm>
            <a:off x="3052274" y="2711450"/>
            <a:ext cx="381000"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4" name="Line 23">
            <a:extLst>
              <a:ext uri="{FF2B5EF4-FFF2-40B4-BE49-F238E27FC236}">
                <a16:creationId xmlns:a16="http://schemas.microsoft.com/office/drawing/2014/main" id="{A40ADF5D-A3D9-D192-6DA6-99BFD0F46D0F}"/>
              </a:ext>
            </a:extLst>
          </p:cNvPr>
          <p:cNvSpPr>
            <a:spLocks noChangeShapeType="1"/>
          </p:cNvSpPr>
          <p:nvPr/>
        </p:nvSpPr>
        <p:spPr bwMode="auto">
          <a:xfrm>
            <a:off x="6328874" y="2711450"/>
            <a:ext cx="914400" cy="0"/>
          </a:xfrm>
          <a:prstGeom prst="line">
            <a:avLst/>
          </a:prstGeom>
          <a:noFill/>
          <a:ln w="9525">
            <a:solidFill>
              <a:schemeClr val="tx1"/>
            </a:solidFill>
            <a:round/>
            <a:headEnd type="triangl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5" name="Line 24">
            <a:extLst>
              <a:ext uri="{FF2B5EF4-FFF2-40B4-BE49-F238E27FC236}">
                <a16:creationId xmlns:a16="http://schemas.microsoft.com/office/drawing/2014/main" id="{C7D74354-6C1E-B3F8-95E3-9A7046292EA6}"/>
              </a:ext>
            </a:extLst>
          </p:cNvPr>
          <p:cNvSpPr>
            <a:spLocks noChangeShapeType="1"/>
          </p:cNvSpPr>
          <p:nvPr/>
        </p:nvSpPr>
        <p:spPr bwMode="auto">
          <a:xfrm>
            <a:off x="4500074" y="2711450"/>
            <a:ext cx="762000" cy="0"/>
          </a:xfrm>
          <a:prstGeom prst="line">
            <a:avLst/>
          </a:prstGeom>
          <a:noFill/>
          <a:ln w="9525">
            <a:solidFill>
              <a:schemeClr val="tx1"/>
            </a:solidFill>
            <a:round/>
            <a:headEnd type="triangl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6" name="Text Box 25">
            <a:extLst>
              <a:ext uri="{FF2B5EF4-FFF2-40B4-BE49-F238E27FC236}">
                <a16:creationId xmlns:a16="http://schemas.microsoft.com/office/drawing/2014/main" id="{5C413AA8-94C8-F145-04DB-9A049C271C63}"/>
              </a:ext>
            </a:extLst>
          </p:cNvPr>
          <p:cNvSpPr txBox="1">
            <a:spLocks noChangeArrowheads="1"/>
          </p:cNvSpPr>
          <p:nvPr/>
        </p:nvSpPr>
        <p:spPr bwMode="auto">
          <a:xfrm>
            <a:off x="7243274" y="2482850"/>
            <a:ext cx="114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kumimoji="1" lang="zh-CN" altLang="en-US" sz="2400">
                <a:latin typeface="Arial" panose="020B0604020202020204" pitchFamily="34" charset="0"/>
              </a:rPr>
              <a:t>物理层</a:t>
            </a:r>
          </a:p>
        </p:txBody>
      </p:sp>
      <p:sp>
        <p:nvSpPr>
          <p:cNvPr id="27" name="Text Box 26">
            <a:extLst>
              <a:ext uri="{FF2B5EF4-FFF2-40B4-BE49-F238E27FC236}">
                <a16:creationId xmlns:a16="http://schemas.microsoft.com/office/drawing/2014/main" id="{A5FD9E37-F3D7-8C96-465F-506237FC2311}"/>
              </a:ext>
            </a:extLst>
          </p:cNvPr>
          <p:cNvSpPr txBox="1">
            <a:spLocks noChangeArrowheads="1"/>
          </p:cNvSpPr>
          <p:nvPr/>
        </p:nvSpPr>
        <p:spPr bwMode="auto">
          <a:xfrm>
            <a:off x="5262074" y="2482850"/>
            <a:ext cx="114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kumimoji="1" lang="zh-CN" altLang="en-US" sz="2400">
                <a:latin typeface="Arial" panose="020B0604020202020204" pitchFamily="34" charset="0"/>
              </a:rPr>
              <a:t>逻辑层</a:t>
            </a:r>
          </a:p>
        </p:txBody>
      </p:sp>
      <p:sp>
        <p:nvSpPr>
          <p:cNvPr id="28" name="Line 27">
            <a:extLst>
              <a:ext uri="{FF2B5EF4-FFF2-40B4-BE49-F238E27FC236}">
                <a16:creationId xmlns:a16="http://schemas.microsoft.com/office/drawing/2014/main" id="{73C9745B-6286-99F5-706B-328FC22C9356}"/>
              </a:ext>
            </a:extLst>
          </p:cNvPr>
          <p:cNvSpPr>
            <a:spLocks noChangeShapeType="1"/>
          </p:cNvSpPr>
          <p:nvPr/>
        </p:nvSpPr>
        <p:spPr bwMode="auto">
          <a:xfrm flipH="1" flipV="1">
            <a:off x="8233874" y="2711450"/>
            <a:ext cx="609600"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0" name="AutoShape 29">
            <a:extLst>
              <a:ext uri="{FF2B5EF4-FFF2-40B4-BE49-F238E27FC236}">
                <a16:creationId xmlns:a16="http://schemas.microsoft.com/office/drawing/2014/main" id="{541CF8A1-B656-EB52-C682-6B2349030263}"/>
              </a:ext>
            </a:extLst>
          </p:cNvPr>
          <p:cNvSpPr>
            <a:spLocks noChangeArrowheads="1"/>
          </p:cNvSpPr>
          <p:nvPr/>
        </p:nvSpPr>
        <p:spPr bwMode="auto">
          <a:xfrm>
            <a:off x="1066800" y="1142999"/>
            <a:ext cx="7703649" cy="2651125"/>
          </a:xfrm>
          <a:prstGeom prst="wedgeRoundRectCallout">
            <a:avLst>
              <a:gd name="adj1" fmla="val 13643"/>
              <a:gd name="adj2" fmla="val 61790"/>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Char char="•"/>
            </a:pPr>
            <a:r>
              <a:rPr kumimoji="1" lang="zh-CN" altLang="en-US" sz="2200" dirty="0">
                <a:latin typeface="Times New Roman" panose="02020603050405020304" pitchFamily="18" charset="0"/>
              </a:rPr>
              <a:t>主要描述数据库中存储什么样的数据以及数据之间的联系</a:t>
            </a:r>
          </a:p>
          <a:p>
            <a:pPr eaLnBrk="1" hangingPunct="1">
              <a:spcBef>
                <a:spcPct val="0"/>
              </a:spcBef>
              <a:buClrTx/>
              <a:buSzTx/>
              <a:buFontTx/>
              <a:buChar char="•"/>
            </a:pPr>
            <a:r>
              <a:rPr kumimoji="1" lang="en-US" altLang="zh-CN" sz="2200" dirty="0">
                <a:latin typeface="Arial" panose="020B0604020202020204" pitchFamily="34" charset="0"/>
              </a:rPr>
              <a:t>DBMS</a:t>
            </a:r>
            <a:r>
              <a:rPr kumimoji="1" lang="zh-CN" altLang="en-US" sz="2200" dirty="0">
                <a:latin typeface="Times New Roman" panose="02020603050405020304" pitchFamily="18" charset="0"/>
              </a:rPr>
              <a:t>提供了</a:t>
            </a:r>
            <a:r>
              <a:rPr kumimoji="1" lang="en-US" altLang="zh-CN" sz="2200" dirty="0">
                <a:latin typeface="Arial" panose="020B0604020202020204" pitchFamily="34" charset="0"/>
              </a:rPr>
              <a:t>DDL</a:t>
            </a:r>
            <a:r>
              <a:rPr kumimoji="1" lang="zh-CN" altLang="en-US" sz="2200" dirty="0">
                <a:latin typeface="Times New Roman" panose="02020603050405020304" pitchFamily="18" charset="0"/>
              </a:rPr>
              <a:t>通过特定的数据模型来描述概念模式</a:t>
            </a:r>
          </a:p>
          <a:p>
            <a:pPr eaLnBrk="1" hangingPunct="1">
              <a:spcBef>
                <a:spcPct val="0"/>
              </a:spcBef>
              <a:buClrTx/>
              <a:buSzTx/>
              <a:buFontTx/>
              <a:buChar char="•"/>
            </a:pPr>
            <a:r>
              <a:rPr kumimoji="1" lang="zh-CN" altLang="en-US" sz="2200" dirty="0">
                <a:latin typeface="Times New Roman" panose="02020603050405020304" pitchFamily="18" charset="0"/>
              </a:rPr>
              <a:t>为了建立概念模式，往往需要各数据源达成某些共识，这使得概念数据库成为数据集成的一个基础 </a:t>
            </a:r>
          </a:p>
          <a:p>
            <a:pPr eaLnBrk="1" hangingPunct="1">
              <a:spcBef>
                <a:spcPct val="0"/>
              </a:spcBef>
              <a:buClrTx/>
              <a:buSzTx/>
              <a:buFontTx/>
              <a:buChar char="•"/>
            </a:pPr>
            <a:r>
              <a:rPr kumimoji="1" lang="zh-CN" altLang="zh-CN" sz="2200" dirty="0">
                <a:latin typeface="Times New Roman" panose="02020603050405020304" pitchFamily="18" charset="0"/>
              </a:rPr>
              <a:t>虽然概念模式最终要利用物理模式来实现，但它向用户屏蔽了复杂的物理层结构。</a:t>
            </a:r>
            <a:r>
              <a:rPr kumimoji="1" lang="zh-CN" altLang="en-US" sz="2200" dirty="0">
                <a:latin typeface="Times New Roman" panose="02020603050405020304" pitchFamily="18" charset="0"/>
              </a:rPr>
              <a:t>程序设计人员和</a:t>
            </a:r>
            <a:r>
              <a:rPr kumimoji="1" lang="en-US" altLang="zh-CN" sz="2200" dirty="0">
                <a:latin typeface="Times New Roman" panose="02020603050405020304" pitchFamily="18" charset="0"/>
              </a:rPr>
              <a:t>DBA</a:t>
            </a:r>
            <a:r>
              <a:rPr kumimoji="1" lang="zh-CN" altLang="en-US" sz="2200" dirty="0">
                <a:latin typeface="Times New Roman" panose="02020603050405020304" pitchFamily="18" charset="0"/>
              </a:rPr>
              <a:t>往往在这个抽象层次上进行工作 </a:t>
            </a:r>
          </a:p>
        </p:txBody>
      </p:sp>
    </p:spTree>
    <p:extLst>
      <p:ext uri="{BB962C8B-B14F-4D97-AF65-F5344CB8AC3E}">
        <p14:creationId xmlns:p14="http://schemas.microsoft.com/office/powerpoint/2010/main" val="41641077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blinds(horizontal)">
                                      <p:cBhvr>
                                        <p:cTn id="7" dur="500"/>
                                        <p:tgtEl>
                                          <p:spTgt spid="30"/>
                                        </p:tgtEl>
                                      </p:cBhvr>
                                    </p:animEffect>
                                  </p:childTnLst>
                                  <p:subTnLst>
                                    <p:set>
                                      <p:cBhvr override="childStyle">
                                        <p:cTn dur="1" fill="hold" display="0" masterRel="nextClick" afterEffect="1"/>
                                        <p:tgtEl>
                                          <p:spTgt spid="3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B6863F49-1634-4F69-8FE7-07E3F35C57D7}"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97283"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97284"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AF9BE98C-B93F-4F97-8728-62326F14AFEB}" type="slidenum">
              <a:rPr lang="en-US" altLang="zh-CN" sz="1400">
                <a:solidFill>
                  <a:schemeClr val="tx1"/>
                </a:solidFill>
                <a:latin typeface="Times New Roman" pitchFamily="18" charset="0"/>
              </a:rPr>
              <a:pPr eaLnBrk="1" hangingPunct="1"/>
              <a:t>62</a:t>
            </a:fld>
            <a:r>
              <a:rPr lang="en-US" altLang="zh-CN" sz="1400">
                <a:solidFill>
                  <a:schemeClr val="tx1"/>
                </a:solidFill>
                <a:latin typeface="Times New Roman" pitchFamily="18" charset="0"/>
              </a:rPr>
              <a:t>/92</a:t>
            </a:r>
          </a:p>
        </p:txBody>
      </p:sp>
      <p:sp>
        <p:nvSpPr>
          <p:cNvPr id="97285" name="Rectangle 2"/>
          <p:cNvSpPr>
            <a:spLocks noGrp="1" noChangeArrowheads="1"/>
          </p:cNvSpPr>
          <p:nvPr>
            <p:ph type="title"/>
          </p:nvPr>
        </p:nvSpPr>
        <p:spPr/>
        <p:txBody>
          <a:bodyPr/>
          <a:lstStyle/>
          <a:p>
            <a:pPr eaLnBrk="1" hangingPunct="1"/>
            <a:r>
              <a:rPr lang="en-US" altLang="zh-CN" dirty="0"/>
              <a:t>1.3 </a:t>
            </a:r>
            <a:r>
              <a:rPr lang="zh-CN" altLang="en-US" dirty="0"/>
              <a:t>数据抽象</a:t>
            </a:r>
            <a:endParaRPr lang="en-US" altLang="zh-CN" dirty="0"/>
          </a:p>
        </p:txBody>
      </p:sp>
      <p:sp>
        <p:nvSpPr>
          <p:cNvPr id="3" name="Rectangle 2">
            <a:extLst>
              <a:ext uri="{FF2B5EF4-FFF2-40B4-BE49-F238E27FC236}">
                <a16:creationId xmlns:a16="http://schemas.microsoft.com/office/drawing/2014/main" id="{8C22E6F2-B0CF-11F4-ADB5-1CE36AFACA55}"/>
              </a:ext>
            </a:extLst>
          </p:cNvPr>
          <p:cNvSpPr txBox="1">
            <a:spLocks noChangeArrowheads="1"/>
          </p:cNvSpPr>
          <p:nvPr/>
        </p:nvSpPr>
        <p:spPr bwMode="auto">
          <a:xfrm>
            <a:off x="1374287" y="879475"/>
            <a:ext cx="7313612"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3200">
                <a:solidFill>
                  <a:schemeClr val="tx2"/>
                </a:solidFill>
                <a:latin typeface="Times New Roman" panose="02020603050405020304" pitchFamily="18" charset="0"/>
                <a:ea typeface="+mj-ea"/>
                <a:cs typeface="Times New Roman" panose="02020603050405020304" pitchFamily="18" charset="0"/>
              </a:defRPr>
            </a:lvl1pPr>
            <a:lvl2pPr algn="l" rtl="0" eaLnBrk="0" fontAlgn="base" hangingPunct="0">
              <a:spcBef>
                <a:spcPct val="0"/>
              </a:spcBef>
              <a:spcAft>
                <a:spcPct val="0"/>
              </a:spcAft>
              <a:defRPr sz="3200">
                <a:solidFill>
                  <a:schemeClr val="tx2"/>
                </a:solidFill>
                <a:latin typeface="Times New Roman" pitchFamily="18" charset="0"/>
                <a:ea typeface="宋体" pitchFamily="2" charset="-122"/>
                <a:cs typeface="Times New Roman" pitchFamily="18" charset="0"/>
              </a:defRPr>
            </a:lvl2pPr>
            <a:lvl3pPr algn="l" rtl="0" eaLnBrk="0" fontAlgn="base" hangingPunct="0">
              <a:spcBef>
                <a:spcPct val="0"/>
              </a:spcBef>
              <a:spcAft>
                <a:spcPct val="0"/>
              </a:spcAft>
              <a:defRPr sz="3200">
                <a:solidFill>
                  <a:schemeClr val="tx2"/>
                </a:solidFill>
                <a:latin typeface="Times New Roman" pitchFamily="18" charset="0"/>
                <a:ea typeface="宋体" pitchFamily="2" charset="-122"/>
                <a:cs typeface="Times New Roman" pitchFamily="18" charset="0"/>
              </a:defRPr>
            </a:lvl3pPr>
            <a:lvl4pPr algn="l" rtl="0" eaLnBrk="0" fontAlgn="base" hangingPunct="0">
              <a:spcBef>
                <a:spcPct val="0"/>
              </a:spcBef>
              <a:spcAft>
                <a:spcPct val="0"/>
              </a:spcAft>
              <a:defRPr sz="3200">
                <a:solidFill>
                  <a:schemeClr val="tx2"/>
                </a:solidFill>
                <a:latin typeface="Times New Roman" pitchFamily="18" charset="0"/>
                <a:ea typeface="宋体" pitchFamily="2" charset="-122"/>
                <a:cs typeface="Times New Roman" pitchFamily="18" charset="0"/>
              </a:defRPr>
            </a:lvl4pPr>
            <a:lvl5pPr algn="l" rtl="0" eaLnBrk="0" fontAlgn="base" hangingPunct="0">
              <a:spcBef>
                <a:spcPct val="0"/>
              </a:spcBef>
              <a:spcAft>
                <a:spcPct val="0"/>
              </a:spcAft>
              <a:defRPr sz="3200">
                <a:solidFill>
                  <a:schemeClr val="tx2"/>
                </a:solidFill>
                <a:latin typeface="Times New Roman" pitchFamily="18" charset="0"/>
                <a:ea typeface="宋体" pitchFamily="2" charset="-122"/>
                <a:cs typeface="Times New Roman" pitchFamily="18" charset="0"/>
              </a:defRPr>
            </a:lvl5pPr>
            <a:lvl6pPr marL="457200" algn="l" rtl="0" fontAlgn="base">
              <a:spcBef>
                <a:spcPct val="0"/>
              </a:spcBef>
              <a:spcAft>
                <a:spcPct val="0"/>
              </a:spcAft>
              <a:defRPr sz="3200">
                <a:solidFill>
                  <a:schemeClr val="tx2"/>
                </a:solidFill>
                <a:latin typeface="Tahoma" pitchFamily="34" charset="0"/>
                <a:ea typeface="宋体" pitchFamily="2" charset="-122"/>
              </a:defRPr>
            </a:lvl6pPr>
            <a:lvl7pPr marL="914400" algn="l" rtl="0" fontAlgn="base">
              <a:spcBef>
                <a:spcPct val="0"/>
              </a:spcBef>
              <a:spcAft>
                <a:spcPct val="0"/>
              </a:spcAft>
              <a:defRPr sz="3200">
                <a:solidFill>
                  <a:schemeClr val="tx2"/>
                </a:solidFill>
                <a:latin typeface="Tahoma" pitchFamily="34" charset="0"/>
                <a:ea typeface="宋体" pitchFamily="2" charset="-122"/>
              </a:defRPr>
            </a:lvl7pPr>
            <a:lvl8pPr marL="1371600" algn="l" rtl="0" fontAlgn="base">
              <a:spcBef>
                <a:spcPct val="0"/>
              </a:spcBef>
              <a:spcAft>
                <a:spcPct val="0"/>
              </a:spcAft>
              <a:defRPr sz="3200">
                <a:solidFill>
                  <a:schemeClr val="tx2"/>
                </a:solidFill>
                <a:latin typeface="Tahoma" pitchFamily="34" charset="0"/>
                <a:ea typeface="宋体" pitchFamily="2" charset="-122"/>
              </a:defRPr>
            </a:lvl8pPr>
            <a:lvl9pPr marL="1828800" algn="l" rtl="0" fontAlgn="base">
              <a:spcBef>
                <a:spcPct val="0"/>
              </a:spcBef>
              <a:spcAft>
                <a:spcPct val="0"/>
              </a:spcAft>
              <a:defRPr sz="3200">
                <a:solidFill>
                  <a:schemeClr val="tx2"/>
                </a:solidFill>
                <a:latin typeface="Tahoma" pitchFamily="34" charset="0"/>
                <a:ea typeface="宋体" pitchFamily="2" charset="-122"/>
              </a:defRPr>
            </a:lvl9pPr>
          </a:lstStyle>
          <a:p>
            <a:pPr eaLnBrk="1" hangingPunct="1">
              <a:buClrTx/>
              <a:buSzTx/>
              <a:buFontTx/>
              <a:buNone/>
            </a:pPr>
            <a:r>
              <a:rPr lang="zh-CN" altLang="en-US" kern="0"/>
              <a:t>数据库系统中的抽象层次 </a:t>
            </a:r>
          </a:p>
        </p:txBody>
      </p:sp>
      <p:sp>
        <p:nvSpPr>
          <p:cNvPr id="4" name="Text Box 3">
            <a:extLst>
              <a:ext uri="{FF2B5EF4-FFF2-40B4-BE49-F238E27FC236}">
                <a16:creationId xmlns:a16="http://schemas.microsoft.com/office/drawing/2014/main" id="{AA8A7E0E-FB59-3C82-DB8B-A50AECF0E846}"/>
              </a:ext>
            </a:extLst>
          </p:cNvPr>
          <p:cNvSpPr txBox="1">
            <a:spLocks noChangeArrowheads="1"/>
          </p:cNvSpPr>
          <p:nvPr/>
        </p:nvSpPr>
        <p:spPr bwMode="auto">
          <a:xfrm>
            <a:off x="1604474" y="3321050"/>
            <a:ext cx="129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kumimoji="1" lang="zh-CN" altLang="en-US" sz="2400">
                <a:latin typeface="Arial" panose="020B0604020202020204" pitchFamily="34" charset="0"/>
              </a:rPr>
              <a:t>用户组</a:t>
            </a:r>
            <a:r>
              <a:rPr kumimoji="1" lang="en-US" altLang="zh-CN" sz="2400">
                <a:latin typeface="Arial" panose="020B0604020202020204" pitchFamily="34" charset="0"/>
              </a:rPr>
              <a:t>1</a:t>
            </a:r>
          </a:p>
        </p:txBody>
      </p:sp>
      <p:sp>
        <p:nvSpPr>
          <p:cNvPr id="5" name="Text Box 4">
            <a:extLst>
              <a:ext uri="{FF2B5EF4-FFF2-40B4-BE49-F238E27FC236}">
                <a16:creationId xmlns:a16="http://schemas.microsoft.com/office/drawing/2014/main" id="{59BEBB28-925D-29AD-E78C-9E0D4C0391CB}"/>
              </a:ext>
            </a:extLst>
          </p:cNvPr>
          <p:cNvSpPr txBox="1">
            <a:spLocks noChangeArrowheads="1"/>
          </p:cNvSpPr>
          <p:nvPr/>
        </p:nvSpPr>
        <p:spPr bwMode="auto">
          <a:xfrm>
            <a:off x="1480649" y="5591175"/>
            <a:ext cx="129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kumimoji="1" lang="zh-CN" altLang="en-US" sz="2400">
                <a:latin typeface="Arial" panose="020B0604020202020204" pitchFamily="34" charset="0"/>
              </a:rPr>
              <a:t>用户组</a:t>
            </a:r>
            <a:r>
              <a:rPr kumimoji="1" lang="en-US" altLang="zh-CN" sz="2400">
                <a:latin typeface="Arial" panose="020B0604020202020204" pitchFamily="34" charset="0"/>
              </a:rPr>
              <a:t>n</a:t>
            </a:r>
          </a:p>
        </p:txBody>
      </p:sp>
      <p:sp>
        <p:nvSpPr>
          <p:cNvPr id="6" name="Text Box 5">
            <a:extLst>
              <a:ext uri="{FF2B5EF4-FFF2-40B4-BE49-F238E27FC236}">
                <a16:creationId xmlns:a16="http://schemas.microsoft.com/office/drawing/2014/main" id="{9ACCD697-283E-F996-9CB3-586E9825BF68}"/>
              </a:ext>
            </a:extLst>
          </p:cNvPr>
          <p:cNvSpPr txBox="1">
            <a:spLocks noChangeArrowheads="1"/>
          </p:cNvSpPr>
          <p:nvPr/>
        </p:nvSpPr>
        <p:spPr bwMode="auto">
          <a:xfrm>
            <a:off x="1552087" y="4151313"/>
            <a:ext cx="129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kumimoji="1" lang="zh-CN" altLang="en-US" sz="2400">
                <a:latin typeface="Arial" panose="020B0604020202020204" pitchFamily="34" charset="0"/>
              </a:rPr>
              <a:t>用户组</a:t>
            </a:r>
            <a:r>
              <a:rPr kumimoji="1" lang="en-US" altLang="zh-CN" sz="2400">
                <a:latin typeface="Arial" panose="020B0604020202020204" pitchFamily="34" charset="0"/>
              </a:rPr>
              <a:t>2</a:t>
            </a:r>
          </a:p>
        </p:txBody>
      </p:sp>
      <p:sp>
        <p:nvSpPr>
          <p:cNvPr id="7" name="Text Box 6">
            <a:extLst>
              <a:ext uri="{FF2B5EF4-FFF2-40B4-BE49-F238E27FC236}">
                <a16:creationId xmlns:a16="http://schemas.microsoft.com/office/drawing/2014/main" id="{C21990E7-6A50-88C5-3E35-8144B9EA0BB0}"/>
              </a:ext>
            </a:extLst>
          </p:cNvPr>
          <p:cNvSpPr txBox="1">
            <a:spLocks noChangeArrowheads="1"/>
          </p:cNvSpPr>
          <p:nvPr/>
        </p:nvSpPr>
        <p:spPr bwMode="auto">
          <a:xfrm>
            <a:off x="1756874" y="476885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kumimoji="1" lang="en-US" altLang="zh-CN" sz="2400">
                <a:latin typeface="Times New Roman" panose="02020603050405020304" pitchFamily="18" charset="0"/>
                <a:cs typeface="Arial" panose="020B0604020202020204" pitchFamily="34" charset="0"/>
              </a:rPr>
              <a:t>……</a:t>
            </a:r>
            <a:endParaRPr kumimoji="1" lang="en-US" altLang="zh-CN" sz="2400">
              <a:latin typeface="Arial" panose="020B0604020202020204" pitchFamily="34" charset="0"/>
            </a:endParaRPr>
          </a:p>
        </p:txBody>
      </p:sp>
      <p:sp>
        <p:nvSpPr>
          <p:cNvPr id="8" name="Text Box 7">
            <a:extLst>
              <a:ext uri="{FF2B5EF4-FFF2-40B4-BE49-F238E27FC236}">
                <a16:creationId xmlns:a16="http://schemas.microsoft.com/office/drawing/2014/main" id="{AE435EEB-358F-B6F7-DB25-CA999E0A4A00}"/>
              </a:ext>
            </a:extLst>
          </p:cNvPr>
          <p:cNvSpPr txBox="1">
            <a:spLocks noChangeArrowheads="1"/>
          </p:cNvSpPr>
          <p:nvPr/>
        </p:nvSpPr>
        <p:spPr bwMode="auto">
          <a:xfrm>
            <a:off x="3357074" y="3321050"/>
            <a:ext cx="1066800" cy="4667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SzTx/>
              <a:buFontTx/>
              <a:buNone/>
            </a:pPr>
            <a:r>
              <a:rPr kumimoji="1" lang="zh-CN" altLang="en-US" sz="2400">
                <a:latin typeface="Arial" panose="020B0604020202020204" pitchFamily="34" charset="0"/>
              </a:rPr>
              <a:t>视图</a:t>
            </a:r>
            <a:r>
              <a:rPr kumimoji="1" lang="en-US" altLang="zh-CN" sz="2400">
                <a:latin typeface="Arial" panose="020B0604020202020204" pitchFamily="34" charset="0"/>
              </a:rPr>
              <a:t>1</a:t>
            </a:r>
          </a:p>
        </p:txBody>
      </p:sp>
      <p:sp>
        <p:nvSpPr>
          <p:cNvPr id="9" name="Text Box 8">
            <a:extLst>
              <a:ext uri="{FF2B5EF4-FFF2-40B4-BE49-F238E27FC236}">
                <a16:creationId xmlns:a16="http://schemas.microsoft.com/office/drawing/2014/main" id="{B2071ADF-4BB5-2E27-D7BC-CB1896485496}"/>
              </a:ext>
            </a:extLst>
          </p:cNvPr>
          <p:cNvSpPr txBox="1">
            <a:spLocks noChangeArrowheads="1"/>
          </p:cNvSpPr>
          <p:nvPr/>
        </p:nvSpPr>
        <p:spPr bwMode="auto">
          <a:xfrm>
            <a:off x="3509474" y="484505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kumimoji="1" lang="en-US" altLang="zh-CN" sz="2400">
                <a:latin typeface="Times New Roman" panose="02020603050405020304" pitchFamily="18" charset="0"/>
                <a:cs typeface="Arial" panose="020B0604020202020204" pitchFamily="34" charset="0"/>
              </a:rPr>
              <a:t>……</a:t>
            </a:r>
            <a:endParaRPr kumimoji="1" lang="en-US" altLang="zh-CN" sz="2400">
              <a:latin typeface="Arial" panose="020B0604020202020204" pitchFamily="34" charset="0"/>
            </a:endParaRPr>
          </a:p>
        </p:txBody>
      </p:sp>
      <p:sp>
        <p:nvSpPr>
          <p:cNvPr id="10" name="Text Box 9">
            <a:extLst>
              <a:ext uri="{FF2B5EF4-FFF2-40B4-BE49-F238E27FC236}">
                <a16:creationId xmlns:a16="http://schemas.microsoft.com/office/drawing/2014/main" id="{7CBDCA7E-B96E-9CE6-9768-EF202F307E23}"/>
              </a:ext>
            </a:extLst>
          </p:cNvPr>
          <p:cNvSpPr txBox="1">
            <a:spLocks noChangeArrowheads="1"/>
          </p:cNvSpPr>
          <p:nvPr/>
        </p:nvSpPr>
        <p:spPr bwMode="auto">
          <a:xfrm>
            <a:off x="5033474" y="4159250"/>
            <a:ext cx="1371600" cy="101441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SzTx/>
              <a:buFontTx/>
              <a:buNone/>
            </a:pPr>
            <a:r>
              <a:rPr kumimoji="1" lang="zh-CN" altLang="en-US" sz="2400">
                <a:latin typeface="Arial" panose="020B0604020202020204" pitchFamily="34" charset="0"/>
              </a:rPr>
              <a:t>概念</a:t>
            </a:r>
          </a:p>
          <a:p>
            <a:pPr algn="ctr" eaLnBrk="1" hangingPunct="1">
              <a:spcBef>
                <a:spcPct val="50000"/>
              </a:spcBef>
              <a:buClrTx/>
              <a:buSzTx/>
              <a:buFontTx/>
              <a:buNone/>
            </a:pPr>
            <a:r>
              <a:rPr kumimoji="1" lang="zh-CN" altLang="en-US" sz="2400">
                <a:latin typeface="Arial" panose="020B0604020202020204" pitchFamily="34" charset="0"/>
              </a:rPr>
              <a:t>数据库</a:t>
            </a:r>
          </a:p>
        </p:txBody>
      </p:sp>
      <p:sp>
        <p:nvSpPr>
          <p:cNvPr id="11" name="AutoShape 10">
            <a:extLst>
              <a:ext uri="{FF2B5EF4-FFF2-40B4-BE49-F238E27FC236}">
                <a16:creationId xmlns:a16="http://schemas.microsoft.com/office/drawing/2014/main" id="{C97C9DF0-FE46-8DD0-35F9-F6665FD27682}"/>
              </a:ext>
            </a:extLst>
          </p:cNvPr>
          <p:cNvSpPr>
            <a:spLocks noChangeArrowheads="1"/>
          </p:cNvSpPr>
          <p:nvPr/>
        </p:nvSpPr>
        <p:spPr bwMode="auto">
          <a:xfrm>
            <a:off x="7167074" y="3930650"/>
            <a:ext cx="1524000" cy="1676400"/>
          </a:xfrm>
          <a:prstGeom prst="flowChartMagneticDisk">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400">
                <a:latin typeface="Arial" panose="020B0604020202020204" pitchFamily="34" charset="0"/>
              </a:rPr>
              <a:t>物理</a:t>
            </a:r>
          </a:p>
          <a:p>
            <a:pPr algn="ctr" eaLnBrk="1" hangingPunct="1">
              <a:spcBef>
                <a:spcPct val="0"/>
              </a:spcBef>
              <a:buClrTx/>
              <a:buSzTx/>
              <a:buFontTx/>
              <a:buNone/>
            </a:pPr>
            <a:r>
              <a:rPr kumimoji="1" lang="zh-CN" altLang="en-US" sz="2400">
                <a:latin typeface="Arial" panose="020B0604020202020204" pitchFamily="34" charset="0"/>
              </a:rPr>
              <a:t>数据库</a:t>
            </a:r>
          </a:p>
        </p:txBody>
      </p:sp>
      <p:sp>
        <p:nvSpPr>
          <p:cNvPr id="12" name="Line 11">
            <a:extLst>
              <a:ext uri="{FF2B5EF4-FFF2-40B4-BE49-F238E27FC236}">
                <a16:creationId xmlns:a16="http://schemas.microsoft.com/office/drawing/2014/main" id="{6B959DF7-634B-212B-3174-D17DDA86227C}"/>
              </a:ext>
            </a:extLst>
          </p:cNvPr>
          <p:cNvSpPr>
            <a:spLocks noChangeShapeType="1"/>
          </p:cNvSpPr>
          <p:nvPr/>
        </p:nvSpPr>
        <p:spPr bwMode="auto">
          <a:xfrm>
            <a:off x="6405074" y="4692650"/>
            <a:ext cx="762000" cy="0"/>
          </a:xfrm>
          <a:prstGeom prst="line">
            <a:avLst/>
          </a:prstGeom>
          <a:noFill/>
          <a:ln w="9525">
            <a:solidFill>
              <a:schemeClr val="tx1"/>
            </a:solidFill>
            <a:round/>
            <a:headEnd type="triangl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 name="Line 12">
            <a:extLst>
              <a:ext uri="{FF2B5EF4-FFF2-40B4-BE49-F238E27FC236}">
                <a16:creationId xmlns:a16="http://schemas.microsoft.com/office/drawing/2014/main" id="{C5C0FA66-523C-F393-788A-4C2E7DBFB07C}"/>
              </a:ext>
            </a:extLst>
          </p:cNvPr>
          <p:cNvSpPr>
            <a:spLocks noChangeShapeType="1"/>
          </p:cNvSpPr>
          <p:nvPr/>
        </p:nvSpPr>
        <p:spPr bwMode="auto">
          <a:xfrm flipV="1">
            <a:off x="4423874" y="4997450"/>
            <a:ext cx="609600" cy="838200"/>
          </a:xfrm>
          <a:prstGeom prst="line">
            <a:avLst/>
          </a:prstGeom>
          <a:noFill/>
          <a:ln w="9525">
            <a:solidFill>
              <a:schemeClr val="tx1"/>
            </a:solidFill>
            <a:round/>
            <a:headEnd type="triangl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 name="Line 13">
            <a:extLst>
              <a:ext uri="{FF2B5EF4-FFF2-40B4-BE49-F238E27FC236}">
                <a16:creationId xmlns:a16="http://schemas.microsoft.com/office/drawing/2014/main" id="{4A732368-2A23-45C5-067B-2394853A94D8}"/>
              </a:ext>
            </a:extLst>
          </p:cNvPr>
          <p:cNvSpPr>
            <a:spLocks noChangeShapeType="1"/>
          </p:cNvSpPr>
          <p:nvPr/>
        </p:nvSpPr>
        <p:spPr bwMode="auto">
          <a:xfrm>
            <a:off x="4423874" y="4464050"/>
            <a:ext cx="609600" cy="228600"/>
          </a:xfrm>
          <a:prstGeom prst="line">
            <a:avLst/>
          </a:prstGeom>
          <a:noFill/>
          <a:ln w="9525">
            <a:solidFill>
              <a:schemeClr val="tx1"/>
            </a:solidFill>
            <a:round/>
            <a:headEnd type="triangl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 name="Line 14">
            <a:extLst>
              <a:ext uri="{FF2B5EF4-FFF2-40B4-BE49-F238E27FC236}">
                <a16:creationId xmlns:a16="http://schemas.microsoft.com/office/drawing/2014/main" id="{882B0965-C17B-A35F-2C9F-265479827B4B}"/>
              </a:ext>
            </a:extLst>
          </p:cNvPr>
          <p:cNvSpPr>
            <a:spLocks noChangeShapeType="1"/>
          </p:cNvSpPr>
          <p:nvPr/>
        </p:nvSpPr>
        <p:spPr bwMode="auto">
          <a:xfrm>
            <a:off x="4423874" y="3702050"/>
            <a:ext cx="609600" cy="685800"/>
          </a:xfrm>
          <a:prstGeom prst="line">
            <a:avLst/>
          </a:prstGeom>
          <a:noFill/>
          <a:ln w="9525">
            <a:solidFill>
              <a:schemeClr val="tx1"/>
            </a:solidFill>
            <a:round/>
            <a:headEnd type="triangl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 name="Text Box 15">
            <a:extLst>
              <a:ext uri="{FF2B5EF4-FFF2-40B4-BE49-F238E27FC236}">
                <a16:creationId xmlns:a16="http://schemas.microsoft.com/office/drawing/2014/main" id="{828D8C35-85AB-B1D4-9ED4-46906C7AE01B}"/>
              </a:ext>
            </a:extLst>
          </p:cNvPr>
          <p:cNvSpPr txBox="1">
            <a:spLocks noChangeArrowheads="1"/>
          </p:cNvSpPr>
          <p:nvPr/>
        </p:nvSpPr>
        <p:spPr bwMode="auto">
          <a:xfrm>
            <a:off x="3357074" y="5607050"/>
            <a:ext cx="1066800" cy="4667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SzTx/>
              <a:buFontTx/>
              <a:buNone/>
            </a:pPr>
            <a:r>
              <a:rPr kumimoji="1" lang="zh-CN" altLang="en-US" sz="2400">
                <a:latin typeface="Arial" panose="020B0604020202020204" pitchFamily="34" charset="0"/>
              </a:rPr>
              <a:t>视图</a:t>
            </a:r>
            <a:r>
              <a:rPr kumimoji="1" lang="en-US" altLang="zh-CN" sz="2400">
                <a:latin typeface="Arial" panose="020B0604020202020204" pitchFamily="34" charset="0"/>
              </a:rPr>
              <a:t>n</a:t>
            </a:r>
          </a:p>
        </p:txBody>
      </p:sp>
      <p:sp>
        <p:nvSpPr>
          <p:cNvPr id="17" name="Text Box 16">
            <a:extLst>
              <a:ext uri="{FF2B5EF4-FFF2-40B4-BE49-F238E27FC236}">
                <a16:creationId xmlns:a16="http://schemas.microsoft.com/office/drawing/2014/main" id="{A61A61F5-2C89-7632-17ED-0684B6545B51}"/>
              </a:ext>
            </a:extLst>
          </p:cNvPr>
          <p:cNvSpPr txBox="1">
            <a:spLocks noChangeArrowheads="1"/>
          </p:cNvSpPr>
          <p:nvPr/>
        </p:nvSpPr>
        <p:spPr bwMode="auto">
          <a:xfrm>
            <a:off x="3357074" y="4235450"/>
            <a:ext cx="1066800" cy="4667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SzTx/>
              <a:buFontTx/>
              <a:buNone/>
            </a:pPr>
            <a:r>
              <a:rPr kumimoji="1" lang="zh-CN" altLang="en-US" sz="2400">
                <a:latin typeface="Arial" panose="020B0604020202020204" pitchFamily="34" charset="0"/>
              </a:rPr>
              <a:t>视图</a:t>
            </a:r>
            <a:r>
              <a:rPr kumimoji="1" lang="en-US" altLang="zh-CN" sz="2400">
                <a:latin typeface="Arial" panose="020B0604020202020204" pitchFamily="34" charset="0"/>
              </a:rPr>
              <a:t>2</a:t>
            </a:r>
          </a:p>
        </p:txBody>
      </p:sp>
      <p:sp>
        <p:nvSpPr>
          <p:cNvPr id="18" name="Line 17">
            <a:extLst>
              <a:ext uri="{FF2B5EF4-FFF2-40B4-BE49-F238E27FC236}">
                <a16:creationId xmlns:a16="http://schemas.microsoft.com/office/drawing/2014/main" id="{401A4FFF-E5FF-90E3-8307-B2B21335123C}"/>
              </a:ext>
            </a:extLst>
          </p:cNvPr>
          <p:cNvSpPr>
            <a:spLocks noChangeShapeType="1"/>
          </p:cNvSpPr>
          <p:nvPr/>
        </p:nvSpPr>
        <p:spPr bwMode="auto">
          <a:xfrm>
            <a:off x="3063387" y="2566988"/>
            <a:ext cx="0" cy="39624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 name="Line 18">
            <a:extLst>
              <a:ext uri="{FF2B5EF4-FFF2-40B4-BE49-F238E27FC236}">
                <a16:creationId xmlns:a16="http://schemas.microsoft.com/office/drawing/2014/main" id="{71F3B1CD-FB4E-7147-3565-70CF2A667C70}"/>
              </a:ext>
            </a:extLst>
          </p:cNvPr>
          <p:cNvSpPr>
            <a:spLocks noChangeShapeType="1"/>
          </p:cNvSpPr>
          <p:nvPr/>
        </p:nvSpPr>
        <p:spPr bwMode="auto">
          <a:xfrm>
            <a:off x="6786074" y="2635250"/>
            <a:ext cx="0" cy="39624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 name="Line 19">
            <a:extLst>
              <a:ext uri="{FF2B5EF4-FFF2-40B4-BE49-F238E27FC236}">
                <a16:creationId xmlns:a16="http://schemas.microsoft.com/office/drawing/2014/main" id="{2054F5BD-6AF4-1FB1-44B6-85A8A439F186}"/>
              </a:ext>
            </a:extLst>
          </p:cNvPr>
          <p:cNvSpPr>
            <a:spLocks noChangeShapeType="1"/>
          </p:cNvSpPr>
          <p:nvPr/>
        </p:nvSpPr>
        <p:spPr bwMode="auto">
          <a:xfrm>
            <a:off x="4804874" y="2559050"/>
            <a:ext cx="0" cy="39624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 name="Text Box 20">
            <a:extLst>
              <a:ext uri="{FF2B5EF4-FFF2-40B4-BE49-F238E27FC236}">
                <a16:creationId xmlns:a16="http://schemas.microsoft.com/office/drawing/2014/main" id="{DDFDD604-4D78-DF09-5E4B-C048097A781C}"/>
              </a:ext>
            </a:extLst>
          </p:cNvPr>
          <p:cNvSpPr txBox="1">
            <a:spLocks noChangeArrowheads="1"/>
          </p:cNvSpPr>
          <p:nvPr/>
        </p:nvSpPr>
        <p:spPr bwMode="auto">
          <a:xfrm>
            <a:off x="3433274" y="2482850"/>
            <a:ext cx="114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kumimoji="1" lang="zh-CN" altLang="en-US" sz="2400">
                <a:latin typeface="Arial" panose="020B0604020202020204" pitchFamily="34" charset="0"/>
              </a:rPr>
              <a:t>视图层</a:t>
            </a:r>
          </a:p>
        </p:txBody>
      </p:sp>
      <p:sp>
        <p:nvSpPr>
          <p:cNvPr id="22" name="Line 21">
            <a:extLst>
              <a:ext uri="{FF2B5EF4-FFF2-40B4-BE49-F238E27FC236}">
                <a16:creationId xmlns:a16="http://schemas.microsoft.com/office/drawing/2014/main" id="{FDA29E9C-1467-869C-0A74-0C1D475CF5E5}"/>
              </a:ext>
            </a:extLst>
          </p:cNvPr>
          <p:cNvSpPr>
            <a:spLocks noChangeShapeType="1"/>
          </p:cNvSpPr>
          <p:nvPr/>
        </p:nvSpPr>
        <p:spPr bwMode="auto">
          <a:xfrm>
            <a:off x="8843474" y="2635250"/>
            <a:ext cx="0" cy="39624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 name="Line 22">
            <a:extLst>
              <a:ext uri="{FF2B5EF4-FFF2-40B4-BE49-F238E27FC236}">
                <a16:creationId xmlns:a16="http://schemas.microsoft.com/office/drawing/2014/main" id="{E7FD0F81-6EBC-0C33-03BD-A2B843FA1FB1}"/>
              </a:ext>
            </a:extLst>
          </p:cNvPr>
          <p:cNvSpPr>
            <a:spLocks noChangeShapeType="1"/>
          </p:cNvSpPr>
          <p:nvPr/>
        </p:nvSpPr>
        <p:spPr bwMode="auto">
          <a:xfrm>
            <a:off x="3052274" y="2711450"/>
            <a:ext cx="381000"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4" name="Line 23">
            <a:extLst>
              <a:ext uri="{FF2B5EF4-FFF2-40B4-BE49-F238E27FC236}">
                <a16:creationId xmlns:a16="http://schemas.microsoft.com/office/drawing/2014/main" id="{A40ADF5D-A3D9-D192-6DA6-99BFD0F46D0F}"/>
              </a:ext>
            </a:extLst>
          </p:cNvPr>
          <p:cNvSpPr>
            <a:spLocks noChangeShapeType="1"/>
          </p:cNvSpPr>
          <p:nvPr/>
        </p:nvSpPr>
        <p:spPr bwMode="auto">
          <a:xfrm>
            <a:off x="6328874" y="2711450"/>
            <a:ext cx="914400" cy="0"/>
          </a:xfrm>
          <a:prstGeom prst="line">
            <a:avLst/>
          </a:prstGeom>
          <a:noFill/>
          <a:ln w="9525">
            <a:solidFill>
              <a:schemeClr val="tx1"/>
            </a:solidFill>
            <a:round/>
            <a:headEnd type="triangl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5" name="Line 24">
            <a:extLst>
              <a:ext uri="{FF2B5EF4-FFF2-40B4-BE49-F238E27FC236}">
                <a16:creationId xmlns:a16="http://schemas.microsoft.com/office/drawing/2014/main" id="{C7D74354-6C1E-B3F8-95E3-9A7046292EA6}"/>
              </a:ext>
            </a:extLst>
          </p:cNvPr>
          <p:cNvSpPr>
            <a:spLocks noChangeShapeType="1"/>
          </p:cNvSpPr>
          <p:nvPr/>
        </p:nvSpPr>
        <p:spPr bwMode="auto">
          <a:xfrm>
            <a:off x="4500074" y="2711450"/>
            <a:ext cx="762000" cy="0"/>
          </a:xfrm>
          <a:prstGeom prst="line">
            <a:avLst/>
          </a:prstGeom>
          <a:noFill/>
          <a:ln w="9525">
            <a:solidFill>
              <a:schemeClr val="tx1"/>
            </a:solidFill>
            <a:round/>
            <a:headEnd type="triangl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6" name="Text Box 25">
            <a:extLst>
              <a:ext uri="{FF2B5EF4-FFF2-40B4-BE49-F238E27FC236}">
                <a16:creationId xmlns:a16="http://schemas.microsoft.com/office/drawing/2014/main" id="{5C413AA8-94C8-F145-04DB-9A049C271C63}"/>
              </a:ext>
            </a:extLst>
          </p:cNvPr>
          <p:cNvSpPr txBox="1">
            <a:spLocks noChangeArrowheads="1"/>
          </p:cNvSpPr>
          <p:nvPr/>
        </p:nvSpPr>
        <p:spPr bwMode="auto">
          <a:xfrm>
            <a:off x="7243274" y="2482850"/>
            <a:ext cx="114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kumimoji="1" lang="zh-CN" altLang="en-US" sz="2400">
                <a:latin typeface="Arial" panose="020B0604020202020204" pitchFamily="34" charset="0"/>
              </a:rPr>
              <a:t>物理层</a:t>
            </a:r>
          </a:p>
        </p:txBody>
      </p:sp>
      <p:sp>
        <p:nvSpPr>
          <p:cNvPr id="27" name="Text Box 26">
            <a:extLst>
              <a:ext uri="{FF2B5EF4-FFF2-40B4-BE49-F238E27FC236}">
                <a16:creationId xmlns:a16="http://schemas.microsoft.com/office/drawing/2014/main" id="{A5FD9E37-F3D7-8C96-465F-506237FC2311}"/>
              </a:ext>
            </a:extLst>
          </p:cNvPr>
          <p:cNvSpPr txBox="1">
            <a:spLocks noChangeArrowheads="1"/>
          </p:cNvSpPr>
          <p:nvPr/>
        </p:nvSpPr>
        <p:spPr bwMode="auto">
          <a:xfrm>
            <a:off x="5262074" y="2482850"/>
            <a:ext cx="114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kumimoji="1" lang="zh-CN" altLang="en-US" sz="2400">
                <a:latin typeface="Arial" panose="020B0604020202020204" pitchFamily="34" charset="0"/>
              </a:rPr>
              <a:t>逻辑层</a:t>
            </a:r>
          </a:p>
        </p:txBody>
      </p:sp>
      <p:sp>
        <p:nvSpPr>
          <p:cNvPr id="28" name="Line 27">
            <a:extLst>
              <a:ext uri="{FF2B5EF4-FFF2-40B4-BE49-F238E27FC236}">
                <a16:creationId xmlns:a16="http://schemas.microsoft.com/office/drawing/2014/main" id="{73C9745B-6286-99F5-706B-328FC22C9356}"/>
              </a:ext>
            </a:extLst>
          </p:cNvPr>
          <p:cNvSpPr>
            <a:spLocks noChangeShapeType="1"/>
          </p:cNvSpPr>
          <p:nvPr/>
        </p:nvSpPr>
        <p:spPr bwMode="auto">
          <a:xfrm flipH="1" flipV="1">
            <a:off x="8233874" y="2711450"/>
            <a:ext cx="609600"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1" name="AutoShape 30">
            <a:extLst>
              <a:ext uri="{FF2B5EF4-FFF2-40B4-BE49-F238E27FC236}">
                <a16:creationId xmlns:a16="http://schemas.microsoft.com/office/drawing/2014/main" id="{ED1F2435-DE11-F753-BE17-13E3EC79DE33}"/>
              </a:ext>
            </a:extLst>
          </p:cNvPr>
          <p:cNvSpPr>
            <a:spLocks noChangeArrowheads="1"/>
          </p:cNvSpPr>
          <p:nvPr/>
        </p:nvSpPr>
        <p:spPr bwMode="auto">
          <a:xfrm>
            <a:off x="1118211" y="692151"/>
            <a:ext cx="7315200" cy="2292350"/>
          </a:xfrm>
          <a:prstGeom prst="wedgeRoundRectCallout">
            <a:avLst>
              <a:gd name="adj1" fmla="val -10870"/>
              <a:gd name="adj2" fmla="val 65032"/>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Char char="•"/>
            </a:pPr>
            <a:r>
              <a:rPr kumimoji="1" lang="zh-CN" altLang="en-US" sz="2200" dirty="0">
                <a:latin typeface="Times New Roman" panose="02020603050405020304" pitchFamily="18" charset="0"/>
              </a:rPr>
              <a:t>视图层抽象使用户与数据库系统的交互更为简单</a:t>
            </a:r>
            <a:endParaRPr kumimoji="1" lang="zh-CN" altLang="en-US" sz="2200" dirty="0">
              <a:latin typeface="Arial" panose="020B0604020202020204" pitchFamily="34" charset="0"/>
            </a:endParaRPr>
          </a:p>
          <a:p>
            <a:pPr eaLnBrk="1" hangingPunct="1">
              <a:spcBef>
                <a:spcPct val="0"/>
              </a:spcBef>
              <a:buClrTx/>
              <a:buSzTx/>
              <a:buFontTx/>
              <a:buChar char="•"/>
            </a:pPr>
            <a:r>
              <a:rPr kumimoji="1" lang="zh-CN" altLang="en-US" sz="2200" dirty="0">
                <a:latin typeface="Times New Roman" panose="02020603050405020304" pitchFamily="18" charset="0"/>
              </a:rPr>
              <a:t>视图可以被看成是概念数据库的一部分，但它也往往可以是概念数据库一部分的抽象。视图所涉及到的数据可以来源于概念数据库，但在数据库中实际又并不存在。从这个意义上说，视图比概念数据库的抽象层次更高</a:t>
            </a:r>
          </a:p>
          <a:p>
            <a:pPr eaLnBrk="1" hangingPunct="1">
              <a:spcBef>
                <a:spcPct val="0"/>
              </a:spcBef>
              <a:buClrTx/>
              <a:buSzTx/>
              <a:buFontTx/>
              <a:buChar char="•"/>
            </a:pPr>
            <a:r>
              <a:rPr kumimoji="1" lang="zh-CN" altLang="en-US" sz="2200" dirty="0">
                <a:latin typeface="Times New Roman" panose="02020603050405020304" pitchFamily="18" charset="0"/>
              </a:rPr>
              <a:t>视图还是一种增强数据库系统安全性的手段 </a:t>
            </a:r>
          </a:p>
        </p:txBody>
      </p:sp>
    </p:spTree>
    <p:extLst>
      <p:ext uri="{BB962C8B-B14F-4D97-AF65-F5344CB8AC3E}">
        <p14:creationId xmlns:p14="http://schemas.microsoft.com/office/powerpoint/2010/main" val="6044330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blinds(horizontal)">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AA9A23AB-B8AF-4DE1-AE0B-56386ACC55A2}"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13667"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13668"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004AD2B4-B3E6-4697-82D2-844CF73326D4}" type="slidenum">
              <a:rPr lang="en-US" altLang="zh-CN" sz="1400">
                <a:solidFill>
                  <a:schemeClr val="tx1"/>
                </a:solidFill>
                <a:latin typeface="Times New Roman" pitchFamily="18" charset="0"/>
              </a:rPr>
              <a:pPr eaLnBrk="1" hangingPunct="1"/>
              <a:t>63</a:t>
            </a:fld>
            <a:r>
              <a:rPr lang="en-US" altLang="zh-CN" sz="1400">
                <a:solidFill>
                  <a:schemeClr val="tx1"/>
                </a:solidFill>
                <a:latin typeface="Times New Roman" pitchFamily="18" charset="0"/>
              </a:rPr>
              <a:t>/92</a:t>
            </a:r>
          </a:p>
        </p:txBody>
      </p:sp>
      <p:sp>
        <p:nvSpPr>
          <p:cNvPr id="113669" name="Rectangle 2"/>
          <p:cNvSpPr>
            <a:spLocks noGrp="1" noChangeArrowheads="1"/>
          </p:cNvSpPr>
          <p:nvPr>
            <p:ph type="title"/>
          </p:nvPr>
        </p:nvSpPr>
        <p:spPr/>
        <p:txBody>
          <a:bodyPr/>
          <a:lstStyle/>
          <a:p>
            <a:pPr eaLnBrk="1" hangingPunct="1"/>
            <a:r>
              <a:rPr lang="zh-CN" altLang="en-US"/>
              <a:t>本章目录</a:t>
            </a:r>
          </a:p>
        </p:txBody>
      </p:sp>
      <p:sp>
        <p:nvSpPr>
          <p:cNvPr id="113670" name="Rectangle 3"/>
          <p:cNvSpPr>
            <a:spLocks noGrp="1" noChangeArrowheads="1"/>
          </p:cNvSpPr>
          <p:nvPr>
            <p:ph type="body" idx="1"/>
          </p:nvPr>
        </p:nvSpPr>
        <p:spPr>
          <a:xfrm>
            <a:off x="1371600" y="1600200"/>
            <a:ext cx="7278688" cy="4532313"/>
          </a:xfrm>
        </p:spPr>
        <p:txBody>
          <a:bodyPr/>
          <a:lstStyle/>
          <a:p>
            <a:pPr eaLnBrk="1" hangingPunct="1"/>
            <a:r>
              <a:rPr lang="en-US" altLang="zh-CN" dirty="0">
                <a:solidFill>
                  <a:schemeClr val="tx1"/>
                </a:solidFill>
              </a:rPr>
              <a:t>1.0 </a:t>
            </a:r>
            <a:r>
              <a:rPr lang="zh-CN" altLang="en-US" dirty="0">
                <a:solidFill>
                  <a:schemeClr val="tx1"/>
                </a:solidFill>
              </a:rPr>
              <a:t>背景知识</a:t>
            </a:r>
          </a:p>
          <a:p>
            <a:pPr eaLnBrk="1" hangingPunct="1"/>
            <a:r>
              <a:rPr lang="en-US" altLang="zh-CN" dirty="0">
                <a:solidFill>
                  <a:schemeClr val="tx1"/>
                </a:solidFill>
              </a:rPr>
              <a:t>1.1 </a:t>
            </a:r>
            <a:r>
              <a:rPr lang="zh-CN" altLang="en-US" dirty="0">
                <a:solidFill>
                  <a:schemeClr val="tx1"/>
                </a:solidFill>
              </a:rPr>
              <a:t>数据库系统概述</a:t>
            </a:r>
          </a:p>
          <a:p>
            <a:pPr eaLnBrk="1" hangingPunct="1"/>
            <a:r>
              <a:rPr lang="en-US" altLang="zh-CN" dirty="0">
                <a:solidFill>
                  <a:schemeClr val="tx1"/>
                </a:solidFill>
              </a:rPr>
              <a:t>1.2 </a:t>
            </a:r>
            <a:r>
              <a:rPr lang="zh-CN" altLang="en-US" dirty="0">
                <a:solidFill>
                  <a:schemeClr val="tx1"/>
                </a:solidFill>
              </a:rPr>
              <a:t>数据模型</a:t>
            </a:r>
          </a:p>
          <a:p>
            <a:pPr eaLnBrk="1" hangingPunct="1"/>
            <a:r>
              <a:rPr lang="en-US" altLang="zh-CN" dirty="0">
                <a:solidFill>
                  <a:schemeClr val="tx1"/>
                </a:solidFill>
              </a:rPr>
              <a:t>1.3 </a:t>
            </a:r>
            <a:r>
              <a:rPr lang="zh-CN" altLang="en-US" dirty="0">
                <a:solidFill>
                  <a:schemeClr val="tx1"/>
                </a:solidFill>
              </a:rPr>
              <a:t>数据抽象及数据库系统结构</a:t>
            </a:r>
          </a:p>
          <a:p>
            <a:pPr eaLnBrk="1" hangingPunct="1"/>
            <a:r>
              <a:rPr lang="en-US" altLang="zh-CN" dirty="0">
                <a:solidFill>
                  <a:schemeClr val="tx1"/>
                </a:solidFill>
              </a:rPr>
              <a:t>1.4 </a:t>
            </a:r>
            <a:r>
              <a:rPr lang="zh-CN" altLang="en-US" dirty="0">
                <a:solidFill>
                  <a:schemeClr val="tx1"/>
                </a:solidFill>
              </a:rPr>
              <a:t>数据库语言</a:t>
            </a:r>
            <a:endParaRPr lang="en-US" altLang="zh-CN" dirty="0">
              <a:solidFill>
                <a:schemeClr val="tx1"/>
              </a:solidFill>
            </a:endParaRPr>
          </a:p>
          <a:p>
            <a:pPr eaLnBrk="1" hangingPunct="1"/>
            <a:r>
              <a:rPr lang="en-US" altLang="zh-CN" dirty="0">
                <a:solidFill>
                  <a:schemeClr val="tx1"/>
                </a:solidFill>
              </a:rPr>
              <a:t>1.5 </a:t>
            </a:r>
            <a:r>
              <a:rPr lang="zh-CN" altLang="en-US" dirty="0">
                <a:solidFill>
                  <a:schemeClr val="tx1"/>
                </a:solidFill>
              </a:rPr>
              <a:t>数据库引擎</a:t>
            </a:r>
          </a:p>
          <a:p>
            <a:pPr eaLnBrk="1" hangingPunct="1"/>
            <a:r>
              <a:rPr lang="en-US" altLang="zh-CN" dirty="0">
                <a:solidFill>
                  <a:schemeClr val="tx1"/>
                </a:solidFill>
              </a:rPr>
              <a:t>1.6 </a:t>
            </a:r>
            <a:r>
              <a:rPr lang="zh-CN" altLang="en-US" dirty="0">
                <a:solidFill>
                  <a:schemeClr val="tx1"/>
                </a:solidFill>
              </a:rPr>
              <a:t>数据库用户和管理员</a:t>
            </a:r>
          </a:p>
        </p:txBody>
      </p:sp>
      <p:sp>
        <p:nvSpPr>
          <p:cNvPr id="294916" name="AutoShape 4"/>
          <p:cNvSpPr>
            <a:spLocks noChangeArrowheads="1"/>
          </p:cNvSpPr>
          <p:nvPr/>
        </p:nvSpPr>
        <p:spPr bwMode="auto">
          <a:xfrm>
            <a:off x="838200" y="4038600"/>
            <a:ext cx="457200" cy="457200"/>
          </a:xfrm>
          <a:prstGeom prst="rightArrow">
            <a:avLst>
              <a:gd name="adj1" fmla="val 38889"/>
              <a:gd name="adj2" fmla="val 44792"/>
            </a:avLst>
          </a:prstGeom>
          <a:solidFill>
            <a:srgbClr val="FFCC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294916"/>
                                        </p:tgtEl>
                                        <p:attrNameLst>
                                          <p:attrName>style.visibility</p:attrName>
                                        </p:attrNameLst>
                                      </p:cBhvr>
                                      <p:to>
                                        <p:strVal val="visible"/>
                                      </p:to>
                                    </p:set>
                                    <p:anim calcmode="lin" valueType="num">
                                      <p:cBhvr additive="base">
                                        <p:cTn id="7" dur="500" fill="hold"/>
                                        <p:tgtEl>
                                          <p:spTgt spid="294916"/>
                                        </p:tgtEl>
                                        <p:attrNameLst>
                                          <p:attrName>ppt_x</p:attrName>
                                        </p:attrNameLst>
                                      </p:cBhvr>
                                      <p:tavLst>
                                        <p:tav tm="0">
                                          <p:val>
                                            <p:strVal val="0-#ppt_w/2"/>
                                          </p:val>
                                        </p:tav>
                                        <p:tav tm="100000">
                                          <p:val>
                                            <p:strVal val="#ppt_x"/>
                                          </p:val>
                                        </p:tav>
                                      </p:tavLst>
                                    </p:anim>
                                    <p:anim calcmode="lin" valueType="num">
                                      <p:cBhvr additive="base">
                                        <p:cTn id="8" dur="500" fill="hold"/>
                                        <p:tgtEl>
                                          <p:spTgt spid="2949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4916"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697AC0FD-190D-473D-A059-D003465E8F28}"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14691"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14692"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5CA75515-450F-4216-87DB-463660D82225}" type="slidenum">
              <a:rPr lang="en-US" altLang="zh-CN" sz="1400">
                <a:solidFill>
                  <a:schemeClr val="tx1"/>
                </a:solidFill>
                <a:latin typeface="Times New Roman" pitchFamily="18" charset="0"/>
              </a:rPr>
              <a:pPr eaLnBrk="1" hangingPunct="1"/>
              <a:t>64</a:t>
            </a:fld>
            <a:r>
              <a:rPr lang="en-US" altLang="zh-CN" sz="1400">
                <a:solidFill>
                  <a:schemeClr val="tx1"/>
                </a:solidFill>
                <a:latin typeface="Times New Roman" pitchFamily="18" charset="0"/>
              </a:rPr>
              <a:t>/92</a:t>
            </a:r>
          </a:p>
        </p:txBody>
      </p:sp>
      <p:sp>
        <p:nvSpPr>
          <p:cNvPr id="114693" name="Rectangle 2"/>
          <p:cNvSpPr>
            <a:spLocks noGrp="1" noChangeArrowheads="1"/>
          </p:cNvSpPr>
          <p:nvPr>
            <p:ph type="title"/>
          </p:nvPr>
        </p:nvSpPr>
        <p:spPr/>
        <p:txBody>
          <a:bodyPr/>
          <a:lstStyle/>
          <a:p>
            <a:pPr eaLnBrk="1" hangingPunct="1"/>
            <a:r>
              <a:rPr lang="en-US" altLang="zh-CN" dirty="0"/>
              <a:t>1.4 </a:t>
            </a:r>
            <a:r>
              <a:rPr lang="zh-CN" altLang="en-US" dirty="0"/>
              <a:t>数据库语言</a:t>
            </a:r>
            <a:endParaRPr lang="en-US" altLang="zh-CN" dirty="0"/>
          </a:p>
        </p:txBody>
      </p:sp>
      <p:sp>
        <p:nvSpPr>
          <p:cNvPr id="114694" name="Rectangle 3"/>
          <p:cNvSpPr>
            <a:spLocks noGrp="1" noChangeArrowheads="1"/>
          </p:cNvSpPr>
          <p:nvPr>
            <p:ph type="body" idx="1"/>
          </p:nvPr>
        </p:nvSpPr>
        <p:spPr>
          <a:xfrm>
            <a:off x="609600" y="1447800"/>
            <a:ext cx="8345488" cy="5105400"/>
          </a:xfrm>
        </p:spPr>
        <p:txBody>
          <a:bodyPr/>
          <a:lstStyle/>
          <a:p>
            <a:pPr eaLnBrk="1" hangingPunct="1">
              <a:lnSpc>
                <a:spcPct val="90000"/>
              </a:lnSpc>
            </a:pPr>
            <a:r>
              <a:rPr lang="zh-CN" altLang="en-US" dirty="0">
                <a:solidFill>
                  <a:schemeClr val="tx1"/>
                </a:solidFill>
              </a:rPr>
              <a:t>数据库语言</a:t>
            </a:r>
          </a:p>
          <a:p>
            <a:pPr lvl="1" eaLnBrk="1" hangingPunct="1">
              <a:lnSpc>
                <a:spcPct val="90000"/>
              </a:lnSpc>
            </a:pPr>
            <a:r>
              <a:rPr lang="zh-CN" altLang="en-US" dirty="0"/>
              <a:t>数据</a:t>
            </a:r>
            <a:r>
              <a:rPr lang="zh-CN" altLang="en-US" dirty="0">
                <a:solidFill>
                  <a:srgbClr val="0000FF"/>
                </a:solidFill>
              </a:rPr>
              <a:t>定义</a:t>
            </a:r>
            <a:r>
              <a:rPr lang="zh-CN" altLang="en-US" dirty="0"/>
              <a:t>语言</a:t>
            </a:r>
          </a:p>
          <a:p>
            <a:pPr lvl="1" eaLnBrk="1" hangingPunct="1">
              <a:lnSpc>
                <a:spcPct val="90000"/>
              </a:lnSpc>
            </a:pPr>
            <a:r>
              <a:rPr lang="zh-CN" altLang="en-US" dirty="0"/>
              <a:t>数据</a:t>
            </a:r>
            <a:r>
              <a:rPr lang="zh-CN" altLang="en-US" dirty="0">
                <a:solidFill>
                  <a:srgbClr val="0000FF"/>
                </a:solidFill>
              </a:rPr>
              <a:t>操纵</a:t>
            </a:r>
            <a:r>
              <a:rPr lang="zh-CN" altLang="en-US" dirty="0"/>
              <a:t>语言</a:t>
            </a:r>
          </a:p>
          <a:p>
            <a:pPr lvl="1" eaLnBrk="1" hangingPunct="1">
              <a:lnSpc>
                <a:spcPct val="90000"/>
              </a:lnSpc>
            </a:pPr>
            <a:r>
              <a:rPr lang="zh-CN" altLang="en-US" dirty="0"/>
              <a:t>嵌入式数据库语言</a:t>
            </a:r>
          </a:p>
        </p:txBody>
      </p:sp>
    </p:spTree>
    <p:extLst>
      <p:ext uri="{BB962C8B-B14F-4D97-AF65-F5344CB8AC3E}">
        <p14:creationId xmlns:p14="http://schemas.microsoft.com/office/powerpoint/2010/main" val="1691886161"/>
      </p:ext>
    </p:extLst>
  </p:cSld>
  <p:clrMapOvr>
    <a:masterClrMapping/>
  </p:clrMapOvr>
  <p:transition>
    <p:fade/>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697AC0FD-190D-473D-A059-D003465E8F28}"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14691"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14692"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5CA75515-450F-4216-87DB-463660D82225}" type="slidenum">
              <a:rPr lang="en-US" altLang="zh-CN" sz="1400">
                <a:solidFill>
                  <a:schemeClr val="tx1"/>
                </a:solidFill>
                <a:latin typeface="Times New Roman" pitchFamily="18" charset="0"/>
              </a:rPr>
              <a:pPr eaLnBrk="1" hangingPunct="1"/>
              <a:t>65</a:t>
            </a:fld>
            <a:r>
              <a:rPr lang="en-US" altLang="zh-CN" sz="1400">
                <a:solidFill>
                  <a:schemeClr val="tx1"/>
                </a:solidFill>
                <a:latin typeface="Times New Roman" pitchFamily="18" charset="0"/>
              </a:rPr>
              <a:t>/92</a:t>
            </a:r>
          </a:p>
        </p:txBody>
      </p:sp>
      <p:sp>
        <p:nvSpPr>
          <p:cNvPr id="114693" name="Rectangle 2"/>
          <p:cNvSpPr>
            <a:spLocks noGrp="1" noChangeArrowheads="1"/>
          </p:cNvSpPr>
          <p:nvPr>
            <p:ph type="title"/>
          </p:nvPr>
        </p:nvSpPr>
        <p:spPr/>
        <p:txBody>
          <a:bodyPr/>
          <a:lstStyle/>
          <a:p>
            <a:pPr eaLnBrk="1" hangingPunct="1"/>
            <a:r>
              <a:rPr lang="en-US" altLang="zh-CN" dirty="0"/>
              <a:t>1.4 </a:t>
            </a:r>
            <a:r>
              <a:rPr lang="zh-CN" altLang="en-US" dirty="0"/>
              <a:t>数据库语言</a:t>
            </a:r>
            <a:endParaRPr lang="en-US" altLang="zh-CN" dirty="0"/>
          </a:p>
        </p:txBody>
      </p:sp>
      <p:sp>
        <p:nvSpPr>
          <p:cNvPr id="114694" name="Rectangle 3"/>
          <p:cNvSpPr>
            <a:spLocks noGrp="1" noChangeArrowheads="1"/>
          </p:cNvSpPr>
          <p:nvPr>
            <p:ph type="body" idx="1"/>
          </p:nvPr>
        </p:nvSpPr>
        <p:spPr>
          <a:xfrm>
            <a:off x="609600" y="1447800"/>
            <a:ext cx="8458200" cy="5105400"/>
          </a:xfrm>
        </p:spPr>
        <p:txBody>
          <a:bodyPr/>
          <a:lstStyle/>
          <a:p>
            <a:pPr eaLnBrk="1" hangingPunct="1">
              <a:lnSpc>
                <a:spcPct val="90000"/>
              </a:lnSpc>
            </a:pPr>
            <a:r>
              <a:rPr lang="zh-CN" altLang="en-US" sz="3000" dirty="0">
                <a:solidFill>
                  <a:schemeClr val="tx1"/>
                </a:solidFill>
              </a:rPr>
              <a:t>数据定义语言</a:t>
            </a:r>
            <a:r>
              <a:rPr lang="en-US" altLang="zh-CN" sz="3000" dirty="0">
                <a:solidFill>
                  <a:schemeClr val="tx1"/>
                </a:solidFill>
              </a:rPr>
              <a:t>(Data Definition Language, DDL)</a:t>
            </a:r>
          </a:p>
          <a:p>
            <a:pPr lvl="1" eaLnBrk="1" hangingPunct="1">
              <a:lnSpc>
                <a:spcPct val="120000"/>
              </a:lnSpc>
            </a:pPr>
            <a:r>
              <a:rPr lang="zh-CN" altLang="en-US" dirty="0"/>
              <a:t>定义数据库模式</a:t>
            </a:r>
          </a:p>
          <a:p>
            <a:pPr lvl="2" eaLnBrk="1" hangingPunct="1">
              <a:lnSpc>
                <a:spcPct val="120000"/>
              </a:lnSpc>
            </a:pPr>
            <a:r>
              <a:rPr lang="zh-CN" altLang="en-US" dirty="0"/>
              <a:t> </a:t>
            </a:r>
            <a:r>
              <a:rPr lang="en-US" altLang="zh-CN" dirty="0"/>
              <a:t>create table account(</a:t>
            </a:r>
            <a:br>
              <a:rPr lang="en-US" altLang="zh-CN" dirty="0"/>
            </a:br>
            <a:r>
              <a:rPr lang="en-US" altLang="zh-CN" dirty="0"/>
              <a:t>             account-number    char(10),</a:t>
            </a:r>
            <a:br>
              <a:rPr lang="en-US" altLang="zh-CN" dirty="0"/>
            </a:br>
            <a:r>
              <a:rPr lang="en-US" altLang="zh-CN" dirty="0"/>
              <a:t>             balance                 integer)</a:t>
            </a:r>
          </a:p>
          <a:p>
            <a:pPr lvl="1" eaLnBrk="1" hangingPunct="1">
              <a:lnSpc>
                <a:spcPct val="120000"/>
              </a:lnSpc>
            </a:pPr>
            <a:r>
              <a:rPr lang="en-US" altLang="zh-CN" dirty="0"/>
              <a:t>DDL</a:t>
            </a:r>
            <a:r>
              <a:rPr lang="zh-CN" altLang="en-US" dirty="0"/>
              <a:t>编译器产生了一组表，表的定义保存在</a:t>
            </a:r>
            <a:r>
              <a:rPr lang="zh-CN" altLang="en-US" dirty="0">
                <a:solidFill>
                  <a:srgbClr val="FF3300"/>
                </a:solidFill>
              </a:rPr>
              <a:t>数据字典</a:t>
            </a:r>
            <a:r>
              <a:rPr lang="zh-CN" altLang="en-US" dirty="0"/>
              <a:t>中</a:t>
            </a:r>
          </a:p>
          <a:p>
            <a:pPr lvl="2" eaLnBrk="1" hangingPunct="1">
              <a:lnSpc>
                <a:spcPct val="120000"/>
              </a:lnSpc>
            </a:pPr>
            <a:r>
              <a:rPr lang="zh-CN" altLang="en-US" dirty="0"/>
              <a:t>数据字典记录</a:t>
            </a:r>
            <a:r>
              <a:rPr lang="zh-CN" altLang="en-US" dirty="0">
                <a:solidFill>
                  <a:srgbClr val="FF3300"/>
                </a:solidFill>
              </a:rPr>
              <a:t>元数据</a:t>
            </a:r>
            <a:r>
              <a:rPr lang="zh-CN" altLang="en-US" dirty="0"/>
              <a:t>（</a:t>
            </a:r>
            <a:r>
              <a:rPr lang="en-US" altLang="zh-CN" dirty="0"/>
              <a:t>metadata</a:t>
            </a:r>
            <a:r>
              <a:rPr lang="zh-CN" altLang="en-US" dirty="0"/>
              <a:t>）：</a:t>
            </a:r>
            <a:r>
              <a:rPr lang="zh-CN" altLang="en-US" dirty="0">
                <a:solidFill>
                  <a:srgbClr val="0000FF"/>
                </a:solidFill>
              </a:rPr>
              <a:t>描述</a:t>
            </a:r>
            <a:r>
              <a:rPr lang="zh-CN" altLang="en-US" dirty="0"/>
              <a:t>数据的数据</a:t>
            </a:r>
          </a:p>
          <a:p>
            <a:pPr eaLnBrk="1" hangingPunct="1">
              <a:lnSpc>
                <a:spcPct val="90000"/>
              </a:lnSpc>
            </a:pPr>
            <a:endParaRPr lang="zh-CN" altLang="en-US" dirty="0"/>
          </a:p>
        </p:txBody>
      </p:sp>
    </p:spTree>
    <p:extLst>
      <p:ext uri="{BB962C8B-B14F-4D97-AF65-F5344CB8AC3E}">
        <p14:creationId xmlns:p14="http://schemas.microsoft.com/office/powerpoint/2010/main" val="601588041"/>
      </p:ext>
    </p:extLst>
  </p:cSld>
  <p:clrMapOvr>
    <a:masterClrMapping/>
  </p:clrMapOvr>
  <p:transition>
    <p:fade/>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697AC0FD-190D-473D-A059-D003465E8F28}"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14691"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14692"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5CA75515-450F-4216-87DB-463660D82225}" type="slidenum">
              <a:rPr lang="en-US" altLang="zh-CN" sz="1400">
                <a:solidFill>
                  <a:schemeClr val="tx1"/>
                </a:solidFill>
                <a:latin typeface="Times New Roman" pitchFamily="18" charset="0"/>
              </a:rPr>
              <a:pPr eaLnBrk="1" hangingPunct="1"/>
              <a:t>66</a:t>
            </a:fld>
            <a:r>
              <a:rPr lang="en-US" altLang="zh-CN" sz="1400">
                <a:solidFill>
                  <a:schemeClr val="tx1"/>
                </a:solidFill>
                <a:latin typeface="Times New Roman" pitchFamily="18" charset="0"/>
              </a:rPr>
              <a:t>/92</a:t>
            </a:r>
          </a:p>
        </p:txBody>
      </p:sp>
      <p:sp>
        <p:nvSpPr>
          <p:cNvPr id="114693" name="Rectangle 2"/>
          <p:cNvSpPr>
            <a:spLocks noGrp="1" noChangeArrowheads="1"/>
          </p:cNvSpPr>
          <p:nvPr>
            <p:ph type="title"/>
          </p:nvPr>
        </p:nvSpPr>
        <p:spPr/>
        <p:txBody>
          <a:bodyPr/>
          <a:lstStyle/>
          <a:p>
            <a:pPr eaLnBrk="1" hangingPunct="1"/>
            <a:r>
              <a:rPr lang="en-US" altLang="zh-CN" dirty="0"/>
              <a:t>1.4 </a:t>
            </a:r>
            <a:r>
              <a:rPr lang="zh-CN" altLang="en-US" dirty="0"/>
              <a:t>数据库语言</a:t>
            </a:r>
            <a:endParaRPr lang="en-US" altLang="zh-CN" dirty="0"/>
          </a:p>
        </p:txBody>
      </p:sp>
      <p:sp>
        <p:nvSpPr>
          <p:cNvPr id="114694" name="Rectangle 3"/>
          <p:cNvSpPr>
            <a:spLocks noGrp="1" noChangeArrowheads="1"/>
          </p:cNvSpPr>
          <p:nvPr>
            <p:ph type="body" idx="1"/>
          </p:nvPr>
        </p:nvSpPr>
        <p:spPr>
          <a:xfrm>
            <a:off x="609601" y="1447800"/>
            <a:ext cx="8334374" cy="5105400"/>
          </a:xfrm>
        </p:spPr>
        <p:txBody>
          <a:bodyPr/>
          <a:lstStyle/>
          <a:p>
            <a:pPr eaLnBrk="1" hangingPunct="1">
              <a:lnSpc>
                <a:spcPct val="90000"/>
              </a:lnSpc>
            </a:pPr>
            <a:r>
              <a:rPr lang="zh-CN" altLang="en-US" dirty="0">
                <a:solidFill>
                  <a:schemeClr val="tx1"/>
                </a:solidFill>
              </a:rPr>
              <a:t>数据操纵语言</a:t>
            </a:r>
            <a:r>
              <a:rPr lang="en-US" altLang="zh-CN" dirty="0">
                <a:solidFill>
                  <a:schemeClr val="tx1"/>
                </a:solidFill>
              </a:rPr>
              <a:t>(Data Manipulation Language, DML)</a:t>
            </a:r>
            <a:endParaRPr lang="en-US" altLang="zh-CN" dirty="0"/>
          </a:p>
          <a:p>
            <a:pPr lvl="1" eaLnBrk="1" hangingPunct="1">
              <a:lnSpc>
                <a:spcPct val="80000"/>
              </a:lnSpc>
            </a:pPr>
            <a:r>
              <a:rPr lang="zh-CN" altLang="en-US" sz="2400" dirty="0"/>
              <a:t>实现对数据库中按照某种特定</a:t>
            </a:r>
            <a:r>
              <a:rPr lang="zh-CN" altLang="en-US" sz="2400" dirty="0">
                <a:solidFill>
                  <a:srgbClr val="0000FF"/>
                </a:solidFill>
              </a:rPr>
              <a:t>数据模式</a:t>
            </a:r>
            <a:r>
              <a:rPr lang="zh-CN" altLang="en-US" sz="2400" dirty="0"/>
              <a:t>组织起来的数据的</a:t>
            </a:r>
            <a:r>
              <a:rPr lang="zh-CN" altLang="en-US" sz="2400" b="1" u="sng" dirty="0"/>
              <a:t>访问或修改</a:t>
            </a:r>
          </a:p>
          <a:p>
            <a:pPr lvl="2" eaLnBrk="1" hangingPunct="1">
              <a:lnSpc>
                <a:spcPct val="80000"/>
              </a:lnSpc>
            </a:pPr>
            <a:r>
              <a:rPr lang="zh-CN" altLang="en-US" sz="2000" dirty="0">
                <a:solidFill>
                  <a:srgbClr val="0000FF"/>
                </a:solidFill>
              </a:rPr>
              <a:t>检索</a:t>
            </a:r>
            <a:r>
              <a:rPr lang="zh-CN" altLang="en-US" sz="2000" dirty="0"/>
              <a:t>存储在数据库中的数据</a:t>
            </a:r>
          </a:p>
          <a:p>
            <a:pPr lvl="2" eaLnBrk="1" hangingPunct="1">
              <a:lnSpc>
                <a:spcPct val="80000"/>
              </a:lnSpc>
            </a:pPr>
            <a:r>
              <a:rPr lang="zh-CN" altLang="en-US" sz="2000" dirty="0"/>
              <a:t>向数据库中</a:t>
            </a:r>
            <a:r>
              <a:rPr lang="zh-CN" altLang="en-US" sz="2000" dirty="0">
                <a:solidFill>
                  <a:srgbClr val="0000FF"/>
                </a:solidFill>
              </a:rPr>
              <a:t>插入</a:t>
            </a:r>
            <a:r>
              <a:rPr lang="zh-CN" altLang="en-US" sz="2000" b="1" dirty="0"/>
              <a:t>新</a:t>
            </a:r>
            <a:r>
              <a:rPr lang="zh-CN" altLang="en-US" sz="2000" dirty="0"/>
              <a:t>的数据</a:t>
            </a:r>
          </a:p>
          <a:p>
            <a:pPr lvl="2" eaLnBrk="1" hangingPunct="1">
              <a:lnSpc>
                <a:spcPct val="80000"/>
              </a:lnSpc>
            </a:pPr>
            <a:r>
              <a:rPr lang="zh-CN" altLang="en-US" sz="2000" dirty="0"/>
              <a:t>从数据库中</a:t>
            </a:r>
            <a:r>
              <a:rPr lang="zh-CN" altLang="en-US" sz="2000" dirty="0">
                <a:solidFill>
                  <a:srgbClr val="0000FF"/>
                </a:solidFill>
              </a:rPr>
              <a:t>删除</a:t>
            </a:r>
            <a:r>
              <a:rPr lang="zh-CN" altLang="en-US" sz="2000" b="1" dirty="0"/>
              <a:t>旧</a:t>
            </a:r>
            <a:r>
              <a:rPr lang="zh-CN" altLang="en-US" sz="2000" dirty="0"/>
              <a:t>数据</a:t>
            </a:r>
          </a:p>
          <a:p>
            <a:pPr lvl="2" eaLnBrk="1" hangingPunct="1">
              <a:lnSpc>
                <a:spcPct val="80000"/>
              </a:lnSpc>
            </a:pPr>
            <a:r>
              <a:rPr lang="zh-CN" altLang="en-US" sz="2000" dirty="0">
                <a:solidFill>
                  <a:srgbClr val="0000FF"/>
                </a:solidFill>
              </a:rPr>
              <a:t>修改</a:t>
            </a:r>
            <a:r>
              <a:rPr lang="zh-CN" altLang="en-US" sz="2000" dirty="0"/>
              <a:t>数据库中存储的数据</a:t>
            </a:r>
          </a:p>
          <a:p>
            <a:pPr lvl="1" eaLnBrk="1" hangingPunct="1">
              <a:lnSpc>
                <a:spcPct val="80000"/>
              </a:lnSpc>
            </a:pPr>
            <a:r>
              <a:rPr lang="zh-CN" altLang="en-US" sz="2400" dirty="0"/>
              <a:t>分类</a:t>
            </a:r>
          </a:p>
          <a:p>
            <a:pPr lvl="2" eaLnBrk="1" hangingPunct="1">
              <a:lnSpc>
                <a:spcPct val="80000"/>
              </a:lnSpc>
            </a:pPr>
            <a:r>
              <a:rPr lang="zh-CN" altLang="en-US" sz="2000" dirty="0">
                <a:solidFill>
                  <a:srgbClr val="FF3300"/>
                </a:solidFill>
              </a:rPr>
              <a:t>过程化</a:t>
            </a:r>
            <a:r>
              <a:rPr lang="zh-CN" altLang="en-US" sz="2000" dirty="0"/>
              <a:t>（</a:t>
            </a:r>
            <a:r>
              <a:rPr lang="en-US" altLang="zh-CN" sz="2000" dirty="0"/>
              <a:t>procedural</a:t>
            </a:r>
            <a:r>
              <a:rPr lang="zh-CN" altLang="en-US" sz="2000" dirty="0"/>
              <a:t>） </a:t>
            </a:r>
            <a:r>
              <a:rPr lang="en-US" altLang="zh-CN" sz="2000" dirty="0"/>
              <a:t>DML</a:t>
            </a:r>
          </a:p>
          <a:p>
            <a:pPr lvl="3" eaLnBrk="1" hangingPunct="1">
              <a:lnSpc>
                <a:spcPct val="80000"/>
              </a:lnSpc>
            </a:pPr>
            <a:r>
              <a:rPr lang="zh-CN" altLang="en-US" sz="1800" dirty="0"/>
              <a:t>要求用户指定需要什么数据以及如何获得这些数据</a:t>
            </a:r>
          </a:p>
          <a:p>
            <a:pPr lvl="2" eaLnBrk="1" hangingPunct="1">
              <a:lnSpc>
                <a:spcPct val="80000"/>
              </a:lnSpc>
            </a:pPr>
            <a:r>
              <a:rPr lang="zh-CN" altLang="en-US" sz="2000" dirty="0">
                <a:solidFill>
                  <a:srgbClr val="FF3300"/>
                </a:solidFill>
              </a:rPr>
              <a:t>声明式</a:t>
            </a:r>
            <a:r>
              <a:rPr lang="zh-CN" altLang="en-US" sz="2000" dirty="0"/>
              <a:t>（</a:t>
            </a:r>
            <a:r>
              <a:rPr lang="en-US" altLang="zh-CN" sz="2000" dirty="0"/>
              <a:t>declarative</a:t>
            </a:r>
            <a:r>
              <a:rPr lang="zh-CN" altLang="en-US" sz="2000" dirty="0"/>
              <a:t>） </a:t>
            </a:r>
            <a:r>
              <a:rPr lang="en-US" altLang="zh-CN" sz="2000" dirty="0"/>
              <a:t>DML</a:t>
            </a:r>
          </a:p>
          <a:p>
            <a:pPr lvl="3" eaLnBrk="1" hangingPunct="1">
              <a:lnSpc>
                <a:spcPct val="80000"/>
              </a:lnSpc>
            </a:pPr>
            <a:r>
              <a:rPr lang="zh-CN" altLang="en-US" sz="1800" dirty="0"/>
              <a:t>只要求用户指定需要什么数据就可以了，不用指明如何获得这些数据</a:t>
            </a:r>
          </a:p>
          <a:p>
            <a:pPr lvl="1" eaLnBrk="1" hangingPunct="1">
              <a:lnSpc>
                <a:spcPct val="90000"/>
              </a:lnSpc>
            </a:pPr>
            <a:endParaRPr lang="zh-CN" altLang="en-US" dirty="0"/>
          </a:p>
        </p:txBody>
      </p:sp>
    </p:spTree>
    <p:extLst>
      <p:ext uri="{BB962C8B-B14F-4D97-AF65-F5344CB8AC3E}">
        <p14:creationId xmlns:p14="http://schemas.microsoft.com/office/powerpoint/2010/main" val="1033117232"/>
      </p:ext>
    </p:extLst>
  </p:cSld>
  <p:clrMapOvr>
    <a:masterClrMapping/>
  </p:clrMapOvr>
  <p:transition>
    <p:fade/>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697AC0FD-190D-473D-A059-D003465E8F28}"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14691"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14692"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5CA75515-450F-4216-87DB-463660D82225}" type="slidenum">
              <a:rPr lang="en-US" altLang="zh-CN" sz="1400">
                <a:solidFill>
                  <a:schemeClr val="tx1"/>
                </a:solidFill>
                <a:latin typeface="Times New Roman" pitchFamily="18" charset="0"/>
              </a:rPr>
              <a:pPr eaLnBrk="1" hangingPunct="1"/>
              <a:t>67</a:t>
            </a:fld>
            <a:r>
              <a:rPr lang="en-US" altLang="zh-CN" sz="1400">
                <a:solidFill>
                  <a:schemeClr val="tx1"/>
                </a:solidFill>
                <a:latin typeface="Times New Roman" pitchFamily="18" charset="0"/>
              </a:rPr>
              <a:t>/92</a:t>
            </a:r>
          </a:p>
        </p:txBody>
      </p:sp>
      <p:sp>
        <p:nvSpPr>
          <p:cNvPr id="114693" name="Rectangle 2"/>
          <p:cNvSpPr>
            <a:spLocks noGrp="1" noChangeArrowheads="1"/>
          </p:cNvSpPr>
          <p:nvPr>
            <p:ph type="title"/>
          </p:nvPr>
        </p:nvSpPr>
        <p:spPr/>
        <p:txBody>
          <a:bodyPr/>
          <a:lstStyle/>
          <a:p>
            <a:pPr eaLnBrk="1" hangingPunct="1"/>
            <a:r>
              <a:rPr lang="en-US" altLang="zh-CN" dirty="0"/>
              <a:t>1.4 </a:t>
            </a:r>
            <a:r>
              <a:rPr lang="zh-CN" altLang="en-US" dirty="0"/>
              <a:t>数据库语言</a:t>
            </a:r>
            <a:endParaRPr lang="en-US" altLang="zh-CN" dirty="0"/>
          </a:p>
        </p:txBody>
      </p:sp>
      <p:sp>
        <p:nvSpPr>
          <p:cNvPr id="114694" name="Rectangle 3"/>
          <p:cNvSpPr>
            <a:spLocks noGrp="1" noChangeArrowheads="1"/>
          </p:cNvSpPr>
          <p:nvPr>
            <p:ph type="body" idx="1"/>
          </p:nvPr>
        </p:nvSpPr>
        <p:spPr>
          <a:xfrm>
            <a:off x="609600" y="1447800"/>
            <a:ext cx="8105775" cy="5105400"/>
          </a:xfrm>
        </p:spPr>
        <p:txBody>
          <a:bodyPr/>
          <a:lstStyle/>
          <a:p>
            <a:pPr eaLnBrk="1" hangingPunct="1">
              <a:lnSpc>
                <a:spcPct val="90000"/>
              </a:lnSpc>
            </a:pPr>
            <a:r>
              <a:rPr lang="zh-CN" altLang="en-US" sz="2800" dirty="0">
                <a:solidFill>
                  <a:schemeClr val="tx1"/>
                </a:solidFill>
              </a:rPr>
              <a:t>嵌入式数据库语言</a:t>
            </a:r>
          </a:p>
          <a:p>
            <a:pPr lvl="1" eaLnBrk="1" hangingPunct="1">
              <a:lnSpc>
                <a:spcPct val="90000"/>
              </a:lnSpc>
            </a:pPr>
            <a:r>
              <a:rPr lang="zh-CN" altLang="en-US" sz="2400" dirty="0"/>
              <a:t>由于嵌入式数据库语句的存在，</a:t>
            </a:r>
            <a:r>
              <a:rPr lang="zh-CN" altLang="en-US" sz="2400" b="1" dirty="0"/>
              <a:t>宿主语言</a:t>
            </a:r>
            <a:r>
              <a:rPr lang="zh-CN" altLang="en-US" sz="2400" dirty="0"/>
              <a:t>原有的编译程序便不能完全编译应用程序。解决办法</a:t>
            </a:r>
          </a:p>
          <a:p>
            <a:pPr lvl="2" eaLnBrk="1" hangingPunct="1">
              <a:lnSpc>
                <a:spcPct val="90000"/>
              </a:lnSpc>
            </a:pPr>
            <a:r>
              <a:rPr lang="zh-CN" altLang="en-US" sz="2000" dirty="0"/>
              <a:t>预编译方式</a:t>
            </a:r>
          </a:p>
          <a:p>
            <a:pPr lvl="3" eaLnBrk="1" hangingPunct="1">
              <a:lnSpc>
                <a:spcPct val="90000"/>
              </a:lnSpc>
            </a:pPr>
            <a:r>
              <a:rPr lang="zh-CN" altLang="en-US" sz="1800" dirty="0"/>
              <a:t>将嵌入数据库语句的</a:t>
            </a:r>
            <a:r>
              <a:rPr lang="zh-CN" altLang="en-US" sz="1800" dirty="0">
                <a:solidFill>
                  <a:srgbClr val="0000FF"/>
                </a:solidFill>
              </a:rPr>
              <a:t>宿主语言</a:t>
            </a:r>
            <a:r>
              <a:rPr lang="zh-CN" altLang="en-US" sz="1800" dirty="0"/>
              <a:t>程序经过预编译后变成“纯”宿主语言程序，使之可以通过宿主语言的编译、连接而生成可执行代码</a:t>
            </a:r>
          </a:p>
          <a:p>
            <a:pPr lvl="3" eaLnBrk="1" hangingPunct="1">
              <a:lnSpc>
                <a:spcPct val="90000"/>
              </a:lnSpc>
            </a:pPr>
            <a:r>
              <a:rPr lang="zh-CN" altLang="en-US" sz="1800" dirty="0"/>
              <a:t>被嵌入的数据库语句通常被转换成对</a:t>
            </a:r>
            <a:r>
              <a:rPr lang="en-US" altLang="zh-CN" sz="1800" dirty="0"/>
              <a:t>DBMS</a:t>
            </a:r>
            <a:r>
              <a:rPr lang="zh-CN" altLang="en-US" sz="1800" dirty="0"/>
              <a:t>所提供过程的调用</a:t>
            </a:r>
          </a:p>
          <a:p>
            <a:pPr lvl="3" eaLnBrk="1" hangingPunct="1">
              <a:lnSpc>
                <a:spcPct val="90000"/>
              </a:lnSpc>
            </a:pPr>
            <a:r>
              <a:rPr lang="en-US" altLang="zh-CN" sz="1800" dirty="0" err="1"/>
              <a:t>eg.</a:t>
            </a:r>
            <a:r>
              <a:rPr lang="en-US" altLang="zh-CN" sz="1800" dirty="0"/>
              <a:t> ORACLE </a:t>
            </a:r>
          </a:p>
          <a:p>
            <a:pPr lvl="2" eaLnBrk="1" hangingPunct="1">
              <a:lnSpc>
                <a:spcPct val="90000"/>
              </a:lnSpc>
            </a:pPr>
            <a:r>
              <a:rPr lang="zh-CN" altLang="en-US" sz="2000" dirty="0"/>
              <a:t>函数调用方式</a:t>
            </a:r>
          </a:p>
          <a:p>
            <a:pPr lvl="3" eaLnBrk="1" hangingPunct="1">
              <a:lnSpc>
                <a:spcPct val="90000"/>
              </a:lnSpc>
            </a:pPr>
            <a:r>
              <a:rPr lang="zh-CN" altLang="en-US" sz="1800" dirty="0"/>
              <a:t>它提供</a:t>
            </a:r>
            <a:r>
              <a:rPr lang="zh-CN" altLang="en-US" sz="1800" dirty="0">
                <a:solidFill>
                  <a:srgbClr val="0000FF"/>
                </a:solidFill>
              </a:rPr>
              <a:t>函数调用接口</a:t>
            </a:r>
            <a:r>
              <a:rPr lang="zh-CN" altLang="en-US" sz="1800" dirty="0"/>
              <a:t>来作为宿主语言和数据库管理系统的接口界面。该函数负责将应用程序中对数据库数据的操作命令传递给</a:t>
            </a:r>
            <a:r>
              <a:rPr lang="en-US" altLang="zh-CN" sz="1800" dirty="0"/>
              <a:t>DBMS</a:t>
            </a:r>
            <a:r>
              <a:rPr lang="zh-CN" altLang="en-US" sz="1800" dirty="0"/>
              <a:t>，并将</a:t>
            </a:r>
            <a:r>
              <a:rPr lang="en-US" altLang="zh-CN" sz="1800" dirty="0"/>
              <a:t>DBMS</a:t>
            </a:r>
            <a:r>
              <a:rPr lang="zh-CN" altLang="en-US" sz="1800" dirty="0"/>
              <a:t>返回的操作结果回送给应用程序</a:t>
            </a:r>
          </a:p>
          <a:p>
            <a:pPr lvl="3" eaLnBrk="1" hangingPunct="1">
              <a:lnSpc>
                <a:spcPct val="90000"/>
              </a:lnSpc>
            </a:pPr>
            <a:r>
              <a:rPr lang="en-US" altLang="zh-CN" sz="1800" dirty="0" err="1"/>
              <a:t>eg.</a:t>
            </a:r>
            <a:r>
              <a:rPr lang="en-US" altLang="zh-CN" sz="1800" dirty="0"/>
              <a:t> SYBASE, Open </a:t>
            </a:r>
            <a:r>
              <a:rPr lang="en-US" altLang="zh-CN" sz="1800" dirty="0" err="1"/>
              <a:t>DataBase</a:t>
            </a:r>
            <a:r>
              <a:rPr lang="en-US" altLang="zh-CN" sz="1800" dirty="0"/>
              <a:t> Connectivity(</a:t>
            </a:r>
            <a:r>
              <a:rPr lang="en-US" altLang="zh-CN" sz="1800" dirty="0">
                <a:solidFill>
                  <a:srgbClr val="0000FF"/>
                </a:solidFill>
              </a:rPr>
              <a:t>ODBC</a:t>
            </a:r>
            <a:r>
              <a:rPr lang="en-US" altLang="zh-CN" sz="1800" dirty="0"/>
              <a:t>), Java </a:t>
            </a:r>
            <a:r>
              <a:rPr lang="en-US" altLang="zh-CN" sz="1800" dirty="0" err="1"/>
              <a:t>DataBase</a:t>
            </a:r>
            <a:r>
              <a:rPr lang="en-US" altLang="zh-CN" sz="1800" dirty="0"/>
              <a:t> Connectivity(</a:t>
            </a:r>
            <a:r>
              <a:rPr lang="en-US" altLang="zh-CN" sz="1800" dirty="0">
                <a:solidFill>
                  <a:srgbClr val="0000FF"/>
                </a:solidFill>
              </a:rPr>
              <a:t>JDBC</a:t>
            </a:r>
            <a:r>
              <a:rPr lang="en-US" altLang="zh-CN" sz="1800" dirty="0"/>
              <a:t>)</a:t>
            </a:r>
          </a:p>
          <a:p>
            <a:pPr lvl="1" eaLnBrk="1" hangingPunct="1">
              <a:lnSpc>
                <a:spcPct val="90000"/>
              </a:lnSpc>
            </a:pPr>
            <a:endParaRPr lang="zh-CN" altLang="en-US" sz="2400" dirty="0"/>
          </a:p>
        </p:txBody>
      </p:sp>
    </p:spTree>
    <p:extLst>
      <p:ext uri="{BB962C8B-B14F-4D97-AF65-F5344CB8AC3E}">
        <p14:creationId xmlns:p14="http://schemas.microsoft.com/office/powerpoint/2010/main" val="4168627278"/>
      </p:ext>
    </p:ext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697AC0FD-190D-473D-A059-D003465E8F28}"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14691"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14692"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5CA75515-450F-4216-87DB-463660D82225}" type="slidenum">
              <a:rPr lang="en-US" altLang="zh-CN" sz="1400">
                <a:solidFill>
                  <a:schemeClr val="tx1"/>
                </a:solidFill>
                <a:latin typeface="Times New Roman" pitchFamily="18" charset="0"/>
              </a:rPr>
              <a:pPr eaLnBrk="1" hangingPunct="1"/>
              <a:t>68</a:t>
            </a:fld>
            <a:r>
              <a:rPr lang="en-US" altLang="zh-CN" sz="1400">
                <a:solidFill>
                  <a:schemeClr val="tx1"/>
                </a:solidFill>
                <a:latin typeface="Times New Roman" pitchFamily="18" charset="0"/>
              </a:rPr>
              <a:t>/92</a:t>
            </a:r>
          </a:p>
        </p:txBody>
      </p:sp>
      <p:sp>
        <p:nvSpPr>
          <p:cNvPr id="114693" name="Rectangle 2"/>
          <p:cNvSpPr>
            <a:spLocks noGrp="1" noChangeArrowheads="1"/>
          </p:cNvSpPr>
          <p:nvPr>
            <p:ph type="title"/>
          </p:nvPr>
        </p:nvSpPr>
        <p:spPr/>
        <p:txBody>
          <a:bodyPr/>
          <a:lstStyle/>
          <a:p>
            <a:pPr eaLnBrk="1" hangingPunct="1"/>
            <a:r>
              <a:rPr lang="en-US" altLang="zh-CN" dirty="0"/>
              <a:t>1.4 </a:t>
            </a:r>
            <a:r>
              <a:rPr lang="zh-CN" altLang="en-US" dirty="0"/>
              <a:t>数据库与应用程序交互</a:t>
            </a:r>
            <a:endParaRPr lang="en-US" altLang="zh-CN" dirty="0"/>
          </a:p>
        </p:txBody>
      </p:sp>
      <p:sp>
        <p:nvSpPr>
          <p:cNvPr id="3" name="Rectangle 2">
            <a:extLst>
              <a:ext uri="{FF2B5EF4-FFF2-40B4-BE49-F238E27FC236}">
                <a16:creationId xmlns:a16="http://schemas.microsoft.com/office/drawing/2014/main" id="{CCE8CC46-10F8-5899-5554-477083760B66}"/>
              </a:ext>
            </a:extLst>
          </p:cNvPr>
          <p:cNvSpPr>
            <a:spLocks noChangeArrowheads="1"/>
          </p:cNvSpPr>
          <p:nvPr/>
        </p:nvSpPr>
        <p:spPr bwMode="auto">
          <a:xfrm>
            <a:off x="1843087" y="3357562"/>
            <a:ext cx="4103688" cy="187166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endParaRPr lang="zh-CN" altLang="en-US" sz="1800"/>
          </a:p>
        </p:txBody>
      </p:sp>
      <p:sp>
        <p:nvSpPr>
          <p:cNvPr id="4" name="Rectangle 5">
            <a:extLst>
              <a:ext uri="{FF2B5EF4-FFF2-40B4-BE49-F238E27FC236}">
                <a16:creationId xmlns:a16="http://schemas.microsoft.com/office/drawing/2014/main" id="{0DE0354F-A9AC-E2CD-DEB1-DC35BA7B90B0}"/>
              </a:ext>
            </a:extLst>
          </p:cNvPr>
          <p:cNvSpPr>
            <a:spLocks noChangeArrowheads="1"/>
          </p:cNvSpPr>
          <p:nvPr/>
        </p:nvSpPr>
        <p:spPr bwMode="auto">
          <a:xfrm>
            <a:off x="2646362" y="2828925"/>
            <a:ext cx="278606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endParaRPr lang="zh-CN" altLang="en-US" sz="1800"/>
          </a:p>
        </p:txBody>
      </p:sp>
      <p:sp>
        <p:nvSpPr>
          <p:cNvPr id="5" name="Text Box 6">
            <a:extLst>
              <a:ext uri="{FF2B5EF4-FFF2-40B4-BE49-F238E27FC236}">
                <a16:creationId xmlns:a16="http://schemas.microsoft.com/office/drawing/2014/main" id="{94B9A2BA-97EB-7515-92FA-6E04A22263C6}"/>
              </a:ext>
            </a:extLst>
          </p:cNvPr>
          <p:cNvSpPr txBox="1">
            <a:spLocks noChangeArrowheads="1"/>
          </p:cNvSpPr>
          <p:nvPr/>
        </p:nvSpPr>
        <p:spPr bwMode="auto">
          <a:xfrm>
            <a:off x="2038350" y="3500437"/>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kumimoji="1" lang="zh-CN" altLang="zh-CN" sz="2400">
              <a:latin typeface="Arial" panose="020B0604020202020204" pitchFamily="34" charset="0"/>
            </a:endParaRPr>
          </a:p>
        </p:txBody>
      </p:sp>
      <p:sp>
        <p:nvSpPr>
          <p:cNvPr id="6" name="Text Box 7">
            <a:extLst>
              <a:ext uri="{FF2B5EF4-FFF2-40B4-BE49-F238E27FC236}">
                <a16:creationId xmlns:a16="http://schemas.microsoft.com/office/drawing/2014/main" id="{CF5B5AD1-CE7B-7C02-1774-44FC2DD460AE}"/>
              </a:ext>
            </a:extLst>
          </p:cNvPr>
          <p:cNvSpPr txBox="1">
            <a:spLocks noChangeArrowheads="1"/>
          </p:cNvSpPr>
          <p:nvPr/>
        </p:nvSpPr>
        <p:spPr bwMode="auto">
          <a:xfrm>
            <a:off x="2274887" y="4437062"/>
            <a:ext cx="1584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kumimoji="1" lang="zh-CN" altLang="en-US" sz="2400">
                <a:latin typeface="Arial" panose="020B0604020202020204" pitchFamily="34" charset="0"/>
              </a:rPr>
              <a:t>应用程序</a:t>
            </a:r>
          </a:p>
        </p:txBody>
      </p:sp>
      <p:sp>
        <p:nvSpPr>
          <p:cNvPr id="7" name="Text Box 8">
            <a:extLst>
              <a:ext uri="{FF2B5EF4-FFF2-40B4-BE49-F238E27FC236}">
                <a16:creationId xmlns:a16="http://schemas.microsoft.com/office/drawing/2014/main" id="{22657A89-3A26-34BB-0973-E993F951C6F3}"/>
              </a:ext>
            </a:extLst>
          </p:cNvPr>
          <p:cNvSpPr txBox="1">
            <a:spLocks noChangeArrowheads="1"/>
          </p:cNvSpPr>
          <p:nvPr/>
        </p:nvSpPr>
        <p:spPr bwMode="auto">
          <a:xfrm>
            <a:off x="1895475" y="5229225"/>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kumimoji="1" lang="zh-CN" altLang="zh-CN" sz="2400">
              <a:latin typeface="Arial" panose="020B0604020202020204" pitchFamily="34" charset="0"/>
            </a:endParaRPr>
          </a:p>
        </p:txBody>
      </p:sp>
      <p:sp>
        <p:nvSpPr>
          <p:cNvPr id="8" name="Text Box 9">
            <a:extLst>
              <a:ext uri="{FF2B5EF4-FFF2-40B4-BE49-F238E27FC236}">
                <a16:creationId xmlns:a16="http://schemas.microsoft.com/office/drawing/2014/main" id="{373BC259-CBFD-AAD4-F993-208046B73FD7}"/>
              </a:ext>
            </a:extLst>
          </p:cNvPr>
          <p:cNvSpPr txBox="1">
            <a:spLocks noChangeArrowheads="1"/>
          </p:cNvSpPr>
          <p:nvPr/>
        </p:nvSpPr>
        <p:spPr bwMode="auto">
          <a:xfrm>
            <a:off x="4075112" y="3789362"/>
            <a:ext cx="1412875" cy="831850"/>
          </a:xfrm>
          <a:prstGeom prst="rect">
            <a:avLst/>
          </a:prstGeom>
          <a:solidFill>
            <a:schemeClr val="accent2"/>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400">
                <a:latin typeface="Arial" panose="020B0604020202020204" pitchFamily="34" charset="0"/>
              </a:rPr>
              <a:t>数据库</a:t>
            </a:r>
          </a:p>
          <a:p>
            <a:pPr algn="ctr" eaLnBrk="1" hangingPunct="1">
              <a:spcBef>
                <a:spcPct val="0"/>
              </a:spcBef>
              <a:buClrTx/>
              <a:buSzTx/>
              <a:buFontTx/>
              <a:buNone/>
            </a:pPr>
            <a:r>
              <a:rPr kumimoji="1" lang="zh-CN" altLang="en-US" sz="2400">
                <a:latin typeface="Arial" panose="020B0604020202020204" pitchFamily="34" charset="0"/>
              </a:rPr>
              <a:t>过程调用</a:t>
            </a:r>
          </a:p>
        </p:txBody>
      </p:sp>
      <p:sp>
        <p:nvSpPr>
          <p:cNvPr id="9" name="Text Box 10">
            <a:extLst>
              <a:ext uri="{FF2B5EF4-FFF2-40B4-BE49-F238E27FC236}">
                <a16:creationId xmlns:a16="http://schemas.microsoft.com/office/drawing/2014/main" id="{B200E1DE-6F09-E771-622C-F3C776B3C57C}"/>
              </a:ext>
            </a:extLst>
          </p:cNvPr>
          <p:cNvSpPr txBox="1">
            <a:spLocks noChangeArrowheads="1"/>
          </p:cNvSpPr>
          <p:nvPr/>
        </p:nvSpPr>
        <p:spPr bwMode="auto">
          <a:xfrm>
            <a:off x="1698625" y="2133600"/>
            <a:ext cx="1728787" cy="466725"/>
          </a:xfrm>
          <a:prstGeom prst="rect">
            <a:avLst/>
          </a:prstGeom>
          <a:solidFill>
            <a:srgbClr val="FFFF00"/>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SzTx/>
              <a:buFontTx/>
              <a:buNone/>
            </a:pPr>
            <a:r>
              <a:rPr kumimoji="1" lang="zh-CN" altLang="en-US" sz="2400">
                <a:latin typeface="Arial" panose="020B0604020202020204" pitchFamily="34" charset="0"/>
              </a:rPr>
              <a:t>本地数据</a:t>
            </a:r>
          </a:p>
        </p:txBody>
      </p:sp>
      <p:sp>
        <p:nvSpPr>
          <p:cNvPr id="10" name="AutoShape 11">
            <a:extLst>
              <a:ext uri="{FF2B5EF4-FFF2-40B4-BE49-F238E27FC236}">
                <a16:creationId xmlns:a16="http://schemas.microsoft.com/office/drawing/2014/main" id="{6C74CCE1-2D67-D3A0-5D8C-0B281171E0D8}"/>
              </a:ext>
            </a:extLst>
          </p:cNvPr>
          <p:cNvSpPr>
            <a:spLocks noChangeArrowheads="1"/>
          </p:cNvSpPr>
          <p:nvPr/>
        </p:nvSpPr>
        <p:spPr bwMode="auto">
          <a:xfrm>
            <a:off x="6019800" y="2133600"/>
            <a:ext cx="1655762" cy="1079500"/>
          </a:xfrm>
          <a:prstGeom prst="can">
            <a:avLst>
              <a:gd name="adj" fmla="val 25000"/>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400">
                <a:latin typeface="Arial" panose="020B0604020202020204" pitchFamily="34" charset="0"/>
              </a:rPr>
              <a:t>数据库</a:t>
            </a:r>
          </a:p>
        </p:txBody>
      </p:sp>
      <p:sp>
        <p:nvSpPr>
          <p:cNvPr id="11" name="Line 12">
            <a:extLst>
              <a:ext uri="{FF2B5EF4-FFF2-40B4-BE49-F238E27FC236}">
                <a16:creationId xmlns:a16="http://schemas.microsoft.com/office/drawing/2014/main" id="{FD502DD5-A68B-D595-9E2D-4EEDC357047D}"/>
              </a:ext>
            </a:extLst>
          </p:cNvPr>
          <p:cNvSpPr>
            <a:spLocks noChangeShapeType="1"/>
          </p:cNvSpPr>
          <p:nvPr/>
        </p:nvSpPr>
        <p:spPr bwMode="auto">
          <a:xfrm>
            <a:off x="2635250" y="2636837"/>
            <a:ext cx="0" cy="720725"/>
          </a:xfrm>
          <a:prstGeom prst="line">
            <a:avLst/>
          </a:prstGeom>
          <a:noFill/>
          <a:ln w="9525">
            <a:solidFill>
              <a:schemeClr val="tx1"/>
            </a:solidFill>
            <a:round/>
            <a:headEnd type="triangl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Line 13">
            <a:extLst>
              <a:ext uri="{FF2B5EF4-FFF2-40B4-BE49-F238E27FC236}">
                <a16:creationId xmlns:a16="http://schemas.microsoft.com/office/drawing/2014/main" id="{7B535057-DE7E-3913-1FDA-631B4CC72FD7}"/>
              </a:ext>
            </a:extLst>
          </p:cNvPr>
          <p:cNvSpPr>
            <a:spLocks noChangeShapeType="1"/>
          </p:cNvSpPr>
          <p:nvPr/>
        </p:nvSpPr>
        <p:spPr bwMode="auto">
          <a:xfrm>
            <a:off x="3427412" y="2420937"/>
            <a:ext cx="2592388" cy="0"/>
          </a:xfrm>
          <a:prstGeom prst="line">
            <a:avLst/>
          </a:prstGeom>
          <a:noFill/>
          <a:ln w="9525">
            <a:solidFill>
              <a:schemeClr val="tx1"/>
            </a:solidFill>
            <a:round/>
            <a:headEnd type="triangl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 name="Line 14">
            <a:extLst>
              <a:ext uri="{FF2B5EF4-FFF2-40B4-BE49-F238E27FC236}">
                <a16:creationId xmlns:a16="http://schemas.microsoft.com/office/drawing/2014/main" id="{F4D12709-7659-A27F-6766-FA94AF5F32F1}"/>
              </a:ext>
            </a:extLst>
          </p:cNvPr>
          <p:cNvSpPr>
            <a:spLocks noChangeShapeType="1"/>
          </p:cNvSpPr>
          <p:nvPr/>
        </p:nvSpPr>
        <p:spPr bwMode="auto">
          <a:xfrm flipV="1">
            <a:off x="4722812" y="2420937"/>
            <a:ext cx="0" cy="1368425"/>
          </a:xfrm>
          <a:prstGeom prst="line">
            <a:avLst/>
          </a:prstGeom>
          <a:noFill/>
          <a:ln w="9525">
            <a:solidFill>
              <a:schemeClr val="tx1"/>
            </a:solidFill>
            <a:prstDash val="sysDot"/>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 name="Text Box 15">
            <a:extLst>
              <a:ext uri="{FF2B5EF4-FFF2-40B4-BE49-F238E27FC236}">
                <a16:creationId xmlns:a16="http://schemas.microsoft.com/office/drawing/2014/main" id="{77166DA7-BFFD-315B-CAA6-6FA77C284D98}"/>
              </a:ext>
            </a:extLst>
          </p:cNvPr>
          <p:cNvSpPr txBox="1">
            <a:spLocks noChangeArrowheads="1"/>
          </p:cNvSpPr>
          <p:nvPr/>
        </p:nvSpPr>
        <p:spPr bwMode="auto">
          <a:xfrm>
            <a:off x="3498850" y="2781300"/>
            <a:ext cx="15843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SzTx/>
              <a:buFontTx/>
              <a:buNone/>
            </a:pPr>
            <a:r>
              <a:rPr kumimoji="1" lang="zh-CN" altLang="en-US" sz="3200">
                <a:latin typeface="Arial" panose="020B0604020202020204" pitchFamily="34" charset="0"/>
              </a:rPr>
              <a:t>引发</a:t>
            </a:r>
          </a:p>
        </p:txBody>
      </p:sp>
    </p:spTree>
    <p:extLst>
      <p:ext uri="{BB962C8B-B14F-4D97-AF65-F5344CB8AC3E}">
        <p14:creationId xmlns:p14="http://schemas.microsoft.com/office/powerpoint/2010/main" val="2394013824"/>
      </p:ext>
    </p:extLst>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AA9A23AB-B8AF-4DE1-AE0B-56386ACC55A2}"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13667"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13668"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004AD2B4-B3E6-4697-82D2-844CF73326D4}" type="slidenum">
              <a:rPr lang="en-US" altLang="zh-CN" sz="1400">
                <a:solidFill>
                  <a:schemeClr val="tx1"/>
                </a:solidFill>
                <a:latin typeface="Times New Roman" pitchFamily="18" charset="0"/>
              </a:rPr>
              <a:pPr eaLnBrk="1" hangingPunct="1"/>
              <a:t>69</a:t>
            </a:fld>
            <a:r>
              <a:rPr lang="en-US" altLang="zh-CN" sz="1400">
                <a:solidFill>
                  <a:schemeClr val="tx1"/>
                </a:solidFill>
                <a:latin typeface="Times New Roman" pitchFamily="18" charset="0"/>
              </a:rPr>
              <a:t>/92</a:t>
            </a:r>
          </a:p>
        </p:txBody>
      </p:sp>
      <p:sp>
        <p:nvSpPr>
          <p:cNvPr id="113669" name="Rectangle 2"/>
          <p:cNvSpPr>
            <a:spLocks noGrp="1" noChangeArrowheads="1"/>
          </p:cNvSpPr>
          <p:nvPr>
            <p:ph type="title"/>
          </p:nvPr>
        </p:nvSpPr>
        <p:spPr/>
        <p:txBody>
          <a:bodyPr/>
          <a:lstStyle/>
          <a:p>
            <a:pPr eaLnBrk="1" hangingPunct="1"/>
            <a:r>
              <a:rPr lang="zh-CN" altLang="en-US"/>
              <a:t>本章目录</a:t>
            </a:r>
          </a:p>
        </p:txBody>
      </p:sp>
      <p:sp>
        <p:nvSpPr>
          <p:cNvPr id="113670" name="Rectangle 3"/>
          <p:cNvSpPr>
            <a:spLocks noGrp="1" noChangeArrowheads="1"/>
          </p:cNvSpPr>
          <p:nvPr>
            <p:ph type="body" idx="1"/>
          </p:nvPr>
        </p:nvSpPr>
        <p:spPr>
          <a:xfrm>
            <a:off x="1371600" y="1600200"/>
            <a:ext cx="7278688" cy="4532313"/>
          </a:xfrm>
        </p:spPr>
        <p:txBody>
          <a:bodyPr/>
          <a:lstStyle/>
          <a:p>
            <a:pPr eaLnBrk="1" hangingPunct="1"/>
            <a:r>
              <a:rPr lang="en-US" altLang="zh-CN" dirty="0">
                <a:solidFill>
                  <a:schemeClr val="tx1"/>
                </a:solidFill>
              </a:rPr>
              <a:t>1.0 </a:t>
            </a:r>
            <a:r>
              <a:rPr lang="zh-CN" altLang="en-US" dirty="0">
                <a:solidFill>
                  <a:schemeClr val="tx1"/>
                </a:solidFill>
              </a:rPr>
              <a:t>背景知识</a:t>
            </a:r>
          </a:p>
          <a:p>
            <a:pPr eaLnBrk="1" hangingPunct="1"/>
            <a:r>
              <a:rPr lang="en-US" altLang="zh-CN" dirty="0">
                <a:solidFill>
                  <a:schemeClr val="tx1"/>
                </a:solidFill>
              </a:rPr>
              <a:t>1.1 </a:t>
            </a:r>
            <a:r>
              <a:rPr lang="zh-CN" altLang="en-US" dirty="0">
                <a:solidFill>
                  <a:schemeClr val="tx1"/>
                </a:solidFill>
              </a:rPr>
              <a:t>数据库系统概述</a:t>
            </a:r>
          </a:p>
          <a:p>
            <a:pPr eaLnBrk="1" hangingPunct="1"/>
            <a:r>
              <a:rPr lang="en-US" altLang="zh-CN" dirty="0">
                <a:solidFill>
                  <a:schemeClr val="tx1"/>
                </a:solidFill>
              </a:rPr>
              <a:t>1.2 </a:t>
            </a:r>
            <a:r>
              <a:rPr lang="zh-CN" altLang="en-US" dirty="0">
                <a:solidFill>
                  <a:schemeClr val="tx1"/>
                </a:solidFill>
              </a:rPr>
              <a:t>数据模型</a:t>
            </a:r>
          </a:p>
          <a:p>
            <a:pPr eaLnBrk="1" hangingPunct="1"/>
            <a:r>
              <a:rPr lang="en-US" altLang="zh-CN" dirty="0">
                <a:solidFill>
                  <a:schemeClr val="tx1"/>
                </a:solidFill>
              </a:rPr>
              <a:t>1.3 </a:t>
            </a:r>
            <a:r>
              <a:rPr lang="zh-CN" altLang="en-US" dirty="0">
                <a:solidFill>
                  <a:schemeClr val="tx1"/>
                </a:solidFill>
              </a:rPr>
              <a:t>数据库系统结构</a:t>
            </a:r>
          </a:p>
          <a:p>
            <a:pPr eaLnBrk="1" hangingPunct="1"/>
            <a:r>
              <a:rPr lang="en-US" altLang="zh-CN" dirty="0">
                <a:solidFill>
                  <a:schemeClr val="tx1"/>
                </a:solidFill>
              </a:rPr>
              <a:t>1.4 </a:t>
            </a:r>
            <a:r>
              <a:rPr lang="zh-CN" altLang="en-US" dirty="0">
                <a:solidFill>
                  <a:schemeClr val="tx1"/>
                </a:solidFill>
              </a:rPr>
              <a:t>数据库语言</a:t>
            </a:r>
            <a:endParaRPr lang="en-US" altLang="zh-CN" dirty="0">
              <a:solidFill>
                <a:schemeClr val="tx1"/>
              </a:solidFill>
            </a:endParaRPr>
          </a:p>
          <a:p>
            <a:pPr eaLnBrk="1" hangingPunct="1"/>
            <a:r>
              <a:rPr lang="en-US" altLang="zh-CN" dirty="0">
                <a:solidFill>
                  <a:schemeClr val="tx1"/>
                </a:solidFill>
              </a:rPr>
              <a:t>1.5 </a:t>
            </a:r>
            <a:r>
              <a:rPr lang="zh-CN" altLang="en-US" dirty="0">
                <a:solidFill>
                  <a:schemeClr val="tx1"/>
                </a:solidFill>
              </a:rPr>
              <a:t>数据库引擎</a:t>
            </a:r>
            <a:endParaRPr lang="en-US" altLang="zh-CN" dirty="0">
              <a:solidFill>
                <a:schemeClr val="tx1"/>
              </a:solidFill>
            </a:endParaRPr>
          </a:p>
          <a:p>
            <a:pPr eaLnBrk="1" hangingPunct="1"/>
            <a:r>
              <a:rPr lang="en-US" altLang="zh-CN" dirty="0">
                <a:solidFill>
                  <a:schemeClr val="tx1"/>
                </a:solidFill>
              </a:rPr>
              <a:t>1.6 </a:t>
            </a:r>
            <a:r>
              <a:rPr lang="zh-CN" altLang="en-US" dirty="0">
                <a:solidFill>
                  <a:schemeClr val="tx1"/>
                </a:solidFill>
              </a:rPr>
              <a:t>数据库用户和管理员</a:t>
            </a:r>
          </a:p>
        </p:txBody>
      </p:sp>
      <p:sp>
        <p:nvSpPr>
          <p:cNvPr id="294916" name="AutoShape 4"/>
          <p:cNvSpPr>
            <a:spLocks noChangeArrowheads="1"/>
          </p:cNvSpPr>
          <p:nvPr/>
        </p:nvSpPr>
        <p:spPr bwMode="auto">
          <a:xfrm>
            <a:off x="861646" y="4648200"/>
            <a:ext cx="457200" cy="457200"/>
          </a:xfrm>
          <a:prstGeom prst="rightArrow">
            <a:avLst>
              <a:gd name="adj1" fmla="val 38889"/>
              <a:gd name="adj2" fmla="val 44792"/>
            </a:avLst>
          </a:prstGeom>
          <a:solidFill>
            <a:srgbClr val="FFCC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endParaRPr lang="zh-CN" altLang="en-US"/>
          </a:p>
        </p:txBody>
      </p:sp>
    </p:spTree>
    <p:extLst>
      <p:ext uri="{BB962C8B-B14F-4D97-AF65-F5344CB8AC3E}">
        <p14:creationId xmlns:p14="http://schemas.microsoft.com/office/powerpoint/2010/main" val="2918212154"/>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294916"/>
                                        </p:tgtEl>
                                        <p:attrNameLst>
                                          <p:attrName>style.visibility</p:attrName>
                                        </p:attrNameLst>
                                      </p:cBhvr>
                                      <p:to>
                                        <p:strVal val="visible"/>
                                      </p:to>
                                    </p:set>
                                    <p:anim calcmode="lin" valueType="num">
                                      <p:cBhvr additive="base">
                                        <p:cTn id="7" dur="500" fill="hold"/>
                                        <p:tgtEl>
                                          <p:spTgt spid="294916"/>
                                        </p:tgtEl>
                                        <p:attrNameLst>
                                          <p:attrName>ppt_x</p:attrName>
                                        </p:attrNameLst>
                                      </p:cBhvr>
                                      <p:tavLst>
                                        <p:tav tm="0">
                                          <p:val>
                                            <p:strVal val="0-#ppt_w/2"/>
                                          </p:val>
                                        </p:tav>
                                        <p:tav tm="100000">
                                          <p:val>
                                            <p:strVal val="#ppt_x"/>
                                          </p:val>
                                        </p:tav>
                                      </p:tavLst>
                                    </p:anim>
                                    <p:anim calcmode="lin" valueType="num">
                                      <p:cBhvr additive="base">
                                        <p:cTn id="8" dur="500" fill="hold"/>
                                        <p:tgtEl>
                                          <p:spTgt spid="2949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4916"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697AC0FD-190D-473D-A059-D003465E8F28}"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14691"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14692"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5CA75515-450F-4216-87DB-463660D82225}" type="slidenum">
              <a:rPr lang="en-US" altLang="zh-CN" sz="1400">
                <a:solidFill>
                  <a:schemeClr val="tx1"/>
                </a:solidFill>
                <a:latin typeface="Times New Roman" pitchFamily="18" charset="0"/>
              </a:rPr>
              <a:pPr eaLnBrk="1" hangingPunct="1"/>
              <a:t>70</a:t>
            </a:fld>
            <a:r>
              <a:rPr lang="en-US" altLang="zh-CN" sz="1400">
                <a:solidFill>
                  <a:schemeClr val="tx1"/>
                </a:solidFill>
                <a:latin typeface="Times New Roman" pitchFamily="18" charset="0"/>
              </a:rPr>
              <a:t>/92</a:t>
            </a:r>
          </a:p>
        </p:txBody>
      </p:sp>
      <p:sp>
        <p:nvSpPr>
          <p:cNvPr id="114693" name="Rectangle 2"/>
          <p:cNvSpPr>
            <a:spLocks noGrp="1" noChangeArrowheads="1"/>
          </p:cNvSpPr>
          <p:nvPr>
            <p:ph type="title"/>
          </p:nvPr>
        </p:nvSpPr>
        <p:spPr/>
        <p:txBody>
          <a:bodyPr/>
          <a:lstStyle/>
          <a:p>
            <a:pPr eaLnBrk="1" hangingPunct="1"/>
            <a:r>
              <a:rPr lang="en-US" altLang="zh-CN" dirty="0"/>
              <a:t>1.5 </a:t>
            </a:r>
            <a:r>
              <a:rPr lang="zh-CN" altLang="en-US" dirty="0"/>
              <a:t>数据库引擎</a:t>
            </a:r>
            <a:endParaRPr lang="en-US" altLang="zh-CN" dirty="0"/>
          </a:p>
        </p:txBody>
      </p:sp>
      <p:sp>
        <p:nvSpPr>
          <p:cNvPr id="7" name="Text Box 8">
            <a:extLst>
              <a:ext uri="{FF2B5EF4-FFF2-40B4-BE49-F238E27FC236}">
                <a16:creationId xmlns:a16="http://schemas.microsoft.com/office/drawing/2014/main" id="{22657A89-3A26-34BB-0973-E993F951C6F3}"/>
              </a:ext>
            </a:extLst>
          </p:cNvPr>
          <p:cNvSpPr txBox="1">
            <a:spLocks noChangeArrowheads="1"/>
          </p:cNvSpPr>
          <p:nvPr/>
        </p:nvSpPr>
        <p:spPr bwMode="auto">
          <a:xfrm>
            <a:off x="2392363" y="5084763"/>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kumimoji="1" lang="zh-CN" altLang="zh-CN" sz="2400">
              <a:latin typeface="Arial" panose="020B0604020202020204" pitchFamily="34" charset="0"/>
            </a:endParaRPr>
          </a:p>
        </p:txBody>
      </p:sp>
      <p:sp>
        <p:nvSpPr>
          <p:cNvPr id="2" name="Rectangle 3">
            <a:extLst>
              <a:ext uri="{FF2B5EF4-FFF2-40B4-BE49-F238E27FC236}">
                <a16:creationId xmlns:a16="http://schemas.microsoft.com/office/drawing/2014/main" id="{DEE9C937-1818-EBC8-C123-6D53A1F6D7F5}"/>
              </a:ext>
            </a:extLst>
          </p:cNvPr>
          <p:cNvSpPr txBox="1">
            <a:spLocks noChangeArrowheads="1"/>
          </p:cNvSpPr>
          <p:nvPr/>
        </p:nvSpPr>
        <p:spPr bwMode="auto">
          <a:xfrm>
            <a:off x="609601" y="1447800"/>
            <a:ext cx="8105776"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eaLnBrk="1" hangingPunct="1">
              <a:lnSpc>
                <a:spcPct val="90000"/>
              </a:lnSpc>
            </a:pPr>
            <a:r>
              <a:rPr lang="zh-CN" altLang="en-US" sz="2800" kern="0" dirty="0">
                <a:solidFill>
                  <a:schemeClr val="tx1"/>
                </a:solidFill>
              </a:rPr>
              <a:t>存储管理器</a:t>
            </a:r>
            <a:r>
              <a:rPr lang="en-US" altLang="zh-CN" sz="2800" kern="0" dirty="0">
                <a:solidFill>
                  <a:schemeClr val="tx1"/>
                </a:solidFill>
              </a:rPr>
              <a:t>(</a:t>
            </a:r>
            <a:r>
              <a:rPr lang="zh-CN" altLang="en-US" sz="2800" kern="0" dirty="0">
                <a:solidFill>
                  <a:schemeClr val="tx1"/>
                </a:solidFill>
              </a:rPr>
              <a:t>第</a:t>
            </a:r>
            <a:r>
              <a:rPr lang="en-US" altLang="zh-CN" sz="2800" kern="0" dirty="0">
                <a:solidFill>
                  <a:schemeClr val="tx1"/>
                </a:solidFill>
              </a:rPr>
              <a:t>10</a:t>
            </a:r>
            <a:r>
              <a:rPr lang="zh-CN" altLang="en-US" sz="2800" kern="0" dirty="0">
                <a:solidFill>
                  <a:schemeClr val="tx1"/>
                </a:solidFill>
              </a:rPr>
              <a:t>章</a:t>
            </a:r>
            <a:r>
              <a:rPr lang="en-US" altLang="zh-CN" sz="2800" kern="0" dirty="0">
                <a:solidFill>
                  <a:schemeClr val="tx1"/>
                </a:solidFill>
              </a:rPr>
              <a:t>)</a:t>
            </a:r>
          </a:p>
          <a:p>
            <a:pPr lvl="1" eaLnBrk="1" hangingPunct="1">
              <a:lnSpc>
                <a:spcPct val="90000"/>
              </a:lnSpc>
            </a:pPr>
            <a:r>
              <a:rPr lang="zh-CN" altLang="en-US" sz="2400" kern="0" dirty="0">
                <a:solidFill>
                  <a:schemeClr val="tx1"/>
                </a:solidFill>
              </a:rPr>
              <a:t>当数据达到</a:t>
            </a:r>
            <a:r>
              <a:rPr lang="en-US" altLang="zh-CN" sz="2400" kern="0" dirty="0">
                <a:solidFill>
                  <a:schemeClr val="tx1"/>
                </a:solidFill>
              </a:rPr>
              <a:t>TB</a:t>
            </a:r>
            <a:r>
              <a:rPr lang="en-US" altLang="zh-CN" sz="2400" kern="0" dirty="0"/>
              <a:t>/PB</a:t>
            </a:r>
            <a:r>
              <a:rPr lang="zh-CN" altLang="en-US" sz="2400" kern="0" dirty="0"/>
              <a:t>时，</a:t>
            </a:r>
            <a:r>
              <a:rPr lang="zh-CN" altLang="en-US" sz="2400" kern="0" dirty="0">
                <a:solidFill>
                  <a:schemeClr val="tx1"/>
                </a:solidFill>
              </a:rPr>
              <a:t>计算机主存不可能存储这么多信息，又由于当发生系统崩溃时主存的内容会丢失，因此信息被存储在磁盘中。</a:t>
            </a:r>
            <a:endParaRPr lang="en-US" altLang="zh-CN" sz="2400" kern="0" dirty="0">
              <a:solidFill>
                <a:schemeClr val="tx1"/>
              </a:solidFill>
            </a:endParaRPr>
          </a:p>
          <a:p>
            <a:pPr lvl="1" eaLnBrk="1" hangingPunct="1">
              <a:lnSpc>
                <a:spcPct val="90000"/>
              </a:lnSpc>
            </a:pPr>
            <a:r>
              <a:rPr lang="zh-CN" altLang="en-US" sz="2400" kern="0" dirty="0">
                <a:solidFill>
                  <a:schemeClr val="tx1"/>
                </a:solidFill>
              </a:rPr>
              <a:t>需要时可以在</a:t>
            </a:r>
            <a:r>
              <a:rPr lang="zh-CN" altLang="en-US" sz="2400" kern="0" dirty="0">
                <a:solidFill>
                  <a:srgbClr val="0000FF"/>
                </a:solidFill>
              </a:rPr>
              <a:t>主存</a:t>
            </a:r>
            <a:r>
              <a:rPr lang="zh-CN" altLang="en-US" sz="2400" kern="0" dirty="0"/>
              <a:t>和</a:t>
            </a:r>
            <a:r>
              <a:rPr lang="zh-CN" altLang="en-US" sz="2400" kern="0" dirty="0">
                <a:solidFill>
                  <a:srgbClr val="0000FF"/>
                </a:solidFill>
              </a:rPr>
              <a:t>磁盘</a:t>
            </a:r>
            <a:r>
              <a:rPr lang="zh-CN" altLang="en-US" sz="2400" kern="0" dirty="0">
                <a:solidFill>
                  <a:schemeClr val="tx1"/>
                </a:solidFill>
              </a:rPr>
              <a:t>间移动数据。数据库系统对数据的组织必须满足使磁盘和主存之间数据的移动需求最小化</a:t>
            </a:r>
            <a:r>
              <a:rPr lang="en-US" altLang="zh-CN" sz="2400" kern="0" dirty="0">
                <a:solidFill>
                  <a:schemeClr val="tx1"/>
                </a:solidFill>
              </a:rPr>
              <a:t>(</a:t>
            </a:r>
            <a:r>
              <a:rPr lang="zh-CN" altLang="en-US" sz="2400" kern="0" dirty="0">
                <a:solidFill>
                  <a:schemeClr val="tx1"/>
                </a:solidFill>
              </a:rPr>
              <a:t>固态硬盘</a:t>
            </a:r>
            <a:r>
              <a:rPr lang="en-US" altLang="zh-CN" sz="2400" kern="0" dirty="0">
                <a:solidFill>
                  <a:schemeClr val="tx1"/>
                </a:solidFill>
              </a:rPr>
              <a:t>SSD)</a:t>
            </a:r>
            <a:r>
              <a:rPr lang="zh-CN" altLang="en-US" sz="2400" kern="0" dirty="0">
                <a:solidFill>
                  <a:schemeClr val="tx1"/>
                </a:solidFill>
              </a:rPr>
              <a:t>。</a:t>
            </a:r>
            <a:endParaRPr lang="en-US" altLang="zh-CN" sz="2400" kern="0" dirty="0">
              <a:solidFill>
                <a:schemeClr val="tx1"/>
              </a:solidFill>
            </a:endParaRPr>
          </a:p>
          <a:p>
            <a:pPr eaLnBrk="1" hangingPunct="1">
              <a:lnSpc>
                <a:spcPct val="90000"/>
              </a:lnSpc>
            </a:pPr>
            <a:r>
              <a:rPr lang="zh-CN" altLang="en-US" sz="2800" kern="0" dirty="0">
                <a:solidFill>
                  <a:schemeClr val="tx1"/>
                </a:solidFill>
              </a:rPr>
              <a:t>查询处理器</a:t>
            </a:r>
            <a:r>
              <a:rPr lang="en-US" altLang="zh-CN" sz="2800" kern="0" dirty="0">
                <a:solidFill>
                  <a:schemeClr val="tx1"/>
                </a:solidFill>
              </a:rPr>
              <a:t>(</a:t>
            </a:r>
            <a:r>
              <a:rPr lang="zh-CN" altLang="en-US" sz="2800" kern="0" dirty="0">
                <a:solidFill>
                  <a:schemeClr val="tx1"/>
                </a:solidFill>
              </a:rPr>
              <a:t>第</a:t>
            </a:r>
            <a:r>
              <a:rPr lang="en-US" altLang="zh-CN" sz="2800" kern="0" dirty="0">
                <a:solidFill>
                  <a:schemeClr val="tx1"/>
                </a:solidFill>
              </a:rPr>
              <a:t>12</a:t>
            </a:r>
            <a:r>
              <a:rPr lang="zh-CN" altLang="en-US" sz="2800" kern="0" dirty="0">
                <a:solidFill>
                  <a:schemeClr val="tx1"/>
                </a:solidFill>
              </a:rPr>
              <a:t>章</a:t>
            </a:r>
            <a:r>
              <a:rPr lang="en-US" altLang="zh-CN" sz="2800" kern="0" dirty="0">
                <a:solidFill>
                  <a:schemeClr val="tx1"/>
                </a:solidFill>
              </a:rPr>
              <a:t>)</a:t>
            </a:r>
          </a:p>
          <a:p>
            <a:pPr lvl="1" eaLnBrk="1" hangingPunct="1">
              <a:lnSpc>
                <a:spcPct val="90000"/>
              </a:lnSpc>
            </a:pPr>
            <a:r>
              <a:rPr lang="zh-CN" altLang="en-US" sz="2400" kern="0" dirty="0">
                <a:solidFill>
                  <a:schemeClr val="tx1"/>
                </a:solidFill>
              </a:rPr>
              <a:t>帮助数据库系统简化和促进了对数据的访问。查询处理器使得数据库用户能够获得很高的性能，同时可以在视图的层次上工作，不必承受了解系统实现的物理层次细节的负担。</a:t>
            </a:r>
            <a:endParaRPr lang="en-US" altLang="zh-CN" sz="2400" kern="0" dirty="0">
              <a:solidFill>
                <a:schemeClr val="tx1"/>
              </a:solidFill>
            </a:endParaRPr>
          </a:p>
          <a:p>
            <a:pPr eaLnBrk="1" hangingPunct="1">
              <a:lnSpc>
                <a:spcPct val="90000"/>
              </a:lnSpc>
            </a:pPr>
            <a:r>
              <a:rPr lang="zh-CN" altLang="en-US" sz="2800" kern="0" dirty="0">
                <a:solidFill>
                  <a:schemeClr val="tx1"/>
                </a:solidFill>
              </a:rPr>
              <a:t>事务管理部件</a:t>
            </a:r>
            <a:r>
              <a:rPr lang="en-US" altLang="zh-CN" sz="2800" kern="0" dirty="0">
                <a:solidFill>
                  <a:schemeClr val="tx1"/>
                </a:solidFill>
              </a:rPr>
              <a:t>(</a:t>
            </a:r>
            <a:r>
              <a:rPr lang="zh-CN" altLang="en-US" sz="2800" kern="0" dirty="0">
                <a:solidFill>
                  <a:schemeClr val="tx1"/>
                </a:solidFill>
              </a:rPr>
              <a:t>第</a:t>
            </a:r>
            <a:r>
              <a:rPr lang="en-US" altLang="zh-CN" sz="2800" kern="0" dirty="0">
                <a:solidFill>
                  <a:schemeClr val="tx1"/>
                </a:solidFill>
              </a:rPr>
              <a:t>13-14</a:t>
            </a:r>
            <a:r>
              <a:rPr lang="zh-CN" altLang="en-US" sz="2800" kern="0" dirty="0">
                <a:solidFill>
                  <a:schemeClr val="tx1"/>
                </a:solidFill>
              </a:rPr>
              <a:t>章</a:t>
            </a:r>
            <a:r>
              <a:rPr lang="en-US" altLang="zh-CN" sz="2800" kern="0" dirty="0">
                <a:solidFill>
                  <a:schemeClr val="tx1"/>
                </a:solidFill>
              </a:rPr>
              <a:t>)</a:t>
            </a:r>
          </a:p>
          <a:p>
            <a:pPr eaLnBrk="1" hangingPunct="1">
              <a:lnSpc>
                <a:spcPct val="90000"/>
              </a:lnSpc>
            </a:pPr>
            <a:endParaRPr lang="en-US" altLang="zh-CN" sz="2800" kern="0" dirty="0">
              <a:solidFill>
                <a:schemeClr val="tx1"/>
              </a:solidFill>
            </a:endParaRPr>
          </a:p>
        </p:txBody>
      </p:sp>
    </p:spTree>
    <p:extLst>
      <p:ext uri="{BB962C8B-B14F-4D97-AF65-F5344CB8AC3E}">
        <p14:creationId xmlns:p14="http://schemas.microsoft.com/office/powerpoint/2010/main" val="1338254512"/>
      </p:ext>
    </p:extLst>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697AC0FD-190D-473D-A059-D003465E8F28}"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14691"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14692"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5CA75515-450F-4216-87DB-463660D82225}" type="slidenum">
              <a:rPr lang="en-US" altLang="zh-CN" sz="1400">
                <a:solidFill>
                  <a:schemeClr val="tx1"/>
                </a:solidFill>
                <a:latin typeface="Times New Roman" pitchFamily="18" charset="0"/>
              </a:rPr>
              <a:pPr eaLnBrk="1" hangingPunct="1"/>
              <a:t>71</a:t>
            </a:fld>
            <a:r>
              <a:rPr lang="en-US" altLang="zh-CN" sz="1400">
                <a:solidFill>
                  <a:schemeClr val="tx1"/>
                </a:solidFill>
                <a:latin typeface="Times New Roman" pitchFamily="18" charset="0"/>
              </a:rPr>
              <a:t>/92</a:t>
            </a:r>
          </a:p>
        </p:txBody>
      </p:sp>
      <p:sp>
        <p:nvSpPr>
          <p:cNvPr id="114693" name="Rectangle 2"/>
          <p:cNvSpPr>
            <a:spLocks noGrp="1" noChangeArrowheads="1"/>
          </p:cNvSpPr>
          <p:nvPr>
            <p:ph type="title"/>
          </p:nvPr>
        </p:nvSpPr>
        <p:spPr/>
        <p:txBody>
          <a:bodyPr/>
          <a:lstStyle/>
          <a:p>
            <a:pPr eaLnBrk="1" hangingPunct="1"/>
            <a:r>
              <a:rPr lang="en-US" altLang="zh-CN" dirty="0"/>
              <a:t>1.5 </a:t>
            </a:r>
            <a:r>
              <a:rPr lang="zh-CN" altLang="en-US" dirty="0"/>
              <a:t>数据库引擎</a:t>
            </a:r>
            <a:endParaRPr lang="en-US" altLang="zh-CN" dirty="0"/>
          </a:p>
        </p:txBody>
      </p:sp>
      <p:sp>
        <p:nvSpPr>
          <p:cNvPr id="7" name="Text Box 8">
            <a:extLst>
              <a:ext uri="{FF2B5EF4-FFF2-40B4-BE49-F238E27FC236}">
                <a16:creationId xmlns:a16="http://schemas.microsoft.com/office/drawing/2014/main" id="{22657A89-3A26-34BB-0973-E993F951C6F3}"/>
              </a:ext>
            </a:extLst>
          </p:cNvPr>
          <p:cNvSpPr txBox="1">
            <a:spLocks noChangeArrowheads="1"/>
          </p:cNvSpPr>
          <p:nvPr/>
        </p:nvSpPr>
        <p:spPr bwMode="auto">
          <a:xfrm>
            <a:off x="2392363" y="5084763"/>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kumimoji="1" lang="zh-CN" altLang="zh-CN" sz="2400">
              <a:latin typeface="Arial" panose="020B0604020202020204" pitchFamily="34" charset="0"/>
            </a:endParaRPr>
          </a:p>
        </p:txBody>
      </p:sp>
      <p:sp>
        <p:nvSpPr>
          <p:cNvPr id="2" name="Rectangle 3">
            <a:extLst>
              <a:ext uri="{FF2B5EF4-FFF2-40B4-BE49-F238E27FC236}">
                <a16:creationId xmlns:a16="http://schemas.microsoft.com/office/drawing/2014/main" id="{DEE9C937-1818-EBC8-C123-6D53A1F6D7F5}"/>
              </a:ext>
            </a:extLst>
          </p:cNvPr>
          <p:cNvSpPr txBox="1">
            <a:spLocks noChangeArrowheads="1"/>
          </p:cNvSpPr>
          <p:nvPr/>
        </p:nvSpPr>
        <p:spPr bwMode="auto">
          <a:xfrm>
            <a:off x="609601" y="1447800"/>
            <a:ext cx="8105776"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eaLnBrk="1" hangingPunct="1">
              <a:lnSpc>
                <a:spcPct val="90000"/>
              </a:lnSpc>
            </a:pPr>
            <a:r>
              <a:rPr lang="zh-CN" altLang="en-US" sz="2800" kern="0" dirty="0">
                <a:solidFill>
                  <a:schemeClr val="tx1"/>
                </a:solidFill>
              </a:rPr>
              <a:t>存储管理器</a:t>
            </a:r>
            <a:r>
              <a:rPr lang="en-US" altLang="zh-CN" sz="2800" kern="0" dirty="0">
                <a:solidFill>
                  <a:schemeClr val="tx1"/>
                </a:solidFill>
              </a:rPr>
              <a:t>(</a:t>
            </a:r>
            <a:r>
              <a:rPr lang="zh-CN" altLang="en-US" sz="2800" kern="0" dirty="0">
                <a:solidFill>
                  <a:schemeClr val="tx1"/>
                </a:solidFill>
              </a:rPr>
              <a:t>第</a:t>
            </a:r>
            <a:r>
              <a:rPr lang="en-US" altLang="zh-CN" sz="2800" kern="0" dirty="0">
                <a:solidFill>
                  <a:schemeClr val="tx1"/>
                </a:solidFill>
              </a:rPr>
              <a:t>10</a:t>
            </a:r>
            <a:r>
              <a:rPr lang="zh-CN" altLang="en-US" sz="2800" kern="0" dirty="0">
                <a:solidFill>
                  <a:schemeClr val="tx1"/>
                </a:solidFill>
              </a:rPr>
              <a:t>章</a:t>
            </a:r>
            <a:r>
              <a:rPr lang="en-US" altLang="zh-CN" sz="2800" kern="0" dirty="0">
                <a:solidFill>
                  <a:schemeClr val="tx1"/>
                </a:solidFill>
              </a:rPr>
              <a:t>)</a:t>
            </a:r>
          </a:p>
          <a:p>
            <a:pPr eaLnBrk="1" hangingPunct="1">
              <a:lnSpc>
                <a:spcPct val="90000"/>
              </a:lnSpc>
            </a:pPr>
            <a:r>
              <a:rPr lang="zh-CN" altLang="en-US" sz="2800" kern="0" dirty="0">
                <a:solidFill>
                  <a:schemeClr val="tx1"/>
                </a:solidFill>
              </a:rPr>
              <a:t>查询处理器</a:t>
            </a:r>
            <a:r>
              <a:rPr lang="en-US" altLang="zh-CN" sz="2800" kern="0" dirty="0">
                <a:solidFill>
                  <a:schemeClr val="tx1"/>
                </a:solidFill>
              </a:rPr>
              <a:t>(</a:t>
            </a:r>
            <a:r>
              <a:rPr lang="zh-CN" altLang="en-US" sz="2800" kern="0" dirty="0">
                <a:solidFill>
                  <a:schemeClr val="tx1"/>
                </a:solidFill>
              </a:rPr>
              <a:t>第</a:t>
            </a:r>
            <a:r>
              <a:rPr lang="en-US" altLang="zh-CN" sz="2800" kern="0" dirty="0">
                <a:solidFill>
                  <a:schemeClr val="tx1"/>
                </a:solidFill>
              </a:rPr>
              <a:t>12</a:t>
            </a:r>
            <a:r>
              <a:rPr lang="zh-CN" altLang="en-US" sz="2800" kern="0" dirty="0">
                <a:solidFill>
                  <a:schemeClr val="tx1"/>
                </a:solidFill>
              </a:rPr>
              <a:t>章</a:t>
            </a:r>
            <a:r>
              <a:rPr lang="en-US" altLang="zh-CN" sz="2800" kern="0" dirty="0">
                <a:solidFill>
                  <a:schemeClr val="tx1"/>
                </a:solidFill>
              </a:rPr>
              <a:t>)</a:t>
            </a:r>
          </a:p>
          <a:p>
            <a:pPr eaLnBrk="1" hangingPunct="1">
              <a:lnSpc>
                <a:spcPct val="90000"/>
              </a:lnSpc>
            </a:pPr>
            <a:r>
              <a:rPr lang="zh-CN" altLang="en-US" sz="2800" kern="0" dirty="0">
                <a:solidFill>
                  <a:schemeClr val="tx1"/>
                </a:solidFill>
              </a:rPr>
              <a:t>事务管理部件</a:t>
            </a:r>
            <a:r>
              <a:rPr lang="en-US" altLang="zh-CN" sz="2800" kern="0" dirty="0">
                <a:solidFill>
                  <a:schemeClr val="tx1"/>
                </a:solidFill>
              </a:rPr>
              <a:t>(</a:t>
            </a:r>
            <a:r>
              <a:rPr lang="zh-CN" altLang="en-US" sz="2800" kern="0" dirty="0">
                <a:solidFill>
                  <a:schemeClr val="tx1"/>
                </a:solidFill>
              </a:rPr>
              <a:t>第</a:t>
            </a:r>
            <a:r>
              <a:rPr lang="en-US" altLang="zh-CN" sz="2800" kern="0" dirty="0">
                <a:solidFill>
                  <a:schemeClr val="tx1"/>
                </a:solidFill>
              </a:rPr>
              <a:t>13-14</a:t>
            </a:r>
            <a:r>
              <a:rPr lang="zh-CN" altLang="en-US" sz="2800" kern="0" dirty="0">
                <a:solidFill>
                  <a:schemeClr val="tx1"/>
                </a:solidFill>
              </a:rPr>
              <a:t>章</a:t>
            </a:r>
            <a:r>
              <a:rPr lang="en-US" altLang="zh-CN" sz="2800" kern="0" dirty="0">
                <a:solidFill>
                  <a:schemeClr val="tx1"/>
                </a:solidFill>
              </a:rPr>
              <a:t>)</a:t>
            </a:r>
          </a:p>
          <a:p>
            <a:pPr lvl="1" eaLnBrk="1" hangingPunct="1">
              <a:lnSpc>
                <a:spcPct val="90000"/>
              </a:lnSpc>
            </a:pPr>
            <a:r>
              <a:rPr lang="zh-CN" altLang="en-US" sz="2400" kern="0" dirty="0">
                <a:solidFill>
                  <a:schemeClr val="tx1"/>
                </a:solidFill>
              </a:rPr>
              <a:t>使得应用开发人员能够把</a:t>
            </a:r>
            <a:r>
              <a:rPr lang="zh-CN" altLang="en-US" sz="2400" kern="0" dirty="0">
                <a:solidFill>
                  <a:srgbClr val="0000FF"/>
                </a:solidFill>
              </a:rPr>
              <a:t>一系列数据库存取操作</a:t>
            </a:r>
            <a:r>
              <a:rPr lang="zh-CN" altLang="en-US" sz="2400" kern="0" dirty="0">
                <a:solidFill>
                  <a:schemeClr val="tx1"/>
                </a:solidFill>
              </a:rPr>
              <a:t>当作个</a:t>
            </a:r>
            <a:r>
              <a:rPr lang="zh-CN" altLang="en-US" sz="2400" b="1" kern="0" dirty="0">
                <a:solidFill>
                  <a:srgbClr val="0000FF"/>
                </a:solidFill>
              </a:rPr>
              <a:t>单元</a:t>
            </a:r>
            <a:r>
              <a:rPr lang="zh-CN" altLang="en-US" sz="2400" kern="0" dirty="0">
                <a:solidFill>
                  <a:schemeClr val="tx1"/>
                </a:solidFill>
              </a:rPr>
              <a:t>来看待，这些存取操作要么全做，要么全都不做。</a:t>
            </a:r>
            <a:endParaRPr lang="en-US" altLang="zh-CN" sz="2400" kern="0" dirty="0">
              <a:solidFill>
                <a:schemeClr val="tx1"/>
              </a:solidFill>
            </a:endParaRPr>
          </a:p>
          <a:p>
            <a:pPr lvl="1" eaLnBrk="1" hangingPunct="1">
              <a:lnSpc>
                <a:spcPct val="90000"/>
              </a:lnSpc>
            </a:pPr>
            <a:r>
              <a:rPr lang="zh-CN" altLang="en-US" sz="2400" kern="0" dirty="0">
                <a:solidFill>
                  <a:schemeClr val="tx1"/>
                </a:solidFill>
              </a:rPr>
              <a:t>这使得应用开发人员可以在一个</a:t>
            </a:r>
            <a:r>
              <a:rPr lang="zh-CN" altLang="en-US" sz="2400" b="1" kern="0" dirty="0">
                <a:solidFill>
                  <a:schemeClr val="tx1"/>
                </a:solidFill>
              </a:rPr>
              <a:t>更高</a:t>
            </a:r>
            <a:r>
              <a:rPr lang="zh-CN" altLang="en-US" sz="2400" kern="0" dirty="0">
                <a:solidFill>
                  <a:schemeClr val="tx1"/>
                </a:solidFill>
              </a:rPr>
              <a:t>的抽象层次上思考有关应用的问题，而不需要去考虑管理数据的并发存取和系统故障所造成的影响等底层细节。</a:t>
            </a:r>
            <a:endParaRPr lang="en-US" altLang="zh-CN" sz="2400" kern="0" dirty="0">
              <a:solidFill>
                <a:schemeClr val="tx1"/>
              </a:solidFill>
            </a:endParaRPr>
          </a:p>
          <a:p>
            <a:pPr lvl="1" eaLnBrk="1" hangingPunct="1">
              <a:lnSpc>
                <a:spcPct val="90000"/>
              </a:lnSpc>
            </a:pPr>
            <a:r>
              <a:rPr lang="zh-CN" altLang="en-US" sz="2400" kern="0" dirty="0" smtClean="0">
                <a:solidFill>
                  <a:schemeClr val="tx1"/>
                </a:solidFill>
              </a:rPr>
              <a:t>传统上 数据库</a:t>
            </a:r>
            <a:r>
              <a:rPr lang="zh-CN" altLang="en-US" sz="2400" kern="0" dirty="0">
                <a:solidFill>
                  <a:schemeClr val="tx1"/>
                </a:solidFill>
              </a:rPr>
              <a:t>引擎是集中式的计算机系统，而当今的</a:t>
            </a:r>
            <a:r>
              <a:rPr lang="zh-CN" altLang="en-US" sz="2400" b="1" kern="0" dirty="0">
                <a:solidFill>
                  <a:srgbClr val="0000FF"/>
                </a:solidFill>
              </a:rPr>
              <a:t>并发处理</a:t>
            </a:r>
            <a:r>
              <a:rPr lang="zh-CN" altLang="en-US" sz="2400" kern="0" dirty="0">
                <a:solidFill>
                  <a:schemeClr val="tx1"/>
                </a:solidFill>
              </a:rPr>
              <a:t>是高效管理海量数据的关键所在。现代的数据库引擎非常注重</a:t>
            </a:r>
            <a:r>
              <a:rPr lang="zh-CN" altLang="en-US" sz="2400" b="1" kern="0" dirty="0">
                <a:solidFill>
                  <a:schemeClr val="tx1"/>
                </a:solidFill>
              </a:rPr>
              <a:t>并发数据存储</a:t>
            </a:r>
            <a:r>
              <a:rPr lang="zh-CN" altLang="en-US" sz="2400" b="1" kern="0" dirty="0"/>
              <a:t>和</a:t>
            </a:r>
            <a:r>
              <a:rPr lang="zh-CN" altLang="en-US" sz="2400" b="1" kern="0" dirty="0">
                <a:solidFill>
                  <a:schemeClr val="tx1"/>
                </a:solidFill>
              </a:rPr>
              <a:t>并发查询处理</a:t>
            </a:r>
            <a:r>
              <a:rPr lang="zh-CN" altLang="en-US" sz="2400" kern="0" dirty="0">
                <a:solidFill>
                  <a:schemeClr val="tx1"/>
                </a:solidFill>
              </a:rPr>
              <a:t>。</a:t>
            </a:r>
            <a:endParaRPr lang="en-US" altLang="zh-CN" sz="2400" kern="0" dirty="0">
              <a:solidFill>
                <a:schemeClr val="tx1"/>
              </a:solidFill>
            </a:endParaRPr>
          </a:p>
        </p:txBody>
      </p:sp>
    </p:spTree>
    <p:extLst>
      <p:ext uri="{BB962C8B-B14F-4D97-AF65-F5344CB8AC3E}">
        <p14:creationId xmlns:p14="http://schemas.microsoft.com/office/powerpoint/2010/main" val="942491686"/>
      </p:ext>
    </p:extLst>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697AC0FD-190D-473D-A059-D003465E8F28}"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14691"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14692"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5CA75515-450F-4216-87DB-463660D82225}" type="slidenum">
              <a:rPr lang="en-US" altLang="zh-CN" sz="1400">
                <a:solidFill>
                  <a:schemeClr val="tx1"/>
                </a:solidFill>
                <a:latin typeface="Times New Roman" pitchFamily="18" charset="0"/>
              </a:rPr>
              <a:pPr eaLnBrk="1" hangingPunct="1"/>
              <a:t>72</a:t>
            </a:fld>
            <a:r>
              <a:rPr lang="en-US" altLang="zh-CN" sz="1400">
                <a:solidFill>
                  <a:schemeClr val="tx1"/>
                </a:solidFill>
                <a:latin typeface="Times New Roman" pitchFamily="18" charset="0"/>
              </a:rPr>
              <a:t>/92</a:t>
            </a:r>
          </a:p>
        </p:txBody>
      </p:sp>
      <p:sp>
        <p:nvSpPr>
          <p:cNvPr id="114693" name="Rectangle 2"/>
          <p:cNvSpPr>
            <a:spLocks noGrp="1" noChangeArrowheads="1"/>
          </p:cNvSpPr>
          <p:nvPr>
            <p:ph type="title"/>
          </p:nvPr>
        </p:nvSpPr>
        <p:spPr/>
        <p:txBody>
          <a:bodyPr/>
          <a:lstStyle/>
          <a:p>
            <a:pPr eaLnBrk="1" hangingPunct="1"/>
            <a:r>
              <a:rPr lang="en-US" altLang="zh-CN" dirty="0"/>
              <a:t>1.5.1</a:t>
            </a:r>
            <a:r>
              <a:rPr lang="zh-CN" altLang="en-US" dirty="0"/>
              <a:t>存储管理器</a:t>
            </a:r>
            <a:endParaRPr lang="en-US" altLang="zh-CN" dirty="0"/>
          </a:p>
        </p:txBody>
      </p:sp>
      <p:sp>
        <p:nvSpPr>
          <p:cNvPr id="7" name="Text Box 8">
            <a:extLst>
              <a:ext uri="{FF2B5EF4-FFF2-40B4-BE49-F238E27FC236}">
                <a16:creationId xmlns:a16="http://schemas.microsoft.com/office/drawing/2014/main" id="{22657A89-3A26-34BB-0973-E993F951C6F3}"/>
              </a:ext>
            </a:extLst>
          </p:cNvPr>
          <p:cNvSpPr txBox="1">
            <a:spLocks noChangeArrowheads="1"/>
          </p:cNvSpPr>
          <p:nvPr/>
        </p:nvSpPr>
        <p:spPr bwMode="auto">
          <a:xfrm>
            <a:off x="2392363" y="5084763"/>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kumimoji="1" lang="zh-CN" altLang="zh-CN" sz="2400">
              <a:latin typeface="Arial" panose="020B0604020202020204" pitchFamily="34" charset="0"/>
            </a:endParaRPr>
          </a:p>
        </p:txBody>
      </p:sp>
      <p:sp>
        <p:nvSpPr>
          <p:cNvPr id="2" name="Rectangle 3">
            <a:extLst>
              <a:ext uri="{FF2B5EF4-FFF2-40B4-BE49-F238E27FC236}">
                <a16:creationId xmlns:a16="http://schemas.microsoft.com/office/drawing/2014/main" id="{DEE9C937-1818-EBC8-C123-6D53A1F6D7F5}"/>
              </a:ext>
            </a:extLst>
          </p:cNvPr>
          <p:cNvSpPr txBox="1">
            <a:spLocks noChangeArrowheads="1"/>
          </p:cNvSpPr>
          <p:nvPr/>
        </p:nvSpPr>
        <p:spPr bwMode="auto">
          <a:xfrm>
            <a:off x="609601" y="1447800"/>
            <a:ext cx="8105776"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eaLnBrk="1" hangingPunct="1">
              <a:lnSpc>
                <a:spcPct val="90000"/>
              </a:lnSpc>
            </a:pPr>
            <a:r>
              <a:rPr lang="zh-CN" altLang="en-US" sz="2800" kern="0" dirty="0">
                <a:solidFill>
                  <a:schemeClr val="tx1"/>
                </a:solidFill>
              </a:rPr>
              <a:t>存储管理器（</a:t>
            </a:r>
            <a:r>
              <a:rPr lang="en-US" altLang="zh-CN" sz="2800" kern="0" dirty="0">
                <a:solidFill>
                  <a:schemeClr val="tx1"/>
                </a:solidFill>
              </a:rPr>
              <a:t>storage manager)</a:t>
            </a:r>
            <a:r>
              <a:rPr lang="zh-CN" altLang="en-US" sz="2800" kern="0" dirty="0">
                <a:solidFill>
                  <a:schemeClr val="tx1"/>
                </a:solidFill>
              </a:rPr>
              <a:t>是数据库系统中负责在数据库中存储的低层数据与应用程序以及向系统提交的查询之间提供接口的部件。存储管理器负责与</a:t>
            </a:r>
            <a:r>
              <a:rPr lang="zh-CN" altLang="en-US" sz="2800" b="1" kern="0" dirty="0">
                <a:solidFill>
                  <a:schemeClr val="tx1"/>
                </a:solidFill>
              </a:rPr>
              <a:t>文件管理器</a:t>
            </a:r>
            <a:r>
              <a:rPr lang="zh-CN" altLang="en-US" sz="2800" kern="0" dirty="0">
                <a:solidFill>
                  <a:schemeClr val="tx1"/>
                </a:solidFill>
              </a:rPr>
              <a:t>进行交互。</a:t>
            </a:r>
            <a:endParaRPr lang="en-US" altLang="zh-CN" sz="2800" kern="0" dirty="0">
              <a:solidFill>
                <a:schemeClr val="tx1"/>
              </a:solidFill>
            </a:endParaRPr>
          </a:p>
          <a:p>
            <a:pPr eaLnBrk="1" hangingPunct="1">
              <a:lnSpc>
                <a:spcPct val="90000"/>
              </a:lnSpc>
            </a:pPr>
            <a:r>
              <a:rPr lang="zh-CN" altLang="en-US" sz="2800" kern="0" dirty="0">
                <a:solidFill>
                  <a:schemeClr val="tx1"/>
                </a:solidFill>
              </a:rPr>
              <a:t>原数据通过操作系统提供的文件系统存储在磁盘上。存储管理器将各种 </a:t>
            </a:r>
            <a:r>
              <a:rPr lang="en-US" altLang="zh-CN" sz="2800" kern="0" dirty="0">
                <a:solidFill>
                  <a:schemeClr val="tx1"/>
                </a:solidFill>
              </a:rPr>
              <a:t>DML </a:t>
            </a:r>
            <a:r>
              <a:rPr lang="zh-CN" altLang="en-US" sz="2800" kern="0" dirty="0">
                <a:solidFill>
                  <a:schemeClr val="tx1"/>
                </a:solidFill>
              </a:rPr>
              <a:t>语句翻译为</a:t>
            </a:r>
            <a:r>
              <a:rPr lang="zh-CN" altLang="en-US" sz="2800" b="1" kern="0" dirty="0">
                <a:solidFill>
                  <a:schemeClr val="tx1"/>
                </a:solidFill>
              </a:rPr>
              <a:t>底层文件系统命令</a:t>
            </a:r>
            <a:r>
              <a:rPr lang="zh-CN" altLang="en-US" sz="2800" kern="0" dirty="0">
                <a:solidFill>
                  <a:schemeClr val="tx1"/>
                </a:solidFill>
              </a:rPr>
              <a:t>。因此，存储管理器负责数据库中</a:t>
            </a:r>
            <a:r>
              <a:rPr lang="zh-CN" altLang="en-US" sz="2800" kern="0" dirty="0">
                <a:solidFill>
                  <a:srgbClr val="0000FF"/>
                </a:solidFill>
              </a:rPr>
              <a:t>数据的存储、检索和更新</a:t>
            </a:r>
            <a:r>
              <a:rPr lang="zh-CN" altLang="en-US" sz="2800" kern="0" dirty="0">
                <a:solidFill>
                  <a:schemeClr val="tx1"/>
                </a:solidFill>
              </a:rPr>
              <a:t>。</a:t>
            </a:r>
            <a:endParaRPr lang="en-US" altLang="zh-CN" sz="2800" kern="0" dirty="0">
              <a:solidFill>
                <a:schemeClr val="tx1"/>
              </a:solidFill>
            </a:endParaRPr>
          </a:p>
          <a:p>
            <a:pPr eaLnBrk="1" hangingPunct="1">
              <a:lnSpc>
                <a:spcPct val="90000"/>
              </a:lnSpc>
            </a:pPr>
            <a:endParaRPr lang="en-US" altLang="zh-CN" sz="2800" kern="0" dirty="0">
              <a:solidFill>
                <a:schemeClr val="tx1"/>
              </a:solidFill>
            </a:endParaRPr>
          </a:p>
        </p:txBody>
      </p:sp>
    </p:spTree>
    <p:extLst>
      <p:ext uri="{BB962C8B-B14F-4D97-AF65-F5344CB8AC3E}">
        <p14:creationId xmlns:p14="http://schemas.microsoft.com/office/powerpoint/2010/main" val="2845553247"/>
      </p:ext>
    </p:extLst>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697AC0FD-190D-473D-A059-D003465E8F28}"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14691"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14692"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5CA75515-450F-4216-87DB-463660D82225}" type="slidenum">
              <a:rPr lang="en-US" altLang="zh-CN" sz="1400">
                <a:solidFill>
                  <a:schemeClr val="tx1"/>
                </a:solidFill>
                <a:latin typeface="Times New Roman" pitchFamily="18" charset="0"/>
              </a:rPr>
              <a:pPr eaLnBrk="1" hangingPunct="1"/>
              <a:t>73</a:t>
            </a:fld>
            <a:r>
              <a:rPr lang="en-US" altLang="zh-CN" sz="1400">
                <a:solidFill>
                  <a:schemeClr val="tx1"/>
                </a:solidFill>
                <a:latin typeface="Times New Roman" pitchFamily="18" charset="0"/>
              </a:rPr>
              <a:t>/92</a:t>
            </a:r>
          </a:p>
        </p:txBody>
      </p:sp>
      <p:sp>
        <p:nvSpPr>
          <p:cNvPr id="114693" name="Rectangle 2"/>
          <p:cNvSpPr>
            <a:spLocks noGrp="1" noChangeArrowheads="1"/>
          </p:cNvSpPr>
          <p:nvPr>
            <p:ph type="title"/>
          </p:nvPr>
        </p:nvSpPr>
        <p:spPr/>
        <p:txBody>
          <a:bodyPr/>
          <a:lstStyle/>
          <a:p>
            <a:pPr eaLnBrk="1" hangingPunct="1"/>
            <a:r>
              <a:rPr lang="en-US" altLang="zh-CN" dirty="0"/>
              <a:t>1.5.1</a:t>
            </a:r>
            <a:r>
              <a:rPr lang="zh-CN" altLang="en-US" dirty="0"/>
              <a:t>存储管理器</a:t>
            </a:r>
            <a:endParaRPr lang="en-US" altLang="zh-CN" dirty="0"/>
          </a:p>
        </p:txBody>
      </p:sp>
      <p:sp>
        <p:nvSpPr>
          <p:cNvPr id="7" name="Text Box 8">
            <a:extLst>
              <a:ext uri="{FF2B5EF4-FFF2-40B4-BE49-F238E27FC236}">
                <a16:creationId xmlns:a16="http://schemas.microsoft.com/office/drawing/2014/main" id="{22657A89-3A26-34BB-0973-E993F951C6F3}"/>
              </a:ext>
            </a:extLst>
          </p:cNvPr>
          <p:cNvSpPr txBox="1">
            <a:spLocks noChangeArrowheads="1"/>
          </p:cNvSpPr>
          <p:nvPr/>
        </p:nvSpPr>
        <p:spPr bwMode="auto">
          <a:xfrm>
            <a:off x="2392363" y="5084763"/>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kumimoji="1" lang="zh-CN" altLang="zh-CN" sz="2400">
              <a:latin typeface="Arial" panose="020B0604020202020204" pitchFamily="34" charset="0"/>
            </a:endParaRPr>
          </a:p>
        </p:txBody>
      </p:sp>
      <p:sp>
        <p:nvSpPr>
          <p:cNvPr id="2" name="Rectangle 3">
            <a:extLst>
              <a:ext uri="{FF2B5EF4-FFF2-40B4-BE49-F238E27FC236}">
                <a16:creationId xmlns:a16="http://schemas.microsoft.com/office/drawing/2014/main" id="{DEE9C937-1818-EBC8-C123-6D53A1F6D7F5}"/>
              </a:ext>
            </a:extLst>
          </p:cNvPr>
          <p:cNvSpPr txBox="1">
            <a:spLocks noChangeArrowheads="1"/>
          </p:cNvSpPr>
          <p:nvPr/>
        </p:nvSpPr>
        <p:spPr bwMode="auto">
          <a:xfrm>
            <a:off x="609601" y="1447800"/>
            <a:ext cx="8105776"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marL="0" indent="0" eaLnBrk="1" hangingPunct="1">
              <a:lnSpc>
                <a:spcPct val="90000"/>
              </a:lnSpc>
              <a:buNone/>
            </a:pPr>
            <a:r>
              <a:rPr lang="zh-CN" altLang="en-US" sz="2400" kern="0" dirty="0">
                <a:solidFill>
                  <a:schemeClr val="tx1"/>
                </a:solidFill>
              </a:rPr>
              <a:t>存储管理器包括：</a:t>
            </a:r>
            <a:endParaRPr lang="en-US" altLang="zh-CN" sz="2400" kern="0" dirty="0">
              <a:solidFill>
                <a:schemeClr val="tx1"/>
              </a:solidFill>
            </a:endParaRPr>
          </a:p>
          <a:p>
            <a:pPr eaLnBrk="1" hangingPunct="1">
              <a:lnSpc>
                <a:spcPct val="90000"/>
              </a:lnSpc>
            </a:pPr>
            <a:r>
              <a:rPr lang="zh-CN" altLang="en-US" sz="2400" b="1" kern="0" dirty="0">
                <a:solidFill>
                  <a:schemeClr val="tx1"/>
                </a:solidFill>
              </a:rPr>
              <a:t>权限及完整性管理器 </a:t>
            </a:r>
            <a:r>
              <a:rPr lang="en-US" altLang="zh-CN" sz="2400" kern="0" dirty="0">
                <a:solidFill>
                  <a:schemeClr val="tx1"/>
                </a:solidFill>
              </a:rPr>
              <a:t>(authorization and integrity manager)</a:t>
            </a:r>
            <a:r>
              <a:rPr lang="zh-CN" altLang="en-US" sz="2400" kern="0" dirty="0">
                <a:solidFill>
                  <a:schemeClr val="tx1"/>
                </a:solidFill>
              </a:rPr>
              <a:t>：检测是否满足完整性约束，并检查试图访问数据的用户的权限。</a:t>
            </a:r>
            <a:endParaRPr lang="en-US" altLang="zh-CN" sz="2400" kern="0" dirty="0">
              <a:solidFill>
                <a:schemeClr val="tx1"/>
              </a:solidFill>
            </a:endParaRPr>
          </a:p>
          <a:p>
            <a:pPr eaLnBrk="1" hangingPunct="1">
              <a:lnSpc>
                <a:spcPct val="90000"/>
              </a:lnSpc>
            </a:pPr>
            <a:r>
              <a:rPr lang="zh-CN" altLang="en-US" sz="2400" b="1" kern="0" dirty="0">
                <a:solidFill>
                  <a:schemeClr val="tx1"/>
                </a:solidFill>
              </a:rPr>
              <a:t>事务管理器</a:t>
            </a:r>
            <a:r>
              <a:rPr lang="zh-CN" altLang="en-US" sz="2400" kern="0" dirty="0">
                <a:solidFill>
                  <a:schemeClr val="tx1"/>
                </a:solidFill>
              </a:rPr>
              <a:t>（</a:t>
            </a:r>
            <a:r>
              <a:rPr lang="en-US" altLang="zh-CN" sz="2400" kern="0" dirty="0">
                <a:solidFill>
                  <a:schemeClr val="tx1"/>
                </a:solidFill>
              </a:rPr>
              <a:t>transaction manager)</a:t>
            </a:r>
            <a:r>
              <a:rPr lang="zh-CN" altLang="en-US" sz="2400" kern="0" dirty="0">
                <a:solidFill>
                  <a:schemeClr val="tx1"/>
                </a:solidFill>
              </a:rPr>
              <a:t>：保证即使系统发生了故障，数据库也保持在一致的（正确的）状态，并保证并发事务的执行不发生冲突</a:t>
            </a:r>
            <a:endParaRPr lang="en-US" altLang="zh-CN" sz="2400" kern="0" dirty="0">
              <a:solidFill>
                <a:schemeClr val="tx1"/>
              </a:solidFill>
            </a:endParaRPr>
          </a:p>
          <a:p>
            <a:pPr eaLnBrk="1" hangingPunct="1">
              <a:lnSpc>
                <a:spcPct val="90000"/>
              </a:lnSpc>
            </a:pPr>
            <a:r>
              <a:rPr lang="zh-CN" altLang="en-US" sz="2400" b="1" kern="0" dirty="0">
                <a:solidFill>
                  <a:schemeClr val="tx1"/>
                </a:solidFill>
              </a:rPr>
              <a:t>文件管理器</a:t>
            </a:r>
            <a:r>
              <a:rPr lang="zh-CN" altLang="en-US" sz="2400" kern="0" dirty="0">
                <a:solidFill>
                  <a:schemeClr val="tx1"/>
                </a:solidFill>
              </a:rPr>
              <a:t>（</a:t>
            </a:r>
            <a:r>
              <a:rPr lang="en-US" altLang="zh-CN" sz="2400" kern="0" dirty="0">
                <a:solidFill>
                  <a:schemeClr val="tx1"/>
                </a:solidFill>
              </a:rPr>
              <a:t>file manager)</a:t>
            </a:r>
            <a:r>
              <a:rPr lang="zh-CN" altLang="en-US" sz="2400" kern="0" dirty="0">
                <a:solidFill>
                  <a:schemeClr val="tx1"/>
                </a:solidFill>
              </a:rPr>
              <a:t>：管理磁盘存储空间的分配，管理用于表示磁盘上所存储信息的数据结构。</a:t>
            </a:r>
            <a:endParaRPr lang="en-US" altLang="zh-CN" sz="2400" kern="0" dirty="0">
              <a:solidFill>
                <a:schemeClr val="tx1"/>
              </a:solidFill>
            </a:endParaRPr>
          </a:p>
          <a:p>
            <a:pPr eaLnBrk="1" hangingPunct="1">
              <a:lnSpc>
                <a:spcPct val="90000"/>
              </a:lnSpc>
            </a:pPr>
            <a:r>
              <a:rPr lang="zh-CN" altLang="en-US" sz="2400" b="1" kern="0" dirty="0">
                <a:solidFill>
                  <a:schemeClr val="tx1"/>
                </a:solidFill>
              </a:rPr>
              <a:t>缓冲区管理器 </a:t>
            </a:r>
            <a:r>
              <a:rPr lang="zh-CN" altLang="en-US" sz="2400" kern="0" dirty="0">
                <a:solidFill>
                  <a:schemeClr val="tx1"/>
                </a:solidFill>
              </a:rPr>
              <a:t>（</a:t>
            </a:r>
            <a:r>
              <a:rPr lang="en-US" altLang="zh-CN" sz="2400" kern="0" dirty="0">
                <a:solidFill>
                  <a:schemeClr val="tx1"/>
                </a:solidFill>
              </a:rPr>
              <a:t>buffer manager)</a:t>
            </a:r>
            <a:r>
              <a:rPr lang="zh-CN" altLang="en-US" sz="2400" kern="0" dirty="0">
                <a:solidFill>
                  <a:schemeClr val="tx1"/>
                </a:solidFill>
              </a:rPr>
              <a:t>：负责将数据从磁盘上取到内存中，并决定哪些数据应被缓冲存储在内存中。缓冲区管理器是数据库系统的一个</a:t>
            </a:r>
            <a:r>
              <a:rPr lang="zh-CN" altLang="en-US" sz="2400" kern="0" dirty="0">
                <a:solidFill>
                  <a:srgbClr val="0000FF"/>
                </a:solidFill>
              </a:rPr>
              <a:t>关键部分</a:t>
            </a:r>
            <a:r>
              <a:rPr lang="zh-CN" altLang="en-US" sz="2400" kern="0" dirty="0">
                <a:solidFill>
                  <a:schemeClr val="tx1"/>
                </a:solidFill>
              </a:rPr>
              <a:t>，因为它使数据库可以处理比内存大得多的数据。</a:t>
            </a:r>
            <a:endParaRPr lang="en-US" altLang="zh-CN" sz="2400" kern="0" dirty="0">
              <a:solidFill>
                <a:schemeClr val="tx1"/>
              </a:solidFill>
            </a:endParaRPr>
          </a:p>
          <a:p>
            <a:pPr eaLnBrk="1" hangingPunct="1">
              <a:lnSpc>
                <a:spcPct val="90000"/>
              </a:lnSpc>
            </a:pPr>
            <a:endParaRPr lang="en-US" altLang="zh-CN" sz="2400" kern="0" dirty="0">
              <a:solidFill>
                <a:schemeClr val="tx1"/>
              </a:solidFill>
            </a:endParaRPr>
          </a:p>
        </p:txBody>
      </p:sp>
    </p:spTree>
    <p:extLst>
      <p:ext uri="{BB962C8B-B14F-4D97-AF65-F5344CB8AC3E}">
        <p14:creationId xmlns:p14="http://schemas.microsoft.com/office/powerpoint/2010/main" val="782584415"/>
      </p:ext>
    </p:extLst>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697AC0FD-190D-473D-A059-D003465E8F28}"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14691"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14692"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5CA75515-450F-4216-87DB-463660D82225}" type="slidenum">
              <a:rPr lang="en-US" altLang="zh-CN" sz="1400">
                <a:solidFill>
                  <a:schemeClr val="tx1"/>
                </a:solidFill>
                <a:latin typeface="Times New Roman" pitchFamily="18" charset="0"/>
              </a:rPr>
              <a:pPr eaLnBrk="1" hangingPunct="1"/>
              <a:t>74</a:t>
            </a:fld>
            <a:r>
              <a:rPr lang="en-US" altLang="zh-CN" sz="1400">
                <a:solidFill>
                  <a:schemeClr val="tx1"/>
                </a:solidFill>
                <a:latin typeface="Times New Roman" pitchFamily="18" charset="0"/>
              </a:rPr>
              <a:t>/92</a:t>
            </a:r>
          </a:p>
        </p:txBody>
      </p:sp>
      <p:sp>
        <p:nvSpPr>
          <p:cNvPr id="114693" name="Rectangle 2"/>
          <p:cNvSpPr>
            <a:spLocks noGrp="1" noChangeArrowheads="1"/>
          </p:cNvSpPr>
          <p:nvPr>
            <p:ph type="title"/>
          </p:nvPr>
        </p:nvSpPr>
        <p:spPr/>
        <p:txBody>
          <a:bodyPr/>
          <a:lstStyle/>
          <a:p>
            <a:pPr eaLnBrk="1" hangingPunct="1"/>
            <a:r>
              <a:rPr lang="en-US" altLang="zh-CN" dirty="0"/>
              <a:t>1.5.1</a:t>
            </a:r>
            <a:r>
              <a:rPr lang="zh-CN" altLang="en-US" dirty="0"/>
              <a:t>存储管理器</a:t>
            </a:r>
            <a:endParaRPr lang="en-US" altLang="zh-CN" dirty="0"/>
          </a:p>
        </p:txBody>
      </p:sp>
      <p:sp>
        <p:nvSpPr>
          <p:cNvPr id="7" name="Text Box 8">
            <a:extLst>
              <a:ext uri="{FF2B5EF4-FFF2-40B4-BE49-F238E27FC236}">
                <a16:creationId xmlns:a16="http://schemas.microsoft.com/office/drawing/2014/main" id="{22657A89-3A26-34BB-0973-E993F951C6F3}"/>
              </a:ext>
            </a:extLst>
          </p:cNvPr>
          <p:cNvSpPr txBox="1">
            <a:spLocks noChangeArrowheads="1"/>
          </p:cNvSpPr>
          <p:nvPr/>
        </p:nvSpPr>
        <p:spPr bwMode="auto">
          <a:xfrm>
            <a:off x="2392363" y="5084763"/>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kumimoji="1" lang="zh-CN" altLang="zh-CN" sz="2400">
              <a:latin typeface="Arial" panose="020B0604020202020204" pitchFamily="34" charset="0"/>
            </a:endParaRPr>
          </a:p>
        </p:txBody>
      </p:sp>
      <p:sp>
        <p:nvSpPr>
          <p:cNvPr id="2" name="Rectangle 3">
            <a:extLst>
              <a:ext uri="{FF2B5EF4-FFF2-40B4-BE49-F238E27FC236}">
                <a16:creationId xmlns:a16="http://schemas.microsoft.com/office/drawing/2014/main" id="{DEE9C937-1818-EBC8-C123-6D53A1F6D7F5}"/>
              </a:ext>
            </a:extLst>
          </p:cNvPr>
          <p:cNvSpPr txBox="1">
            <a:spLocks noChangeArrowheads="1"/>
          </p:cNvSpPr>
          <p:nvPr/>
        </p:nvSpPr>
        <p:spPr bwMode="auto">
          <a:xfrm>
            <a:off x="609601" y="1447800"/>
            <a:ext cx="8105776"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eaLnBrk="1" hangingPunct="1">
              <a:lnSpc>
                <a:spcPct val="90000"/>
              </a:lnSpc>
            </a:pPr>
            <a:r>
              <a:rPr lang="zh-CN" altLang="en-US" sz="2800" kern="0" dirty="0">
                <a:solidFill>
                  <a:schemeClr val="tx1"/>
                </a:solidFill>
              </a:rPr>
              <a:t>作为系统物理实现的一部分，存储管理器实现了以下几种数据结构：</a:t>
            </a:r>
            <a:endParaRPr lang="en-US" altLang="zh-CN" sz="2800" kern="0" dirty="0">
              <a:solidFill>
                <a:schemeClr val="tx1"/>
              </a:solidFill>
            </a:endParaRPr>
          </a:p>
          <a:p>
            <a:pPr lvl="1" eaLnBrk="1" hangingPunct="1">
              <a:lnSpc>
                <a:spcPct val="90000"/>
              </a:lnSpc>
            </a:pPr>
            <a:r>
              <a:rPr lang="zh-CN" altLang="en-US" sz="2400" kern="0" dirty="0">
                <a:solidFill>
                  <a:schemeClr val="tx1"/>
                </a:solidFill>
              </a:rPr>
              <a:t>数据文件 </a:t>
            </a:r>
            <a:r>
              <a:rPr lang="en-US" altLang="zh-CN" sz="2400" kern="0" dirty="0">
                <a:solidFill>
                  <a:schemeClr val="tx1"/>
                </a:solidFill>
              </a:rPr>
              <a:t>(data file)</a:t>
            </a:r>
            <a:r>
              <a:rPr lang="zh-CN" altLang="en-US" sz="2400" kern="0" dirty="0">
                <a:solidFill>
                  <a:schemeClr val="tx1"/>
                </a:solidFill>
              </a:rPr>
              <a:t>：存储数据库自身。</a:t>
            </a:r>
            <a:endParaRPr lang="en-US" altLang="zh-CN" sz="2400" kern="0" dirty="0">
              <a:solidFill>
                <a:schemeClr val="tx1"/>
              </a:solidFill>
            </a:endParaRPr>
          </a:p>
          <a:p>
            <a:pPr lvl="1" eaLnBrk="1" hangingPunct="1">
              <a:lnSpc>
                <a:spcPct val="90000"/>
              </a:lnSpc>
            </a:pPr>
            <a:r>
              <a:rPr lang="zh-CN" altLang="en-US" sz="2400" kern="0" dirty="0">
                <a:solidFill>
                  <a:schemeClr val="tx1"/>
                </a:solidFill>
              </a:rPr>
              <a:t>数据字典 </a:t>
            </a:r>
            <a:r>
              <a:rPr lang="en-US" altLang="zh-CN" sz="2400" kern="0" dirty="0">
                <a:solidFill>
                  <a:schemeClr val="tx1"/>
                </a:solidFill>
              </a:rPr>
              <a:t>(data dictionary) </a:t>
            </a:r>
            <a:r>
              <a:rPr lang="zh-CN" altLang="en-US" sz="2400" kern="0" dirty="0">
                <a:solidFill>
                  <a:schemeClr val="tx1"/>
                </a:solidFill>
              </a:rPr>
              <a:t>：存储关于数据库结构的元数据，特别是数据库模式。</a:t>
            </a:r>
            <a:endParaRPr lang="en-US" altLang="zh-CN" sz="2400" kern="0" dirty="0">
              <a:solidFill>
                <a:schemeClr val="tx1"/>
              </a:solidFill>
            </a:endParaRPr>
          </a:p>
          <a:p>
            <a:pPr lvl="1" eaLnBrk="1" hangingPunct="1">
              <a:lnSpc>
                <a:spcPct val="90000"/>
              </a:lnSpc>
            </a:pPr>
            <a:r>
              <a:rPr lang="zh-CN" altLang="en-US" sz="2400" kern="0" dirty="0">
                <a:solidFill>
                  <a:schemeClr val="tx1"/>
                </a:solidFill>
              </a:rPr>
              <a:t>索引</a:t>
            </a:r>
            <a:r>
              <a:rPr lang="en-US" altLang="zh-CN" sz="2400" kern="0" dirty="0">
                <a:solidFill>
                  <a:schemeClr val="tx1"/>
                </a:solidFill>
              </a:rPr>
              <a:t>(index)</a:t>
            </a:r>
            <a:r>
              <a:rPr lang="zh-CN" altLang="en-US" sz="2400" kern="0" dirty="0">
                <a:solidFill>
                  <a:schemeClr val="tx1"/>
                </a:solidFill>
              </a:rPr>
              <a:t>：提供对数据项的快速访问。和本书中的索引一样，数据库索引提供了指向包含特定值的数据项的指针。例如，我们可以运用索引找到具有特定的</a:t>
            </a:r>
            <a:r>
              <a:rPr lang="en-US" altLang="zh-CN" sz="2400" kern="0" dirty="0">
                <a:solidFill>
                  <a:schemeClr val="tx1"/>
                </a:solidFill>
              </a:rPr>
              <a:t>ID </a:t>
            </a:r>
            <a:r>
              <a:rPr lang="zh-CN" altLang="en-US" sz="2400" kern="0" dirty="0">
                <a:solidFill>
                  <a:schemeClr val="tx1"/>
                </a:solidFill>
              </a:rPr>
              <a:t>的</a:t>
            </a:r>
            <a:r>
              <a:rPr lang="en-US" altLang="zh-CN" sz="2400" kern="0" dirty="0">
                <a:solidFill>
                  <a:schemeClr val="tx1"/>
                </a:solidFill>
              </a:rPr>
              <a:t>instructor </a:t>
            </a:r>
            <a:r>
              <a:rPr lang="zh-CN" altLang="en-US" sz="2400" kern="0" dirty="0">
                <a:solidFill>
                  <a:schemeClr val="tx1"/>
                </a:solidFill>
              </a:rPr>
              <a:t>记录，或具有特定的</a:t>
            </a:r>
            <a:r>
              <a:rPr lang="en-US" altLang="zh-CN" sz="2400" kern="0" dirty="0">
                <a:solidFill>
                  <a:schemeClr val="tx1"/>
                </a:solidFill>
              </a:rPr>
              <a:t>name </a:t>
            </a:r>
            <a:r>
              <a:rPr lang="zh-CN" altLang="en-US" sz="2400" kern="0" dirty="0">
                <a:solidFill>
                  <a:schemeClr val="tx1"/>
                </a:solidFill>
              </a:rPr>
              <a:t>的所有 </a:t>
            </a:r>
            <a:r>
              <a:rPr lang="en-US" altLang="zh-CN" sz="2400" kern="0" dirty="0">
                <a:solidFill>
                  <a:schemeClr val="tx1"/>
                </a:solidFill>
              </a:rPr>
              <a:t>instructor </a:t>
            </a:r>
            <a:r>
              <a:rPr lang="zh-CN" altLang="en-US" sz="2400" kern="0" dirty="0">
                <a:solidFill>
                  <a:schemeClr val="tx1"/>
                </a:solidFill>
              </a:rPr>
              <a:t>记录。</a:t>
            </a:r>
            <a:endParaRPr lang="en-US" altLang="zh-CN" sz="2400" kern="0" dirty="0">
              <a:solidFill>
                <a:schemeClr val="tx1"/>
              </a:solidFill>
            </a:endParaRPr>
          </a:p>
          <a:p>
            <a:pPr lvl="1" eaLnBrk="1" hangingPunct="1">
              <a:lnSpc>
                <a:spcPct val="90000"/>
              </a:lnSpc>
            </a:pPr>
            <a:r>
              <a:rPr lang="zh-CN" altLang="en-US" sz="2400" u="sng" kern="0" dirty="0">
                <a:solidFill>
                  <a:schemeClr val="tx1"/>
                </a:solidFill>
              </a:rPr>
              <a:t>本书第</a:t>
            </a:r>
            <a:r>
              <a:rPr lang="en-US" altLang="zh-CN" sz="2400" u="sng" kern="0" dirty="0">
                <a:solidFill>
                  <a:schemeClr val="tx1"/>
                </a:solidFill>
              </a:rPr>
              <a:t>10</a:t>
            </a:r>
            <a:r>
              <a:rPr lang="zh-CN" altLang="en-US" sz="2400" u="sng" kern="0" dirty="0">
                <a:solidFill>
                  <a:schemeClr val="tx1"/>
                </a:solidFill>
              </a:rPr>
              <a:t>章讨论了存储介质、文件结构和缓冲区管理，第</a:t>
            </a:r>
            <a:r>
              <a:rPr lang="en-US" altLang="zh-CN" sz="2400" u="sng" kern="0" dirty="0">
                <a:solidFill>
                  <a:schemeClr val="tx1"/>
                </a:solidFill>
              </a:rPr>
              <a:t>11</a:t>
            </a:r>
            <a:r>
              <a:rPr lang="zh-CN" altLang="en-US" sz="2400" u="sng" kern="0" dirty="0">
                <a:solidFill>
                  <a:schemeClr val="tx1"/>
                </a:solidFill>
              </a:rPr>
              <a:t>章讨论了高效访问数据的方法</a:t>
            </a:r>
            <a:r>
              <a:rPr lang="zh-CN" altLang="en-US" sz="2400" kern="0" dirty="0">
                <a:solidFill>
                  <a:schemeClr val="tx1"/>
                </a:solidFill>
              </a:rPr>
              <a:t>。</a:t>
            </a:r>
            <a:endParaRPr lang="en-US" altLang="zh-CN" sz="2400" kern="0" dirty="0">
              <a:solidFill>
                <a:schemeClr val="tx1"/>
              </a:solidFill>
            </a:endParaRPr>
          </a:p>
        </p:txBody>
      </p:sp>
    </p:spTree>
    <p:extLst>
      <p:ext uri="{BB962C8B-B14F-4D97-AF65-F5344CB8AC3E}">
        <p14:creationId xmlns:p14="http://schemas.microsoft.com/office/powerpoint/2010/main" val="3841830808"/>
      </p:ext>
    </p:extLst>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697AC0FD-190D-473D-A059-D003465E8F28}"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14691"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14692"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5CA75515-450F-4216-87DB-463660D82225}" type="slidenum">
              <a:rPr lang="en-US" altLang="zh-CN" sz="1400">
                <a:solidFill>
                  <a:schemeClr val="tx1"/>
                </a:solidFill>
                <a:latin typeface="Times New Roman" pitchFamily="18" charset="0"/>
              </a:rPr>
              <a:pPr eaLnBrk="1" hangingPunct="1"/>
              <a:t>75</a:t>
            </a:fld>
            <a:r>
              <a:rPr lang="en-US" altLang="zh-CN" sz="1400">
                <a:solidFill>
                  <a:schemeClr val="tx1"/>
                </a:solidFill>
                <a:latin typeface="Times New Roman" pitchFamily="18" charset="0"/>
              </a:rPr>
              <a:t>/92</a:t>
            </a:r>
          </a:p>
        </p:txBody>
      </p:sp>
      <p:sp>
        <p:nvSpPr>
          <p:cNvPr id="114693" name="Rectangle 2"/>
          <p:cNvSpPr>
            <a:spLocks noGrp="1" noChangeArrowheads="1"/>
          </p:cNvSpPr>
          <p:nvPr>
            <p:ph type="title"/>
          </p:nvPr>
        </p:nvSpPr>
        <p:spPr/>
        <p:txBody>
          <a:bodyPr/>
          <a:lstStyle/>
          <a:p>
            <a:pPr eaLnBrk="1" hangingPunct="1"/>
            <a:r>
              <a:rPr lang="en-US" altLang="zh-CN" dirty="0"/>
              <a:t>1.5.2</a:t>
            </a:r>
            <a:r>
              <a:rPr lang="zh-CN" altLang="en-US" dirty="0"/>
              <a:t>查询处理器</a:t>
            </a:r>
            <a:endParaRPr lang="en-US" altLang="zh-CN" dirty="0"/>
          </a:p>
        </p:txBody>
      </p:sp>
      <p:sp>
        <p:nvSpPr>
          <p:cNvPr id="7" name="Text Box 8">
            <a:extLst>
              <a:ext uri="{FF2B5EF4-FFF2-40B4-BE49-F238E27FC236}">
                <a16:creationId xmlns:a16="http://schemas.microsoft.com/office/drawing/2014/main" id="{22657A89-3A26-34BB-0973-E993F951C6F3}"/>
              </a:ext>
            </a:extLst>
          </p:cNvPr>
          <p:cNvSpPr txBox="1">
            <a:spLocks noChangeArrowheads="1"/>
          </p:cNvSpPr>
          <p:nvPr/>
        </p:nvSpPr>
        <p:spPr bwMode="auto">
          <a:xfrm>
            <a:off x="2392363" y="5084763"/>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kumimoji="1" lang="zh-CN" altLang="zh-CN" sz="2400">
              <a:latin typeface="Arial" panose="020B0604020202020204" pitchFamily="34" charset="0"/>
            </a:endParaRPr>
          </a:p>
        </p:txBody>
      </p:sp>
      <p:sp>
        <p:nvSpPr>
          <p:cNvPr id="2" name="Rectangle 3">
            <a:extLst>
              <a:ext uri="{FF2B5EF4-FFF2-40B4-BE49-F238E27FC236}">
                <a16:creationId xmlns:a16="http://schemas.microsoft.com/office/drawing/2014/main" id="{DEE9C937-1818-EBC8-C123-6D53A1F6D7F5}"/>
              </a:ext>
            </a:extLst>
          </p:cNvPr>
          <p:cNvSpPr txBox="1">
            <a:spLocks noChangeArrowheads="1"/>
          </p:cNvSpPr>
          <p:nvPr/>
        </p:nvSpPr>
        <p:spPr bwMode="auto">
          <a:xfrm>
            <a:off x="609600" y="1447800"/>
            <a:ext cx="8229599"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marL="0" indent="0" eaLnBrk="1" hangingPunct="1">
              <a:lnSpc>
                <a:spcPct val="90000"/>
              </a:lnSpc>
              <a:buNone/>
            </a:pPr>
            <a:r>
              <a:rPr lang="zh-CN" altLang="en-US" sz="2800" kern="0" dirty="0">
                <a:solidFill>
                  <a:schemeClr val="tx1"/>
                </a:solidFill>
              </a:rPr>
              <a:t>查询处理器组件包括：</a:t>
            </a:r>
          </a:p>
          <a:p>
            <a:pPr eaLnBrk="1" hangingPunct="1">
              <a:lnSpc>
                <a:spcPct val="90000"/>
              </a:lnSpc>
            </a:pPr>
            <a:r>
              <a:rPr lang="en-US" altLang="zh-CN" sz="2800" kern="0" dirty="0">
                <a:solidFill>
                  <a:schemeClr val="tx1"/>
                </a:solidFill>
              </a:rPr>
              <a:t>DDL</a:t>
            </a:r>
            <a:r>
              <a:rPr lang="zh-CN" altLang="en-US" sz="2800" b="1" kern="0" dirty="0">
                <a:solidFill>
                  <a:schemeClr val="tx1"/>
                </a:solidFill>
              </a:rPr>
              <a:t>解释器</a:t>
            </a:r>
            <a:r>
              <a:rPr lang="en-US" altLang="zh-CN" sz="2800" kern="0" dirty="0">
                <a:solidFill>
                  <a:schemeClr val="tx1"/>
                </a:solidFill>
              </a:rPr>
              <a:t>(DDL interpreter): </a:t>
            </a:r>
            <a:r>
              <a:rPr lang="zh-CN" altLang="en-US" sz="2800" kern="0" dirty="0">
                <a:solidFill>
                  <a:schemeClr val="tx1"/>
                </a:solidFill>
              </a:rPr>
              <a:t>解释</a:t>
            </a:r>
            <a:r>
              <a:rPr lang="en-US" altLang="zh-CN" sz="2800" kern="0" dirty="0">
                <a:solidFill>
                  <a:schemeClr val="tx1"/>
                </a:solidFill>
              </a:rPr>
              <a:t>DDL</a:t>
            </a:r>
            <a:r>
              <a:rPr lang="zh-CN" altLang="en-US" sz="2800" kern="0" dirty="0">
                <a:solidFill>
                  <a:schemeClr val="tx1"/>
                </a:solidFill>
              </a:rPr>
              <a:t>语句并将这些定义记录在数据字典中；</a:t>
            </a:r>
            <a:endParaRPr lang="en-US" altLang="zh-CN" sz="2800" kern="0" dirty="0">
              <a:solidFill>
                <a:schemeClr val="tx1"/>
              </a:solidFill>
            </a:endParaRPr>
          </a:p>
          <a:p>
            <a:pPr eaLnBrk="1" hangingPunct="1">
              <a:lnSpc>
                <a:spcPct val="90000"/>
              </a:lnSpc>
            </a:pPr>
            <a:r>
              <a:rPr lang="en-US" altLang="zh-CN" sz="2800" kern="0" dirty="0">
                <a:solidFill>
                  <a:schemeClr val="tx1"/>
                </a:solidFill>
              </a:rPr>
              <a:t>DML</a:t>
            </a:r>
            <a:r>
              <a:rPr lang="zh-CN" altLang="en-US" sz="2800" b="1" kern="0" dirty="0">
                <a:solidFill>
                  <a:schemeClr val="tx1"/>
                </a:solidFill>
              </a:rPr>
              <a:t>编译器</a:t>
            </a:r>
            <a:r>
              <a:rPr lang="en-US" altLang="zh-CN" sz="2800" kern="0" dirty="0">
                <a:solidFill>
                  <a:schemeClr val="tx1"/>
                </a:solidFill>
              </a:rPr>
              <a:t>(DML compiler): </a:t>
            </a:r>
            <a:r>
              <a:rPr lang="zh-CN" altLang="en-US" sz="2800" kern="0" dirty="0">
                <a:solidFill>
                  <a:schemeClr val="tx1"/>
                </a:solidFill>
              </a:rPr>
              <a:t>将查询语言中的</a:t>
            </a:r>
            <a:r>
              <a:rPr lang="en-US" altLang="zh-CN" sz="2800" kern="0" dirty="0">
                <a:solidFill>
                  <a:schemeClr val="tx1"/>
                </a:solidFill>
              </a:rPr>
              <a:t>DML</a:t>
            </a:r>
            <a:r>
              <a:rPr lang="zh-CN" altLang="en-US" sz="2800" kern="0" dirty="0">
                <a:solidFill>
                  <a:schemeClr val="tx1"/>
                </a:solidFill>
              </a:rPr>
              <a:t>语句翻译为包括一些列查询执行引擎能够理解的低级指令的执行方案。</a:t>
            </a:r>
            <a:endParaRPr lang="en-US" altLang="zh-CN" sz="2800" kern="0" dirty="0">
              <a:solidFill>
                <a:schemeClr val="tx1"/>
              </a:solidFill>
            </a:endParaRPr>
          </a:p>
          <a:p>
            <a:pPr lvl="1" eaLnBrk="1" hangingPunct="1">
              <a:lnSpc>
                <a:spcPct val="90000"/>
              </a:lnSpc>
            </a:pPr>
            <a:r>
              <a:rPr lang="zh-CN" altLang="en-US" sz="2400" kern="0" dirty="0">
                <a:solidFill>
                  <a:schemeClr val="tx1"/>
                </a:solidFill>
              </a:rPr>
              <a:t>一个查询通常可被翻译成给出相同结果的多个候选执行计划中的任何一个。</a:t>
            </a:r>
            <a:r>
              <a:rPr lang="en-US" altLang="zh-CN" sz="2400" kern="0" dirty="0">
                <a:solidFill>
                  <a:schemeClr val="tx1"/>
                </a:solidFill>
              </a:rPr>
              <a:t>DML</a:t>
            </a:r>
            <a:r>
              <a:rPr lang="zh-CN" altLang="en-US" sz="2400" kern="0" dirty="0">
                <a:solidFill>
                  <a:schemeClr val="tx1"/>
                </a:solidFill>
              </a:rPr>
              <a:t>编译器还进行</a:t>
            </a:r>
            <a:r>
              <a:rPr lang="zh-CN" altLang="en-US" sz="2400" kern="0" dirty="0">
                <a:solidFill>
                  <a:srgbClr val="0000FF"/>
                </a:solidFill>
              </a:rPr>
              <a:t>查询优化</a:t>
            </a:r>
            <a:r>
              <a:rPr lang="zh-CN" altLang="en-US" sz="2400" kern="0" dirty="0">
                <a:solidFill>
                  <a:schemeClr val="tx1"/>
                </a:solidFill>
              </a:rPr>
              <a:t>，也就是从几个候选执行计划中选出</a:t>
            </a:r>
            <a:r>
              <a:rPr lang="zh-CN" altLang="en-US" sz="2400" kern="0" dirty="0">
                <a:solidFill>
                  <a:srgbClr val="0000FF"/>
                </a:solidFill>
              </a:rPr>
              <a:t>代价最小</a:t>
            </a:r>
            <a:r>
              <a:rPr lang="zh-CN" altLang="en-US" sz="2400" kern="0" dirty="0">
                <a:solidFill>
                  <a:schemeClr val="tx1"/>
                </a:solidFill>
              </a:rPr>
              <a:t>的那个执行计划。</a:t>
            </a:r>
            <a:endParaRPr lang="en-US" altLang="zh-CN" sz="2400" kern="0" dirty="0">
              <a:solidFill>
                <a:schemeClr val="tx1"/>
              </a:solidFill>
            </a:endParaRPr>
          </a:p>
          <a:p>
            <a:pPr eaLnBrk="1" hangingPunct="1">
              <a:lnSpc>
                <a:spcPct val="90000"/>
              </a:lnSpc>
            </a:pPr>
            <a:r>
              <a:rPr lang="zh-CN" altLang="en-US" sz="2800" kern="0" dirty="0">
                <a:solidFill>
                  <a:schemeClr val="tx1"/>
                </a:solidFill>
              </a:rPr>
              <a:t>查询执行引擎</a:t>
            </a:r>
            <a:r>
              <a:rPr lang="en-US" altLang="zh-CN" sz="2800" kern="0" dirty="0">
                <a:solidFill>
                  <a:schemeClr val="tx1"/>
                </a:solidFill>
              </a:rPr>
              <a:t>(query evaluation engine):</a:t>
            </a:r>
            <a:r>
              <a:rPr lang="zh-CN" altLang="en-US" sz="2800" kern="0" dirty="0">
                <a:solidFill>
                  <a:schemeClr val="tx1"/>
                </a:solidFill>
              </a:rPr>
              <a:t> 执行由</a:t>
            </a:r>
            <a:r>
              <a:rPr lang="en-US" altLang="zh-CN" sz="2800" kern="0" dirty="0">
                <a:solidFill>
                  <a:schemeClr val="tx1"/>
                </a:solidFill>
              </a:rPr>
              <a:t>DML</a:t>
            </a:r>
            <a:r>
              <a:rPr lang="zh-CN" altLang="en-US" sz="2800" kern="0" dirty="0">
                <a:solidFill>
                  <a:schemeClr val="tx1"/>
                </a:solidFill>
              </a:rPr>
              <a:t>编泽器产生的低级指令。</a:t>
            </a:r>
            <a:endParaRPr lang="en-US" altLang="zh-CN" sz="2800" kern="0" dirty="0">
              <a:solidFill>
                <a:schemeClr val="tx1"/>
              </a:solidFill>
            </a:endParaRPr>
          </a:p>
        </p:txBody>
      </p:sp>
    </p:spTree>
    <p:extLst>
      <p:ext uri="{BB962C8B-B14F-4D97-AF65-F5344CB8AC3E}">
        <p14:creationId xmlns:p14="http://schemas.microsoft.com/office/powerpoint/2010/main" val="2054726178"/>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697AC0FD-190D-473D-A059-D003465E8F28}"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14691"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14692"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5CA75515-450F-4216-87DB-463660D82225}" type="slidenum">
              <a:rPr lang="en-US" altLang="zh-CN" sz="1400">
                <a:solidFill>
                  <a:schemeClr val="tx1"/>
                </a:solidFill>
                <a:latin typeface="Times New Roman" pitchFamily="18" charset="0"/>
              </a:rPr>
              <a:pPr eaLnBrk="1" hangingPunct="1"/>
              <a:t>76</a:t>
            </a:fld>
            <a:r>
              <a:rPr lang="en-US" altLang="zh-CN" sz="1400">
                <a:solidFill>
                  <a:schemeClr val="tx1"/>
                </a:solidFill>
                <a:latin typeface="Times New Roman" pitchFamily="18" charset="0"/>
              </a:rPr>
              <a:t>/92</a:t>
            </a:r>
          </a:p>
        </p:txBody>
      </p:sp>
      <p:sp>
        <p:nvSpPr>
          <p:cNvPr id="114693" name="Rectangle 2"/>
          <p:cNvSpPr>
            <a:spLocks noGrp="1" noChangeArrowheads="1"/>
          </p:cNvSpPr>
          <p:nvPr>
            <p:ph type="title"/>
          </p:nvPr>
        </p:nvSpPr>
        <p:spPr/>
        <p:txBody>
          <a:bodyPr/>
          <a:lstStyle/>
          <a:p>
            <a:pPr eaLnBrk="1" hangingPunct="1"/>
            <a:r>
              <a:rPr lang="en-US" altLang="zh-CN" dirty="0"/>
              <a:t>1.5.3 </a:t>
            </a:r>
            <a:r>
              <a:rPr lang="zh-CN" altLang="en-US" dirty="0"/>
              <a:t>事务管理</a:t>
            </a:r>
            <a:endParaRPr lang="en-US" altLang="zh-CN" dirty="0"/>
          </a:p>
        </p:txBody>
      </p:sp>
      <p:sp>
        <p:nvSpPr>
          <p:cNvPr id="7" name="Text Box 8">
            <a:extLst>
              <a:ext uri="{FF2B5EF4-FFF2-40B4-BE49-F238E27FC236}">
                <a16:creationId xmlns:a16="http://schemas.microsoft.com/office/drawing/2014/main" id="{22657A89-3A26-34BB-0973-E993F951C6F3}"/>
              </a:ext>
            </a:extLst>
          </p:cNvPr>
          <p:cNvSpPr txBox="1">
            <a:spLocks noChangeArrowheads="1"/>
          </p:cNvSpPr>
          <p:nvPr/>
        </p:nvSpPr>
        <p:spPr bwMode="auto">
          <a:xfrm>
            <a:off x="2392363" y="5084763"/>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kumimoji="1" lang="zh-CN" altLang="zh-CN" sz="2400">
              <a:latin typeface="Arial" panose="020B0604020202020204" pitchFamily="34" charset="0"/>
            </a:endParaRPr>
          </a:p>
        </p:txBody>
      </p:sp>
      <p:sp>
        <p:nvSpPr>
          <p:cNvPr id="2" name="Rectangle 3">
            <a:extLst>
              <a:ext uri="{FF2B5EF4-FFF2-40B4-BE49-F238E27FC236}">
                <a16:creationId xmlns:a16="http://schemas.microsoft.com/office/drawing/2014/main" id="{6E385BC4-0FDE-BE22-2D99-889F5F333124}"/>
              </a:ext>
            </a:extLst>
          </p:cNvPr>
          <p:cNvSpPr txBox="1">
            <a:spLocks noChangeArrowheads="1"/>
          </p:cNvSpPr>
          <p:nvPr/>
        </p:nvSpPr>
        <p:spPr bwMode="auto">
          <a:xfrm>
            <a:off x="609600" y="1447800"/>
            <a:ext cx="8229599"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eaLnBrk="1" hangingPunct="1">
              <a:lnSpc>
                <a:spcPct val="90000"/>
              </a:lnSpc>
            </a:pPr>
            <a:r>
              <a:rPr lang="zh-CN" altLang="en-US" sz="2800" kern="0" dirty="0">
                <a:solidFill>
                  <a:schemeClr val="tx1"/>
                </a:solidFill>
              </a:rPr>
              <a:t>假设为确保注册一门课程的</a:t>
            </a:r>
            <a:r>
              <a:rPr lang="zh-CN" altLang="en-US" sz="2800" kern="0" dirty="0">
                <a:solidFill>
                  <a:srgbClr val="0000FF"/>
                </a:solidFill>
              </a:rPr>
              <a:t>学生人数</a:t>
            </a:r>
            <a:r>
              <a:rPr lang="zh-CN" altLang="en-US" sz="2800" kern="0" dirty="0">
                <a:solidFill>
                  <a:schemeClr val="tx1"/>
                </a:solidFill>
              </a:rPr>
              <a:t>不超过</a:t>
            </a:r>
            <a:r>
              <a:rPr lang="zh-CN" altLang="en-US" sz="2800" b="1" kern="0" dirty="0">
                <a:solidFill>
                  <a:srgbClr val="0000FF"/>
                </a:solidFill>
              </a:rPr>
              <a:t>上限</a:t>
            </a:r>
            <a:r>
              <a:rPr lang="zh-CN" altLang="en-US" sz="2800" kern="0" dirty="0">
                <a:solidFill>
                  <a:schemeClr val="tx1"/>
                </a:solidFill>
              </a:rPr>
              <a:t>，注册程序维护一个注册了某门课程的学生计数。当一名学生注册时，该程序读入这门课程的当前计数值，如果核实该计数还没有达到上限，就给计数值加 </a:t>
            </a:r>
            <a:r>
              <a:rPr lang="en-US" altLang="zh-CN" sz="2800" kern="0" dirty="0">
                <a:solidFill>
                  <a:schemeClr val="tx1"/>
                </a:solidFill>
              </a:rPr>
              <a:t>1</a:t>
            </a:r>
            <a:r>
              <a:rPr lang="zh-CN" altLang="en-US" sz="2800" kern="0" dirty="0">
                <a:solidFill>
                  <a:schemeClr val="tx1"/>
                </a:solidFill>
              </a:rPr>
              <a:t>，并将计数存回数据库。</a:t>
            </a:r>
            <a:endParaRPr lang="en-US" altLang="zh-CN" sz="2800" kern="0" dirty="0">
              <a:solidFill>
                <a:schemeClr val="tx1"/>
              </a:solidFill>
            </a:endParaRPr>
          </a:p>
          <a:p>
            <a:pPr eaLnBrk="1" hangingPunct="1">
              <a:lnSpc>
                <a:spcPct val="90000"/>
              </a:lnSpc>
            </a:pPr>
            <a:r>
              <a:rPr lang="zh-CN" altLang="en-US" sz="2800" kern="0" dirty="0">
                <a:solidFill>
                  <a:schemeClr val="tx1"/>
                </a:solidFill>
              </a:rPr>
              <a:t>假设两名学生同时注册，而此时的计数值是 </a:t>
            </a:r>
            <a:r>
              <a:rPr lang="en-US" altLang="zh-CN" sz="2800" kern="0" dirty="0">
                <a:solidFill>
                  <a:schemeClr val="tx1"/>
                </a:solidFill>
              </a:rPr>
              <a:t>39</a:t>
            </a:r>
            <a:r>
              <a:rPr lang="zh-CN" altLang="en-US" sz="2800" kern="0" dirty="0">
                <a:solidFill>
                  <a:schemeClr val="tx1"/>
                </a:solidFill>
              </a:rPr>
              <a:t>。尽管两名学生都成功地注册了这门课程，计数值应该是 </a:t>
            </a:r>
            <a:r>
              <a:rPr lang="en-US" altLang="zh-CN" sz="2800" kern="0" dirty="0">
                <a:solidFill>
                  <a:schemeClr val="tx1"/>
                </a:solidFill>
              </a:rPr>
              <a:t>41</a:t>
            </a:r>
            <a:r>
              <a:rPr lang="zh-CN" altLang="en-US" sz="2800" kern="0" dirty="0">
                <a:solidFill>
                  <a:schemeClr val="tx1"/>
                </a:solidFill>
              </a:rPr>
              <a:t>，但两个程序的执行可能</a:t>
            </a:r>
            <a:r>
              <a:rPr lang="zh-CN" altLang="en-US" sz="2800" kern="0" dirty="0">
                <a:solidFill>
                  <a:srgbClr val="0000FF"/>
                </a:solidFill>
              </a:rPr>
              <a:t>都读到值 </a:t>
            </a:r>
            <a:r>
              <a:rPr lang="en-US" altLang="zh-CN" sz="2800" kern="0" dirty="0">
                <a:solidFill>
                  <a:srgbClr val="0000FF"/>
                </a:solidFill>
              </a:rPr>
              <a:t>39</a:t>
            </a:r>
            <a:r>
              <a:rPr lang="zh-CN" altLang="en-US" sz="2800" kern="0" dirty="0">
                <a:solidFill>
                  <a:srgbClr val="0000FF"/>
                </a:solidFill>
              </a:rPr>
              <a:t>后都写回值</a:t>
            </a:r>
            <a:r>
              <a:rPr lang="en-US" altLang="zh-CN" sz="2800" kern="0" dirty="0">
                <a:solidFill>
                  <a:srgbClr val="0000FF"/>
                </a:solidFill>
              </a:rPr>
              <a:t>40</a:t>
            </a:r>
            <a:r>
              <a:rPr lang="zh-CN" altLang="en-US" sz="2800" kern="0" dirty="0">
                <a:solidFill>
                  <a:schemeClr val="tx1"/>
                </a:solidFill>
              </a:rPr>
              <a:t>，导致不正确地只增加了 </a:t>
            </a:r>
            <a:r>
              <a:rPr lang="en-US" altLang="zh-CN" sz="2800" kern="0" dirty="0">
                <a:solidFill>
                  <a:schemeClr val="tx1"/>
                </a:solidFill>
              </a:rPr>
              <a:t>1</a:t>
            </a:r>
            <a:r>
              <a:rPr lang="zh-CN" altLang="en-US" sz="2800" kern="0" dirty="0">
                <a:solidFill>
                  <a:schemeClr val="tx1"/>
                </a:solidFill>
              </a:rPr>
              <a:t>个注册人数。此外，假设该课程注册人数的上限是</a:t>
            </a:r>
            <a:r>
              <a:rPr lang="en-US" altLang="zh-CN" sz="2800" kern="0" dirty="0">
                <a:solidFill>
                  <a:schemeClr val="tx1"/>
                </a:solidFill>
              </a:rPr>
              <a:t>40</a:t>
            </a:r>
            <a:r>
              <a:rPr lang="zh-CN" altLang="en-US" sz="2800" kern="0" dirty="0">
                <a:solidFill>
                  <a:schemeClr val="tx1"/>
                </a:solidFill>
              </a:rPr>
              <a:t>；在上面的示例中，两名学生都成功注册，就导致违反了 </a:t>
            </a:r>
            <a:r>
              <a:rPr lang="en-US" altLang="zh-CN" sz="2800" kern="0" dirty="0">
                <a:solidFill>
                  <a:schemeClr val="tx1"/>
                </a:solidFill>
              </a:rPr>
              <a:t>40 </a:t>
            </a:r>
            <a:r>
              <a:rPr lang="zh-CN" altLang="en-US" sz="2800" kern="0" dirty="0">
                <a:solidFill>
                  <a:schemeClr val="tx1"/>
                </a:solidFill>
              </a:rPr>
              <a:t>名学生为注册上限的规定。</a:t>
            </a:r>
            <a:endParaRPr lang="en-US" altLang="zh-CN" sz="2800" kern="0" dirty="0">
              <a:solidFill>
                <a:schemeClr val="tx1"/>
              </a:solidFill>
            </a:endParaRPr>
          </a:p>
        </p:txBody>
      </p:sp>
    </p:spTree>
    <p:extLst>
      <p:ext uri="{BB962C8B-B14F-4D97-AF65-F5344CB8AC3E}">
        <p14:creationId xmlns:p14="http://schemas.microsoft.com/office/powerpoint/2010/main" val="2201487011"/>
      </p:ext>
    </p:extLst>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697AC0FD-190D-473D-A059-D003465E8F28}"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14691"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14692"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5CA75515-450F-4216-87DB-463660D82225}" type="slidenum">
              <a:rPr lang="en-US" altLang="zh-CN" sz="1400">
                <a:solidFill>
                  <a:schemeClr val="tx1"/>
                </a:solidFill>
                <a:latin typeface="Times New Roman" pitchFamily="18" charset="0"/>
              </a:rPr>
              <a:pPr eaLnBrk="1" hangingPunct="1"/>
              <a:t>77</a:t>
            </a:fld>
            <a:r>
              <a:rPr lang="en-US" altLang="zh-CN" sz="1400">
                <a:solidFill>
                  <a:schemeClr val="tx1"/>
                </a:solidFill>
                <a:latin typeface="Times New Roman" pitchFamily="18" charset="0"/>
              </a:rPr>
              <a:t>/92</a:t>
            </a:r>
          </a:p>
        </p:txBody>
      </p:sp>
      <p:sp>
        <p:nvSpPr>
          <p:cNvPr id="114693" name="Rectangle 2"/>
          <p:cNvSpPr>
            <a:spLocks noGrp="1" noChangeArrowheads="1"/>
          </p:cNvSpPr>
          <p:nvPr>
            <p:ph type="title"/>
          </p:nvPr>
        </p:nvSpPr>
        <p:spPr/>
        <p:txBody>
          <a:bodyPr/>
          <a:lstStyle/>
          <a:p>
            <a:pPr eaLnBrk="1" hangingPunct="1"/>
            <a:r>
              <a:rPr lang="en-US" altLang="zh-CN" dirty="0"/>
              <a:t>1.5.3 </a:t>
            </a:r>
            <a:r>
              <a:rPr lang="zh-CN" altLang="en-US" dirty="0"/>
              <a:t>事务管理</a:t>
            </a:r>
            <a:endParaRPr lang="en-US" altLang="zh-CN" dirty="0"/>
          </a:p>
        </p:txBody>
      </p:sp>
      <p:sp>
        <p:nvSpPr>
          <p:cNvPr id="7" name="Text Box 8">
            <a:extLst>
              <a:ext uri="{FF2B5EF4-FFF2-40B4-BE49-F238E27FC236}">
                <a16:creationId xmlns:a16="http://schemas.microsoft.com/office/drawing/2014/main" id="{22657A89-3A26-34BB-0973-E993F951C6F3}"/>
              </a:ext>
            </a:extLst>
          </p:cNvPr>
          <p:cNvSpPr txBox="1">
            <a:spLocks noChangeArrowheads="1"/>
          </p:cNvSpPr>
          <p:nvPr/>
        </p:nvSpPr>
        <p:spPr bwMode="auto">
          <a:xfrm>
            <a:off x="2392363" y="5084763"/>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kumimoji="1" lang="zh-CN" altLang="zh-CN" sz="2400">
              <a:latin typeface="Arial" panose="020B0604020202020204" pitchFamily="34" charset="0"/>
            </a:endParaRPr>
          </a:p>
        </p:txBody>
      </p:sp>
      <p:sp>
        <p:nvSpPr>
          <p:cNvPr id="2" name="Rectangle 3">
            <a:extLst>
              <a:ext uri="{FF2B5EF4-FFF2-40B4-BE49-F238E27FC236}">
                <a16:creationId xmlns:a16="http://schemas.microsoft.com/office/drawing/2014/main" id="{6E385BC4-0FDE-BE22-2D99-889F5F333124}"/>
              </a:ext>
            </a:extLst>
          </p:cNvPr>
          <p:cNvSpPr txBox="1">
            <a:spLocks noChangeArrowheads="1"/>
          </p:cNvSpPr>
          <p:nvPr/>
        </p:nvSpPr>
        <p:spPr bwMode="auto">
          <a:xfrm>
            <a:off x="609600" y="1447800"/>
            <a:ext cx="8229599"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eaLnBrk="1" hangingPunct="1">
              <a:lnSpc>
                <a:spcPct val="90000"/>
              </a:lnSpc>
            </a:pPr>
            <a:r>
              <a:rPr lang="zh-CN" altLang="en-US" sz="2600" b="1" kern="0" dirty="0">
                <a:solidFill>
                  <a:schemeClr val="tx1"/>
                </a:solidFill>
              </a:rPr>
              <a:t>事务</a:t>
            </a:r>
            <a:r>
              <a:rPr lang="zh-CN" altLang="en-US" sz="2600" kern="0" dirty="0">
                <a:solidFill>
                  <a:schemeClr val="tx1"/>
                </a:solidFill>
              </a:rPr>
              <a:t>（</a:t>
            </a:r>
            <a:r>
              <a:rPr lang="en-US" altLang="zh-CN" sz="2600" kern="0" dirty="0">
                <a:solidFill>
                  <a:schemeClr val="tx1"/>
                </a:solidFill>
              </a:rPr>
              <a:t>Transaction</a:t>
            </a:r>
            <a:r>
              <a:rPr lang="zh-CN" altLang="en-US" sz="2600" kern="0" dirty="0">
                <a:solidFill>
                  <a:schemeClr val="tx1"/>
                </a:solidFill>
              </a:rPr>
              <a:t>）是数据库应用中完成单一逻辑功能的操作集合。</a:t>
            </a:r>
            <a:endParaRPr lang="en-US" altLang="zh-CN" sz="2600" kern="0" dirty="0">
              <a:solidFill>
                <a:schemeClr val="tx1"/>
              </a:solidFill>
            </a:endParaRPr>
          </a:p>
          <a:p>
            <a:pPr eaLnBrk="1" hangingPunct="1">
              <a:lnSpc>
                <a:spcPct val="90000"/>
              </a:lnSpc>
            </a:pPr>
            <a:r>
              <a:rPr lang="zh-CN" altLang="en-US" sz="2600" kern="0" dirty="0">
                <a:solidFill>
                  <a:schemeClr val="tx1"/>
                </a:solidFill>
              </a:rPr>
              <a:t>每一个事务是既具</a:t>
            </a:r>
            <a:r>
              <a:rPr lang="zh-CN" altLang="en-US" sz="2600" b="1" kern="0" dirty="0">
                <a:solidFill>
                  <a:srgbClr val="0000FF"/>
                </a:solidFill>
              </a:rPr>
              <a:t>原子性</a:t>
            </a:r>
            <a:r>
              <a:rPr lang="zh-CN" altLang="en-US" sz="2600" kern="0" dirty="0">
                <a:solidFill>
                  <a:schemeClr val="tx1"/>
                </a:solidFill>
              </a:rPr>
              <a:t>又具</a:t>
            </a:r>
            <a:r>
              <a:rPr lang="zh-CN" altLang="en-US" sz="2600" b="1" kern="0" dirty="0">
                <a:solidFill>
                  <a:srgbClr val="0000FF"/>
                </a:solidFill>
              </a:rPr>
              <a:t>一致性</a:t>
            </a:r>
            <a:r>
              <a:rPr lang="zh-CN" altLang="en-US" sz="2600" kern="0" dirty="0">
                <a:solidFill>
                  <a:schemeClr val="tx1"/>
                </a:solidFill>
              </a:rPr>
              <a:t>的单元。也即：要求事务不违反任何的数据库一致性约束；也就是说，如果事务启动时数据库是一致的，那么当这个事务成功结束时数据库也应该是一致的。</a:t>
            </a:r>
            <a:endParaRPr lang="en-US" altLang="zh-CN" sz="2600" kern="0" dirty="0">
              <a:solidFill>
                <a:schemeClr val="tx1"/>
              </a:solidFill>
            </a:endParaRPr>
          </a:p>
          <a:p>
            <a:pPr eaLnBrk="1" hangingPunct="1">
              <a:lnSpc>
                <a:spcPct val="90000"/>
              </a:lnSpc>
            </a:pPr>
            <a:r>
              <a:rPr lang="zh-CN" altLang="en-US" sz="2600" kern="0" dirty="0">
                <a:solidFill>
                  <a:schemeClr val="tx1"/>
                </a:solidFill>
              </a:rPr>
              <a:t>然而，在事务执行过程中，有可能需要允许暂时的不一致，因为无论是</a:t>
            </a:r>
            <a:r>
              <a:rPr lang="en-US" altLang="zh-CN" sz="2600" kern="0" dirty="0">
                <a:solidFill>
                  <a:schemeClr val="tx1"/>
                </a:solidFill>
              </a:rPr>
              <a:t>A</a:t>
            </a:r>
            <a:r>
              <a:rPr lang="zh-CN" altLang="en-US" sz="2600" kern="0" dirty="0">
                <a:solidFill>
                  <a:schemeClr val="tx1"/>
                </a:solidFill>
              </a:rPr>
              <a:t>学生选课操作在前还是</a:t>
            </a:r>
            <a:r>
              <a:rPr lang="en-US" altLang="zh-CN" sz="2600" kern="0" dirty="0">
                <a:solidFill>
                  <a:schemeClr val="tx1"/>
                </a:solidFill>
              </a:rPr>
              <a:t>B</a:t>
            </a:r>
            <a:r>
              <a:rPr lang="zh-CN" altLang="en-US" sz="2600" kern="0" dirty="0">
                <a:solidFill>
                  <a:schemeClr val="tx1"/>
                </a:solidFill>
              </a:rPr>
              <a:t>学生选课操作在前，这两个操作都必然有一个</a:t>
            </a:r>
            <a:r>
              <a:rPr lang="zh-CN" altLang="en-US" sz="2600" b="1" kern="0" dirty="0">
                <a:solidFill>
                  <a:srgbClr val="0000FF"/>
                </a:solidFill>
              </a:rPr>
              <a:t>先后次序</a:t>
            </a:r>
            <a:r>
              <a:rPr lang="zh-CN" altLang="en-US" sz="2600" kern="0" dirty="0">
                <a:solidFill>
                  <a:schemeClr val="tx1"/>
                </a:solidFill>
              </a:rPr>
              <a:t>。这种暂时的不一致虽然是必需的，但在故障发生时，很可能导致问题的产生。适当地定义各个事务，使之能保持数据库的一致性，这是程序员的职责。</a:t>
            </a:r>
            <a:endParaRPr lang="en-US" altLang="zh-CN" sz="2600" kern="0" dirty="0">
              <a:solidFill>
                <a:schemeClr val="tx1"/>
              </a:solidFill>
            </a:endParaRPr>
          </a:p>
        </p:txBody>
      </p:sp>
    </p:spTree>
    <p:extLst>
      <p:ext uri="{BB962C8B-B14F-4D97-AF65-F5344CB8AC3E}">
        <p14:creationId xmlns:p14="http://schemas.microsoft.com/office/powerpoint/2010/main" val="3105458079"/>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697AC0FD-190D-473D-A059-D003465E8F28}"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14691"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14692"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5CA75515-450F-4216-87DB-463660D82225}" type="slidenum">
              <a:rPr lang="en-US" altLang="zh-CN" sz="1400">
                <a:solidFill>
                  <a:schemeClr val="tx1"/>
                </a:solidFill>
                <a:latin typeface="Times New Roman" pitchFamily="18" charset="0"/>
              </a:rPr>
              <a:pPr eaLnBrk="1" hangingPunct="1"/>
              <a:t>78</a:t>
            </a:fld>
            <a:r>
              <a:rPr lang="en-US" altLang="zh-CN" sz="1400">
                <a:solidFill>
                  <a:schemeClr val="tx1"/>
                </a:solidFill>
                <a:latin typeface="Times New Roman" pitchFamily="18" charset="0"/>
              </a:rPr>
              <a:t>/92</a:t>
            </a:r>
          </a:p>
        </p:txBody>
      </p:sp>
      <p:sp>
        <p:nvSpPr>
          <p:cNvPr id="114693" name="Rectangle 2"/>
          <p:cNvSpPr>
            <a:spLocks noGrp="1" noChangeArrowheads="1"/>
          </p:cNvSpPr>
          <p:nvPr>
            <p:ph type="title"/>
          </p:nvPr>
        </p:nvSpPr>
        <p:spPr/>
        <p:txBody>
          <a:bodyPr/>
          <a:lstStyle/>
          <a:p>
            <a:pPr eaLnBrk="1" hangingPunct="1"/>
            <a:r>
              <a:rPr lang="en-US" altLang="zh-CN" dirty="0"/>
              <a:t>1.5.3 </a:t>
            </a:r>
            <a:r>
              <a:rPr lang="zh-CN" altLang="en-US" dirty="0"/>
              <a:t>事务管理</a:t>
            </a:r>
            <a:endParaRPr lang="en-US" altLang="zh-CN" dirty="0"/>
          </a:p>
        </p:txBody>
      </p:sp>
      <p:sp>
        <p:nvSpPr>
          <p:cNvPr id="7" name="Text Box 8">
            <a:extLst>
              <a:ext uri="{FF2B5EF4-FFF2-40B4-BE49-F238E27FC236}">
                <a16:creationId xmlns:a16="http://schemas.microsoft.com/office/drawing/2014/main" id="{22657A89-3A26-34BB-0973-E993F951C6F3}"/>
              </a:ext>
            </a:extLst>
          </p:cNvPr>
          <p:cNvSpPr txBox="1">
            <a:spLocks noChangeArrowheads="1"/>
          </p:cNvSpPr>
          <p:nvPr/>
        </p:nvSpPr>
        <p:spPr bwMode="auto">
          <a:xfrm>
            <a:off x="2392363" y="5084763"/>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kumimoji="1" lang="zh-CN" altLang="zh-CN" sz="2400">
              <a:latin typeface="Arial" panose="020B0604020202020204" pitchFamily="34" charset="0"/>
            </a:endParaRPr>
          </a:p>
        </p:txBody>
      </p:sp>
      <p:sp>
        <p:nvSpPr>
          <p:cNvPr id="2" name="Rectangle 3">
            <a:extLst>
              <a:ext uri="{FF2B5EF4-FFF2-40B4-BE49-F238E27FC236}">
                <a16:creationId xmlns:a16="http://schemas.microsoft.com/office/drawing/2014/main" id="{6E385BC4-0FDE-BE22-2D99-889F5F333124}"/>
              </a:ext>
            </a:extLst>
          </p:cNvPr>
          <p:cNvSpPr txBox="1">
            <a:spLocks noChangeArrowheads="1"/>
          </p:cNvSpPr>
          <p:nvPr/>
        </p:nvSpPr>
        <p:spPr bwMode="auto">
          <a:xfrm>
            <a:off x="609600" y="1447800"/>
            <a:ext cx="8229599" cy="5253038"/>
          </a:xfrm>
          <a:prstGeom prst="rect">
            <a:avLst/>
          </a:prstGeom>
          <a:solidFill>
            <a:schemeClr val="bg1"/>
          </a:solidFill>
          <a:ln>
            <a:noFill/>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eaLnBrk="1" hangingPunct="1">
              <a:lnSpc>
                <a:spcPct val="90000"/>
              </a:lnSpc>
            </a:pPr>
            <a:r>
              <a:rPr lang="zh-CN" altLang="en-US" sz="2400" kern="0" dirty="0">
                <a:solidFill>
                  <a:schemeClr val="tx1"/>
                </a:solidFill>
              </a:rPr>
              <a:t>原子性和特久性的保证是数据库系统自身的职责，确切地说，是恢复管理器</a:t>
            </a:r>
            <a:r>
              <a:rPr lang="en-US" altLang="zh-CN" sz="2400" kern="0" dirty="0">
                <a:solidFill>
                  <a:schemeClr val="tx1"/>
                </a:solidFill>
              </a:rPr>
              <a:t>(recovery manager</a:t>
            </a:r>
            <a:r>
              <a:rPr lang="zh-CN" altLang="en-US" sz="2400" kern="0" dirty="0">
                <a:solidFill>
                  <a:schemeClr val="tx1"/>
                </a:solidFill>
              </a:rPr>
              <a:t>）的职责。在</a:t>
            </a:r>
            <a:r>
              <a:rPr lang="zh-CN" altLang="en-US" sz="2600" b="1" kern="0" dirty="0">
                <a:solidFill>
                  <a:srgbClr val="0000FF"/>
                </a:solidFill>
              </a:rPr>
              <a:t>没有故障发生的情况下，所有事务均成功完成</a:t>
            </a:r>
            <a:r>
              <a:rPr lang="zh-CN" altLang="en-US" sz="2400" kern="0" dirty="0">
                <a:solidFill>
                  <a:schemeClr val="tx1"/>
                </a:solidFill>
              </a:rPr>
              <a:t>，这时要保证原子性很容易。但是，由于各种各样的故障，事务并不总能成功执行完毕。为了保证原子性，</a:t>
            </a:r>
            <a:r>
              <a:rPr lang="zh-CN" altLang="en-US" sz="2600" b="1" kern="0" dirty="0">
                <a:solidFill>
                  <a:srgbClr val="0000FF"/>
                </a:solidFill>
              </a:rPr>
              <a:t>失败的事务必须对数据库状态不产生任何影响</a:t>
            </a:r>
            <a:r>
              <a:rPr lang="zh-CN" altLang="en-US" sz="2400" kern="0" dirty="0">
                <a:solidFill>
                  <a:schemeClr val="tx1"/>
                </a:solidFill>
              </a:rPr>
              <a:t>。因此，数据库</a:t>
            </a:r>
            <a:r>
              <a:rPr lang="zh-CN" altLang="en-US" sz="2400" b="1" kern="0" dirty="0">
                <a:solidFill>
                  <a:schemeClr val="tx1"/>
                </a:solidFill>
              </a:rPr>
              <a:t>必须被恢复到该失败事务开始执行以前的状态</a:t>
            </a:r>
            <a:r>
              <a:rPr lang="zh-CN" altLang="en-US" sz="2400" kern="0" dirty="0">
                <a:solidFill>
                  <a:schemeClr val="tx1"/>
                </a:solidFill>
              </a:rPr>
              <a:t>。在这种情况下数据库系统必须进行故障恢复 </a:t>
            </a:r>
            <a:r>
              <a:rPr lang="en-US" altLang="zh-CN" sz="2400" kern="0" dirty="0">
                <a:solidFill>
                  <a:schemeClr val="tx1"/>
                </a:solidFill>
              </a:rPr>
              <a:t>(failure recovery)</a:t>
            </a:r>
            <a:r>
              <a:rPr lang="zh-CN" altLang="en-US" sz="2400" kern="0" dirty="0">
                <a:solidFill>
                  <a:schemeClr val="tx1"/>
                </a:solidFill>
              </a:rPr>
              <a:t>，即它必须检测系统故障并将数据库恢复到故障发生以前的状态。</a:t>
            </a:r>
            <a:endParaRPr lang="en-US" altLang="zh-CN" sz="2400" kern="0" dirty="0">
              <a:solidFill>
                <a:schemeClr val="tx1"/>
              </a:solidFill>
            </a:endParaRPr>
          </a:p>
          <a:p>
            <a:pPr eaLnBrk="1" hangingPunct="1">
              <a:lnSpc>
                <a:spcPct val="90000"/>
              </a:lnSpc>
            </a:pPr>
            <a:r>
              <a:rPr lang="zh-CN" altLang="en-US" sz="2400" kern="0" dirty="0">
                <a:solidFill>
                  <a:schemeClr val="tx1"/>
                </a:solidFill>
              </a:rPr>
              <a:t>最后，当</a:t>
            </a:r>
            <a:r>
              <a:rPr lang="zh-CN" altLang="en-US" sz="2400" b="1" kern="0" dirty="0">
                <a:solidFill>
                  <a:schemeClr val="tx1"/>
                </a:solidFill>
              </a:rPr>
              <a:t>几个事务并发</a:t>
            </a:r>
            <a:r>
              <a:rPr lang="zh-CN" altLang="en-US" sz="2400" kern="0" dirty="0">
                <a:solidFill>
                  <a:schemeClr val="tx1"/>
                </a:solidFill>
              </a:rPr>
              <a:t>地对数据库进行更新时，即使每个单独的事务都是正确的，数据的一致性也可能被破坏。</a:t>
            </a:r>
            <a:r>
              <a:rPr lang="zh-CN" altLang="en-US" sz="2400" b="1" kern="0" dirty="0">
                <a:solidFill>
                  <a:srgbClr val="0000FF"/>
                </a:solidFill>
              </a:rPr>
              <a:t>并发控制管理器 </a:t>
            </a:r>
            <a:r>
              <a:rPr lang="en-US" altLang="zh-CN" sz="2400" kern="0" dirty="0">
                <a:solidFill>
                  <a:schemeClr val="tx1"/>
                </a:solidFill>
              </a:rPr>
              <a:t>(concurrency-control manager)</a:t>
            </a:r>
            <a:r>
              <a:rPr lang="zh-CN" altLang="en-US" sz="2400" kern="0" dirty="0">
                <a:solidFill>
                  <a:schemeClr val="tx1"/>
                </a:solidFill>
              </a:rPr>
              <a:t>控制并发事务间的相互影响，保证数据库的一致性。</a:t>
            </a:r>
            <a:endParaRPr lang="en-US" altLang="zh-CN" sz="2400" kern="0" dirty="0">
              <a:solidFill>
                <a:schemeClr val="tx1"/>
              </a:solidFill>
            </a:endParaRPr>
          </a:p>
          <a:p>
            <a:pPr eaLnBrk="1" hangingPunct="1">
              <a:lnSpc>
                <a:spcPct val="90000"/>
              </a:lnSpc>
            </a:pPr>
            <a:r>
              <a:rPr lang="zh-CN" altLang="en-US" sz="2400" b="1" kern="0" dirty="0">
                <a:solidFill>
                  <a:schemeClr val="tx1"/>
                </a:solidFill>
              </a:rPr>
              <a:t>事务管理器 </a:t>
            </a:r>
            <a:r>
              <a:rPr lang="en-US" altLang="zh-CN" sz="2400" kern="0" dirty="0">
                <a:solidFill>
                  <a:schemeClr val="tx1"/>
                </a:solidFill>
              </a:rPr>
              <a:t>(transaction manager) </a:t>
            </a:r>
            <a:r>
              <a:rPr lang="zh-CN" altLang="en-US" sz="2400" kern="0" dirty="0">
                <a:solidFill>
                  <a:schemeClr val="tx1"/>
                </a:solidFill>
              </a:rPr>
              <a:t>包括</a:t>
            </a:r>
            <a:r>
              <a:rPr lang="zh-CN" altLang="en-US" sz="2400" b="1" kern="0" dirty="0">
                <a:solidFill>
                  <a:schemeClr val="tx1"/>
                </a:solidFill>
              </a:rPr>
              <a:t>并发控制管理器</a:t>
            </a:r>
            <a:r>
              <a:rPr lang="zh-CN" altLang="en-US" sz="2400" kern="0" dirty="0">
                <a:solidFill>
                  <a:schemeClr val="tx1"/>
                </a:solidFill>
              </a:rPr>
              <a:t>和</a:t>
            </a:r>
            <a:r>
              <a:rPr lang="zh-CN" altLang="en-US" sz="2400" b="1" kern="0" dirty="0">
                <a:solidFill>
                  <a:schemeClr val="tx1"/>
                </a:solidFill>
              </a:rPr>
              <a:t>恢复管理器</a:t>
            </a:r>
            <a:r>
              <a:rPr lang="zh-CN" altLang="en-US" sz="2400" kern="0" dirty="0">
                <a:solidFill>
                  <a:schemeClr val="tx1"/>
                </a:solidFill>
              </a:rPr>
              <a:t>。</a:t>
            </a:r>
            <a:endParaRPr lang="en-US" altLang="zh-CN" sz="2400" kern="0" dirty="0">
              <a:solidFill>
                <a:schemeClr val="tx1"/>
              </a:solidFill>
            </a:endParaRPr>
          </a:p>
        </p:txBody>
      </p:sp>
    </p:spTree>
    <p:extLst>
      <p:ext uri="{BB962C8B-B14F-4D97-AF65-F5344CB8AC3E}">
        <p14:creationId xmlns:p14="http://schemas.microsoft.com/office/powerpoint/2010/main" val="1947466558"/>
      </p:ext>
    </p:extLst>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AA9A23AB-B8AF-4DE1-AE0B-56386ACC55A2}"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13667"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13668"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004AD2B4-B3E6-4697-82D2-844CF73326D4}" type="slidenum">
              <a:rPr lang="en-US" altLang="zh-CN" sz="1400">
                <a:solidFill>
                  <a:schemeClr val="tx1"/>
                </a:solidFill>
                <a:latin typeface="Times New Roman" pitchFamily="18" charset="0"/>
              </a:rPr>
              <a:pPr eaLnBrk="1" hangingPunct="1"/>
              <a:t>79</a:t>
            </a:fld>
            <a:r>
              <a:rPr lang="en-US" altLang="zh-CN" sz="1400">
                <a:solidFill>
                  <a:schemeClr val="tx1"/>
                </a:solidFill>
                <a:latin typeface="Times New Roman" pitchFamily="18" charset="0"/>
              </a:rPr>
              <a:t>/92</a:t>
            </a:r>
          </a:p>
        </p:txBody>
      </p:sp>
      <p:sp>
        <p:nvSpPr>
          <p:cNvPr id="113669" name="Rectangle 2"/>
          <p:cNvSpPr>
            <a:spLocks noGrp="1" noChangeArrowheads="1"/>
          </p:cNvSpPr>
          <p:nvPr>
            <p:ph type="title"/>
          </p:nvPr>
        </p:nvSpPr>
        <p:spPr/>
        <p:txBody>
          <a:bodyPr/>
          <a:lstStyle/>
          <a:p>
            <a:pPr eaLnBrk="1" hangingPunct="1"/>
            <a:r>
              <a:rPr lang="zh-CN" altLang="en-US"/>
              <a:t>本章目录</a:t>
            </a:r>
          </a:p>
        </p:txBody>
      </p:sp>
      <p:sp>
        <p:nvSpPr>
          <p:cNvPr id="113670" name="Rectangle 3"/>
          <p:cNvSpPr>
            <a:spLocks noGrp="1" noChangeArrowheads="1"/>
          </p:cNvSpPr>
          <p:nvPr>
            <p:ph type="body" idx="1"/>
          </p:nvPr>
        </p:nvSpPr>
        <p:spPr>
          <a:xfrm>
            <a:off x="1371600" y="1600200"/>
            <a:ext cx="7278688" cy="4532313"/>
          </a:xfrm>
        </p:spPr>
        <p:txBody>
          <a:bodyPr/>
          <a:lstStyle/>
          <a:p>
            <a:pPr eaLnBrk="1" hangingPunct="1"/>
            <a:r>
              <a:rPr lang="en-US" altLang="zh-CN" dirty="0">
                <a:solidFill>
                  <a:schemeClr val="tx1"/>
                </a:solidFill>
              </a:rPr>
              <a:t>1.0 </a:t>
            </a:r>
            <a:r>
              <a:rPr lang="zh-CN" altLang="en-US" dirty="0">
                <a:solidFill>
                  <a:schemeClr val="tx1"/>
                </a:solidFill>
              </a:rPr>
              <a:t>背景知识</a:t>
            </a:r>
          </a:p>
          <a:p>
            <a:pPr eaLnBrk="1" hangingPunct="1"/>
            <a:r>
              <a:rPr lang="en-US" altLang="zh-CN" dirty="0">
                <a:solidFill>
                  <a:schemeClr val="tx1"/>
                </a:solidFill>
              </a:rPr>
              <a:t>1.1 </a:t>
            </a:r>
            <a:r>
              <a:rPr lang="zh-CN" altLang="en-US" dirty="0">
                <a:solidFill>
                  <a:schemeClr val="tx1"/>
                </a:solidFill>
              </a:rPr>
              <a:t>数据库系统概述</a:t>
            </a:r>
          </a:p>
          <a:p>
            <a:pPr eaLnBrk="1" hangingPunct="1"/>
            <a:r>
              <a:rPr lang="en-US" altLang="zh-CN" dirty="0">
                <a:solidFill>
                  <a:schemeClr val="tx1"/>
                </a:solidFill>
              </a:rPr>
              <a:t>1.2 </a:t>
            </a:r>
            <a:r>
              <a:rPr lang="zh-CN" altLang="en-US" dirty="0">
                <a:solidFill>
                  <a:schemeClr val="tx1"/>
                </a:solidFill>
              </a:rPr>
              <a:t>数据模型</a:t>
            </a:r>
          </a:p>
          <a:p>
            <a:pPr eaLnBrk="1" hangingPunct="1"/>
            <a:r>
              <a:rPr lang="en-US" altLang="zh-CN" dirty="0">
                <a:solidFill>
                  <a:schemeClr val="tx1"/>
                </a:solidFill>
              </a:rPr>
              <a:t>1.3 </a:t>
            </a:r>
            <a:r>
              <a:rPr lang="zh-CN" altLang="en-US" dirty="0">
                <a:solidFill>
                  <a:schemeClr val="tx1"/>
                </a:solidFill>
              </a:rPr>
              <a:t>数据库系统结构</a:t>
            </a:r>
          </a:p>
          <a:p>
            <a:pPr eaLnBrk="1" hangingPunct="1"/>
            <a:r>
              <a:rPr lang="en-US" altLang="zh-CN" dirty="0">
                <a:solidFill>
                  <a:schemeClr val="tx1"/>
                </a:solidFill>
              </a:rPr>
              <a:t>1.4 </a:t>
            </a:r>
            <a:r>
              <a:rPr lang="zh-CN" altLang="en-US" dirty="0">
                <a:solidFill>
                  <a:schemeClr val="tx1"/>
                </a:solidFill>
              </a:rPr>
              <a:t>数据库语言</a:t>
            </a:r>
            <a:endParaRPr lang="en-US" altLang="zh-CN" dirty="0">
              <a:solidFill>
                <a:schemeClr val="tx1"/>
              </a:solidFill>
            </a:endParaRPr>
          </a:p>
          <a:p>
            <a:pPr eaLnBrk="1" hangingPunct="1"/>
            <a:r>
              <a:rPr lang="en-US" altLang="zh-CN" dirty="0">
                <a:solidFill>
                  <a:schemeClr val="tx1"/>
                </a:solidFill>
              </a:rPr>
              <a:t>1.5 </a:t>
            </a:r>
            <a:r>
              <a:rPr lang="zh-CN" altLang="en-US" dirty="0">
                <a:solidFill>
                  <a:schemeClr val="tx1"/>
                </a:solidFill>
              </a:rPr>
              <a:t>数据库引擎</a:t>
            </a:r>
            <a:endParaRPr lang="en-US" altLang="zh-CN" dirty="0">
              <a:solidFill>
                <a:schemeClr val="tx1"/>
              </a:solidFill>
            </a:endParaRPr>
          </a:p>
          <a:p>
            <a:pPr eaLnBrk="1" hangingPunct="1"/>
            <a:r>
              <a:rPr lang="en-US" altLang="zh-CN" dirty="0">
                <a:solidFill>
                  <a:schemeClr val="tx1"/>
                </a:solidFill>
              </a:rPr>
              <a:t>1.6 </a:t>
            </a:r>
            <a:r>
              <a:rPr lang="zh-CN" altLang="en-US" dirty="0">
                <a:solidFill>
                  <a:schemeClr val="tx1"/>
                </a:solidFill>
              </a:rPr>
              <a:t>数据库用户和管理员</a:t>
            </a:r>
            <a:endParaRPr lang="en-US" altLang="zh-CN" dirty="0">
              <a:solidFill>
                <a:schemeClr val="tx1"/>
              </a:solidFill>
            </a:endParaRPr>
          </a:p>
          <a:p>
            <a:pPr eaLnBrk="1" hangingPunct="1"/>
            <a:r>
              <a:rPr lang="en-US" altLang="zh-CN" dirty="0">
                <a:solidFill>
                  <a:schemeClr val="tx1"/>
                </a:solidFill>
              </a:rPr>
              <a:t>1.7 </a:t>
            </a:r>
            <a:r>
              <a:rPr lang="zh-CN" altLang="en-US" dirty="0">
                <a:solidFill>
                  <a:schemeClr val="tx1"/>
                </a:solidFill>
              </a:rPr>
              <a:t>数据库和应用体系结构</a:t>
            </a:r>
          </a:p>
          <a:p>
            <a:pPr eaLnBrk="1" hangingPunct="1"/>
            <a:endParaRPr lang="zh-CN" altLang="en-US" dirty="0">
              <a:solidFill>
                <a:schemeClr val="tx1"/>
              </a:solidFill>
            </a:endParaRPr>
          </a:p>
        </p:txBody>
      </p:sp>
      <p:sp>
        <p:nvSpPr>
          <p:cNvPr id="294916" name="AutoShape 4"/>
          <p:cNvSpPr>
            <a:spLocks noChangeArrowheads="1"/>
          </p:cNvSpPr>
          <p:nvPr/>
        </p:nvSpPr>
        <p:spPr bwMode="auto">
          <a:xfrm>
            <a:off x="914400" y="5234354"/>
            <a:ext cx="457200" cy="457200"/>
          </a:xfrm>
          <a:prstGeom prst="rightArrow">
            <a:avLst>
              <a:gd name="adj1" fmla="val 38889"/>
              <a:gd name="adj2" fmla="val 44792"/>
            </a:avLst>
          </a:prstGeom>
          <a:solidFill>
            <a:srgbClr val="FFCC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endParaRPr lang="zh-CN" altLang="en-US"/>
          </a:p>
        </p:txBody>
      </p:sp>
    </p:spTree>
    <p:extLst>
      <p:ext uri="{BB962C8B-B14F-4D97-AF65-F5344CB8AC3E}">
        <p14:creationId xmlns:p14="http://schemas.microsoft.com/office/powerpoint/2010/main" val="2409958068"/>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294916"/>
                                        </p:tgtEl>
                                        <p:attrNameLst>
                                          <p:attrName>style.visibility</p:attrName>
                                        </p:attrNameLst>
                                      </p:cBhvr>
                                      <p:to>
                                        <p:strVal val="visible"/>
                                      </p:to>
                                    </p:set>
                                    <p:anim calcmode="lin" valueType="num">
                                      <p:cBhvr additive="base">
                                        <p:cTn id="7" dur="500" fill="hold"/>
                                        <p:tgtEl>
                                          <p:spTgt spid="294916"/>
                                        </p:tgtEl>
                                        <p:attrNameLst>
                                          <p:attrName>ppt_x</p:attrName>
                                        </p:attrNameLst>
                                      </p:cBhvr>
                                      <p:tavLst>
                                        <p:tav tm="0">
                                          <p:val>
                                            <p:strVal val="0-#ppt_w/2"/>
                                          </p:val>
                                        </p:tav>
                                        <p:tav tm="100000">
                                          <p:val>
                                            <p:strVal val="#ppt_x"/>
                                          </p:val>
                                        </p:tav>
                                      </p:tavLst>
                                    </p:anim>
                                    <p:anim calcmode="lin" valueType="num">
                                      <p:cBhvr additive="base">
                                        <p:cTn id="8" dur="500" fill="hold"/>
                                        <p:tgtEl>
                                          <p:spTgt spid="2949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4916"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697AC0FD-190D-473D-A059-D003465E8F28}"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14691"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14692"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5CA75515-450F-4216-87DB-463660D82225}" type="slidenum">
              <a:rPr lang="en-US" altLang="zh-CN" sz="1400">
                <a:solidFill>
                  <a:schemeClr val="tx1"/>
                </a:solidFill>
                <a:latin typeface="Times New Roman" pitchFamily="18" charset="0"/>
              </a:rPr>
              <a:pPr eaLnBrk="1" hangingPunct="1"/>
              <a:t>80</a:t>
            </a:fld>
            <a:r>
              <a:rPr lang="en-US" altLang="zh-CN" sz="1400">
                <a:solidFill>
                  <a:schemeClr val="tx1"/>
                </a:solidFill>
                <a:latin typeface="Times New Roman" pitchFamily="18" charset="0"/>
              </a:rPr>
              <a:t>/92</a:t>
            </a:r>
          </a:p>
        </p:txBody>
      </p:sp>
      <p:sp>
        <p:nvSpPr>
          <p:cNvPr id="114693" name="Rectangle 2"/>
          <p:cNvSpPr>
            <a:spLocks noGrp="1" noChangeArrowheads="1"/>
          </p:cNvSpPr>
          <p:nvPr>
            <p:ph type="title"/>
          </p:nvPr>
        </p:nvSpPr>
        <p:spPr/>
        <p:txBody>
          <a:bodyPr/>
          <a:lstStyle/>
          <a:p>
            <a:pPr eaLnBrk="1" hangingPunct="1"/>
            <a:r>
              <a:rPr lang="en-US" altLang="zh-CN" dirty="0"/>
              <a:t>1.6 </a:t>
            </a:r>
            <a:r>
              <a:rPr lang="zh-CN" altLang="en-US" dirty="0"/>
              <a:t>数据库用户和管理员</a:t>
            </a:r>
            <a:endParaRPr lang="en-US" altLang="zh-CN" dirty="0"/>
          </a:p>
        </p:txBody>
      </p:sp>
      <p:sp>
        <p:nvSpPr>
          <p:cNvPr id="7" name="Text Box 8">
            <a:extLst>
              <a:ext uri="{FF2B5EF4-FFF2-40B4-BE49-F238E27FC236}">
                <a16:creationId xmlns:a16="http://schemas.microsoft.com/office/drawing/2014/main" id="{22657A89-3A26-34BB-0973-E993F951C6F3}"/>
              </a:ext>
            </a:extLst>
          </p:cNvPr>
          <p:cNvSpPr txBox="1">
            <a:spLocks noChangeArrowheads="1"/>
          </p:cNvSpPr>
          <p:nvPr/>
        </p:nvSpPr>
        <p:spPr bwMode="auto">
          <a:xfrm>
            <a:off x="2392363" y="5084763"/>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kumimoji="1" lang="zh-CN" altLang="zh-CN" sz="2400">
              <a:latin typeface="Arial" panose="020B0604020202020204" pitchFamily="34" charset="0"/>
            </a:endParaRPr>
          </a:p>
        </p:txBody>
      </p:sp>
      <p:sp>
        <p:nvSpPr>
          <p:cNvPr id="2" name="Rectangle 3">
            <a:extLst>
              <a:ext uri="{FF2B5EF4-FFF2-40B4-BE49-F238E27FC236}">
                <a16:creationId xmlns:a16="http://schemas.microsoft.com/office/drawing/2014/main" id="{6E385BC4-0FDE-BE22-2D99-889F5F333124}"/>
              </a:ext>
            </a:extLst>
          </p:cNvPr>
          <p:cNvSpPr txBox="1">
            <a:spLocks noChangeArrowheads="1"/>
          </p:cNvSpPr>
          <p:nvPr/>
        </p:nvSpPr>
        <p:spPr bwMode="auto">
          <a:xfrm>
            <a:off x="609600" y="1447800"/>
            <a:ext cx="8229599" cy="4724400"/>
          </a:xfrm>
          <a:prstGeom prst="rect">
            <a:avLst/>
          </a:prstGeom>
          <a:solidFill>
            <a:schemeClr val="bg1"/>
          </a:solidFill>
          <a:ln>
            <a:noFill/>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eaLnBrk="1" hangingPunct="1"/>
            <a:r>
              <a:rPr lang="zh-CN" altLang="en-US" sz="2800" dirty="0">
                <a:solidFill>
                  <a:schemeClr val="tx1"/>
                </a:solidFill>
              </a:rPr>
              <a:t>通过和数据库交互的方式来划分不同的用户</a:t>
            </a:r>
          </a:p>
          <a:p>
            <a:pPr lvl="1" eaLnBrk="1" hangingPunct="1"/>
            <a:r>
              <a:rPr lang="zh-CN" altLang="en-US" sz="2600" dirty="0">
                <a:latin typeface="华文新魏" panose="02010800040101010101" pitchFamily="2" charset="-122"/>
              </a:rPr>
              <a:t>最终用户</a:t>
            </a:r>
          </a:p>
          <a:p>
            <a:pPr lvl="2" eaLnBrk="1" hangingPunct="1"/>
            <a:r>
              <a:rPr lang="zh-CN" altLang="en-US" sz="2400" dirty="0">
                <a:latin typeface="华文新魏" panose="02010800040101010101" pitchFamily="2" charset="-122"/>
              </a:rPr>
              <a:t>通过</a:t>
            </a:r>
            <a:r>
              <a:rPr lang="zh-CN" altLang="en-US" sz="2400" b="1" dirty="0">
                <a:latin typeface="华文新魏" panose="02010800040101010101" pitchFamily="2" charset="-122"/>
              </a:rPr>
              <a:t>应用系统</a:t>
            </a:r>
            <a:r>
              <a:rPr lang="zh-CN" altLang="en-US" sz="2400" dirty="0">
                <a:latin typeface="华文新魏" panose="02010800040101010101" pitchFamily="2" charset="-122"/>
              </a:rPr>
              <a:t>的用户接口（菜单等）使用数据库</a:t>
            </a:r>
          </a:p>
          <a:p>
            <a:pPr lvl="1" eaLnBrk="1" hangingPunct="1"/>
            <a:r>
              <a:rPr lang="zh-CN" altLang="en-US" sz="2600" dirty="0">
                <a:latin typeface="华文新魏" panose="02010800040101010101" pitchFamily="2" charset="-122"/>
              </a:rPr>
              <a:t>应用程序员</a:t>
            </a:r>
          </a:p>
          <a:p>
            <a:pPr lvl="2" eaLnBrk="1" hangingPunct="1"/>
            <a:r>
              <a:rPr lang="zh-CN" altLang="en-US" sz="2400" dirty="0">
                <a:latin typeface="华文新魏" panose="02010800040101010101" pitchFamily="2" charset="-122"/>
              </a:rPr>
              <a:t>基于子模式来编写应用程序</a:t>
            </a:r>
          </a:p>
          <a:p>
            <a:pPr lvl="1" eaLnBrk="1" hangingPunct="1"/>
            <a:r>
              <a:rPr lang="zh-CN" altLang="en-US" sz="2600" dirty="0">
                <a:latin typeface="华文新魏" panose="02010800040101010101" pitchFamily="2" charset="-122"/>
              </a:rPr>
              <a:t>系统分析员</a:t>
            </a:r>
          </a:p>
          <a:p>
            <a:pPr lvl="2" eaLnBrk="1" hangingPunct="1"/>
            <a:r>
              <a:rPr lang="zh-CN" altLang="en-US" sz="2400" dirty="0">
                <a:latin typeface="华文新魏" panose="02010800040101010101" pitchFamily="2" charset="-122"/>
              </a:rPr>
              <a:t>负责应用系统的需求分析和规范定义，确定系统的软硬件配置，</a:t>
            </a:r>
            <a:r>
              <a:rPr lang="zh-CN" altLang="en-US" sz="2400" b="1" dirty="0">
                <a:latin typeface="华文新魏" panose="02010800040101010101" pitchFamily="2" charset="-122"/>
              </a:rPr>
              <a:t>参与数据库模式设计</a:t>
            </a:r>
          </a:p>
          <a:p>
            <a:pPr lvl="1" eaLnBrk="1" hangingPunct="1"/>
            <a:r>
              <a:rPr lang="zh-CN" altLang="en-US" sz="2600" dirty="0">
                <a:latin typeface="华文新魏" panose="02010800040101010101" pitchFamily="2" charset="-122"/>
              </a:rPr>
              <a:t>数据库管理员（</a:t>
            </a:r>
            <a:r>
              <a:rPr lang="en-US" altLang="zh-CN" sz="2600" dirty="0">
                <a:latin typeface="华文新魏" panose="02010800040101010101" pitchFamily="2" charset="-122"/>
              </a:rPr>
              <a:t>DBA</a:t>
            </a:r>
            <a:r>
              <a:rPr lang="zh-CN" altLang="en-US" sz="2600" dirty="0">
                <a:latin typeface="华文新魏" panose="02010800040101010101" pitchFamily="2" charset="-122"/>
              </a:rPr>
              <a:t>）</a:t>
            </a:r>
          </a:p>
          <a:p>
            <a:pPr lvl="2" eaLnBrk="1" hangingPunct="1"/>
            <a:r>
              <a:rPr lang="zh-CN" altLang="en-US" sz="2400" dirty="0">
                <a:latin typeface="华文新魏" panose="02010800040101010101" pitchFamily="2" charset="-122"/>
              </a:rPr>
              <a:t>负责数据库的全面管理和控制</a:t>
            </a:r>
          </a:p>
        </p:txBody>
      </p:sp>
    </p:spTree>
    <p:extLst>
      <p:ext uri="{BB962C8B-B14F-4D97-AF65-F5344CB8AC3E}">
        <p14:creationId xmlns:p14="http://schemas.microsoft.com/office/powerpoint/2010/main" val="1437951761"/>
      </p:ext>
    </p:extLst>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697AC0FD-190D-473D-A059-D003465E8F28}"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14691"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14692"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5CA75515-450F-4216-87DB-463660D82225}" type="slidenum">
              <a:rPr lang="en-US" altLang="zh-CN" sz="1400">
                <a:solidFill>
                  <a:schemeClr val="tx1"/>
                </a:solidFill>
                <a:latin typeface="Times New Roman" pitchFamily="18" charset="0"/>
              </a:rPr>
              <a:pPr eaLnBrk="1" hangingPunct="1"/>
              <a:t>81</a:t>
            </a:fld>
            <a:r>
              <a:rPr lang="en-US" altLang="zh-CN" sz="1400">
                <a:solidFill>
                  <a:schemeClr val="tx1"/>
                </a:solidFill>
                <a:latin typeface="Times New Roman" pitchFamily="18" charset="0"/>
              </a:rPr>
              <a:t>/92</a:t>
            </a:r>
          </a:p>
        </p:txBody>
      </p:sp>
      <p:sp>
        <p:nvSpPr>
          <p:cNvPr id="114693" name="Rectangle 2"/>
          <p:cNvSpPr>
            <a:spLocks noGrp="1" noChangeArrowheads="1"/>
          </p:cNvSpPr>
          <p:nvPr>
            <p:ph type="title"/>
          </p:nvPr>
        </p:nvSpPr>
        <p:spPr/>
        <p:txBody>
          <a:bodyPr/>
          <a:lstStyle/>
          <a:p>
            <a:pPr eaLnBrk="1" hangingPunct="1"/>
            <a:r>
              <a:rPr lang="en-US" altLang="zh-CN" dirty="0"/>
              <a:t>1.6 </a:t>
            </a:r>
            <a:r>
              <a:rPr lang="zh-CN" altLang="en-US" dirty="0"/>
              <a:t>数据库管理员（</a:t>
            </a:r>
            <a:r>
              <a:rPr lang="en-US" altLang="zh-CN" dirty="0"/>
              <a:t>DBA</a:t>
            </a:r>
            <a:r>
              <a:rPr lang="zh-CN" altLang="en-US" dirty="0"/>
              <a:t>）</a:t>
            </a:r>
            <a:endParaRPr lang="en-US" altLang="zh-CN" dirty="0"/>
          </a:p>
        </p:txBody>
      </p:sp>
      <p:sp>
        <p:nvSpPr>
          <p:cNvPr id="7" name="Text Box 8">
            <a:extLst>
              <a:ext uri="{FF2B5EF4-FFF2-40B4-BE49-F238E27FC236}">
                <a16:creationId xmlns:a16="http://schemas.microsoft.com/office/drawing/2014/main" id="{22657A89-3A26-34BB-0973-E993F951C6F3}"/>
              </a:ext>
            </a:extLst>
          </p:cNvPr>
          <p:cNvSpPr txBox="1">
            <a:spLocks noChangeArrowheads="1"/>
          </p:cNvSpPr>
          <p:nvPr/>
        </p:nvSpPr>
        <p:spPr bwMode="auto">
          <a:xfrm>
            <a:off x="2392363" y="5084763"/>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kumimoji="1" lang="zh-CN" altLang="zh-CN" sz="2400">
              <a:latin typeface="Arial" panose="020B0604020202020204" pitchFamily="34" charset="0"/>
            </a:endParaRPr>
          </a:p>
        </p:txBody>
      </p:sp>
      <p:sp>
        <p:nvSpPr>
          <p:cNvPr id="2" name="Rectangle 3">
            <a:extLst>
              <a:ext uri="{FF2B5EF4-FFF2-40B4-BE49-F238E27FC236}">
                <a16:creationId xmlns:a16="http://schemas.microsoft.com/office/drawing/2014/main" id="{6E385BC4-0FDE-BE22-2D99-889F5F333124}"/>
              </a:ext>
            </a:extLst>
          </p:cNvPr>
          <p:cNvSpPr txBox="1">
            <a:spLocks noChangeArrowheads="1"/>
          </p:cNvSpPr>
          <p:nvPr/>
        </p:nvSpPr>
        <p:spPr bwMode="auto">
          <a:xfrm>
            <a:off x="609600" y="1447800"/>
            <a:ext cx="8458200" cy="5253038"/>
          </a:xfrm>
          <a:prstGeom prst="rect">
            <a:avLst/>
          </a:prstGeom>
          <a:solidFill>
            <a:schemeClr val="bg1"/>
          </a:solidFill>
          <a:ln>
            <a:noFill/>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eaLnBrk="1" hangingPunct="1"/>
            <a:r>
              <a:rPr lang="zh-CN" altLang="en-US" sz="2200" b="1" dirty="0"/>
              <a:t>对信息资源和需求有深刻了解，负责全面管理和控制数据库系统</a:t>
            </a:r>
          </a:p>
          <a:p>
            <a:pPr lvl="1" eaLnBrk="1" hangingPunct="1"/>
            <a:r>
              <a:rPr lang="zh-CN" altLang="en-US" sz="2100" b="1" dirty="0">
                <a:latin typeface="华文新魏" panose="02010800040101010101" pitchFamily="2" charset="-122"/>
              </a:rPr>
              <a:t>建库方面</a:t>
            </a:r>
          </a:p>
          <a:p>
            <a:pPr lvl="2" eaLnBrk="1" hangingPunct="1"/>
            <a:r>
              <a:rPr lang="zh-CN" altLang="en-US" sz="2000" b="1" dirty="0">
                <a:latin typeface="华文新魏" panose="02010800040101010101" pitchFamily="2" charset="-122"/>
              </a:rPr>
              <a:t>确定数据模式、存储结构、存取策略</a:t>
            </a:r>
          </a:p>
          <a:p>
            <a:pPr lvl="2" eaLnBrk="1" hangingPunct="1"/>
            <a:r>
              <a:rPr lang="zh-CN" altLang="en-US" sz="2000" b="1" dirty="0">
                <a:latin typeface="华文新魏" panose="02010800040101010101" pitchFamily="2" charset="-122"/>
              </a:rPr>
              <a:t>负责数据的整理和装入</a:t>
            </a:r>
          </a:p>
          <a:p>
            <a:pPr lvl="1" eaLnBrk="1" hangingPunct="1"/>
            <a:r>
              <a:rPr lang="zh-CN" altLang="en-US" sz="2100" b="1" dirty="0">
                <a:latin typeface="华文新魏" panose="02010800040101010101" pitchFamily="2" charset="-122"/>
              </a:rPr>
              <a:t>用库方面</a:t>
            </a:r>
          </a:p>
          <a:p>
            <a:pPr lvl="2" eaLnBrk="1" hangingPunct="1"/>
            <a:r>
              <a:rPr lang="zh-CN" altLang="en-US" sz="2000" b="1" dirty="0">
                <a:latin typeface="华文新魏" panose="02010800040101010101" pitchFamily="2" charset="-122"/>
              </a:rPr>
              <a:t>定义完整性约束条件</a:t>
            </a:r>
          </a:p>
          <a:p>
            <a:pPr lvl="2" eaLnBrk="1" hangingPunct="1"/>
            <a:r>
              <a:rPr lang="zh-CN" altLang="en-US" sz="2000" b="1" dirty="0">
                <a:latin typeface="华文新魏" panose="02010800040101010101" pitchFamily="2" charset="-122"/>
              </a:rPr>
              <a:t>规定数据的保密级别、用户权限</a:t>
            </a:r>
          </a:p>
          <a:p>
            <a:pPr lvl="2" eaLnBrk="1" hangingPunct="1"/>
            <a:r>
              <a:rPr lang="zh-CN" altLang="en-US" sz="2000" b="1" dirty="0">
                <a:latin typeface="华文新魏" panose="02010800040101010101" pitchFamily="2" charset="-122"/>
              </a:rPr>
              <a:t>监督和控制数据库的运行情况</a:t>
            </a:r>
          </a:p>
          <a:p>
            <a:pPr lvl="2" eaLnBrk="1" hangingPunct="1"/>
            <a:r>
              <a:rPr lang="zh-CN" altLang="en-US" sz="2000" b="1" dirty="0">
                <a:latin typeface="华文新魏" panose="02010800040101010101" pitchFamily="2" charset="-122"/>
              </a:rPr>
              <a:t>制定后援和恢复策略，负责故障恢复</a:t>
            </a:r>
          </a:p>
          <a:p>
            <a:pPr lvl="1" eaLnBrk="1" hangingPunct="1"/>
            <a:r>
              <a:rPr lang="zh-CN" altLang="en-US" sz="2100" b="1" dirty="0">
                <a:latin typeface="华文新魏" panose="02010800040101010101" pitchFamily="2" charset="-122"/>
              </a:rPr>
              <a:t>改进方面</a:t>
            </a:r>
          </a:p>
          <a:p>
            <a:pPr lvl="2" eaLnBrk="1" hangingPunct="1"/>
            <a:r>
              <a:rPr lang="zh-CN" altLang="en-US" sz="2000" b="1" dirty="0">
                <a:latin typeface="华文新魏" panose="02010800040101010101" pitchFamily="2" charset="-122"/>
              </a:rPr>
              <a:t>分析系统的性能（空间利用率，处理效率）</a:t>
            </a:r>
          </a:p>
          <a:p>
            <a:pPr lvl="2" eaLnBrk="1" hangingPunct="1"/>
            <a:r>
              <a:rPr lang="zh-CN" altLang="en-US" sz="2000" b="1" dirty="0">
                <a:latin typeface="华文新魏" panose="02010800040101010101" pitchFamily="2" charset="-122"/>
              </a:rPr>
              <a:t>数据库重组织，物理上重组织，以提高性能</a:t>
            </a:r>
          </a:p>
          <a:p>
            <a:pPr lvl="2" eaLnBrk="1" hangingPunct="1"/>
            <a:r>
              <a:rPr lang="zh-CN" altLang="en-US" sz="2000" b="1" dirty="0">
                <a:latin typeface="华文新魏" panose="02010800040101010101" pitchFamily="2" charset="-122"/>
              </a:rPr>
              <a:t>数据库重构造，设计上较大改动，模式修改</a:t>
            </a:r>
            <a:endParaRPr lang="zh-CN" altLang="en-US" sz="2400" dirty="0">
              <a:latin typeface="华文新魏" panose="02010800040101010101" pitchFamily="2" charset="-122"/>
            </a:endParaRPr>
          </a:p>
        </p:txBody>
      </p:sp>
    </p:spTree>
    <p:extLst>
      <p:ext uri="{BB962C8B-B14F-4D97-AF65-F5344CB8AC3E}">
        <p14:creationId xmlns:p14="http://schemas.microsoft.com/office/powerpoint/2010/main" val="2536469285"/>
      </p:ext>
    </p:extLst>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AA9A23AB-B8AF-4DE1-AE0B-56386ACC55A2}"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13667"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13668"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004AD2B4-B3E6-4697-82D2-844CF73326D4}" type="slidenum">
              <a:rPr lang="en-US" altLang="zh-CN" sz="1400">
                <a:solidFill>
                  <a:schemeClr val="tx1"/>
                </a:solidFill>
                <a:latin typeface="Times New Roman" pitchFamily="18" charset="0"/>
              </a:rPr>
              <a:pPr eaLnBrk="1" hangingPunct="1"/>
              <a:t>82</a:t>
            </a:fld>
            <a:r>
              <a:rPr lang="en-US" altLang="zh-CN" sz="1400">
                <a:solidFill>
                  <a:schemeClr val="tx1"/>
                </a:solidFill>
                <a:latin typeface="Times New Roman" pitchFamily="18" charset="0"/>
              </a:rPr>
              <a:t>/92</a:t>
            </a:r>
          </a:p>
        </p:txBody>
      </p:sp>
      <p:sp>
        <p:nvSpPr>
          <p:cNvPr id="113669" name="Rectangle 2"/>
          <p:cNvSpPr>
            <a:spLocks noGrp="1" noChangeArrowheads="1"/>
          </p:cNvSpPr>
          <p:nvPr>
            <p:ph type="title"/>
          </p:nvPr>
        </p:nvSpPr>
        <p:spPr/>
        <p:txBody>
          <a:bodyPr/>
          <a:lstStyle/>
          <a:p>
            <a:pPr eaLnBrk="1" hangingPunct="1"/>
            <a:r>
              <a:rPr lang="zh-CN" altLang="en-US"/>
              <a:t>本章目录</a:t>
            </a:r>
          </a:p>
        </p:txBody>
      </p:sp>
      <p:sp>
        <p:nvSpPr>
          <p:cNvPr id="113670" name="Rectangle 3"/>
          <p:cNvSpPr>
            <a:spLocks noGrp="1" noChangeArrowheads="1"/>
          </p:cNvSpPr>
          <p:nvPr>
            <p:ph type="body" idx="1"/>
          </p:nvPr>
        </p:nvSpPr>
        <p:spPr>
          <a:xfrm>
            <a:off x="1371600" y="1600200"/>
            <a:ext cx="7278688" cy="4532313"/>
          </a:xfrm>
        </p:spPr>
        <p:txBody>
          <a:bodyPr/>
          <a:lstStyle/>
          <a:p>
            <a:pPr eaLnBrk="1" hangingPunct="1"/>
            <a:r>
              <a:rPr lang="en-US" altLang="zh-CN" dirty="0">
                <a:solidFill>
                  <a:schemeClr val="tx1"/>
                </a:solidFill>
              </a:rPr>
              <a:t>1.0 </a:t>
            </a:r>
            <a:r>
              <a:rPr lang="zh-CN" altLang="en-US" dirty="0">
                <a:solidFill>
                  <a:schemeClr val="tx1"/>
                </a:solidFill>
              </a:rPr>
              <a:t>背景知识</a:t>
            </a:r>
          </a:p>
          <a:p>
            <a:pPr eaLnBrk="1" hangingPunct="1"/>
            <a:r>
              <a:rPr lang="en-US" altLang="zh-CN" dirty="0">
                <a:solidFill>
                  <a:schemeClr val="tx1"/>
                </a:solidFill>
              </a:rPr>
              <a:t>1.1 </a:t>
            </a:r>
            <a:r>
              <a:rPr lang="zh-CN" altLang="en-US" dirty="0">
                <a:solidFill>
                  <a:schemeClr val="tx1"/>
                </a:solidFill>
              </a:rPr>
              <a:t>数据库系统概述</a:t>
            </a:r>
          </a:p>
          <a:p>
            <a:pPr eaLnBrk="1" hangingPunct="1"/>
            <a:r>
              <a:rPr lang="en-US" altLang="zh-CN" dirty="0">
                <a:solidFill>
                  <a:schemeClr val="tx1"/>
                </a:solidFill>
              </a:rPr>
              <a:t>1.2 </a:t>
            </a:r>
            <a:r>
              <a:rPr lang="zh-CN" altLang="en-US" dirty="0">
                <a:solidFill>
                  <a:schemeClr val="tx1"/>
                </a:solidFill>
              </a:rPr>
              <a:t>数据模型</a:t>
            </a:r>
          </a:p>
          <a:p>
            <a:pPr eaLnBrk="1" hangingPunct="1"/>
            <a:r>
              <a:rPr lang="en-US" altLang="zh-CN" dirty="0">
                <a:solidFill>
                  <a:schemeClr val="tx1"/>
                </a:solidFill>
              </a:rPr>
              <a:t>1.3 </a:t>
            </a:r>
            <a:r>
              <a:rPr lang="zh-CN" altLang="en-US" dirty="0">
                <a:solidFill>
                  <a:schemeClr val="tx1"/>
                </a:solidFill>
              </a:rPr>
              <a:t>数据库系统结构</a:t>
            </a:r>
          </a:p>
          <a:p>
            <a:pPr eaLnBrk="1" hangingPunct="1"/>
            <a:r>
              <a:rPr lang="en-US" altLang="zh-CN" dirty="0">
                <a:solidFill>
                  <a:schemeClr val="tx1"/>
                </a:solidFill>
              </a:rPr>
              <a:t>1.4 </a:t>
            </a:r>
            <a:r>
              <a:rPr lang="zh-CN" altLang="en-US" dirty="0">
                <a:solidFill>
                  <a:schemeClr val="tx1"/>
                </a:solidFill>
              </a:rPr>
              <a:t>数据库语言</a:t>
            </a:r>
            <a:endParaRPr lang="en-US" altLang="zh-CN" dirty="0">
              <a:solidFill>
                <a:schemeClr val="tx1"/>
              </a:solidFill>
            </a:endParaRPr>
          </a:p>
          <a:p>
            <a:pPr eaLnBrk="1" hangingPunct="1"/>
            <a:r>
              <a:rPr lang="en-US" altLang="zh-CN" dirty="0">
                <a:solidFill>
                  <a:schemeClr val="tx1"/>
                </a:solidFill>
              </a:rPr>
              <a:t>1.5 </a:t>
            </a:r>
            <a:r>
              <a:rPr lang="zh-CN" altLang="en-US" dirty="0">
                <a:solidFill>
                  <a:schemeClr val="tx1"/>
                </a:solidFill>
              </a:rPr>
              <a:t>数据库引擎</a:t>
            </a:r>
            <a:endParaRPr lang="en-US" altLang="zh-CN" dirty="0">
              <a:solidFill>
                <a:schemeClr val="tx1"/>
              </a:solidFill>
            </a:endParaRPr>
          </a:p>
          <a:p>
            <a:pPr eaLnBrk="1" hangingPunct="1"/>
            <a:r>
              <a:rPr lang="en-US" altLang="zh-CN" dirty="0">
                <a:solidFill>
                  <a:schemeClr val="tx1"/>
                </a:solidFill>
              </a:rPr>
              <a:t>1.6 </a:t>
            </a:r>
            <a:r>
              <a:rPr lang="zh-CN" altLang="en-US" dirty="0">
                <a:solidFill>
                  <a:schemeClr val="tx1"/>
                </a:solidFill>
              </a:rPr>
              <a:t>数据库用户和管理员</a:t>
            </a:r>
            <a:endParaRPr lang="en-US" altLang="zh-CN" dirty="0">
              <a:solidFill>
                <a:schemeClr val="tx1"/>
              </a:solidFill>
            </a:endParaRPr>
          </a:p>
          <a:p>
            <a:pPr eaLnBrk="1" hangingPunct="1"/>
            <a:r>
              <a:rPr lang="en-US" altLang="zh-CN" dirty="0">
                <a:solidFill>
                  <a:schemeClr val="tx1"/>
                </a:solidFill>
              </a:rPr>
              <a:t>1.7 </a:t>
            </a:r>
            <a:r>
              <a:rPr lang="zh-CN" altLang="en-US" dirty="0">
                <a:solidFill>
                  <a:schemeClr val="tx1"/>
                </a:solidFill>
              </a:rPr>
              <a:t>数据库和应用体系结构</a:t>
            </a:r>
          </a:p>
        </p:txBody>
      </p:sp>
      <p:sp>
        <p:nvSpPr>
          <p:cNvPr id="294916" name="AutoShape 4"/>
          <p:cNvSpPr>
            <a:spLocks noChangeArrowheads="1"/>
          </p:cNvSpPr>
          <p:nvPr/>
        </p:nvSpPr>
        <p:spPr bwMode="auto">
          <a:xfrm>
            <a:off x="914400" y="5821607"/>
            <a:ext cx="457200" cy="457200"/>
          </a:xfrm>
          <a:prstGeom prst="rightArrow">
            <a:avLst>
              <a:gd name="adj1" fmla="val 38889"/>
              <a:gd name="adj2" fmla="val 44792"/>
            </a:avLst>
          </a:prstGeom>
          <a:solidFill>
            <a:srgbClr val="FFCC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endParaRPr lang="zh-CN" altLang="en-US"/>
          </a:p>
        </p:txBody>
      </p:sp>
    </p:spTree>
    <p:extLst>
      <p:ext uri="{BB962C8B-B14F-4D97-AF65-F5344CB8AC3E}">
        <p14:creationId xmlns:p14="http://schemas.microsoft.com/office/powerpoint/2010/main" val="748003999"/>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294916"/>
                                        </p:tgtEl>
                                        <p:attrNameLst>
                                          <p:attrName>style.visibility</p:attrName>
                                        </p:attrNameLst>
                                      </p:cBhvr>
                                      <p:to>
                                        <p:strVal val="visible"/>
                                      </p:to>
                                    </p:set>
                                    <p:anim calcmode="lin" valueType="num">
                                      <p:cBhvr additive="base">
                                        <p:cTn id="7" dur="500" fill="hold"/>
                                        <p:tgtEl>
                                          <p:spTgt spid="294916"/>
                                        </p:tgtEl>
                                        <p:attrNameLst>
                                          <p:attrName>ppt_x</p:attrName>
                                        </p:attrNameLst>
                                      </p:cBhvr>
                                      <p:tavLst>
                                        <p:tav tm="0">
                                          <p:val>
                                            <p:strVal val="0-#ppt_w/2"/>
                                          </p:val>
                                        </p:tav>
                                        <p:tav tm="100000">
                                          <p:val>
                                            <p:strVal val="#ppt_x"/>
                                          </p:val>
                                        </p:tav>
                                      </p:tavLst>
                                    </p:anim>
                                    <p:anim calcmode="lin" valueType="num">
                                      <p:cBhvr additive="base">
                                        <p:cTn id="8" dur="500" fill="hold"/>
                                        <p:tgtEl>
                                          <p:spTgt spid="2949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4916"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697AC0FD-190D-473D-A059-D003465E8F28}"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14691"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14692"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5CA75515-450F-4216-87DB-463660D82225}" type="slidenum">
              <a:rPr lang="en-US" altLang="zh-CN" sz="1400">
                <a:solidFill>
                  <a:schemeClr val="tx1"/>
                </a:solidFill>
                <a:latin typeface="Times New Roman" pitchFamily="18" charset="0"/>
              </a:rPr>
              <a:pPr eaLnBrk="1" hangingPunct="1"/>
              <a:t>83</a:t>
            </a:fld>
            <a:r>
              <a:rPr lang="en-US" altLang="zh-CN" sz="1400">
                <a:solidFill>
                  <a:schemeClr val="tx1"/>
                </a:solidFill>
                <a:latin typeface="Times New Roman" pitchFamily="18" charset="0"/>
              </a:rPr>
              <a:t>/92</a:t>
            </a:r>
          </a:p>
        </p:txBody>
      </p:sp>
      <p:sp>
        <p:nvSpPr>
          <p:cNvPr id="114693" name="Rectangle 2"/>
          <p:cNvSpPr>
            <a:spLocks noGrp="1" noChangeArrowheads="1"/>
          </p:cNvSpPr>
          <p:nvPr>
            <p:ph type="title"/>
          </p:nvPr>
        </p:nvSpPr>
        <p:spPr/>
        <p:txBody>
          <a:bodyPr/>
          <a:lstStyle/>
          <a:p>
            <a:pPr eaLnBrk="1" hangingPunct="1"/>
            <a:r>
              <a:rPr lang="en-US" altLang="zh-CN" dirty="0"/>
              <a:t>1.7 </a:t>
            </a:r>
            <a:r>
              <a:rPr lang="zh-CN" altLang="en-US" dirty="0"/>
              <a:t>数据库系统体系结构</a:t>
            </a:r>
            <a:endParaRPr lang="en-US" altLang="zh-CN" dirty="0"/>
          </a:p>
        </p:txBody>
      </p:sp>
      <p:sp>
        <p:nvSpPr>
          <p:cNvPr id="7" name="Text Box 8">
            <a:extLst>
              <a:ext uri="{FF2B5EF4-FFF2-40B4-BE49-F238E27FC236}">
                <a16:creationId xmlns:a16="http://schemas.microsoft.com/office/drawing/2014/main" id="{22657A89-3A26-34BB-0973-E993F951C6F3}"/>
              </a:ext>
            </a:extLst>
          </p:cNvPr>
          <p:cNvSpPr txBox="1">
            <a:spLocks noChangeArrowheads="1"/>
          </p:cNvSpPr>
          <p:nvPr/>
        </p:nvSpPr>
        <p:spPr bwMode="auto">
          <a:xfrm>
            <a:off x="2392363" y="5084763"/>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kumimoji="1" lang="zh-CN" altLang="zh-CN" sz="2400">
              <a:latin typeface="Arial" panose="020B0604020202020204" pitchFamily="34" charset="0"/>
            </a:endParaRPr>
          </a:p>
        </p:txBody>
      </p:sp>
      <p:sp>
        <p:nvSpPr>
          <p:cNvPr id="2" name="Rectangle 3">
            <a:extLst>
              <a:ext uri="{FF2B5EF4-FFF2-40B4-BE49-F238E27FC236}">
                <a16:creationId xmlns:a16="http://schemas.microsoft.com/office/drawing/2014/main" id="{3387781E-D084-D3AD-5AFF-220845DF339A}"/>
              </a:ext>
            </a:extLst>
          </p:cNvPr>
          <p:cNvSpPr>
            <a:spLocks noChangeArrowheads="1"/>
          </p:cNvSpPr>
          <p:nvPr/>
        </p:nvSpPr>
        <p:spPr bwMode="auto">
          <a:xfrm>
            <a:off x="1517650" y="4148138"/>
            <a:ext cx="6121400" cy="1190625"/>
          </a:xfrm>
          <a:prstGeom prst="rect">
            <a:avLst/>
          </a:prstGeom>
          <a:solidFill>
            <a:srgbClr val="FFFFFF"/>
          </a:solidFill>
          <a:ln w="9525" cap="rnd">
            <a:solidFill>
              <a:srgbClr val="000000"/>
            </a:solidFill>
            <a:prstDash val="sysDot"/>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endParaRPr lang="zh-CN" altLang="en-US" sz="1800"/>
          </a:p>
        </p:txBody>
      </p:sp>
      <p:sp>
        <p:nvSpPr>
          <p:cNvPr id="3" name="Rectangle 4">
            <a:extLst>
              <a:ext uri="{FF2B5EF4-FFF2-40B4-BE49-F238E27FC236}">
                <a16:creationId xmlns:a16="http://schemas.microsoft.com/office/drawing/2014/main" id="{07C5C201-4151-2494-3890-38080E46668A}"/>
              </a:ext>
            </a:extLst>
          </p:cNvPr>
          <p:cNvSpPr>
            <a:spLocks noChangeArrowheads="1"/>
          </p:cNvSpPr>
          <p:nvPr/>
        </p:nvSpPr>
        <p:spPr bwMode="auto">
          <a:xfrm>
            <a:off x="1230312" y="2781300"/>
            <a:ext cx="7273925" cy="1196975"/>
          </a:xfrm>
          <a:prstGeom prst="rect">
            <a:avLst/>
          </a:prstGeom>
          <a:solidFill>
            <a:srgbClr val="FFFFFF"/>
          </a:solidFill>
          <a:ln w="9525" cap="rnd">
            <a:solidFill>
              <a:srgbClr val="000000"/>
            </a:solidFill>
            <a:prstDash val="sysDot"/>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endParaRPr lang="zh-CN" altLang="en-US" sz="1800"/>
          </a:p>
        </p:txBody>
      </p:sp>
      <p:sp>
        <p:nvSpPr>
          <p:cNvPr id="4" name="Text Box 5">
            <a:extLst>
              <a:ext uri="{FF2B5EF4-FFF2-40B4-BE49-F238E27FC236}">
                <a16:creationId xmlns:a16="http://schemas.microsoft.com/office/drawing/2014/main" id="{9EDF2B1B-7E13-5DAD-20FC-67DA4DDF6BF7}"/>
              </a:ext>
            </a:extLst>
          </p:cNvPr>
          <p:cNvSpPr txBox="1">
            <a:spLocks noChangeArrowheads="1"/>
          </p:cNvSpPr>
          <p:nvPr/>
        </p:nvSpPr>
        <p:spPr bwMode="auto">
          <a:xfrm>
            <a:off x="2741612" y="1989138"/>
            <a:ext cx="7921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编写</a:t>
            </a:r>
          </a:p>
        </p:txBody>
      </p:sp>
      <p:sp>
        <p:nvSpPr>
          <p:cNvPr id="5" name="Text Box 6">
            <a:extLst>
              <a:ext uri="{FF2B5EF4-FFF2-40B4-BE49-F238E27FC236}">
                <a16:creationId xmlns:a16="http://schemas.microsoft.com/office/drawing/2014/main" id="{3A77D174-634B-A2DF-C00D-7D54BF4315A0}"/>
              </a:ext>
            </a:extLst>
          </p:cNvPr>
          <p:cNvSpPr txBox="1">
            <a:spLocks noChangeArrowheads="1"/>
          </p:cNvSpPr>
          <p:nvPr/>
        </p:nvSpPr>
        <p:spPr bwMode="auto">
          <a:xfrm>
            <a:off x="7350125" y="1989138"/>
            <a:ext cx="720725"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使用</a:t>
            </a:r>
          </a:p>
        </p:txBody>
      </p:sp>
      <p:sp>
        <p:nvSpPr>
          <p:cNvPr id="6" name="Text Box 7">
            <a:extLst>
              <a:ext uri="{FF2B5EF4-FFF2-40B4-BE49-F238E27FC236}">
                <a16:creationId xmlns:a16="http://schemas.microsoft.com/office/drawing/2014/main" id="{125108CC-E2B1-9EBC-565F-4C3429BC8B46}"/>
              </a:ext>
            </a:extLst>
          </p:cNvPr>
          <p:cNvSpPr txBox="1">
            <a:spLocks noChangeArrowheads="1"/>
          </p:cNvSpPr>
          <p:nvPr/>
        </p:nvSpPr>
        <p:spPr bwMode="auto">
          <a:xfrm>
            <a:off x="4325937" y="1989138"/>
            <a:ext cx="792163"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使用</a:t>
            </a:r>
          </a:p>
        </p:txBody>
      </p:sp>
      <p:sp>
        <p:nvSpPr>
          <p:cNvPr id="8" name="Text Box 8">
            <a:extLst>
              <a:ext uri="{FF2B5EF4-FFF2-40B4-BE49-F238E27FC236}">
                <a16:creationId xmlns:a16="http://schemas.microsoft.com/office/drawing/2014/main" id="{F77062C7-D3F3-153F-DFE1-E3B91E7446A6}"/>
              </a:ext>
            </a:extLst>
          </p:cNvPr>
          <p:cNvSpPr txBox="1">
            <a:spLocks noChangeArrowheads="1"/>
          </p:cNvSpPr>
          <p:nvPr/>
        </p:nvSpPr>
        <p:spPr bwMode="auto">
          <a:xfrm>
            <a:off x="1085850" y="1916113"/>
            <a:ext cx="676275" cy="20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使用</a:t>
            </a:r>
          </a:p>
        </p:txBody>
      </p:sp>
      <p:sp>
        <p:nvSpPr>
          <p:cNvPr id="9" name="Text Box 9">
            <a:extLst>
              <a:ext uri="{FF2B5EF4-FFF2-40B4-BE49-F238E27FC236}">
                <a16:creationId xmlns:a16="http://schemas.microsoft.com/office/drawing/2014/main" id="{E44430D0-E304-3C53-1C9A-39C6CE8A7952}"/>
              </a:ext>
            </a:extLst>
          </p:cNvPr>
          <p:cNvSpPr txBox="1">
            <a:spLocks noChangeArrowheads="1"/>
          </p:cNvSpPr>
          <p:nvPr/>
        </p:nvSpPr>
        <p:spPr bwMode="auto">
          <a:xfrm>
            <a:off x="2597150" y="2936875"/>
            <a:ext cx="1873250" cy="347663"/>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编译器和连接器</a:t>
            </a:r>
          </a:p>
        </p:txBody>
      </p:sp>
      <p:sp>
        <p:nvSpPr>
          <p:cNvPr id="10" name="Text Box 10">
            <a:extLst>
              <a:ext uri="{FF2B5EF4-FFF2-40B4-BE49-F238E27FC236}">
                <a16:creationId xmlns:a16="http://schemas.microsoft.com/office/drawing/2014/main" id="{DFB82371-F40D-5B55-30F3-5FC80129F8A8}"/>
              </a:ext>
            </a:extLst>
          </p:cNvPr>
          <p:cNvSpPr txBox="1">
            <a:spLocks noChangeArrowheads="1"/>
          </p:cNvSpPr>
          <p:nvPr/>
        </p:nvSpPr>
        <p:spPr bwMode="auto">
          <a:xfrm>
            <a:off x="1301750" y="2852738"/>
            <a:ext cx="1152525" cy="647700"/>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应用程序目标代码</a:t>
            </a:r>
          </a:p>
        </p:txBody>
      </p:sp>
      <p:sp>
        <p:nvSpPr>
          <p:cNvPr id="11" name="Text Box 11">
            <a:extLst>
              <a:ext uri="{FF2B5EF4-FFF2-40B4-BE49-F238E27FC236}">
                <a16:creationId xmlns:a16="http://schemas.microsoft.com/office/drawing/2014/main" id="{6AA2B8E3-45DF-EC04-0FA0-FC3D8432DF96}"/>
              </a:ext>
            </a:extLst>
          </p:cNvPr>
          <p:cNvSpPr txBox="1">
            <a:spLocks noChangeArrowheads="1"/>
          </p:cNvSpPr>
          <p:nvPr/>
        </p:nvSpPr>
        <p:spPr bwMode="auto">
          <a:xfrm>
            <a:off x="3101975" y="3573463"/>
            <a:ext cx="1100137" cy="288925"/>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执行引擎</a:t>
            </a:r>
          </a:p>
        </p:txBody>
      </p:sp>
      <p:sp>
        <p:nvSpPr>
          <p:cNvPr id="12" name="Text Box 12">
            <a:extLst>
              <a:ext uri="{FF2B5EF4-FFF2-40B4-BE49-F238E27FC236}">
                <a16:creationId xmlns:a16="http://schemas.microsoft.com/office/drawing/2014/main" id="{F3F11DAF-1F86-FD96-38AA-B6D2CEB63F61}"/>
              </a:ext>
            </a:extLst>
          </p:cNvPr>
          <p:cNvSpPr txBox="1">
            <a:spLocks noChangeArrowheads="1"/>
          </p:cNvSpPr>
          <p:nvPr/>
        </p:nvSpPr>
        <p:spPr bwMode="auto">
          <a:xfrm>
            <a:off x="5981700" y="2997200"/>
            <a:ext cx="1008062" cy="647700"/>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en-US" altLang="zh-CN" sz="2000" dirty="0">
                <a:latin typeface="Arial" panose="020B0604020202020204" pitchFamily="34" charset="0"/>
              </a:rPr>
              <a:t>DDL</a:t>
            </a:r>
            <a:r>
              <a:rPr kumimoji="1" lang="zh-CN" altLang="en-US" sz="2000" dirty="0">
                <a:latin typeface="Times New Roman" panose="02020603050405020304" pitchFamily="18" charset="0"/>
              </a:rPr>
              <a:t>解释器</a:t>
            </a:r>
          </a:p>
        </p:txBody>
      </p:sp>
      <p:sp>
        <p:nvSpPr>
          <p:cNvPr id="13" name="Text Box 13">
            <a:extLst>
              <a:ext uri="{FF2B5EF4-FFF2-40B4-BE49-F238E27FC236}">
                <a16:creationId xmlns:a16="http://schemas.microsoft.com/office/drawing/2014/main" id="{150045F9-EFAB-DB9E-7EFF-886157DAD5DB}"/>
              </a:ext>
            </a:extLst>
          </p:cNvPr>
          <p:cNvSpPr txBox="1">
            <a:spLocks noChangeArrowheads="1"/>
          </p:cNvSpPr>
          <p:nvPr/>
        </p:nvSpPr>
        <p:spPr bwMode="auto">
          <a:xfrm>
            <a:off x="4614862" y="2924175"/>
            <a:ext cx="893763" cy="649288"/>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en-US" altLang="zh-CN" sz="2000" dirty="0">
                <a:latin typeface="Arial" panose="020B0604020202020204" pitchFamily="34" charset="0"/>
              </a:rPr>
              <a:t>DML</a:t>
            </a:r>
            <a:r>
              <a:rPr kumimoji="1" lang="zh-CN" altLang="en-US" sz="2000" dirty="0">
                <a:latin typeface="Times New Roman" panose="02020603050405020304" pitchFamily="18" charset="0"/>
              </a:rPr>
              <a:t>处理器</a:t>
            </a:r>
          </a:p>
        </p:txBody>
      </p:sp>
      <p:sp>
        <p:nvSpPr>
          <p:cNvPr id="14" name="Line 14">
            <a:extLst>
              <a:ext uri="{FF2B5EF4-FFF2-40B4-BE49-F238E27FC236}">
                <a16:creationId xmlns:a16="http://schemas.microsoft.com/office/drawing/2014/main" id="{E746B074-1AF9-A454-FFD3-043FD7258110}"/>
              </a:ext>
            </a:extLst>
          </p:cNvPr>
          <p:cNvSpPr>
            <a:spLocks noChangeShapeType="1"/>
          </p:cNvSpPr>
          <p:nvPr/>
        </p:nvSpPr>
        <p:spPr bwMode="auto">
          <a:xfrm>
            <a:off x="6989762" y="1989138"/>
            <a:ext cx="0" cy="342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Line 15">
            <a:extLst>
              <a:ext uri="{FF2B5EF4-FFF2-40B4-BE49-F238E27FC236}">
                <a16:creationId xmlns:a16="http://schemas.microsoft.com/office/drawing/2014/main" id="{21943213-4535-FC67-099E-18EC9466272A}"/>
              </a:ext>
            </a:extLst>
          </p:cNvPr>
          <p:cNvSpPr>
            <a:spLocks noChangeShapeType="1"/>
          </p:cNvSpPr>
          <p:nvPr/>
        </p:nvSpPr>
        <p:spPr bwMode="auto">
          <a:xfrm>
            <a:off x="3533775" y="1916113"/>
            <a:ext cx="4762" cy="4302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16">
            <a:extLst>
              <a:ext uri="{FF2B5EF4-FFF2-40B4-BE49-F238E27FC236}">
                <a16:creationId xmlns:a16="http://schemas.microsoft.com/office/drawing/2014/main" id="{E35E0BB5-0599-9111-8484-5935CF616A48}"/>
              </a:ext>
            </a:extLst>
          </p:cNvPr>
          <p:cNvSpPr>
            <a:spLocks noChangeShapeType="1"/>
          </p:cNvSpPr>
          <p:nvPr/>
        </p:nvSpPr>
        <p:spPr bwMode="auto">
          <a:xfrm>
            <a:off x="3424237" y="2641600"/>
            <a:ext cx="0" cy="2968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17">
            <a:extLst>
              <a:ext uri="{FF2B5EF4-FFF2-40B4-BE49-F238E27FC236}">
                <a16:creationId xmlns:a16="http://schemas.microsoft.com/office/drawing/2014/main" id="{74EAFBA5-EB1C-22C5-A6D5-393786C4FE37}"/>
              </a:ext>
            </a:extLst>
          </p:cNvPr>
          <p:cNvSpPr>
            <a:spLocks noChangeShapeType="1"/>
          </p:cNvSpPr>
          <p:nvPr/>
        </p:nvSpPr>
        <p:spPr bwMode="auto">
          <a:xfrm flipV="1">
            <a:off x="1878012" y="1989138"/>
            <a:ext cx="0" cy="1984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18">
            <a:extLst>
              <a:ext uri="{FF2B5EF4-FFF2-40B4-BE49-F238E27FC236}">
                <a16:creationId xmlns:a16="http://schemas.microsoft.com/office/drawing/2014/main" id="{57B9508C-0398-2274-0A53-2BC391E4712C}"/>
              </a:ext>
            </a:extLst>
          </p:cNvPr>
          <p:cNvSpPr>
            <a:spLocks noChangeShapeType="1"/>
          </p:cNvSpPr>
          <p:nvPr/>
        </p:nvSpPr>
        <p:spPr bwMode="auto">
          <a:xfrm>
            <a:off x="1878012" y="2636838"/>
            <a:ext cx="0" cy="215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19">
            <a:extLst>
              <a:ext uri="{FF2B5EF4-FFF2-40B4-BE49-F238E27FC236}">
                <a16:creationId xmlns:a16="http://schemas.microsoft.com/office/drawing/2014/main" id="{3C0A030F-3C06-93DD-CE16-E72C19E7D478}"/>
              </a:ext>
            </a:extLst>
          </p:cNvPr>
          <p:cNvSpPr>
            <a:spLocks noChangeShapeType="1"/>
          </p:cNvSpPr>
          <p:nvPr/>
        </p:nvSpPr>
        <p:spPr bwMode="auto">
          <a:xfrm>
            <a:off x="2454275" y="3068638"/>
            <a:ext cx="1428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20">
            <a:extLst>
              <a:ext uri="{FF2B5EF4-FFF2-40B4-BE49-F238E27FC236}">
                <a16:creationId xmlns:a16="http://schemas.microsoft.com/office/drawing/2014/main" id="{9AA07D0F-8051-9E45-0152-B334252D8246}"/>
              </a:ext>
            </a:extLst>
          </p:cNvPr>
          <p:cNvSpPr>
            <a:spLocks noChangeShapeType="1"/>
          </p:cNvSpPr>
          <p:nvPr/>
        </p:nvSpPr>
        <p:spPr bwMode="auto">
          <a:xfrm>
            <a:off x="4470400" y="3141663"/>
            <a:ext cx="1555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21">
            <a:extLst>
              <a:ext uri="{FF2B5EF4-FFF2-40B4-BE49-F238E27FC236}">
                <a16:creationId xmlns:a16="http://schemas.microsoft.com/office/drawing/2014/main" id="{AAC185FC-4EF3-FCE7-7E11-5BD57430778E}"/>
              </a:ext>
            </a:extLst>
          </p:cNvPr>
          <p:cNvSpPr>
            <a:spLocks noChangeShapeType="1"/>
          </p:cNvSpPr>
          <p:nvPr/>
        </p:nvSpPr>
        <p:spPr bwMode="auto">
          <a:xfrm flipV="1">
            <a:off x="5046662" y="3573463"/>
            <a:ext cx="0" cy="215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22">
            <a:extLst>
              <a:ext uri="{FF2B5EF4-FFF2-40B4-BE49-F238E27FC236}">
                <a16:creationId xmlns:a16="http://schemas.microsoft.com/office/drawing/2014/main" id="{C1A167EB-74CB-567D-3982-CEED24D90D6B}"/>
              </a:ext>
            </a:extLst>
          </p:cNvPr>
          <p:cNvSpPr>
            <a:spLocks noChangeShapeType="1"/>
          </p:cNvSpPr>
          <p:nvPr/>
        </p:nvSpPr>
        <p:spPr bwMode="auto">
          <a:xfrm>
            <a:off x="2238375" y="3517900"/>
            <a:ext cx="0" cy="1984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23">
            <a:extLst>
              <a:ext uri="{FF2B5EF4-FFF2-40B4-BE49-F238E27FC236}">
                <a16:creationId xmlns:a16="http://schemas.microsoft.com/office/drawing/2014/main" id="{DCC26DF8-83C8-1907-CC46-00D22E64E85E}"/>
              </a:ext>
            </a:extLst>
          </p:cNvPr>
          <p:cNvSpPr>
            <a:spLocks noChangeShapeType="1"/>
          </p:cNvSpPr>
          <p:nvPr/>
        </p:nvSpPr>
        <p:spPr bwMode="auto">
          <a:xfrm>
            <a:off x="4254500" y="3789363"/>
            <a:ext cx="18716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AutoShape 24">
            <a:extLst>
              <a:ext uri="{FF2B5EF4-FFF2-40B4-BE49-F238E27FC236}">
                <a16:creationId xmlns:a16="http://schemas.microsoft.com/office/drawing/2014/main" id="{9BC6B6B5-62AB-00BA-098D-BA898365D203}"/>
              </a:ext>
            </a:extLst>
          </p:cNvPr>
          <p:cNvSpPr>
            <a:spLocks noChangeArrowheads="1"/>
          </p:cNvSpPr>
          <p:nvPr/>
        </p:nvSpPr>
        <p:spPr bwMode="auto">
          <a:xfrm>
            <a:off x="2093912" y="5445125"/>
            <a:ext cx="4176713" cy="1223963"/>
          </a:xfrm>
          <a:prstGeom prst="can">
            <a:avLst>
              <a:gd name="adj" fmla="val 16986"/>
            </a:avLst>
          </a:prstGeom>
          <a:solidFill>
            <a:srgbClr val="FFFFFF"/>
          </a:solidFill>
          <a:ln w="9525">
            <a:solidFill>
              <a:srgbClr val="000000"/>
            </a:solidFill>
            <a:round/>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dirty="0">
                <a:solidFill>
                  <a:srgbClr val="0000FF"/>
                </a:solidFill>
                <a:latin typeface="Times New Roman" panose="02020603050405020304" pitchFamily="18" charset="0"/>
              </a:rPr>
              <a:t>存储器</a:t>
            </a:r>
          </a:p>
        </p:txBody>
      </p:sp>
      <p:sp>
        <p:nvSpPr>
          <p:cNvPr id="25" name="Text Box 25">
            <a:extLst>
              <a:ext uri="{FF2B5EF4-FFF2-40B4-BE49-F238E27FC236}">
                <a16:creationId xmlns:a16="http://schemas.microsoft.com/office/drawing/2014/main" id="{73E722B5-A1A9-6F66-5024-AA833099A411}"/>
              </a:ext>
            </a:extLst>
          </p:cNvPr>
          <p:cNvSpPr txBox="1">
            <a:spLocks noChangeArrowheads="1"/>
          </p:cNvSpPr>
          <p:nvPr/>
        </p:nvSpPr>
        <p:spPr bwMode="auto">
          <a:xfrm>
            <a:off x="2238375" y="5876925"/>
            <a:ext cx="777875" cy="288925"/>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dirty="0">
                <a:latin typeface="Times New Roman" panose="02020603050405020304" pitchFamily="18" charset="0"/>
              </a:rPr>
              <a:t>数据</a:t>
            </a:r>
          </a:p>
        </p:txBody>
      </p:sp>
      <p:sp>
        <p:nvSpPr>
          <p:cNvPr id="26" name="Text Box 26">
            <a:extLst>
              <a:ext uri="{FF2B5EF4-FFF2-40B4-BE49-F238E27FC236}">
                <a16:creationId xmlns:a16="http://schemas.microsoft.com/office/drawing/2014/main" id="{54E88D4A-83E5-754A-95C2-96514D0AF379}"/>
              </a:ext>
            </a:extLst>
          </p:cNvPr>
          <p:cNvSpPr txBox="1">
            <a:spLocks noChangeArrowheads="1"/>
          </p:cNvSpPr>
          <p:nvPr/>
        </p:nvSpPr>
        <p:spPr bwMode="auto">
          <a:xfrm>
            <a:off x="3173412" y="6021388"/>
            <a:ext cx="792163" cy="431800"/>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dirty="0">
                <a:latin typeface="Times New Roman" panose="02020603050405020304" pitchFamily="18" charset="0"/>
              </a:rPr>
              <a:t>索引</a:t>
            </a:r>
          </a:p>
        </p:txBody>
      </p:sp>
      <p:sp>
        <p:nvSpPr>
          <p:cNvPr id="27" name="Text Box 27">
            <a:extLst>
              <a:ext uri="{FF2B5EF4-FFF2-40B4-BE49-F238E27FC236}">
                <a16:creationId xmlns:a16="http://schemas.microsoft.com/office/drawing/2014/main" id="{64023FFD-39BE-3297-4CC2-D95E1474F640}"/>
              </a:ext>
            </a:extLst>
          </p:cNvPr>
          <p:cNvSpPr txBox="1">
            <a:spLocks noChangeArrowheads="1"/>
          </p:cNvSpPr>
          <p:nvPr/>
        </p:nvSpPr>
        <p:spPr bwMode="auto">
          <a:xfrm>
            <a:off x="4038600" y="6237288"/>
            <a:ext cx="1152525" cy="360362"/>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统计数据</a:t>
            </a:r>
          </a:p>
        </p:txBody>
      </p:sp>
      <p:sp>
        <p:nvSpPr>
          <p:cNvPr id="28" name="Text Box 28">
            <a:extLst>
              <a:ext uri="{FF2B5EF4-FFF2-40B4-BE49-F238E27FC236}">
                <a16:creationId xmlns:a16="http://schemas.microsoft.com/office/drawing/2014/main" id="{891DB422-B8E2-9B73-AAE3-B2FA3B191D1F}"/>
              </a:ext>
            </a:extLst>
          </p:cNvPr>
          <p:cNvSpPr txBox="1">
            <a:spLocks noChangeArrowheads="1"/>
          </p:cNvSpPr>
          <p:nvPr/>
        </p:nvSpPr>
        <p:spPr bwMode="auto">
          <a:xfrm>
            <a:off x="4902200" y="5803900"/>
            <a:ext cx="1150937" cy="360363"/>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dirty="0">
                <a:latin typeface="Times New Roman" panose="02020603050405020304" pitchFamily="18" charset="0"/>
              </a:rPr>
              <a:t>数据字典</a:t>
            </a:r>
          </a:p>
        </p:txBody>
      </p:sp>
      <p:sp>
        <p:nvSpPr>
          <p:cNvPr id="29" name="AutoShape 29">
            <a:extLst>
              <a:ext uri="{FF2B5EF4-FFF2-40B4-BE49-F238E27FC236}">
                <a16:creationId xmlns:a16="http://schemas.microsoft.com/office/drawing/2014/main" id="{63ACA64E-4DB7-A24B-9051-79D11ED8D823}"/>
              </a:ext>
            </a:extLst>
          </p:cNvPr>
          <p:cNvSpPr>
            <a:spLocks noChangeArrowheads="1"/>
          </p:cNvSpPr>
          <p:nvPr/>
        </p:nvSpPr>
        <p:spPr bwMode="auto">
          <a:xfrm>
            <a:off x="1373187" y="1557338"/>
            <a:ext cx="1292225" cy="379412"/>
          </a:xfrm>
          <a:prstGeom prst="flowChartAlternateProcess">
            <a:avLst/>
          </a:prstGeom>
          <a:solidFill>
            <a:srgbClr val="FFFFFF"/>
          </a:solidFill>
          <a:ln w="9525">
            <a:solidFill>
              <a:srgbClr val="000000"/>
            </a:solidFill>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kumimoji="1" lang="zh-CN" altLang="en-US" sz="2000">
                <a:latin typeface="Times New Roman" panose="02020603050405020304" pitchFamily="18" charset="0"/>
              </a:rPr>
              <a:t>初级用户</a:t>
            </a:r>
          </a:p>
        </p:txBody>
      </p:sp>
      <p:sp>
        <p:nvSpPr>
          <p:cNvPr id="30" name="AutoShape 30">
            <a:extLst>
              <a:ext uri="{FF2B5EF4-FFF2-40B4-BE49-F238E27FC236}">
                <a16:creationId xmlns:a16="http://schemas.microsoft.com/office/drawing/2014/main" id="{404518C0-8EDE-5F2D-131D-656E6D37B639}"/>
              </a:ext>
            </a:extLst>
          </p:cNvPr>
          <p:cNvSpPr>
            <a:spLocks noChangeArrowheads="1"/>
          </p:cNvSpPr>
          <p:nvPr/>
        </p:nvSpPr>
        <p:spPr bwMode="auto">
          <a:xfrm>
            <a:off x="2814637" y="1557338"/>
            <a:ext cx="1511300" cy="358775"/>
          </a:xfrm>
          <a:prstGeom prst="flowChartAlternateProcess">
            <a:avLst/>
          </a:prstGeom>
          <a:solidFill>
            <a:srgbClr val="FFFFFF"/>
          </a:solidFill>
          <a:ln w="9525">
            <a:solidFill>
              <a:srgbClr val="000000"/>
            </a:solidFill>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kumimoji="1" lang="zh-CN" altLang="en-US" sz="2000">
                <a:latin typeface="Times New Roman" panose="02020603050405020304" pitchFamily="18" charset="0"/>
              </a:rPr>
              <a:t>应用程序员</a:t>
            </a:r>
          </a:p>
        </p:txBody>
      </p:sp>
      <p:sp>
        <p:nvSpPr>
          <p:cNvPr id="31" name="AutoShape 31">
            <a:extLst>
              <a:ext uri="{FF2B5EF4-FFF2-40B4-BE49-F238E27FC236}">
                <a16:creationId xmlns:a16="http://schemas.microsoft.com/office/drawing/2014/main" id="{6939B744-4E45-EC1B-D85A-4EB891D41534}"/>
              </a:ext>
            </a:extLst>
          </p:cNvPr>
          <p:cNvSpPr>
            <a:spLocks noChangeArrowheads="1"/>
          </p:cNvSpPr>
          <p:nvPr/>
        </p:nvSpPr>
        <p:spPr bwMode="auto">
          <a:xfrm>
            <a:off x="5981700" y="1557338"/>
            <a:ext cx="1512887" cy="431800"/>
          </a:xfrm>
          <a:prstGeom prst="flowChartAlternateProcess">
            <a:avLst/>
          </a:prstGeom>
          <a:solidFill>
            <a:srgbClr val="FFFFFF"/>
          </a:solidFill>
          <a:ln w="9525">
            <a:solidFill>
              <a:srgbClr val="000000"/>
            </a:solidFill>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系统管理员</a:t>
            </a:r>
          </a:p>
        </p:txBody>
      </p:sp>
      <p:sp>
        <p:nvSpPr>
          <p:cNvPr id="114688" name="AutoShape 32">
            <a:extLst>
              <a:ext uri="{FF2B5EF4-FFF2-40B4-BE49-F238E27FC236}">
                <a16:creationId xmlns:a16="http://schemas.microsoft.com/office/drawing/2014/main" id="{432291CF-AA75-4D29-2CBA-F6B8B65483CC}"/>
              </a:ext>
            </a:extLst>
          </p:cNvPr>
          <p:cNvSpPr>
            <a:spLocks noChangeArrowheads="1"/>
          </p:cNvSpPr>
          <p:nvPr/>
        </p:nvSpPr>
        <p:spPr bwMode="auto">
          <a:xfrm>
            <a:off x="4470400" y="1557338"/>
            <a:ext cx="1295400" cy="358775"/>
          </a:xfrm>
          <a:prstGeom prst="flowChartAlternateProcess">
            <a:avLst/>
          </a:prstGeom>
          <a:solidFill>
            <a:srgbClr val="FFFFFF"/>
          </a:solidFill>
          <a:ln w="9525">
            <a:solidFill>
              <a:srgbClr val="000000"/>
            </a:solidFill>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高级用户</a:t>
            </a:r>
          </a:p>
        </p:txBody>
      </p:sp>
      <p:sp>
        <p:nvSpPr>
          <p:cNvPr id="114689" name="Oval 33">
            <a:extLst>
              <a:ext uri="{FF2B5EF4-FFF2-40B4-BE49-F238E27FC236}">
                <a16:creationId xmlns:a16="http://schemas.microsoft.com/office/drawing/2014/main" id="{9C51D828-F946-D733-D28D-C00F18DD811A}"/>
              </a:ext>
            </a:extLst>
          </p:cNvPr>
          <p:cNvSpPr>
            <a:spLocks noChangeArrowheads="1"/>
          </p:cNvSpPr>
          <p:nvPr/>
        </p:nvSpPr>
        <p:spPr bwMode="auto">
          <a:xfrm>
            <a:off x="1014412" y="2205038"/>
            <a:ext cx="1820863" cy="431800"/>
          </a:xfrm>
          <a:prstGeom prst="ellipse">
            <a:avLst/>
          </a:prstGeom>
          <a:solidFill>
            <a:srgbClr val="FFFFFF"/>
          </a:solidFill>
          <a:ln w="9525">
            <a:solidFill>
              <a:srgbClr val="000000"/>
            </a:solidFill>
            <a:round/>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应用界面</a:t>
            </a:r>
          </a:p>
        </p:txBody>
      </p:sp>
      <p:sp>
        <p:nvSpPr>
          <p:cNvPr id="114694" name="Oval 34">
            <a:extLst>
              <a:ext uri="{FF2B5EF4-FFF2-40B4-BE49-F238E27FC236}">
                <a16:creationId xmlns:a16="http://schemas.microsoft.com/office/drawing/2014/main" id="{9D8361FC-A1B4-FEB2-6775-1F3A8E19F6CB}"/>
              </a:ext>
            </a:extLst>
          </p:cNvPr>
          <p:cNvSpPr>
            <a:spLocks noChangeArrowheads="1"/>
          </p:cNvSpPr>
          <p:nvPr/>
        </p:nvSpPr>
        <p:spPr bwMode="auto">
          <a:xfrm>
            <a:off x="2886075" y="2276475"/>
            <a:ext cx="1719262" cy="431800"/>
          </a:xfrm>
          <a:prstGeom prst="ellipse">
            <a:avLst/>
          </a:prstGeom>
          <a:solidFill>
            <a:srgbClr val="FFFFFF"/>
          </a:solidFill>
          <a:ln w="9525">
            <a:solidFill>
              <a:srgbClr val="000000"/>
            </a:solidFill>
            <a:round/>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应用程序</a:t>
            </a:r>
          </a:p>
        </p:txBody>
      </p:sp>
      <p:sp>
        <p:nvSpPr>
          <p:cNvPr id="114695" name="Oval 36">
            <a:extLst>
              <a:ext uri="{FF2B5EF4-FFF2-40B4-BE49-F238E27FC236}">
                <a16:creationId xmlns:a16="http://schemas.microsoft.com/office/drawing/2014/main" id="{3E3A803C-4450-B28D-9ADE-FAED8C72467E}"/>
              </a:ext>
            </a:extLst>
          </p:cNvPr>
          <p:cNvSpPr>
            <a:spLocks noChangeArrowheads="1"/>
          </p:cNvSpPr>
          <p:nvPr/>
        </p:nvSpPr>
        <p:spPr bwMode="auto">
          <a:xfrm>
            <a:off x="4722812" y="2273300"/>
            <a:ext cx="1763713" cy="434975"/>
          </a:xfrm>
          <a:prstGeom prst="ellipse">
            <a:avLst/>
          </a:prstGeom>
          <a:solidFill>
            <a:srgbClr val="FFFFFF"/>
          </a:solidFill>
          <a:ln w="9525">
            <a:solidFill>
              <a:srgbClr val="000000"/>
            </a:solidFill>
            <a:round/>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查询工具</a:t>
            </a:r>
          </a:p>
        </p:txBody>
      </p:sp>
      <p:sp>
        <p:nvSpPr>
          <p:cNvPr id="114696" name="Line 37">
            <a:extLst>
              <a:ext uri="{FF2B5EF4-FFF2-40B4-BE49-F238E27FC236}">
                <a16:creationId xmlns:a16="http://schemas.microsoft.com/office/drawing/2014/main" id="{EC1E42F8-F8B7-0617-5342-665F68C4A98D}"/>
              </a:ext>
            </a:extLst>
          </p:cNvPr>
          <p:cNvSpPr>
            <a:spLocks noChangeShapeType="1"/>
          </p:cNvSpPr>
          <p:nvPr/>
        </p:nvSpPr>
        <p:spPr bwMode="auto">
          <a:xfrm>
            <a:off x="5189537" y="1916113"/>
            <a:ext cx="0" cy="3603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697" name="Text Box 38">
            <a:extLst>
              <a:ext uri="{FF2B5EF4-FFF2-40B4-BE49-F238E27FC236}">
                <a16:creationId xmlns:a16="http://schemas.microsoft.com/office/drawing/2014/main" id="{004FBF38-80DF-8DC6-78E7-ED6612D031D3}"/>
              </a:ext>
            </a:extLst>
          </p:cNvPr>
          <p:cNvSpPr txBox="1">
            <a:spLocks noChangeArrowheads="1"/>
          </p:cNvSpPr>
          <p:nvPr/>
        </p:nvSpPr>
        <p:spPr bwMode="auto">
          <a:xfrm>
            <a:off x="7494587" y="2924175"/>
            <a:ext cx="800100" cy="649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dirty="0">
                <a:solidFill>
                  <a:srgbClr val="0000FF"/>
                </a:solidFill>
                <a:latin typeface="Times New Roman" panose="02020603050405020304" pitchFamily="18" charset="0"/>
              </a:rPr>
              <a:t>查询处理器</a:t>
            </a:r>
          </a:p>
        </p:txBody>
      </p:sp>
      <p:sp>
        <p:nvSpPr>
          <p:cNvPr id="114698" name="Line 39">
            <a:extLst>
              <a:ext uri="{FF2B5EF4-FFF2-40B4-BE49-F238E27FC236}">
                <a16:creationId xmlns:a16="http://schemas.microsoft.com/office/drawing/2014/main" id="{2781D3E2-6CEB-8B09-309F-DAEE5E6D7436}"/>
              </a:ext>
            </a:extLst>
          </p:cNvPr>
          <p:cNvSpPr>
            <a:spLocks noChangeShapeType="1"/>
          </p:cNvSpPr>
          <p:nvPr/>
        </p:nvSpPr>
        <p:spPr bwMode="auto">
          <a:xfrm flipV="1">
            <a:off x="6126162" y="3644900"/>
            <a:ext cx="0" cy="1444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699" name="Line 40">
            <a:extLst>
              <a:ext uri="{FF2B5EF4-FFF2-40B4-BE49-F238E27FC236}">
                <a16:creationId xmlns:a16="http://schemas.microsoft.com/office/drawing/2014/main" id="{8289EF32-4992-9F70-1E0A-ECBEA4D5F12B}"/>
              </a:ext>
            </a:extLst>
          </p:cNvPr>
          <p:cNvSpPr>
            <a:spLocks noChangeShapeType="1"/>
          </p:cNvSpPr>
          <p:nvPr/>
        </p:nvSpPr>
        <p:spPr bwMode="auto">
          <a:xfrm>
            <a:off x="2238375" y="3716338"/>
            <a:ext cx="8001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00" name="Line 41">
            <a:extLst>
              <a:ext uri="{FF2B5EF4-FFF2-40B4-BE49-F238E27FC236}">
                <a16:creationId xmlns:a16="http://schemas.microsoft.com/office/drawing/2014/main" id="{5374B9B6-A4D3-AAE5-1BB5-424ED4597FA4}"/>
              </a:ext>
            </a:extLst>
          </p:cNvPr>
          <p:cNvSpPr>
            <a:spLocks noChangeShapeType="1"/>
          </p:cNvSpPr>
          <p:nvPr/>
        </p:nvSpPr>
        <p:spPr bwMode="auto">
          <a:xfrm>
            <a:off x="2454275" y="3429000"/>
            <a:ext cx="216058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01" name="Line 42">
            <a:extLst>
              <a:ext uri="{FF2B5EF4-FFF2-40B4-BE49-F238E27FC236}">
                <a16:creationId xmlns:a16="http://schemas.microsoft.com/office/drawing/2014/main" id="{74AAFB0E-FC23-CBFF-4D44-2A256AD324EC}"/>
              </a:ext>
            </a:extLst>
          </p:cNvPr>
          <p:cNvSpPr>
            <a:spLocks noChangeShapeType="1"/>
          </p:cNvSpPr>
          <p:nvPr/>
        </p:nvSpPr>
        <p:spPr bwMode="auto">
          <a:xfrm flipV="1">
            <a:off x="4452937" y="3132138"/>
            <a:ext cx="0" cy="1000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02" name="Line 43">
            <a:extLst>
              <a:ext uri="{FF2B5EF4-FFF2-40B4-BE49-F238E27FC236}">
                <a16:creationId xmlns:a16="http://schemas.microsoft.com/office/drawing/2014/main" id="{A1868032-63E1-28F6-E008-5DE2AC148F76}"/>
              </a:ext>
            </a:extLst>
          </p:cNvPr>
          <p:cNvSpPr>
            <a:spLocks noChangeShapeType="1"/>
          </p:cNvSpPr>
          <p:nvPr/>
        </p:nvSpPr>
        <p:spPr bwMode="auto">
          <a:xfrm>
            <a:off x="5262562" y="2708275"/>
            <a:ext cx="0" cy="215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03" name="Line 44">
            <a:extLst>
              <a:ext uri="{FF2B5EF4-FFF2-40B4-BE49-F238E27FC236}">
                <a16:creationId xmlns:a16="http://schemas.microsoft.com/office/drawing/2014/main" id="{941CD87D-2DFA-9D33-9E63-65102E5AC5F3}"/>
              </a:ext>
            </a:extLst>
          </p:cNvPr>
          <p:cNvSpPr>
            <a:spLocks noChangeShapeType="1"/>
          </p:cNvSpPr>
          <p:nvPr/>
        </p:nvSpPr>
        <p:spPr bwMode="auto">
          <a:xfrm flipH="1">
            <a:off x="6846887" y="2641600"/>
            <a:ext cx="142875" cy="355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04" name="Line 45">
            <a:extLst>
              <a:ext uri="{FF2B5EF4-FFF2-40B4-BE49-F238E27FC236}">
                <a16:creationId xmlns:a16="http://schemas.microsoft.com/office/drawing/2014/main" id="{E120090A-A51C-B538-3518-5D3791FBC84D}"/>
              </a:ext>
            </a:extLst>
          </p:cNvPr>
          <p:cNvSpPr>
            <a:spLocks noChangeShapeType="1"/>
          </p:cNvSpPr>
          <p:nvPr/>
        </p:nvSpPr>
        <p:spPr bwMode="auto">
          <a:xfrm flipH="1">
            <a:off x="5478462" y="2636838"/>
            <a:ext cx="1511300" cy="2873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05" name="Text Box 46">
            <a:extLst>
              <a:ext uri="{FF2B5EF4-FFF2-40B4-BE49-F238E27FC236}">
                <a16:creationId xmlns:a16="http://schemas.microsoft.com/office/drawing/2014/main" id="{695F1D3E-77C4-DB52-FBF9-6901E5356E05}"/>
              </a:ext>
            </a:extLst>
          </p:cNvPr>
          <p:cNvSpPr txBox="1">
            <a:spLocks noChangeArrowheads="1"/>
          </p:cNvSpPr>
          <p:nvPr/>
        </p:nvSpPr>
        <p:spPr bwMode="auto">
          <a:xfrm>
            <a:off x="1662112" y="4206875"/>
            <a:ext cx="1008063" cy="661988"/>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缓冲区管理器</a:t>
            </a:r>
          </a:p>
        </p:txBody>
      </p:sp>
      <p:sp>
        <p:nvSpPr>
          <p:cNvPr id="114706" name="Text Box 47">
            <a:extLst>
              <a:ext uri="{FF2B5EF4-FFF2-40B4-BE49-F238E27FC236}">
                <a16:creationId xmlns:a16="http://schemas.microsoft.com/office/drawing/2014/main" id="{EAB27C21-FBAD-D4B1-8337-63F272C38F5A}"/>
              </a:ext>
            </a:extLst>
          </p:cNvPr>
          <p:cNvSpPr txBox="1">
            <a:spLocks noChangeArrowheads="1"/>
          </p:cNvSpPr>
          <p:nvPr/>
        </p:nvSpPr>
        <p:spPr bwMode="auto">
          <a:xfrm>
            <a:off x="5549900" y="4221163"/>
            <a:ext cx="1231900" cy="588962"/>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dirty="0">
                <a:latin typeface="Times New Roman" panose="02020603050405020304" pitchFamily="18" charset="0"/>
              </a:rPr>
              <a:t>事务管理器</a:t>
            </a:r>
          </a:p>
        </p:txBody>
      </p:sp>
      <p:sp>
        <p:nvSpPr>
          <p:cNvPr id="114707" name="Text Box 48">
            <a:extLst>
              <a:ext uri="{FF2B5EF4-FFF2-40B4-BE49-F238E27FC236}">
                <a16:creationId xmlns:a16="http://schemas.microsoft.com/office/drawing/2014/main" id="{C4CFE5F5-93F8-B2AD-02F3-35D6F3C098D1}"/>
              </a:ext>
            </a:extLst>
          </p:cNvPr>
          <p:cNvSpPr txBox="1">
            <a:spLocks noChangeArrowheads="1"/>
          </p:cNvSpPr>
          <p:nvPr/>
        </p:nvSpPr>
        <p:spPr bwMode="auto">
          <a:xfrm>
            <a:off x="3881437" y="4206875"/>
            <a:ext cx="1381125" cy="661988"/>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权限及完整性管理器</a:t>
            </a:r>
          </a:p>
        </p:txBody>
      </p:sp>
      <p:sp>
        <p:nvSpPr>
          <p:cNvPr id="114708" name="Text Box 49">
            <a:extLst>
              <a:ext uri="{FF2B5EF4-FFF2-40B4-BE49-F238E27FC236}">
                <a16:creationId xmlns:a16="http://schemas.microsoft.com/office/drawing/2014/main" id="{D7853402-22EB-8AA6-3068-E8C6EA9F0932}"/>
              </a:ext>
            </a:extLst>
          </p:cNvPr>
          <p:cNvSpPr txBox="1">
            <a:spLocks noChangeArrowheads="1"/>
          </p:cNvSpPr>
          <p:nvPr/>
        </p:nvSpPr>
        <p:spPr bwMode="auto">
          <a:xfrm>
            <a:off x="2814637" y="4221163"/>
            <a:ext cx="935038" cy="647700"/>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文件管理器</a:t>
            </a:r>
          </a:p>
        </p:txBody>
      </p:sp>
      <p:sp>
        <p:nvSpPr>
          <p:cNvPr id="114709" name="Text Box 50">
            <a:extLst>
              <a:ext uri="{FF2B5EF4-FFF2-40B4-BE49-F238E27FC236}">
                <a16:creationId xmlns:a16="http://schemas.microsoft.com/office/drawing/2014/main" id="{22C119D6-0F66-331D-4728-D9EF98F59F55}"/>
              </a:ext>
            </a:extLst>
          </p:cNvPr>
          <p:cNvSpPr txBox="1">
            <a:spLocks noChangeArrowheads="1"/>
          </p:cNvSpPr>
          <p:nvPr/>
        </p:nvSpPr>
        <p:spPr bwMode="auto">
          <a:xfrm>
            <a:off x="6126162" y="4868863"/>
            <a:ext cx="1376363" cy="2873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kumimoji="1" lang="zh-CN" altLang="en-US" sz="2000" dirty="0">
                <a:solidFill>
                  <a:srgbClr val="0000FF"/>
                </a:solidFill>
                <a:latin typeface="Times New Roman" panose="02020603050405020304" pitchFamily="18" charset="0"/>
              </a:rPr>
              <a:t>存储管理器</a:t>
            </a:r>
          </a:p>
        </p:txBody>
      </p:sp>
      <p:sp>
        <p:nvSpPr>
          <p:cNvPr id="114710" name="Line 51">
            <a:extLst>
              <a:ext uri="{FF2B5EF4-FFF2-40B4-BE49-F238E27FC236}">
                <a16:creationId xmlns:a16="http://schemas.microsoft.com/office/drawing/2014/main" id="{6FF0AE6B-325B-B763-BFFC-37FEA7393637}"/>
              </a:ext>
            </a:extLst>
          </p:cNvPr>
          <p:cNvSpPr>
            <a:spLocks noChangeShapeType="1"/>
          </p:cNvSpPr>
          <p:nvPr/>
        </p:nvSpPr>
        <p:spPr bwMode="auto">
          <a:xfrm flipH="1">
            <a:off x="2165350" y="3860800"/>
            <a:ext cx="914400" cy="298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11" name="Line 52">
            <a:extLst>
              <a:ext uri="{FF2B5EF4-FFF2-40B4-BE49-F238E27FC236}">
                <a16:creationId xmlns:a16="http://schemas.microsoft.com/office/drawing/2014/main" id="{77D238C8-A2A3-F12B-A836-8C6004A6A3CA}"/>
              </a:ext>
            </a:extLst>
          </p:cNvPr>
          <p:cNvSpPr>
            <a:spLocks noChangeShapeType="1"/>
          </p:cNvSpPr>
          <p:nvPr/>
        </p:nvSpPr>
        <p:spPr bwMode="auto">
          <a:xfrm>
            <a:off x="3317875" y="3860800"/>
            <a:ext cx="0" cy="298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12" name="Line 53">
            <a:extLst>
              <a:ext uri="{FF2B5EF4-FFF2-40B4-BE49-F238E27FC236}">
                <a16:creationId xmlns:a16="http://schemas.microsoft.com/office/drawing/2014/main" id="{850923F4-9453-DF6F-FA90-3580EE740BE5}"/>
              </a:ext>
            </a:extLst>
          </p:cNvPr>
          <p:cNvSpPr>
            <a:spLocks noChangeShapeType="1"/>
          </p:cNvSpPr>
          <p:nvPr/>
        </p:nvSpPr>
        <p:spPr bwMode="auto">
          <a:xfrm>
            <a:off x="3678237" y="3860800"/>
            <a:ext cx="800100" cy="298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13" name="Line 54">
            <a:extLst>
              <a:ext uri="{FF2B5EF4-FFF2-40B4-BE49-F238E27FC236}">
                <a16:creationId xmlns:a16="http://schemas.microsoft.com/office/drawing/2014/main" id="{3C71D61E-4B61-D4F4-C7EC-8212C1B11D52}"/>
              </a:ext>
            </a:extLst>
          </p:cNvPr>
          <p:cNvSpPr>
            <a:spLocks noChangeShapeType="1"/>
          </p:cNvSpPr>
          <p:nvPr/>
        </p:nvSpPr>
        <p:spPr bwMode="auto">
          <a:xfrm>
            <a:off x="4181475" y="3860800"/>
            <a:ext cx="2057400" cy="298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14" name="Line 55">
            <a:extLst>
              <a:ext uri="{FF2B5EF4-FFF2-40B4-BE49-F238E27FC236}">
                <a16:creationId xmlns:a16="http://schemas.microsoft.com/office/drawing/2014/main" id="{FE67E759-01A2-92DB-A1EA-9EC0D5D90D17}"/>
              </a:ext>
            </a:extLst>
          </p:cNvPr>
          <p:cNvSpPr>
            <a:spLocks noChangeShapeType="1"/>
          </p:cNvSpPr>
          <p:nvPr/>
        </p:nvSpPr>
        <p:spPr bwMode="auto">
          <a:xfrm>
            <a:off x="2381250" y="4914900"/>
            <a:ext cx="0" cy="984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15" name="Line 56">
            <a:extLst>
              <a:ext uri="{FF2B5EF4-FFF2-40B4-BE49-F238E27FC236}">
                <a16:creationId xmlns:a16="http://schemas.microsoft.com/office/drawing/2014/main" id="{AC95F161-7154-2B25-F217-F9F3B6DCF9B1}"/>
              </a:ext>
            </a:extLst>
          </p:cNvPr>
          <p:cNvSpPr>
            <a:spLocks noChangeShapeType="1"/>
          </p:cNvSpPr>
          <p:nvPr/>
        </p:nvSpPr>
        <p:spPr bwMode="auto">
          <a:xfrm>
            <a:off x="2381250" y="5011738"/>
            <a:ext cx="34575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16" name="Line 57">
            <a:extLst>
              <a:ext uri="{FF2B5EF4-FFF2-40B4-BE49-F238E27FC236}">
                <a16:creationId xmlns:a16="http://schemas.microsoft.com/office/drawing/2014/main" id="{EA9D406C-DE6E-25B1-96D5-DD57446DC60F}"/>
              </a:ext>
            </a:extLst>
          </p:cNvPr>
          <p:cNvSpPr>
            <a:spLocks noChangeShapeType="1"/>
          </p:cNvSpPr>
          <p:nvPr/>
        </p:nvSpPr>
        <p:spPr bwMode="auto">
          <a:xfrm flipH="1" flipV="1">
            <a:off x="5838825" y="4868863"/>
            <a:ext cx="0" cy="1444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17" name="Line 58">
            <a:extLst>
              <a:ext uri="{FF2B5EF4-FFF2-40B4-BE49-F238E27FC236}">
                <a16:creationId xmlns:a16="http://schemas.microsoft.com/office/drawing/2014/main" id="{E3047CE2-D7BD-11B7-3A24-51980F146354}"/>
              </a:ext>
            </a:extLst>
          </p:cNvPr>
          <p:cNvSpPr>
            <a:spLocks noChangeShapeType="1"/>
          </p:cNvSpPr>
          <p:nvPr/>
        </p:nvSpPr>
        <p:spPr bwMode="auto">
          <a:xfrm>
            <a:off x="3295650" y="4914900"/>
            <a:ext cx="0" cy="984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18" name="Line 59">
            <a:extLst>
              <a:ext uri="{FF2B5EF4-FFF2-40B4-BE49-F238E27FC236}">
                <a16:creationId xmlns:a16="http://schemas.microsoft.com/office/drawing/2014/main" id="{D31F806B-74AD-574A-F115-255D94AD1AA3}"/>
              </a:ext>
            </a:extLst>
          </p:cNvPr>
          <p:cNvSpPr>
            <a:spLocks noChangeShapeType="1"/>
          </p:cNvSpPr>
          <p:nvPr/>
        </p:nvSpPr>
        <p:spPr bwMode="auto">
          <a:xfrm>
            <a:off x="4438650" y="4914900"/>
            <a:ext cx="0" cy="984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19" name="Line 60">
            <a:extLst>
              <a:ext uri="{FF2B5EF4-FFF2-40B4-BE49-F238E27FC236}">
                <a16:creationId xmlns:a16="http://schemas.microsoft.com/office/drawing/2014/main" id="{B4F4AADD-D732-4AE3-00F1-F45718F8134A}"/>
              </a:ext>
            </a:extLst>
          </p:cNvPr>
          <p:cNvSpPr>
            <a:spLocks noChangeShapeType="1"/>
          </p:cNvSpPr>
          <p:nvPr/>
        </p:nvSpPr>
        <p:spPr bwMode="auto">
          <a:xfrm flipH="1">
            <a:off x="3965575" y="5011738"/>
            <a:ext cx="0" cy="4333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20" name="Rectangle 61">
            <a:extLst>
              <a:ext uri="{FF2B5EF4-FFF2-40B4-BE49-F238E27FC236}">
                <a16:creationId xmlns:a16="http://schemas.microsoft.com/office/drawing/2014/main" id="{3E13B17B-AB9B-49B7-918F-79E6E9485C44}"/>
              </a:ext>
            </a:extLst>
          </p:cNvPr>
          <p:cNvSpPr>
            <a:spLocks noChangeArrowheads="1"/>
          </p:cNvSpPr>
          <p:nvPr/>
        </p:nvSpPr>
        <p:spPr bwMode="auto">
          <a:xfrm>
            <a:off x="1709737" y="1655763"/>
            <a:ext cx="460851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endParaRPr lang="zh-CN" altLang="en-US" sz="1800"/>
          </a:p>
        </p:txBody>
      </p:sp>
      <p:sp>
        <p:nvSpPr>
          <p:cNvPr id="114731" name="Oval 35">
            <a:extLst>
              <a:ext uri="{FF2B5EF4-FFF2-40B4-BE49-F238E27FC236}">
                <a16:creationId xmlns:a16="http://schemas.microsoft.com/office/drawing/2014/main" id="{9945EE51-1CB5-5CBD-6E4C-4991CB3E553F}"/>
              </a:ext>
            </a:extLst>
          </p:cNvPr>
          <p:cNvSpPr>
            <a:spLocks noChangeArrowheads="1"/>
          </p:cNvSpPr>
          <p:nvPr/>
        </p:nvSpPr>
        <p:spPr bwMode="auto">
          <a:xfrm>
            <a:off x="6632575" y="2276475"/>
            <a:ext cx="1871662" cy="431800"/>
          </a:xfrm>
          <a:prstGeom prst="ellipse">
            <a:avLst/>
          </a:prstGeom>
          <a:solidFill>
            <a:srgbClr val="FFFFFF"/>
          </a:solidFill>
          <a:ln w="9525">
            <a:solidFill>
              <a:srgbClr val="000000"/>
            </a:solidFill>
            <a:round/>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管理工具</a:t>
            </a:r>
          </a:p>
        </p:txBody>
      </p:sp>
    </p:spTree>
    <p:extLst>
      <p:ext uri="{BB962C8B-B14F-4D97-AF65-F5344CB8AC3E}">
        <p14:creationId xmlns:p14="http://schemas.microsoft.com/office/powerpoint/2010/main" val="1524516720"/>
      </p:ext>
    </p:extLst>
  </p:cSld>
  <p:clrMapOvr>
    <a:masterClrMapping/>
  </p:clrMapOvr>
  <p:transition>
    <p:fade/>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697AC0FD-190D-473D-A059-D003465E8F28}"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14691"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14692"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5CA75515-450F-4216-87DB-463660D82225}" type="slidenum">
              <a:rPr lang="en-US" altLang="zh-CN" sz="1400">
                <a:solidFill>
                  <a:schemeClr val="tx1"/>
                </a:solidFill>
                <a:latin typeface="Times New Roman" pitchFamily="18" charset="0"/>
              </a:rPr>
              <a:pPr eaLnBrk="1" hangingPunct="1"/>
              <a:t>84</a:t>
            </a:fld>
            <a:r>
              <a:rPr lang="en-US" altLang="zh-CN" sz="1400">
                <a:solidFill>
                  <a:schemeClr val="tx1"/>
                </a:solidFill>
                <a:latin typeface="Times New Roman" pitchFamily="18" charset="0"/>
              </a:rPr>
              <a:t>/92</a:t>
            </a:r>
          </a:p>
        </p:txBody>
      </p:sp>
      <p:sp>
        <p:nvSpPr>
          <p:cNvPr id="114693" name="Rectangle 2"/>
          <p:cNvSpPr>
            <a:spLocks noGrp="1" noChangeArrowheads="1"/>
          </p:cNvSpPr>
          <p:nvPr>
            <p:ph type="title"/>
          </p:nvPr>
        </p:nvSpPr>
        <p:spPr/>
        <p:txBody>
          <a:bodyPr/>
          <a:lstStyle/>
          <a:p>
            <a:pPr eaLnBrk="1" hangingPunct="1"/>
            <a:r>
              <a:rPr lang="en-US" altLang="zh-CN" dirty="0"/>
              <a:t>1.7 </a:t>
            </a:r>
            <a:r>
              <a:rPr lang="zh-CN" altLang="en-US" dirty="0"/>
              <a:t>数据库系统体系结构</a:t>
            </a:r>
            <a:endParaRPr lang="en-US" altLang="zh-CN" dirty="0"/>
          </a:p>
        </p:txBody>
      </p:sp>
      <p:sp>
        <p:nvSpPr>
          <p:cNvPr id="24" name="AutoShape 24">
            <a:extLst>
              <a:ext uri="{FF2B5EF4-FFF2-40B4-BE49-F238E27FC236}">
                <a16:creationId xmlns:a16="http://schemas.microsoft.com/office/drawing/2014/main" id="{9BC6B6B5-62AB-00BA-098D-BA898365D203}"/>
              </a:ext>
            </a:extLst>
          </p:cNvPr>
          <p:cNvSpPr>
            <a:spLocks noChangeArrowheads="1"/>
          </p:cNvSpPr>
          <p:nvPr/>
        </p:nvSpPr>
        <p:spPr bwMode="auto">
          <a:xfrm>
            <a:off x="2093912" y="5445125"/>
            <a:ext cx="4176713" cy="1223963"/>
          </a:xfrm>
          <a:prstGeom prst="can">
            <a:avLst>
              <a:gd name="adj" fmla="val 16986"/>
            </a:avLst>
          </a:prstGeom>
          <a:solidFill>
            <a:srgbClr val="FFFFFF"/>
          </a:solidFill>
          <a:ln w="9525">
            <a:solidFill>
              <a:srgbClr val="000000"/>
            </a:solidFill>
            <a:round/>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dirty="0">
                <a:solidFill>
                  <a:srgbClr val="0000FF"/>
                </a:solidFill>
                <a:latin typeface="Times New Roman" panose="02020603050405020304" pitchFamily="18" charset="0"/>
              </a:rPr>
              <a:t>存储器</a:t>
            </a:r>
          </a:p>
        </p:txBody>
      </p:sp>
      <p:sp>
        <p:nvSpPr>
          <p:cNvPr id="26" name="Text Box 26">
            <a:extLst>
              <a:ext uri="{FF2B5EF4-FFF2-40B4-BE49-F238E27FC236}">
                <a16:creationId xmlns:a16="http://schemas.microsoft.com/office/drawing/2014/main" id="{54E88D4A-83E5-754A-95C2-96514D0AF379}"/>
              </a:ext>
            </a:extLst>
          </p:cNvPr>
          <p:cNvSpPr txBox="1">
            <a:spLocks noChangeArrowheads="1"/>
          </p:cNvSpPr>
          <p:nvPr/>
        </p:nvSpPr>
        <p:spPr bwMode="auto">
          <a:xfrm>
            <a:off x="3173412" y="6021388"/>
            <a:ext cx="792163" cy="431800"/>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索引</a:t>
            </a:r>
          </a:p>
        </p:txBody>
      </p:sp>
      <p:sp>
        <p:nvSpPr>
          <p:cNvPr id="27" name="Text Box 27">
            <a:extLst>
              <a:ext uri="{FF2B5EF4-FFF2-40B4-BE49-F238E27FC236}">
                <a16:creationId xmlns:a16="http://schemas.microsoft.com/office/drawing/2014/main" id="{64023FFD-39BE-3297-4CC2-D95E1474F640}"/>
              </a:ext>
            </a:extLst>
          </p:cNvPr>
          <p:cNvSpPr txBox="1">
            <a:spLocks noChangeArrowheads="1"/>
          </p:cNvSpPr>
          <p:nvPr/>
        </p:nvSpPr>
        <p:spPr bwMode="auto">
          <a:xfrm>
            <a:off x="4038600" y="6237288"/>
            <a:ext cx="1152525" cy="360362"/>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统计数据</a:t>
            </a:r>
          </a:p>
        </p:txBody>
      </p:sp>
      <p:sp>
        <p:nvSpPr>
          <p:cNvPr id="114733" name="Text Box 8">
            <a:extLst>
              <a:ext uri="{FF2B5EF4-FFF2-40B4-BE49-F238E27FC236}">
                <a16:creationId xmlns:a16="http://schemas.microsoft.com/office/drawing/2014/main" id="{8D86C5BC-8F0A-FB35-ACAA-EF38CD03D49F}"/>
              </a:ext>
            </a:extLst>
          </p:cNvPr>
          <p:cNvSpPr txBox="1">
            <a:spLocks noChangeArrowheads="1"/>
          </p:cNvSpPr>
          <p:nvPr/>
        </p:nvSpPr>
        <p:spPr bwMode="auto">
          <a:xfrm>
            <a:off x="2392363" y="5084763"/>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kumimoji="1" lang="zh-CN" altLang="zh-CN" sz="2400">
              <a:latin typeface="Arial" panose="020B0604020202020204" pitchFamily="34" charset="0"/>
            </a:endParaRPr>
          </a:p>
        </p:txBody>
      </p:sp>
      <p:sp>
        <p:nvSpPr>
          <p:cNvPr id="114734" name="Rectangle 3">
            <a:extLst>
              <a:ext uri="{FF2B5EF4-FFF2-40B4-BE49-F238E27FC236}">
                <a16:creationId xmlns:a16="http://schemas.microsoft.com/office/drawing/2014/main" id="{31542415-755D-16D6-CCE0-FC9EE904B7BC}"/>
              </a:ext>
            </a:extLst>
          </p:cNvPr>
          <p:cNvSpPr>
            <a:spLocks noChangeArrowheads="1"/>
          </p:cNvSpPr>
          <p:nvPr/>
        </p:nvSpPr>
        <p:spPr bwMode="auto">
          <a:xfrm>
            <a:off x="1517650" y="4148138"/>
            <a:ext cx="6121400" cy="1190625"/>
          </a:xfrm>
          <a:prstGeom prst="rect">
            <a:avLst/>
          </a:prstGeom>
          <a:solidFill>
            <a:srgbClr val="FFFFFF"/>
          </a:solidFill>
          <a:ln w="9525" cap="rnd">
            <a:solidFill>
              <a:srgbClr val="000000"/>
            </a:solidFill>
            <a:prstDash val="sysDot"/>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endParaRPr lang="zh-CN" altLang="en-US" sz="1800"/>
          </a:p>
        </p:txBody>
      </p:sp>
      <p:sp>
        <p:nvSpPr>
          <p:cNvPr id="114735" name="Rectangle 4">
            <a:extLst>
              <a:ext uri="{FF2B5EF4-FFF2-40B4-BE49-F238E27FC236}">
                <a16:creationId xmlns:a16="http://schemas.microsoft.com/office/drawing/2014/main" id="{12B44190-3110-A6F6-CC42-40800541A5AE}"/>
              </a:ext>
            </a:extLst>
          </p:cNvPr>
          <p:cNvSpPr>
            <a:spLocks noChangeArrowheads="1"/>
          </p:cNvSpPr>
          <p:nvPr/>
        </p:nvSpPr>
        <p:spPr bwMode="auto">
          <a:xfrm>
            <a:off x="1230312" y="2781300"/>
            <a:ext cx="7273925" cy="1196975"/>
          </a:xfrm>
          <a:prstGeom prst="rect">
            <a:avLst/>
          </a:prstGeom>
          <a:solidFill>
            <a:srgbClr val="FFFFFF"/>
          </a:solidFill>
          <a:ln w="9525" cap="rnd">
            <a:solidFill>
              <a:srgbClr val="000000"/>
            </a:solidFill>
            <a:prstDash val="sysDot"/>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endParaRPr lang="zh-CN" altLang="en-US" sz="1800"/>
          </a:p>
        </p:txBody>
      </p:sp>
      <p:sp>
        <p:nvSpPr>
          <p:cNvPr id="114736" name="Text Box 5">
            <a:extLst>
              <a:ext uri="{FF2B5EF4-FFF2-40B4-BE49-F238E27FC236}">
                <a16:creationId xmlns:a16="http://schemas.microsoft.com/office/drawing/2014/main" id="{A4FD8CB3-4EDB-86D8-036B-3D32CCD91C72}"/>
              </a:ext>
            </a:extLst>
          </p:cNvPr>
          <p:cNvSpPr txBox="1">
            <a:spLocks noChangeArrowheads="1"/>
          </p:cNvSpPr>
          <p:nvPr/>
        </p:nvSpPr>
        <p:spPr bwMode="auto">
          <a:xfrm>
            <a:off x="2741612" y="1989138"/>
            <a:ext cx="7921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编写</a:t>
            </a:r>
          </a:p>
        </p:txBody>
      </p:sp>
      <p:sp>
        <p:nvSpPr>
          <p:cNvPr id="114737" name="Text Box 6">
            <a:extLst>
              <a:ext uri="{FF2B5EF4-FFF2-40B4-BE49-F238E27FC236}">
                <a16:creationId xmlns:a16="http://schemas.microsoft.com/office/drawing/2014/main" id="{7D4E252D-3AB6-3247-0586-9ED991B0784C}"/>
              </a:ext>
            </a:extLst>
          </p:cNvPr>
          <p:cNvSpPr txBox="1">
            <a:spLocks noChangeArrowheads="1"/>
          </p:cNvSpPr>
          <p:nvPr/>
        </p:nvSpPr>
        <p:spPr bwMode="auto">
          <a:xfrm>
            <a:off x="7350125" y="1989138"/>
            <a:ext cx="720725"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使用</a:t>
            </a:r>
          </a:p>
        </p:txBody>
      </p:sp>
      <p:sp>
        <p:nvSpPr>
          <p:cNvPr id="114738" name="Text Box 7">
            <a:extLst>
              <a:ext uri="{FF2B5EF4-FFF2-40B4-BE49-F238E27FC236}">
                <a16:creationId xmlns:a16="http://schemas.microsoft.com/office/drawing/2014/main" id="{9F2B9EEF-7AF4-AEC4-3576-828E1006C9D1}"/>
              </a:ext>
            </a:extLst>
          </p:cNvPr>
          <p:cNvSpPr txBox="1">
            <a:spLocks noChangeArrowheads="1"/>
          </p:cNvSpPr>
          <p:nvPr/>
        </p:nvSpPr>
        <p:spPr bwMode="auto">
          <a:xfrm>
            <a:off x="4325937" y="1989138"/>
            <a:ext cx="792163"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使用</a:t>
            </a:r>
          </a:p>
        </p:txBody>
      </p:sp>
      <p:sp>
        <p:nvSpPr>
          <p:cNvPr id="114739" name="Text Box 8">
            <a:extLst>
              <a:ext uri="{FF2B5EF4-FFF2-40B4-BE49-F238E27FC236}">
                <a16:creationId xmlns:a16="http://schemas.microsoft.com/office/drawing/2014/main" id="{831B7FA0-AF50-393C-172F-7406873A16B6}"/>
              </a:ext>
            </a:extLst>
          </p:cNvPr>
          <p:cNvSpPr txBox="1">
            <a:spLocks noChangeArrowheads="1"/>
          </p:cNvSpPr>
          <p:nvPr/>
        </p:nvSpPr>
        <p:spPr bwMode="auto">
          <a:xfrm>
            <a:off x="1085850" y="1916113"/>
            <a:ext cx="676275" cy="20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使用</a:t>
            </a:r>
          </a:p>
        </p:txBody>
      </p:sp>
      <p:sp>
        <p:nvSpPr>
          <p:cNvPr id="114740" name="Text Box 9">
            <a:extLst>
              <a:ext uri="{FF2B5EF4-FFF2-40B4-BE49-F238E27FC236}">
                <a16:creationId xmlns:a16="http://schemas.microsoft.com/office/drawing/2014/main" id="{C4F754FF-570C-F0C8-49AA-572B73474A5A}"/>
              </a:ext>
            </a:extLst>
          </p:cNvPr>
          <p:cNvSpPr txBox="1">
            <a:spLocks noChangeArrowheads="1"/>
          </p:cNvSpPr>
          <p:nvPr/>
        </p:nvSpPr>
        <p:spPr bwMode="auto">
          <a:xfrm>
            <a:off x="2597150" y="2936875"/>
            <a:ext cx="1873250" cy="347663"/>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编译器和连接器</a:t>
            </a:r>
          </a:p>
        </p:txBody>
      </p:sp>
      <p:sp>
        <p:nvSpPr>
          <p:cNvPr id="114741" name="Text Box 10">
            <a:extLst>
              <a:ext uri="{FF2B5EF4-FFF2-40B4-BE49-F238E27FC236}">
                <a16:creationId xmlns:a16="http://schemas.microsoft.com/office/drawing/2014/main" id="{C0A42D6F-DE72-AB36-4F2C-B29F846F410C}"/>
              </a:ext>
            </a:extLst>
          </p:cNvPr>
          <p:cNvSpPr txBox="1">
            <a:spLocks noChangeArrowheads="1"/>
          </p:cNvSpPr>
          <p:nvPr/>
        </p:nvSpPr>
        <p:spPr bwMode="auto">
          <a:xfrm>
            <a:off x="1301750" y="2852738"/>
            <a:ext cx="1152525" cy="647700"/>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应用程序目标代码</a:t>
            </a:r>
          </a:p>
        </p:txBody>
      </p:sp>
      <p:sp>
        <p:nvSpPr>
          <p:cNvPr id="114742" name="Text Box 11">
            <a:extLst>
              <a:ext uri="{FF2B5EF4-FFF2-40B4-BE49-F238E27FC236}">
                <a16:creationId xmlns:a16="http://schemas.microsoft.com/office/drawing/2014/main" id="{579AAB28-1525-EA62-662B-2D5860A3D072}"/>
              </a:ext>
            </a:extLst>
          </p:cNvPr>
          <p:cNvSpPr txBox="1">
            <a:spLocks noChangeArrowheads="1"/>
          </p:cNvSpPr>
          <p:nvPr/>
        </p:nvSpPr>
        <p:spPr bwMode="auto">
          <a:xfrm>
            <a:off x="3101975" y="3573463"/>
            <a:ext cx="1100137" cy="288925"/>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执行引擎</a:t>
            </a:r>
          </a:p>
        </p:txBody>
      </p:sp>
      <p:sp>
        <p:nvSpPr>
          <p:cNvPr id="114743" name="Text Box 12">
            <a:extLst>
              <a:ext uri="{FF2B5EF4-FFF2-40B4-BE49-F238E27FC236}">
                <a16:creationId xmlns:a16="http://schemas.microsoft.com/office/drawing/2014/main" id="{7E24D5D0-3143-D205-F49C-98EEAA06169C}"/>
              </a:ext>
            </a:extLst>
          </p:cNvPr>
          <p:cNvSpPr txBox="1">
            <a:spLocks noChangeArrowheads="1"/>
          </p:cNvSpPr>
          <p:nvPr/>
        </p:nvSpPr>
        <p:spPr bwMode="auto">
          <a:xfrm>
            <a:off x="5981700" y="2997200"/>
            <a:ext cx="1008062" cy="647700"/>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en-US" altLang="zh-CN" sz="2000">
                <a:latin typeface="Arial" panose="020B0604020202020204" pitchFamily="34" charset="0"/>
              </a:rPr>
              <a:t>DDL</a:t>
            </a:r>
            <a:r>
              <a:rPr kumimoji="1" lang="zh-CN" altLang="en-US" sz="2000">
                <a:latin typeface="Times New Roman" panose="02020603050405020304" pitchFamily="18" charset="0"/>
              </a:rPr>
              <a:t>解释器</a:t>
            </a:r>
          </a:p>
        </p:txBody>
      </p:sp>
      <p:sp>
        <p:nvSpPr>
          <p:cNvPr id="114744" name="Text Box 13">
            <a:extLst>
              <a:ext uri="{FF2B5EF4-FFF2-40B4-BE49-F238E27FC236}">
                <a16:creationId xmlns:a16="http://schemas.microsoft.com/office/drawing/2014/main" id="{28589AC3-D8A5-B18A-D78E-D3C4FB4F6733}"/>
              </a:ext>
            </a:extLst>
          </p:cNvPr>
          <p:cNvSpPr txBox="1">
            <a:spLocks noChangeArrowheads="1"/>
          </p:cNvSpPr>
          <p:nvPr/>
        </p:nvSpPr>
        <p:spPr bwMode="auto">
          <a:xfrm>
            <a:off x="4614862" y="2924175"/>
            <a:ext cx="893763" cy="649288"/>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en-US" altLang="zh-CN" sz="2000">
                <a:latin typeface="Arial" panose="020B0604020202020204" pitchFamily="34" charset="0"/>
              </a:rPr>
              <a:t>DML</a:t>
            </a:r>
            <a:r>
              <a:rPr kumimoji="1" lang="zh-CN" altLang="en-US" sz="2000">
                <a:latin typeface="Times New Roman" panose="02020603050405020304" pitchFamily="18" charset="0"/>
              </a:rPr>
              <a:t>处理器</a:t>
            </a:r>
          </a:p>
        </p:txBody>
      </p:sp>
      <p:sp>
        <p:nvSpPr>
          <p:cNvPr id="114745" name="Line 14">
            <a:extLst>
              <a:ext uri="{FF2B5EF4-FFF2-40B4-BE49-F238E27FC236}">
                <a16:creationId xmlns:a16="http://schemas.microsoft.com/office/drawing/2014/main" id="{B13A93DC-511E-2FB6-3289-91D5A75405C5}"/>
              </a:ext>
            </a:extLst>
          </p:cNvPr>
          <p:cNvSpPr>
            <a:spLocks noChangeShapeType="1"/>
          </p:cNvSpPr>
          <p:nvPr/>
        </p:nvSpPr>
        <p:spPr bwMode="auto">
          <a:xfrm>
            <a:off x="6989762" y="1989138"/>
            <a:ext cx="0" cy="342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46" name="Line 15">
            <a:extLst>
              <a:ext uri="{FF2B5EF4-FFF2-40B4-BE49-F238E27FC236}">
                <a16:creationId xmlns:a16="http://schemas.microsoft.com/office/drawing/2014/main" id="{82217377-3005-5428-0F5C-D809C8F8129A}"/>
              </a:ext>
            </a:extLst>
          </p:cNvPr>
          <p:cNvSpPr>
            <a:spLocks noChangeShapeType="1"/>
          </p:cNvSpPr>
          <p:nvPr/>
        </p:nvSpPr>
        <p:spPr bwMode="auto">
          <a:xfrm>
            <a:off x="3533775" y="1916113"/>
            <a:ext cx="4762" cy="4302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47" name="Line 16">
            <a:extLst>
              <a:ext uri="{FF2B5EF4-FFF2-40B4-BE49-F238E27FC236}">
                <a16:creationId xmlns:a16="http://schemas.microsoft.com/office/drawing/2014/main" id="{387FF0C1-DE0B-E4E5-561E-69D941F2D2A6}"/>
              </a:ext>
            </a:extLst>
          </p:cNvPr>
          <p:cNvSpPr>
            <a:spLocks noChangeShapeType="1"/>
          </p:cNvSpPr>
          <p:nvPr/>
        </p:nvSpPr>
        <p:spPr bwMode="auto">
          <a:xfrm>
            <a:off x="3424237" y="2641600"/>
            <a:ext cx="0" cy="2968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48" name="Line 17">
            <a:extLst>
              <a:ext uri="{FF2B5EF4-FFF2-40B4-BE49-F238E27FC236}">
                <a16:creationId xmlns:a16="http://schemas.microsoft.com/office/drawing/2014/main" id="{F84667A3-FEB8-2CAC-FE78-7E6830D56799}"/>
              </a:ext>
            </a:extLst>
          </p:cNvPr>
          <p:cNvSpPr>
            <a:spLocks noChangeShapeType="1"/>
          </p:cNvSpPr>
          <p:nvPr/>
        </p:nvSpPr>
        <p:spPr bwMode="auto">
          <a:xfrm flipV="1">
            <a:off x="1878012" y="1989138"/>
            <a:ext cx="0" cy="1984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49" name="Line 18">
            <a:extLst>
              <a:ext uri="{FF2B5EF4-FFF2-40B4-BE49-F238E27FC236}">
                <a16:creationId xmlns:a16="http://schemas.microsoft.com/office/drawing/2014/main" id="{D014CEAF-0E1F-6ABA-6F0E-148D45F4F2EB}"/>
              </a:ext>
            </a:extLst>
          </p:cNvPr>
          <p:cNvSpPr>
            <a:spLocks noChangeShapeType="1"/>
          </p:cNvSpPr>
          <p:nvPr/>
        </p:nvSpPr>
        <p:spPr bwMode="auto">
          <a:xfrm>
            <a:off x="1878012" y="2636838"/>
            <a:ext cx="0" cy="215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50" name="Line 19">
            <a:extLst>
              <a:ext uri="{FF2B5EF4-FFF2-40B4-BE49-F238E27FC236}">
                <a16:creationId xmlns:a16="http://schemas.microsoft.com/office/drawing/2014/main" id="{BC942EE0-DEF1-174D-50C5-465EBE8D9DC9}"/>
              </a:ext>
            </a:extLst>
          </p:cNvPr>
          <p:cNvSpPr>
            <a:spLocks noChangeShapeType="1"/>
          </p:cNvSpPr>
          <p:nvPr/>
        </p:nvSpPr>
        <p:spPr bwMode="auto">
          <a:xfrm>
            <a:off x="2454275" y="3068638"/>
            <a:ext cx="1428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51" name="Line 20">
            <a:extLst>
              <a:ext uri="{FF2B5EF4-FFF2-40B4-BE49-F238E27FC236}">
                <a16:creationId xmlns:a16="http://schemas.microsoft.com/office/drawing/2014/main" id="{2D5FED82-2E7B-8CCB-08EE-95FE5286C1D6}"/>
              </a:ext>
            </a:extLst>
          </p:cNvPr>
          <p:cNvSpPr>
            <a:spLocks noChangeShapeType="1"/>
          </p:cNvSpPr>
          <p:nvPr/>
        </p:nvSpPr>
        <p:spPr bwMode="auto">
          <a:xfrm>
            <a:off x="4470400" y="3141663"/>
            <a:ext cx="1555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52" name="Line 21">
            <a:extLst>
              <a:ext uri="{FF2B5EF4-FFF2-40B4-BE49-F238E27FC236}">
                <a16:creationId xmlns:a16="http://schemas.microsoft.com/office/drawing/2014/main" id="{441300DD-068B-0E76-CA2C-EA3CE60869D7}"/>
              </a:ext>
            </a:extLst>
          </p:cNvPr>
          <p:cNvSpPr>
            <a:spLocks noChangeShapeType="1"/>
          </p:cNvSpPr>
          <p:nvPr/>
        </p:nvSpPr>
        <p:spPr bwMode="auto">
          <a:xfrm flipV="1">
            <a:off x="5046662" y="3573463"/>
            <a:ext cx="0" cy="215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53" name="Line 22">
            <a:extLst>
              <a:ext uri="{FF2B5EF4-FFF2-40B4-BE49-F238E27FC236}">
                <a16:creationId xmlns:a16="http://schemas.microsoft.com/office/drawing/2014/main" id="{8F188C0E-234D-3A5B-D76E-0193E7E6B2F1}"/>
              </a:ext>
            </a:extLst>
          </p:cNvPr>
          <p:cNvSpPr>
            <a:spLocks noChangeShapeType="1"/>
          </p:cNvSpPr>
          <p:nvPr/>
        </p:nvSpPr>
        <p:spPr bwMode="auto">
          <a:xfrm>
            <a:off x="2238375" y="3517900"/>
            <a:ext cx="0" cy="1984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54" name="Line 23">
            <a:extLst>
              <a:ext uri="{FF2B5EF4-FFF2-40B4-BE49-F238E27FC236}">
                <a16:creationId xmlns:a16="http://schemas.microsoft.com/office/drawing/2014/main" id="{34A44958-3AA6-650C-F7E5-BC46CABED16E}"/>
              </a:ext>
            </a:extLst>
          </p:cNvPr>
          <p:cNvSpPr>
            <a:spLocks noChangeShapeType="1"/>
          </p:cNvSpPr>
          <p:nvPr/>
        </p:nvSpPr>
        <p:spPr bwMode="auto">
          <a:xfrm>
            <a:off x="4254500" y="3789363"/>
            <a:ext cx="18716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55" name="Text Box 25">
            <a:extLst>
              <a:ext uri="{FF2B5EF4-FFF2-40B4-BE49-F238E27FC236}">
                <a16:creationId xmlns:a16="http://schemas.microsoft.com/office/drawing/2014/main" id="{F0D01589-0C9F-3795-1964-368A32CEC6B7}"/>
              </a:ext>
            </a:extLst>
          </p:cNvPr>
          <p:cNvSpPr txBox="1">
            <a:spLocks noChangeArrowheads="1"/>
          </p:cNvSpPr>
          <p:nvPr/>
        </p:nvSpPr>
        <p:spPr bwMode="auto">
          <a:xfrm>
            <a:off x="2238375" y="5876925"/>
            <a:ext cx="777875" cy="288925"/>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数据</a:t>
            </a:r>
          </a:p>
        </p:txBody>
      </p:sp>
      <p:sp>
        <p:nvSpPr>
          <p:cNvPr id="114756" name="Text Box 28">
            <a:extLst>
              <a:ext uri="{FF2B5EF4-FFF2-40B4-BE49-F238E27FC236}">
                <a16:creationId xmlns:a16="http://schemas.microsoft.com/office/drawing/2014/main" id="{3C8BC7FF-4661-09FB-30BB-83B3D607A4BD}"/>
              </a:ext>
            </a:extLst>
          </p:cNvPr>
          <p:cNvSpPr txBox="1">
            <a:spLocks noChangeArrowheads="1"/>
          </p:cNvSpPr>
          <p:nvPr/>
        </p:nvSpPr>
        <p:spPr bwMode="auto">
          <a:xfrm>
            <a:off x="4902200" y="5803900"/>
            <a:ext cx="1150937" cy="360363"/>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数据字典</a:t>
            </a:r>
          </a:p>
        </p:txBody>
      </p:sp>
      <p:sp>
        <p:nvSpPr>
          <p:cNvPr id="114757" name="AutoShape 29">
            <a:extLst>
              <a:ext uri="{FF2B5EF4-FFF2-40B4-BE49-F238E27FC236}">
                <a16:creationId xmlns:a16="http://schemas.microsoft.com/office/drawing/2014/main" id="{2E09F05F-5064-CB6B-6D84-C676C9D8C8D2}"/>
              </a:ext>
            </a:extLst>
          </p:cNvPr>
          <p:cNvSpPr>
            <a:spLocks noChangeArrowheads="1"/>
          </p:cNvSpPr>
          <p:nvPr/>
        </p:nvSpPr>
        <p:spPr bwMode="auto">
          <a:xfrm>
            <a:off x="1373187" y="1557338"/>
            <a:ext cx="1292225" cy="379412"/>
          </a:xfrm>
          <a:prstGeom prst="flowChartAlternateProcess">
            <a:avLst/>
          </a:prstGeom>
          <a:solidFill>
            <a:srgbClr val="FFFFFF"/>
          </a:solidFill>
          <a:ln w="9525">
            <a:solidFill>
              <a:srgbClr val="000000"/>
            </a:solidFill>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kumimoji="1" lang="zh-CN" altLang="en-US" sz="2000">
                <a:latin typeface="Times New Roman" panose="02020603050405020304" pitchFamily="18" charset="0"/>
              </a:rPr>
              <a:t>初级用户</a:t>
            </a:r>
          </a:p>
        </p:txBody>
      </p:sp>
      <p:sp>
        <p:nvSpPr>
          <p:cNvPr id="114758" name="AutoShape 30">
            <a:extLst>
              <a:ext uri="{FF2B5EF4-FFF2-40B4-BE49-F238E27FC236}">
                <a16:creationId xmlns:a16="http://schemas.microsoft.com/office/drawing/2014/main" id="{CF9C6911-9C89-77DE-90F1-5D797E817B91}"/>
              </a:ext>
            </a:extLst>
          </p:cNvPr>
          <p:cNvSpPr>
            <a:spLocks noChangeArrowheads="1"/>
          </p:cNvSpPr>
          <p:nvPr/>
        </p:nvSpPr>
        <p:spPr bwMode="auto">
          <a:xfrm>
            <a:off x="2814637" y="1557338"/>
            <a:ext cx="1511300" cy="358775"/>
          </a:xfrm>
          <a:prstGeom prst="flowChartAlternateProcess">
            <a:avLst/>
          </a:prstGeom>
          <a:solidFill>
            <a:srgbClr val="FFFFFF"/>
          </a:solidFill>
          <a:ln w="9525">
            <a:solidFill>
              <a:srgbClr val="000000"/>
            </a:solidFill>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kumimoji="1" lang="zh-CN" altLang="en-US" sz="2000">
                <a:latin typeface="Times New Roman" panose="02020603050405020304" pitchFamily="18" charset="0"/>
              </a:rPr>
              <a:t>应用程序员</a:t>
            </a:r>
          </a:p>
        </p:txBody>
      </p:sp>
      <p:sp>
        <p:nvSpPr>
          <p:cNvPr id="114759" name="AutoShape 31">
            <a:extLst>
              <a:ext uri="{FF2B5EF4-FFF2-40B4-BE49-F238E27FC236}">
                <a16:creationId xmlns:a16="http://schemas.microsoft.com/office/drawing/2014/main" id="{4FB4C84E-52AB-4D4E-E8DA-4CC321373E2B}"/>
              </a:ext>
            </a:extLst>
          </p:cNvPr>
          <p:cNvSpPr>
            <a:spLocks noChangeArrowheads="1"/>
          </p:cNvSpPr>
          <p:nvPr/>
        </p:nvSpPr>
        <p:spPr bwMode="auto">
          <a:xfrm>
            <a:off x="5981700" y="1557338"/>
            <a:ext cx="1512887" cy="431800"/>
          </a:xfrm>
          <a:prstGeom prst="flowChartAlternateProcess">
            <a:avLst/>
          </a:prstGeom>
          <a:solidFill>
            <a:srgbClr val="FFFFFF"/>
          </a:solidFill>
          <a:ln w="9525">
            <a:solidFill>
              <a:srgbClr val="000000"/>
            </a:solidFill>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系统管理员</a:t>
            </a:r>
          </a:p>
        </p:txBody>
      </p:sp>
      <p:sp>
        <p:nvSpPr>
          <p:cNvPr id="114760" name="AutoShape 32">
            <a:extLst>
              <a:ext uri="{FF2B5EF4-FFF2-40B4-BE49-F238E27FC236}">
                <a16:creationId xmlns:a16="http://schemas.microsoft.com/office/drawing/2014/main" id="{FB4EC585-4A13-1634-D7F0-029D25D696BE}"/>
              </a:ext>
            </a:extLst>
          </p:cNvPr>
          <p:cNvSpPr>
            <a:spLocks noChangeArrowheads="1"/>
          </p:cNvSpPr>
          <p:nvPr/>
        </p:nvSpPr>
        <p:spPr bwMode="auto">
          <a:xfrm>
            <a:off x="4470400" y="1557338"/>
            <a:ext cx="1295400" cy="358775"/>
          </a:xfrm>
          <a:prstGeom prst="flowChartAlternateProcess">
            <a:avLst/>
          </a:prstGeom>
          <a:solidFill>
            <a:srgbClr val="FFFFFF"/>
          </a:solidFill>
          <a:ln w="9525">
            <a:solidFill>
              <a:srgbClr val="000000"/>
            </a:solidFill>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高级用户</a:t>
            </a:r>
          </a:p>
        </p:txBody>
      </p:sp>
      <p:sp>
        <p:nvSpPr>
          <p:cNvPr id="114761" name="Oval 33">
            <a:extLst>
              <a:ext uri="{FF2B5EF4-FFF2-40B4-BE49-F238E27FC236}">
                <a16:creationId xmlns:a16="http://schemas.microsoft.com/office/drawing/2014/main" id="{743FA3D0-2E4B-4E70-1A23-A71DBD6374E5}"/>
              </a:ext>
            </a:extLst>
          </p:cNvPr>
          <p:cNvSpPr>
            <a:spLocks noChangeArrowheads="1"/>
          </p:cNvSpPr>
          <p:nvPr/>
        </p:nvSpPr>
        <p:spPr bwMode="auto">
          <a:xfrm>
            <a:off x="1014412" y="2205038"/>
            <a:ext cx="1820863" cy="431800"/>
          </a:xfrm>
          <a:prstGeom prst="ellipse">
            <a:avLst/>
          </a:prstGeom>
          <a:solidFill>
            <a:srgbClr val="FFFFFF"/>
          </a:solidFill>
          <a:ln w="9525">
            <a:solidFill>
              <a:srgbClr val="000000"/>
            </a:solidFill>
            <a:round/>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应用界面</a:t>
            </a:r>
          </a:p>
        </p:txBody>
      </p:sp>
      <p:sp>
        <p:nvSpPr>
          <p:cNvPr id="114762" name="Oval 34">
            <a:extLst>
              <a:ext uri="{FF2B5EF4-FFF2-40B4-BE49-F238E27FC236}">
                <a16:creationId xmlns:a16="http://schemas.microsoft.com/office/drawing/2014/main" id="{6CC462E4-7146-7C54-D0E4-5AE8F49112CA}"/>
              </a:ext>
            </a:extLst>
          </p:cNvPr>
          <p:cNvSpPr>
            <a:spLocks noChangeArrowheads="1"/>
          </p:cNvSpPr>
          <p:nvPr/>
        </p:nvSpPr>
        <p:spPr bwMode="auto">
          <a:xfrm>
            <a:off x="2886075" y="2276475"/>
            <a:ext cx="1719262" cy="431800"/>
          </a:xfrm>
          <a:prstGeom prst="ellipse">
            <a:avLst/>
          </a:prstGeom>
          <a:solidFill>
            <a:srgbClr val="FFFFFF"/>
          </a:solidFill>
          <a:ln w="9525">
            <a:solidFill>
              <a:srgbClr val="000000"/>
            </a:solidFill>
            <a:round/>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应用程序</a:t>
            </a:r>
          </a:p>
        </p:txBody>
      </p:sp>
      <p:sp>
        <p:nvSpPr>
          <p:cNvPr id="114763" name="Oval 36">
            <a:extLst>
              <a:ext uri="{FF2B5EF4-FFF2-40B4-BE49-F238E27FC236}">
                <a16:creationId xmlns:a16="http://schemas.microsoft.com/office/drawing/2014/main" id="{B8FAE70D-E2DF-8A20-D245-D36027C2D1FE}"/>
              </a:ext>
            </a:extLst>
          </p:cNvPr>
          <p:cNvSpPr>
            <a:spLocks noChangeArrowheads="1"/>
          </p:cNvSpPr>
          <p:nvPr/>
        </p:nvSpPr>
        <p:spPr bwMode="auto">
          <a:xfrm>
            <a:off x="4722812" y="2273300"/>
            <a:ext cx="1763713" cy="434975"/>
          </a:xfrm>
          <a:prstGeom prst="ellipse">
            <a:avLst/>
          </a:prstGeom>
          <a:solidFill>
            <a:srgbClr val="FFFFFF"/>
          </a:solidFill>
          <a:ln w="9525">
            <a:solidFill>
              <a:srgbClr val="000000"/>
            </a:solidFill>
            <a:round/>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查询工具</a:t>
            </a:r>
          </a:p>
        </p:txBody>
      </p:sp>
      <p:sp>
        <p:nvSpPr>
          <p:cNvPr id="114764" name="Line 37">
            <a:extLst>
              <a:ext uri="{FF2B5EF4-FFF2-40B4-BE49-F238E27FC236}">
                <a16:creationId xmlns:a16="http://schemas.microsoft.com/office/drawing/2014/main" id="{AF4E673B-2C6B-A5BE-F970-06DDF6002D11}"/>
              </a:ext>
            </a:extLst>
          </p:cNvPr>
          <p:cNvSpPr>
            <a:spLocks noChangeShapeType="1"/>
          </p:cNvSpPr>
          <p:nvPr/>
        </p:nvSpPr>
        <p:spPr bwMode="auto">
          <a:xfrm>
            <a:off x="5189537" y="1916113"/>
            <a:ext cx="0" cy="3603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65" name="Text Box 38">
            <a:extLst>
              <a:ext uri="{FF2B5EF4-FFF2-40B4-BE49-F238E27FC236}">
                <a16:creationId xmlns:a16="http://schemas.microsoft.com/office/drawing/2014/main" id="{AD6B58C8-8912-71DE-921B-3B062083BD34}"/>
              </a:ext>
            </a:extLst>
          </p:cNvPr>
          <p:cNvSpPr txBox="1">
            <a:spLocks noChangeArrowheads="1"/>
          </p:cNvSpPr>
          <p:nvPr/>
        </p:nvSpPr>
        <p:spPr bwMode="auto">
          <a:xfrm>
            <a:off x="7494587" y="2924175"/>
            <a:ext cx="800100" cy="649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dirty="0">
                <a:solidFill>
                  <a:srgbClr val="0000FF"/>
                </a:solidFill>
                <a:latin typeface="Times New Roman" panose="02020603050405020304" pitchFamily="18" charset="0"/>
              </a:rPr>
              <a:t>查询处理器</a:t>
            </a:r>
          </a:p>
        </p:txBody>
      </p:sp>
      <p:sp>
        <p:nvSpPr>
          <p:cNvPr id="114766" name="Line 39">
            <a:extLst>
              <a:ext uri="{FF2B5EF4-FFF2-40B4-BE49-F238E27FC236}">
                <a16:creationId xmlns:a16="http://schemas.microsoft.com/office/drawing/2014/main" id="{55DEC506-C523-D6EA-2164-2088311EF63A}"/>
              </a:ext>
            </a:extLst>
          </p:cNvPr>
          <p:cNvSpPr>
            <a:spLocks noChangeShapeType="1"/>
          </p:cNvSpPr>
          <p:nvPr/>
        </p:nvSpPr>
        <p:spPr bwMode="auto">
          <a:xfrm flipV="1">
            <a:off x="6126162" y="3644900"/>
            <a:ext cx="0" cy="1444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67" name="Line 40">
            <a:extLst>
              <a:ext uri="{FF2B5EF4-FFF2-40B4-BE49-F238E27FC236}">
                <a16:creationId xmlns:a16="http://schemas.microsoft.com/office/drawing/2014/main" id="{D8B0EF77-ADC7-53BD-A3D2-2988ACA347BE}"/>
              </a:ext>
            </a:extLst>
          </p:cNvPr>
          <p:cNvSpPr>
            <a:spLocks noChangeShapeType="1"/>
          </p:cNvSpPr>
          <p:nvPr/>
        </p:nvSpPr>
        <p:spPr bwMode="auto">
          <a:xfrm>
            <a:off x="2238375" y="3716338"/>
            <a:ext cx="8001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68" name="Line 41">
            <a:extLst>
              <a:ext uri="{FF2B5EF4-FFF2-40B4-BE49-F238E27FC236}">
                <a16:creationId xmlns:a16="http://schemas.microsoft.com/office/drawing/2014/main" id="{2E489C2B-567B-7D98-3363-40ED7A67DB10}"/>
              </a:ext>
            </a:extLst>
          </p:cNvPr>
          <p:cNvSpPr>
            <a:spLocks noChangeShapeType="1"/>
          </p:cNvSpPr>
          <p:nvPr/>
        </p:nvSpPr>
        <p:spPr bwMode="auto">
          <a:xfrm>
            <a:off x="2454275" y="3429000"/>
            <a:ext cx="216058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69" name="Line 42">
            <a:extLst>
              <a:ext uri="{FF2B5EF4-FFF2-40B4-BE49-F238E27FC236}">
                <a16:creationId xmlns:a16="http://schemas.microsoft.com/office/drawing/2014/main" id="{72081250-3A58-CD89-9132-5A5907D240AE}"/>
              </a:ext>
            </a:extLst>
          </p:cNvPr>
          <p:cNvSpPr>
            <a:spLocks noChangeShapeType="1"/>
          </p:cNvSpPr>
          <p:nvPr/>
        </p:nvSpPr>
        <p:spPr bwMode="auto">
          <a:xfrm flipV="1">
            <a:off x="4452937" y="3132138"/>
            <a:ext cx="0" cy="1000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0" name="Line 43">
            <a:extLst>
              <a:ext uri="{FF2B5EF4-FFF2-40B4-BE49-F238E27FC236}">
                <a16:creationId xmlns:a16="http://schemas.microsoft.com/office/drawing/2014/main" id="{F4ABA0E5-805F-3760-CA54-231163CAAAF3}"/>
              </a:ext>
            </a:extLst>
          </p:cNvPr>
          <p:cNvSpPr>
            <a:spLocks noChangeShapeType="1"/>
          </p:cNvSpPr>
          <p:nvPr/>
        </p:nvSpPr>
        <p:spPr bwMode="auto">
          <a:xfrm>
            <a:off x="5262562" y="2708275"/>
            <a:ext cx="0" cy="215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1" name="Line 44">
            <a:extLst>
              <a:ext uri="{FF2B5EF4-FFF2-40B4-BE49-F238E27FC236}">
                <a16:creationId xmlns:a16="http://schemas.microsoft.com/office/drawing/2014/main" id="{69CE151B-271C-F833-BAC2-E9BD5B187155}"/>
              </a:ext>
            </a:extLst>
          </p:cNvPr>
          <p:cNvSpPr>
            <a:spLocks noChangeShapeType="1"/>
          </p:cNvSpPr>
          <p:nvPr/>
        </p:nvSpPr>
        <p:spPr bwMode="auto">
          <a:xfrm flipH="1">
            <a:off x="6846887" y="2641600"/>
            <a:ext cx="142875" cy="355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2" name="Line 45">
            <a:extLst>
              <a:ext uri="{FF2B5EF4-FFF2-40B4-BE49-F238E27FC236}">
                <a16:creationId xmlns:a16="http://schemas.microsoft.com/office/drawing/2014/main" id="{0ED5CE1B-7E76-815E-853E-8097AD678869}"/>
              </a:ext>
            </a:extLst>
          </p:cNvPr>
          <p:cNvSpPr>
            <a:spLocks noChangeShapeType="1"/>
          </p:cNvSpPr>
          <p:nvPr/>
        </p:nvSpPr>
        <p:spPr bwMode="auto">
          <a:xfrm flipH="1">
            <a:off x="5478462" y="2636838"/>
            <a:ext cx="1511300" cy="2873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3" name="Text Box 46">
            <a:extLst>
              <a:ext uri="{FF2B5EF4-FFF2-40B4-BE49-F238E27FC236}">
                <a16:creationId xmlns:a16="http://schemas.microsoft.com/office/drawing/2014/main" id="{FDAD5D76-0ABA-A545-A04C-C906AAB3D840}"/>
              </a:ext>
            </a:extLst>
          </p:cNvPr>
          <p:cNvSpPr txBox="1">
            <a:spLocks noChangeArrowheads="1"/>
          </p:cNvSpPr>
          <p:nvPr/>
        </p:nvSpPr>
        <p:spPr bwMode="auto">
          <a:xfrm>
            <a:off x="1662112" y="4206875"/>
            <a:ext cx="1008063" cy="661988"/>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缓冲区管理器</a:t>
            </a:r>
          </a:p>
        </p:txBody>
      </p:sp>
      <p:sp>
        <p:nvSpPr>
          <p:cNvPr id="114774" name="Text Box 47">
            <a:extLst>
              <a:ext uri="{FF2B5EF4-FFF2-40B4-BE49-F238E27FC236}">
                <a16:creationId xmlns:a16="http://schemas.microsoft.com/office/drawing/2014/main" id="{39527AD4-5D9A-F37C-C650-ADDCEBFD5676}"/>
              </a:ext>
            </a:extLst>
          </p:cNvPr>
          <p:cNvSpPr txBox="1">
            <a:spLocks noChangeArrowheads="1"/>
          </p:cNvSpPr>
          <p:nvPr/>
        </p:nvSpPr>
        <p:spPr bwMode="auto">
          <a:xfrm>
            <a:off x="5549900" y="4221163"/>
            <a:ext cx="1263650" cy="588962"/>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事务管理器</a:t>
            </a:r>
          </a:p>
        </p:txBody>
      </p:sp>
      <p:sp>
        <p:nvSpPr>
          <p:cNvPr id="114775" name="Text Box 48">
            <a:extLst>
              <a:ext uri="{FF2B5EF4-FFF2-40B4-BE49-F238E27FC236}">
                <a16:creationId xmlns:a16="http://schemas.microsoft.com/office/drawing/2014/main" id="{8794D28E-7B5C-441B-01B1-7F40F8FB336B}"/>
              </a:ext>
            </a:extLst>
          </p:cNvPr>
          <p:cNvSpPr txBox="1">
            <a:spLocks noChangeArrowheads="1"/>
          </p:cNvSpPr>
          <p:nvPr/>
        </p:nvSpPr>
        <p:spPr bwMode="auto">
          <a:xfrm>
            <a:off x="3881437" y="4206875"/>
            <a:ext cx="1381125" cy="661988"/>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权限及完整性管理器</a:t>
            </a:r>
          </a:p>
        </p:txBody>
      </p:sp>
      <p:sp>
        <p:nvSpPr>
          <p:cNvPr id="114776" name="Text Box 49">
            <a:extLst>
              <a:ext uri="{FF2B5EF4-FFF2-40B4-BE49-F238E27FC236}">
                <a16:creationId xmlns:a16="http://schemas.microsoft.com/office/drawing/2014/main" id="{271D8F49-B7F1-226D-704F-C6EF7E12DAD2}"/>
              </a:ext>
            </a:extLst>
          </p:cNvPr>
          <p:cNvSpPr txBox="1">
            <a:spLocks noChangeArrowheads="1"/>
          </p:cNvSpPr>
          <p:nvPr/>
        </p:nvSpPr>
        <p:spPr bwMode="auto">
          <a:xfrm>
            <a:off x="2814637" y="4221163"/>
            <a:ext cx="935038" cy="647700"/>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文件管理器</a:t>
            </a:r>
          </a:p>
        </p:txBody>
      </p:sp>
      <p:sp>
        <p:nvSpPr>
          <p:cNvPr id="114777" name="Text Box 50">
            <a:extLst>
              <a:ext uri="{FF2B5EF4-FFF2-40B4-BE49-F238E27FC236}">
                <a16:creationId xmlns:a16="http://schemas.microsoft.com/office/drawing/2014/main" id="{A3907835-BD02-E826-D8E1-54B78667E9FF}"/>
              </a:ext>
            </a:extLst>
          </p:cNvPr>
          <p:cNvSpPr txBox="1">
            <a:spLocks noChangeArrowheads="1"/>
          </p:cNvSpPr>
          <p:nvPr/>
        </p:nvSpPr>
        <p:spPr bwMode="auto">
          <a:xfrm>
            <a:off x="6126162" y="4868863"/>
            <a:ext cx="1376363" cy="2873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kumimoji="1" lang="zh-CN" altLang="en-US" sz="2000" dirty="0">
                <a:solidFill>
                  <a:srgbClr val="0000FF"/>
                </a:solidFill>
                <a:latin typeface="Times New Roman" panose="02020603050405020304" pitchFamily="18" charset="0"/>
              </a:rPr>
              <a:t>存储管理器</a:t>
            </a:r>
          </a:p>
        </p:txBody>
      </p:sp>
      <p:sp>
        <p:nvSpPr>
          <p:cNvPr id="114778" name="Line 51">
            <a:extLst>
              <a:ext uri="{FF2B5EF4-FFF2-40B4-BE49-F238E27FC236}">
                <a16:creationId xmlns:a16="http://schemas.microsoft.com/office/drawing/2014/main" id="{ABCD9BE6-75A8-46EA-6250-02BF24CB4901}"/>
              </a:ext>
            </a:extLst>
          </p:cNvPr>
          <p:cNvSpPr>
            <a:spLocks noChangeShapeType="1"/>
          </p:cNvSpPr>
          <p:nvPr/>
        </p:nvSpPr>
        <p:spPr bwMode="auto">
          <a:xfrm flipH="1">
            <a:off x="2165350" y="3860800"/>
            <a:ext cx="914400" cy="298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9" name="Line 52">
            <a:extLst>
              <a:ext uri="{FF2B5EF4-FFF2-40B4-BE49-F238E27FC236}">
                <a16:creationId xmlns:a16="http://schemas.microsoft.com/office/drawing/2014/main" id="{E5726FF2-46FD-C9EF-9FE6-E091D3A14D4C}"/>
              </a:ext>
            </a:extLst>
          </p:cNvPr>
          <p:cNvSpPr>
            <a:spLocks noChangeShapeType="1"/>
          </p:cNvSpPr>
          <p:nvPr/>
        </p:nvSpPr>
        <p:spPr bwMode="auto">
          <a:xfrm>
            <a:off x="3317875" y="3860800"/>
            <a:ext cx="0" cy="298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0" name="Line 53">
            <a:extLst>
              <a:ext uri="{FF2B5EF4-FFF2-40B4-BE49-F238E27FC236}">
                <a16:creationId xmlns:a16="http://schemas.microsoft.com/office/drawing/2014/main" id="{B0E3F369-D1F5-5FCA-B919-9F98451C31E1}"/>
              </a:ext>
            </a:extLst>
          </p:cNvPr>
          <p:cNvSpPr>
            <a:spLocks noChangeShapeType="1"/>
          </p:cNvSpPr>
          <p:nvPr/>
        </p:nvSpPr>
        <p:spPr bwMode="auto">
          <a:xfrm>
            <a:off x="3678237" y="3860800"/>
            <a:ext cx="800100" cy="298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1" name="Line 54">
            <a:extLst>
              <a:ext uri="{FF2B5EF4-FFF2-40B4-BE49-F238E27FC236}">
                <a16:creationId xmlns:a16="http://schemas.microsoft.com/office/drawing/2014/main" id="{F9A1E1B5-3941-86F7-A959-7849A2285769}"/>
              </a:ext>
            </a:extLst>
          </p:cNvPr>
          <p:cNvSpPr>
            <a:spLocks noChangeShapeType="1"/>
          </p:cNvSpPr>
          <p:nvPr/>
        </p:nvSpPr>
        <p:spPr bwMode="auto">
          <a:xfrm>
            <a:off x="4181475" y="3860800"/>
            <a:ext cx="2057400" cy="298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2" name="Line 55">
            <a:extLst>
              <a:ext uri="{FF2B5EF4-FFF2-40B4-BE49-F238E27FC236}">
                <a16:creationId xmlns:a16="http://schemas.microsoft.com/office/drawing/2014/main" id="{BFF77957-EBC0-64E2-3018-1AE313AFEB7C}"/>
              </a:ext>
            </a:extLst>
          </p:cNvPr>
          <p:cNvSpPr>
            <a:spLocks noChangeShapeType="1"/>
          </p:cNvSpPr>
          <p:nvPr/>
        </p:nvSpPr>
        <p:spPr bwMode="auto">
          <a:xfrm>
            <a:off x="2381250" y="4914900"/>
            <a:ext cx="0" cy="984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3" name="Line 56">
            <a:extLst>
              <a:ext uri="{FF2B5EF4-FFF2-40B4-BE49-F238E27FC236}">
                <a16:creationId xmlns:a16="http://schemas.microsoft.com/office/drawing/2014/main" id="{BF0D383A-CA09-9E22-6E96-865683097A47}"/>
              </a:ext>
            </a:extLst>
          </p:cNvPr>
          <p:cNvSpPr>
            <a:spLocks noChangeShapeType="1"/>
          </p:cNvSpPr>
          <p:nvPr/>
        </p:nvSpPr>
        <p:spPr bwMode="auto">
          <a:xfrm>
            <a:off x="2381250" y="5011738"/>
            <a:ext cx="34575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4" name="Line 57">
            <a:extLst>
              <a:ext uri="{FF2B5EF4-FFF2-40B4-BE49-F238E27FC236}">
                <a16:creationId xmlns:a16="http://schemas.microsoft.com/office/drawing/2014/main" id="{03AEC055-42A3-F603-236E-99F48C3B04AE}"/>
              </a:ext>
            </a:extLst>
          </p:cNvPr>
          <p:cNvSpPr>
            <a:spLocks noChangeShapeType="1"/>
          </p:cNvSpPr>
          <p:nvPr/>
        </p:nvSpPr>
        <p:spPr bwMode="auto">
          <a:xfrm flipH="1" flipV="1">
            <a:off x="5838825" y="4868863"/>
            <a:ext cx="0" cy="1444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5" name="Line 58">
            <a:extLst>
              <a:ext uri="{FF2B5EF4-FFF2-40B4-BE49-F238E27FC236}">
                <a16:creationId xmlns:a16="http://schemas.microsoft.com/office/drawing/2014/main" id="{C6A23A84-7FA3-E7AC-199E-5DB5E8E3ABB9}"/>
              </a:ext>
            </a:extLst>
          </p:cNvPr>
          <p:cNvSpPr>
            <a:spLocks noChangeShapeType="1"/>
          </p:cNvSpPr>
          <p:nvPr/>
        </p:nvSpPr>
        <p:spPr bwMode="auto">
          <a:xfrm>
            <a:off x="3295650" y="4914900"/>
            <a:ext cx="0" cy="984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6" name="Line 59">
            <a:extLst>
              <a:ext uri="{FF2B5EF4-FFF2-40B4-BE49-F238E27FC236}">
                <a16:creationId xmlns:a16="http://schemas.microsoft.com/office/drawing/2014/main" id="{CF0BF8A4-B303-641A-13A2-FA7B20441C0F}"/>
              </a:ext>
            </a:extLst>
          </p:cNvPr>
          <p:cNvSpPr>
            <a:spLocks noChangeShapeType="1"/>
          </p:cNvSpPr>
          <p:nvPr/>
        </p:nvSpPr>
        <p:spPr bwMode="auto">
          <a:xfrm>
            <a:off x="4438650" y="4914900"/>
            <a:ext cx="0" cy="984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7" name="Line 60">
            <a:extLst>
              <a:ext uri="{FF2B5EF4-FFF2-40B4-BE49-F238E27FC236}">
                <a16:creationId xmlns:a16="http://schemas.microsoft.com/office/drawing/2014/main" id="{32ECF76E-DB38-BF0C-FC8C-FA07C3972D36}"/>
              </a:ext>
            </a:extLst>
          </p:cNvPr>
          <p:cNvSpPr>
            <a:spLocks noChangeShapeType="1"/>
          </p:cNvSpPr>
          <p:nvPr/>
        </p:nvSpPr>
        <p:spPr bwMode="auto">
          <a:xfrm flipH="1">
            <a:off x="3965575" y="5011738"/>
            <a:ext cx="0" cy="504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8" name="Rectangle 61">
            <a:extLst>
              <a:ext uri="{FF2B5EF4-FFF2-40B4-BE49-F238E27FC236}">
                <a16:creationId xmlns:a16="http://schemas.microsoft.com/office/drawing/2014/main" id="{2555F3B6-CD0B-E57E-ECA4-12FB9D1C5BC2}"/>
              </a:ext>
            </a:extLst>
          </p:cNvPr>
          <p:cNvSpPr>
            <a:spLocks noChangeArrowheads="1"/>
          </p:cNvSpPr>
          <p:nvPr/>
        </p:nvSpPr>
        <p:spPr bwMode="auto">
          <a:xfrm>
            <a:off x="1709737" y="1655763"/>
            <a:ext cx="460851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endParaRPr lang="zh-CN" altLang="en-US" sz="1800"/>
          </a:p>
        </p:txBody>
      </p:sp>
      <p:sp>
        <p:nvSpPr>
          <p:cNvPr id="114790" name="AutoShape 63">
            <a:extLst>
              <a:ext uri="{FF2B5EF4-FFF2-40B4-BE49-F238E27FC236}">
                <a16:creationId xmlns:a16="http://schemas.microsoft.com/office/drawing/2014/main" id="{2327A261-75F3-D6E4-9AF8-255AFAC2B0B3}"/>
              </a:ext>
            </a:extLst>
          </p:cNvPr>
          <p:cNvSpPr>
            <a:spLocks noChangeArrowheads="1"/>
          </p:cNvSpPr>
          <p:nvPr/>
        </p:nvSpPr>
        <p:spPr bwMode="auto">
          <a:xfrm>
            <a:off x="3122294" y="5070476"/>
            <a:ext cx="2879725" cy="1728788"/>
          </a:xfrm>
          <a:prstGeom prst="wedgeRoundRectCallout">
            <a:avLst>
              <a:gd name="adj1" fmla="val -37836"/>
              <a:gd name="adj2" fmla="val -60657"/>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kumimoji="1" lang="zh-CN" altLang="en-US" sz="2400" dirty="0">
                <a:latin typeface="Arial" panose="020B0604020202020204" pitchFamily="34" charset="0"/>
              </a:rPr>
              <a:t>负责外存空间的分配，管理用于表示数据库所存储信息的数据结构</a:t>
            </a:r>
          </a:p>
          <a:p>
            <a:pPr algn="ctr" eaLnBrk="1" hangingPunct="1">
              <a:spcBef>
                <a:spcPct val="0"/>
              </a:spcBef>
              <a:buClrTx/>
              <a:buSzTx/>
              <a:buFontTx/>
              <a:buNone/>
            </a:pPr>
            <a:endParaRPr kumimoji="1" lang="en-US" altLang="zh-CN" sz="2400" dirty="0">
              <a:latin typeface="Arial" panose="020B0604020202020204" pitchFamily="34" charset="0"/>
            </a:endParaRPr>
          </a:p>
        </p:txBody>
      </p:sp>
      <p:sp>
        <p:nvSpPr>
          <p:cNvPr id="114791" name="AutoShape 64">
            <a:extLst>
              <a:ext uri="{FF2B5EF4-FFF2-40B4-BE49-F238E27FC236}">
                <a16:creationId xmlns:a16="http://schemas.microsoft.com/office/drawing/2014/main" id="{4A5F6187-0945-1F5A-4859-658B588ECB67}"/>
              </a:ext>
            </a:extLst>
          </p:cNvPr>
          <p:cNvSpPr>
            <a:spLocks noChangeArrowheads="1"/>
          </p:cNvSpPr>
          <p:nvPr/>
        </p:nvSpPr>
        <p:spPr bwMode="auto">
          <a:xfrm>
            <a:off x="2093912" y="2420938"/>
            <a:ext cx="2952750" cy="1441450"/>
          </a:xfrm>
          <a:prstGeom prst="wedgeRoundRectCallout">
            <a:avLst>
              <a:gd name="adj1" fmla="val -53572"/>
              <a:gd name="adj2" fmla="val 72207"/>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lnSpc>
                <a:spcPct val="80000"/>
              </a:lnSpc>
              <a:buClrTx/>
              <a:buSzTx/>
              <a:buFontTx/>
              <a:buNone/>
            </a:pPr>
            <a:r>
              <a:rPr kumimoji="1" lang="zh-CN" altLang="en-US" sz="2400">
                <a:latin typeface="Arial" panose="020B0604020202020204" pitchFamily="34" charset="0"/>
              </a:rPr>
              <a:t>负责将数据从外存取到内存，并决定哪些数据应该被缓存在内存中</a:t>
            </a:r>
          </a:p>
          <a:p>
            <a:pPr algn="ctr" eaLnBrk="1" hangingPunct="1">
              <a:spcBef>
                <a:spcPct val="0"/>
              </a:spcBef>
              <a:buClrTx/>
              <a:buSzTx/>
              <a:buFontTx/>
              <a:buNone/>
            </a:pPr>
            <a:endParaRPr kumimoji="1" lang="en-US" altLang="zh-CN" sz="2400">
              <a:latin typeface="Arial" panose="020B0604020202020204" pitchFamily="34" charset="0"/>
            </a:endParaRPr>
          </a:p>
        </p:txBody>
      </p:sp>
      <p:sp>
        <p:nvSpPr>
          <p:cNvPr id="114799" name="Oval 35">
            <a:extLst>
              <a:ext uri="{FF2B5EF4-FFF2-40B4-BE49-F238E27FC236}">
                <a16:creationId xmlns:a16="http://schemas.microsoft.com/office/drawing/2014/main" id="{A9D5B90D-054C-8E7E-1A4F-70BFE0775116}"/>
              </a:ext>
            </a:extLst>
          </p:cNvPr>
          <p:cNvSpPr>
            <a:spLocks noChangeArrowheads="1"/>
          </p:cNvSpPr>
          <p:nvPr/>
        </p:nvSpPr>
        <p:spPr bwMode="auto">
          <a:xfrm>
            <a:off x="6632575" y="2276475"/>
            <a:ext cx="1871662" cy="431800"/>
          </a:xfrm>
          <a:prstGeom prst="ellipse">
            <a:avLst/>
          </a:prstGeom>
          <a:solidFill>
            <a:srgbClr val="FFFFFF"/>
          </a:solidFill>
          <a:ln w="9525">
            <a:solidFill>
              <a:srgbClr val="000000"/>
            </a:solidFill>
            <a:round/>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管理工具</a:t>
            </a:r>
          </a:p>
        </p:txBody>
      </p:sp>
      <p:sp>
        <p:nvSpPr>
          <p:cNvPr id="2" name="AutoShape 62">
            <a:extLst>
              <a:ext uri="{FF2B5EF4-FFF2-40B4-BE49-F238E27FC236}">
                <a16:creationId xmlns:a16="http://schemas.microsoft.com/office/drawing/2014/main" id="{FFF82DC3-E596-184C-832E-05A28174E9EA}"/>
              </a:ext>
            </a:extLst>
          </p:cNvPr>
          <p:cNvSpPr>
            <a:spLocks noChangeArrowheads="1"/>
          </p:cNvSpPr>
          <p:nvPr/>
        </p:nvSpPr>
        <p:spPr bwMode="auto">
          <a:xfrm>
            <a:off x="5517043" y="2505650"/>
            <a:ext cx="2735262" cy="2376487"/>
          </a:xfrm>
          <a:prstGeom prst="wedgeRoundRectCallout">
            <a:avLst>
              <a:gd name="adj1" fmla="val -59146"/>
              <a:gd name="adj2" fmla="val 30470"/>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Char char="•"/>
            </a:pPr>
            <a:r>
              <a:rPr kumimoji="1" lang="zh-CN" altLang="en-US" sz="2400">
                <a:latin typeface="Arial" panose="020B0604020202020204" pitchFamily="34" charset="0"/>
              </a:rPr>
              <a:t>检测试图访问数据库的用户是否拥有相应的权限</a:t>
            </a:r>
          </a:p>
          <a:p>
            <a:pPr eaLnBrk="1" hangingPunct="1">
              <a:spcBef>
                <a:spcPct val="0"/>
              </a:spcBef>
              <a:buClrTx/>
              <a:buSzTx/>
              <a:buFontTx/>
              <a:buChar char="•"/>
            </a:pPr>
            <a:r>
              <a:rPr kumimoji="1" lang="zh-CN" altLang="en-US" sz="2400">
                <a:latin typeface="Arial" panose="020B0604020202020204" pitchFamily="34" charset="0"/>
              </a:rPr>
              <a:t>检查对数据库的操作是否满足完整性约束的限制</a:t>
            </a:r>
          </a:p>
          <a:p>
            <a:pPr algn="ctr" eaLnBrk="1" hangingPunct="1">
              <a:spcBef>
                <a:spcPct val="0"/>
              </a:spcBef>
              <a:buClrTx/>
              <a:buSzTx/>
              <a:buFontTx/>
              <a:buNone/>
            </a:pPr>
            <a:endParaRPr kumimoji="1" lang="en-US" altLang="zh-CN" sz="2400">
              <a:latin typeface="Arial" panose="020B0604020202020204" pitchFamily="34" charset="0"/>
            </a:endParaRPr>
          </a:p>
        </p:txBody>
      </p:sp>
    </p:spTree>
    <p:extLst>
      <p:ext uri="{BB962C8B-B14F-4D97-AF65-F5344CB8AC3E}">
        <p14:creationId xmlns:p14="http://schemas.microsoft.com/office/powerpoint/2010/main" val="682752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withEffect">
                                  <p:stCondLst>
                                    <p:cond delay="0"/>
                                  </p:stCondLst>
                                  <p:childTnLst>
                                    <p:set>
                                      <p:cBhvr>
                                        <p:cTn id="6" dur="1" fill="hold">
                                          <p:stCondLst>
                                            <p:cond delay="0"/>
                                          </p:stCondLst>
                                        </p:cTn>
                                        <p:tgtEl>
                                          <p:spTgt spid="114791"/>
                                        </p:tgtEl>
                                        <p:attrNameLst>
                                          <p:attrName>style.visibility</p:attrName>
                                        </p:attrNameLst>
                                      </p:cBhvr>
                                      <p:to>
                                        <p:strVal val="visible"/>
                                      </p:to>
                                    </p:set>
                                    <p:animEffect transition="in" filter="box(in)">
                                      <p:cBhvr>
                                        <p:cTn id="7" dur="500"/>
                                        <p:tgtEl>
                                          <p:spTgt spid="114791"/>
                                        </p:tgtEl>
                                      </p:cBhvr>
                                    </p:animEffect>
                                  </p:childTnLst>
                                  <p:subTnLst>
                                    <p:set>
                                      <p:cBhvr override="childStyle">
                                        <p:cTn dur="1" fill="hold" display="0" masterRel="nextClick" afterEffect="1"/>
                                        <p:tgtEl>
                                          <p:spTgt spid="114791"/>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14790"/>
                                        </p:tgtEl>
                                        <p:attrNameLst>
                                          <p:attrName>style.visibility</p:attrName>
                                        </p:attrNameLst>
                                      </p:cBhvr>
                                      <p:to>
                                        <p:strVal val="visible"/>
                                      </p:to>
                                    </p:set>
                                    <p:animEffect transition="in" filter="box(in)">
                                      <p:cBhvr>
                                        <p:cTn id="12" dur="500"/>
                                        <p:tgtEl>
                                          <p:spTgt spid="114790"/>
                                        </p:tgtEl>
                                      </p:cBhvr>
                                    </p:animEffect>
                                  </p:childTnLst>
                                  <p:subTnLst>
                                    <p:set>
                                      <p:cBhvr override="childStyle">
                                        <p:cTn dur="1" fill="hold" display="0" masterRel="nextClick" afterEffect="1"/>
                                        <p:tgtEl>
                                          <p:spTgt spid="114790"/>
                                        </p:tgtEl>
                                        <p:attrNameLst>
                                          <p:attrName>style.visibility</p:attrName>
                                        </p:attrNameLst>
                                      </p:cBhvr>
                                      <p:to>
                                        <p:strVal val="hidden"/>
                                      </p:to>
                                    </p:set>
                                  </p:subTnLst>
                                </p:cTn>
                              </p:par>
                              <p:par>
                                <p:cTn id="13" presetID="4" presetClass="entr" presetSubtype="16"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ox(in)">
                                      <p:cBhvr>
                                        <p:cTn id="15"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790" grpId="0" animBg="1"/>
      <p:bldP spid="114791" grpId="0" animBg="1"/>
      <p:bldP spid="2"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697AC0FD-190D-473D-A059-D003465E8F28}"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14691"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14692"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5CA75515-450F-4216-87DB-463660D82225}" type="slidenum">
              <a:rPr lang="en-US" altLang="zh-CN" sz="1400">
                <a:solidFill>
                  <a:schemeClr val="tx1"/>
                </a:solidFill>
                <a:latin typeface="Times New Roman" pitchFamily="18" charset="0"/>
              </a:rPr>
              <a:pPr eaLnBrk="1" hangingPunct="1"/>
              <a:t>85</a:t>
            </a:fld>
            <a:r>
              <a:rPr lang="en-US" altLang="zh-CN" sz="1400">
                <a:solidFill>
                  <a:schemeClr val="tx1"/>
                </a:solidFill>
                <a:latin typeface="Times New Roman" pitchFamily="18" charset="0"/>
              </a:rPr>
              <a:t>/92</a:t>
            </a:r>
          </a:p>
        </p:txBody>
      </p:sp>
      <p:sp>
        <p:nvSpPr>
          <p:cNvPr id="114693" name="Rectangle 2"/>
          <p:cNvSpPr>
            <a:spLocks noGrp="1" noChangeArrowheads="1"/>
          </p:cNvSpPr>
          <p:nvPr>
            <p:ph type="title"/>
          </p:nvPr>
        </p:nvSpPr>
        <p:spPr/>
        <p:txBody>
          <a:bodyPr/>
          <a:lstStyle/>
          <a:p>
            <a:pPr eaLnBrk="1" hangingPunct="1"/>
            <a:r>
              <a:rPr lang="en-US" altLang="zh-CN" dirty="0"/>
              <a:t>1.7 </a:t>
            </a:r>
            <a:r>
              <a:rPr lang="zh-CN" altLang="en-US" dirty="0"/>
              <a:t>数据库系统体系结构</a:t>
            </a:r>
            <a:endParaRPr lang="en-US" altLang="zh-CN" dirty="0"/>
          </a:p>
        </p:txBody>
      </p:sp>
      <p:sp>
        <p:nvSpPr>
          <p:cNvPr id="24" name="AutoShape 24">
            <a:extLst>
              <a:ext uri="{FF2B5EF4-FFF2-40B4-BE49-F238E27FC236}">
                <a16:creationId xmlns:a16="http://schemas.microsoft.com/office/drawing/2014/main" id="{9BC6B6B5-62AB-00BA-098D-BA898365D203}"/>
              </a:ext>
            </a:extLst>
          </p:cNvPr>
          <p:cNvSpPr>
            <a:spLocks noChangeArrowheads="1"/>
          </p:cNvSpPr>
          <p:nvPr/>
        </p:nvSpPr>
        <p:spPr bwMode="auto">
          <a:xfrm>
            <a:off x="2093912" y="5445125"/>
            <a:ext cx="4176713" cy="1223963"/>
          </a:xfrm>
          <a:prstGeom prst="can">
            <a:avLst>
              <a:gd name="adj" fmla="val 16986"/>
            </a:avLst>
          </a:prstGeom>
          <a:solidFill>
            <a:srgbClr val="FFFFFF"/>
          </a:solidFill>
          <a:ln w="9525">
            <a:solidFill>
              <a:srgbClr val="000000"/>
            </a:solidFill>
            <a:round/>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dirty="0">
                <a:solidFill>
                  <a:srgbClr val="0000FF"/>
                </a:solidFill>
                <a:latin typeface="Times New Roman" panose="02020603050405020304" pitchFamily="18" charset="0"/>
              </a:rPr>
              <a:t>存储器</a:t>
            </a:r>
          </a:p>
        </p:txBody>
      </p:sp>
      <p:sp>
        <p:nvSpPr>
          <p:cNvPr id="26" name="Text Box 26">
            <a:extLst>
              <a:ext uri="{FF2B5EF4-FFF2-40B4-BE49-F238E27FC236}">
                <a16:creationId xmlns:a16="http://schemas.microsoft.com/office/drawing/2014/main" id="{54E88D4A-83E5-754A-95C2-96514D0AF379}"/>
              </a:ext>
            </a:extLst>
          </p:cNvPr>
          <p:cNvSpPr txBox="1">
            <a:spLocks noChangeArrowheads="1"/>
          </p:cNvSpPr>
          <p:nvPr/>
        </p:nvSpPr>
        <p:spPr bwMode="auto">
          <a:xfrm>
            <a:off x="3173412" y="6021388"/>
            <a:ext cx="792163" cy="431800"/>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索引</a:t>
            </a:r>
          </a:p>
        </p:txBody>
      </p:sp>
      <p:sp>
        <p:nvSpPr>
          <p:cNvPr id="27" name="Text Box 27">
            <a:extLst>
              <a:ext uri="{FF2B5EF4-FFF2-40B4-BE49-F238E27FC236}">
                <a16:creationId xmlns:a16="http://schemas.microsoft.com/office/drawing/2014/main" id="{64023FFD-39BE-3297-4CC2-D95E1474F640}"/>
              </a:ext>
            </a:extLst>
          </p:cNvPr>
          <p:cNvSpPr txBox="1">
            <a:spLocks noChangeArrowheads="1"/>
          </p:cNvSpPr>
          <p:nvPr/>
        </p:nvSpPr>
        <p:spPr bwMode="auto">
          <a:xfrm>
            <a:off x="4038600" y="6237288"/>
            <a:ext cx="1152525" cy="360362"/>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统计数据</a:t>
            </a:r>
          </a:p>
        </p:txBody>
      </p:sp>
      <p:sp>
        <p:nvSpPr>
          <p:cNvPr id="114733" name="Text Box 8">
            <a:extLst>
              <a:ext uri="{FF2B5EF4-FFF2-40B4-BE49-F238E27FC236}">
                <a16:creationId xmlns:a16="http://schemas.microsoft.com/office/drawing/2014/main" id="{8D86C5BC-8F0A-FB35-ACAA-EF38CD03D49F}"/>
              </a:ext>
            </a:extLst>
          </p:cNvPr>
          <p:cNvSpPr txBox="1">
            <a:spLocks noChangeArrowheads="1"/>
          </p:cNvSpPr>
          <p:nvPr/>
        </p:nvSpPr>
        <p:spPr bwMode="auto">
          <a:xfrm>
            <a:off x="2392363" y="5084763"/>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kumimoji="1" lang="zh-CN" altLang="zh-CN" sz="2400">
              <a:latin typeface="Arial" panose="020B0604020202020204" pitchFamily="34" charset="0"/>
            </a:endParaRPr>
          </a:p>
        </p:txBody>
      </p:sp>
      <p:sp>
        <p:nvSpPr>
          <p:cNvPr id="114734" name="Rectangle 3">
            <a:extLst>
              <a:ext uri="{FF2B5EF4-FFF2-40B4-BE49-F238E27FC236}">
                <a16:creationId xmlns:a16="http://schemas.microsoft.com/office/drawing/2014/main" id="{31542415-755D-16D6-CCE0-FC9EE904B7BC}"/>
              </a:ext>
            </a:extLst>
          </p:cNvPr>
          <p:cNvSpPr>
            <a:spLocks noChangeArrowheads="1"/>
          </p:cNvSpPr>
          <p:nvPr/>
        </p:nvSpPr>
        <p:spPr bwMode="auto">
          <a:xfrm>
            <a:off x="1517650" y="4148138"/>
            <a:ext cx="6121400" cy="1190625"/>
          </a:xfrm>
          <a:prstGeom prst="rect">
            <a:avLst/>
          </a:prstGeom>
          <a:solidFill>
            <a:srgbClr val="FFFFFF"/>
          </a:solidFill>
          <a:ln w="9525" cap="rnd">
            <a:solidFill>
              <a:srgbClr val="000000"/>
            </a:solidFill>
            <a:prstDash val="sysDot"/>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endParaRPr lang="zh-CN" altLang="en-US" sz="1800"/>
          </a:p>
        </p:txBody>
      </p:sp>
      <p:sp>
        <p:nvSpPr>
          <p:cNvPr id="114735" name="Rectangle 4">
            <a:extLst>
              <a:ext uri="{FF2B5EF4-FFF2-40B4-BE49-F238E27FC236}">
                <a16:creationId xmlns:a16="http://schemas.microsoft.com/office/drawing/2014/main" id="{12B44190-3110-A6F6-CC42-40800541A5AE}"/>
              </a:ext>
            </a:extLst>
          </p:cNvPr>
          <p:cNvSpPr>
            <a:spLocks noChangeArrowheads="1"/>
          </p:cNvSpPr>
          <p:nvPr/>
        </p:nvSpPr>
        <p:spPr bwMode="auto">
          <a:xfrm>
            <a:off x="1230312" y="2781300"/>
            <a:ext cx="7273925" cy="1196975"/>
          </a:xfrm>
          <a:prstGeom prst="rect">
            <a:avLst/>
          </a:prstGeom>
          <a:solidFill>
            <a:srgbClr val="FFFFFF"/>
          </a:solidFill>
          <a:ln w="9525" cap="rnd">
            <a:solidFill>
              <a:srgbClr val="000000"/>
            </a:solidFill>
            <a:prstDash val="sysDot"/>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endParaRPr lang="zh-CN" altLang="en-US" sz="1800"/>
          </a:p>
        </p:txBody>
      </p:sp>
      <p:sp>
        <p:nvSpPr>
          <p:cNvPr id="114736" name="Text Box 5">
            <a:extLst>
              <a:ext uri="{FF2B5EF4-FFF2-40B4-BE49-F238E27FC236}">
                <a16:creationId xmlns:a16="http://schemas.microsoft.com/office/drawing/2014/main" id="{A4FD8CB3-4EDB-86D8-036B-3D32CCD91C72}"/>
              </a:ext>
            </a:extLst>
          </p:cNvPr>
          <p:cNvSpPr txBox="1">
            <a:spLocks noChangeArrowheads="1"/>
          </p:cNvSpPr>
          <p:nvPr/>
        </p:nvSpPr>
        <p:spPr bwMode="auto">
          <a:xfrm>
            <a:off x="2741612" y="1989138"/>
            <a:ext cx="7921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编写</a:t>
            </a:r>
          </a:p>
        </p:txBody>
      </p:sp>
      <p:sp>
        <p:nvSpPr>
          <p:cNvPr id="114737" name="Text Box 6">
            <a:extLst>
              <a:ext uri="{FF2B5EF4-FFF2-40B4-BE49-F238E27FC236}">
                <a16:creationId xmlns:a16="http://schemas.microsoft.com/office/drawing/2014/main" id="{7D4E252D-3AB6-3247-0586-9ED991B0784C}"/>
              </a:ext>
            </a:extLst>
          </p:cNvPr>
          <p:cNvSpPr txBox="1">
            <a:spLocks noChangeArrowheads="1"/>
          </p:cNvSpPr>
          <p:nvPr/>
        </p:nvSpPr>
        <p:spPr bwMode="auto">
          <a:xfrm>
            <a:off x="7350125" y="1989138"/>
            <a:ext cx="720725"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使用</a:t>
            </a:r>
          </a:p>
        </p:txBody>
      </p:sp>
      <p:sp>
        <p:nvSpPr>
          <p:cNvPr id="114738" name="Text Box 7">
            <a:extLst>
              <a:ext uri="{FF2B5EF4-FFF2-40B4-BE49-F238E27FC236}">
                <a16:creationId xmlns:a16="http://schemas.microsoft.com/office/drawing/2014/main" id="{9F2B9EEF-7AF4-AEC4-3576-828E1006C9D1}"/>
              </a:ext>
            </a:extLst>
          </p:cNvPr>
          <p:cNvSpPr txBox="1">
            <a:spLocks noChangeArrowheads="1"/>
          </p:cNvSpPr>
          <p:nvPr/>
        </p:nvSpPr>
        <p:spPr bwMode="auto">
          <a:xfrm>
            <a:off x="4325937" y="1989138"/>
            <a:ext cx="792163"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使用</a:t>
            </a:r>
          </a:p>
        </p:txBody>
      </p:sp>
      <p:sp>
        <p:nvSpPr>
          <p:cNvPr id="114739" name="Text Box 8">
            <a:extLst>
              <a:ext uri="{FF2B5EF4-FFF2-40B4-BE49-F238E27FC236}">
                <a16:creationId xmlns:a16="http://schemas.microsoft.com/office/drawing/2014/main" id="{831B7FA0-AF50-393C-172F-7406873A16B6}"/>
              </a:ext>
            </a:extLst>
          </p:cNvPr>
          <p:cNvSpPr txBox="1">
            <a:spLocks noChangeArrowheads="1"/>
          </p:cNvSpPr>
          <p:nvPr/>
        </p:nvSpPr>
        <p:spPr bwMode="auto">
          <a:xfrm>
            <a:off x="1085850" y="1916113"/>
            <a:ext cx="676275" cy="20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使用</a:t>
            </a:r>
          </a:p>
        </p:txBody>
      </p:sp>
      <p:sp>
        <p:nvSpPr>
          <p:cNvPr id="114740" name="Text Box 9">
            <a:extLst>
              <a:ext uri="{FF2B5EF4-FFF2-40B4-BE49-F238E27FC236}">
                <a16:creationId xmlns:a16="http://schemas.microsoft.com/office/drawing/2014/main" id="{C4F754FF-570C-F0C8-49AA-572B73474A5A}"/>
              </a:ext>
            </a:extLst>
          </p:cNvPr>
          <p:cNvSpPr txBox="1">
            <a:spLocks noChangeArrowheads="1"/>
          </p:cNvSpPr>
          <p:nvPr/>
        </p:nvSpPr>
        <p:spPr bwMode="auto">
          <a:xfrm>
            <a:off x="2597150" y="2936875"/>
            <a:ext cx="1873250" cy="347663"/>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编译器和连接器</a:t>
            </a:r>
          </a:p>
        </p:txBody>
      </p:sp>
      <p:sp>
        <p:nvSpPr>
          <p:cNvPr id="114741" name="Text Box 10">
            <a:extLst>
              <a:ext uri="{FF2B5EF4-FFF2-40B4-BE49-F238E27FC236}">
                <a16:creationId xmlns:a16="http://schemas.microsoft.com/office/drawing/2014/main" id="{C0A42D6F-DE72-AB36-4F2C-B29F846F410C}"/>
              </a:ext>
            </a:extLst>
          </p:cNvPr>
          <p:cNvSpPr txBox="1">
            <a:spLocks noChangeArrowheads="1"/>
          </p:cNvSpPr>
          <p:nvPr/>
        </p:nvSpPr>
        <p:spPr bwMode="auto">
          <a:xfrm>
            <a:off x="1301750" y="2852738"/>
            <a:ext cx="1152525" cy="647700"/>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应用程序目标代码</a:t>
            </a:r>
          </a:p>
        </p:txBody>
      </p:sp>
      <p:sp>
        <p:nvSpPr>
          <p:cNvPr id="114742" name="Text Box 11">
            <a:extLst>
              <a:ext uri="{FF2B5EF4-FFF2-40B4-BE49-F238E27FC236}">
                <a16:creationId xmlns:a16="http://schemas.microsoft.com/office/drawing/2014/main" id="{579AAB28-1525-EA62-662B-2D5860A3D072}"/>
              </a:ext>
            </a:extLst>
          </p:cNvPr>
          <p:cNvSpPr txBox="1">
            <a:spLocks noChangeArrowheads="1"/>
          </p:cNvSpPr>
          <p:nvPr/>
        </p:nvSpPr>
        <p:spPr bwMode="auto">
          <a:xfrm>
            <a:off x="3101975" y="3573463"/>
            <a:ext cx="1100137" cy="288925"/>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执行引擎</a:t>
            </a:r>
          </a:p>
        </p:txBody>
      </p:sp>
      <p:sp>
        <p:nvSpPr>
          <p:cNvPr id="114743" name="Text Box 12">
            <a:extLst>
              <a:ext uri="{FF2B5EF4-FFF2-40B4-BE49-F238E27FC236}">
                <a16:creationId xmlns:a16="http://schemas.microsoft.com/office/drawing/2014/main" id="{7E24D5D0-3143-D205-F49C-98EEAA06169C}"/>
              </a:ext>
            </a:extLst>
          </p:cNvPr>
          <p:cNvSpPr txBox="1">
            <a:spLocks noChangeArrowheads="1"/>
          </p:cNvSpPr>
          <p:nvPr/>
        </p:nvSpPr>
        <p:spPr bwMode="auto">
          <a:xfrm>
            <a:off x="5981700" y="2997200"/>
            <a:ext cx="1008062" cy="647700"/>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en-US" altLang="zh-CN" sz="2000">
                <a:latin typeface="Arial" panose="020B0604020202020204" pitchFamily="34" charset="0"/>
              </a:rPr>
              <a:t>DDL</a:t>
            </a:r>
            <a:r>
              <a:rPr kumimoji="1" lang="zh-CN" altLang="en-US" sz="2000">
                <a:latin typeface="Times New Roman" panose="02020603050405020304" pitchFamily="18" charset="0"/>
              </a:rPr>
              <a:t>解释器</a:t>
            </a:r>
          </a:p>
        </p:txBody>
      </p:sp>
      <p:sp>
        <p:nvSpPr>
          <p:cNvPr id="114744" name="Text Box 13">
            <a:extLst>
              <a:ext uri="{FF2B5EF4-FFF2-40B4-BE49-F238E27FC236}">
                <a16:creationId xmlns:a16="http://schemas.microsoft.com/office/drawing/2014/main" id="{28589AC3-D8A5-B18A-D78E-D3C4FB4F6733}"/>
              </a:ext>
            </a:extLst>
          </p:cNvPr>
          <p:cNvSpPr txBox="1">
            <a:spLocks noChangeArrowheads="1"/>
          </p:cNvSpPr>
          <p:nvPr/>
        </p:nvSpPr>
        <p:spPr bwMode="auto">
          <a:xfrm>
            <a:off x="4614862" y="2924175"/>
            <a:ext cx="893763" cy="649288"/>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en-US" altLang="zh-CN" sz="2000">
                <a:latin typeface="Arial" panose="020B0604020202020204" pitchFamily="34" charset="0"/>
              </a:rPr>
              <a:t>DML</a:t>
            </a:r>
            <a:r>
              <a:rPr kumimoji="1" lang="zh-CN" altLang="en-US" sz="2000">
                <a:latin typeface="Times New Roman" panose="02020603050405020304" pitchFamily="18" charset="0"/>
              </a:rPr>
              <a:t>处理器</a:t>
            </a:r>
          </a:p>
        </p:txBody>
      </p:sp>
      <p:sp>
        <p:nvSpPr>
          <p:cNvPr id="114745" name="Line 14">
            <a:extLst>
              <a:ext uri="{FF2B5EF4-FFF2-40B4-BE49-F238E27FC236}">
                <a16:creationId xmlns:a16="http://schemas.microsoft.com/office/drawing/2014/main" id="{B13A93DC-511E-2FB6-3289-91D5A75405C5}"/>
              </a:ext>
            </a:extLst>
          </p:cNvPr>
          <p:cNvSpPr>
            <a:spLocks noChangeShapeType="1"/>
          </p:cNvSpPr>
          <p:nvPr/>
        </p:nvSpPr>
        <p:spPr bwMode="auto">
          <a:xfrm>
            <a:off x="6989762" y="1989138"/>
            <a:ext cx="0" cy="342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46" name="Line 15">
            <a:extLst>
              <a:ext uri="{FF2B5EF4-FFF2-40B4-BE49-F238E27FC236}">
                <a16:creationId xmlns:a16="http://schemas.microsoft.com/office/drawing/2014/main" id="{82217377-3005-5428-0F5C-D809C8F8129A}"/>
              </a:ext>
            </a:extLst>
          </p:cNvPr>
          <p:cNvSpPr>
            <a:spLocks noChangeShapeType="1"/>
          </p:cNvSpPr>
          <p:nvPr/>
        </p:nvSpPr>
        <p:spPr bwMode="auto">
          <a:xfrm>
            <a:off x="3533775" y="1916113"/>
            <a:ext cx="4762" cy="4302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47" name="Line 16">
            <a:extLst>
              <a:ext uri="{FF2B5EF4-FFF2-40B4-BE49-F238E27FC236}">
                <a16:creationId xmlns:a16="http://schemas.microsoft.com/office/drawing/2014/main" id="{387FF0C1-DE0B-E4E5-561E-69D941F2D2A6}"/>
              </a:ext>
            </a:extLst>
          </p:cNvPr>
          <p:cNvSpPr>
            <a:spLocks noChangeShapeType="1"/>
          </p:cNvSpPr>
          <p:nvPr/>
        </p:nvSpPr>
        <p:spPr bwMode="auto">
          <a:xfrm>
            <a:off x="3424237" y="2641600"/>
            <a:ext cx="0" cy="2968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48" name="Line 17">
            <a:extLst>
              <a:ext uri="{FF2B5EF4-FFF2-40B4-BE49-F238E27FC236}">
                <a16:creationId xmlns:a16="http://schemas.microsoft.com/office/drawing/2014/main" id="{F84667A3-FEB8-2CAC-FE78-7E6830D56799}"/>
              </a:ext>
            </a:extLst>
          </p:cNvPr>
          <p:cNvSpPr>
            <a:spLocks noChangeShapeType="1"/>
          </p:cNvSpPr>
          <p:nvPr/>
        </p:nvSpPr>
        <p:spPr bwMode="auto">
          <a:xfrm flipV="1">
            <a:off x="1878012" y="1989138"/>
            <a:ext cx="0" cy="1984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49" name="Line 18">
            <a:extLst>
              <a:ext uri="{FF2B5EF4-FFF2-40B4-BE49-F238E27FC236}">
                <a16:creationId xmlns:a16="http://schemas.microsoft.com/office/drawing/2014/main" id="{D014CEAF-0E1F-6ABA-6F0E-148D45F4F2EB}"/>
              </a:ext>
            </a:extLst>
          </p:cNvPr>
          <p:cNvSpPr>
            <a:spLocks noChangeShapeType="1"/>
          </p:cNvSpPr>
          <p:nvPr/>
        </p:nvSpPr>
        <p:spPr bwMode="auto">
          <a:xfrm>
            <a:off x="1878012" y="2636838"/>
            <a:ext cx="0" cy="215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50" name="Line 19">
            <a:extLst>
              <a:ext uri="{FF2B5EF4-FFF2-40B4-BE49-F238E27FC236}">
                <a16:creationId xmlns:a16="http://schemas.microsoft.com/office/drawing/2014/main" id="{BC942EE0-DEF1-174D-50C5-465EBE8D9DC9}"/>
              </a:ext>
            </a:extLst>
          </p:cNvPr>
          <p:cNvSpPr>
            <a:spLocks noChangeShapeType="1"/>
          </p:cNvSpPr>
          <p:nvPr/>
        </p:nvSpPr>
        <p:spPr bwMode="auto">
          <a:xfrm>
            <a:off x="2454275" y="3068638"/>
            <a:ext cx="1428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51" name="Line 20">
            <a:extLst>
              <a:ext uri="{FF2B5EF4-FFF2-40B4-BE49-F238E27FC236}">
                <a16:creationId xmlns:a16="http://schemas.microsoft.com/office/drawing/2014/main" id="{2D5FED82-2E7B-8CCB-08EE-95FE5286C1D6}"/>
              </a:ext>
            </a:extLst>
          </p:cNvPr>
          <p:cNvSpPr>
            <a:spLocks noChangeShapeType="1"/>
          </p:cNvSpPr>
          <p:nvPr/>
        </p:nvSpPr>
        <p:spPr bwMode="auto">
          <a:xfrm>
            <a:off x="4470400" y="3141663"/>
            <a:ext cx="1555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52" name="Line 21">
            <a:extLst>
              <a:ext uri="{FF2B5EF4-FFF2-40B4-BE49-F238E27FC236}">
                <a16:creationId xmlns:a16="http://schemas.microsoft.com/office/drawing/2014/main" id="{441300DD-068B-0E76-CA2C-EA3CE60869D7}"/>
              </a:ext>
            </a:extLst>
          </p:cNvPr>
          <p:cNvSpPr>
            <a:spLocks noChangeShapeType="1"/>
          </p:cNvSpPr>
          <p:nvPr/>
        </p:nvSpPr>
        <p:spPr bwMode="auto">
          <a:xfrm flipV="1">
            <a:off x="5046662" y="3573463"/>
            <a:ext cx="0" cy="215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53" name="Line 22">
            <a:extLst>
              <a:ext uri="{FF2B5EF4-FFF2-40B4-BE49-F238E27FC236}">
                <a16:creationId xmlns:a16="http://schemas.microsoft.com/office/drawing/2014/main" id="{8F188C0E-234D-3A5B-D76E-0193E7E6B2F1}"/>
              </a:ext>
            </a:extLst>
          </p:cNvPr>
          <p:cNvSpPr>
            <a:spLocks noChangeShapeType="1"/>
          </p:cNvSpPr>
          <p:nvPr/>
        </p:nvSpPr>
        <p:spPr bwMode="auto">
          <a:xfrm>
            <a:off x="2238375" y="3517900"/>
            <a:ext cx="0" cy="1984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54" name="Line 23">
            <a:extLst>
              <a:ext uri="{FF2B5EF4-FFF2-40B4-BE49-F238E27FC236}">
                <a16:creationId xmlns:a16="http://schemas.microsoft.com/office/drawing/2014/main" id="{34A44958-3AA6-650C-F7E5-BC46CABED16E}"/>
              </a:ext>
            </a:extLst>
          </p:cNvPr>
          <p:cNvSpPr>
            <a:spLocks noChangeShapeType="1"/>
          </p:cNvSpPr>
          <p:nvPr/>
        </p:nvSpPr>
        <p:spPr bwMode="auto">
          <a:xfrm>
            <a:off x="4254500" y="3789363"/>
            <a:ext cx="18716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55" name="Text Box 25">
            <a:extLst>
              <a:ext uri="{FF2B5EF4-FFF2-40B4-BE49-F238E27FC236}">
                <a16:creationId xmlns:a16="http://schemas.microsoft.com/office/drawing/2014/main" id="{F0D01589-0C9F-3795-1964-368A32CEC6B7}"/>
              </a:ext>
            </a:extLst>
          </p:cNvPr>
          <p:cNvSpPr txBox="1">
            <a:spLocks noChangeArrowheads="1"/>
          </p:cNvSpPr>
          <p:nvPr/>
        </p:nvSpPr>
        <p:spPr bwMode="auto">
          <a:xfrm>
            <a:off x="2238375" y="5876925"/>
            <a:ext cx="777875" cy="288925"/>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数据</a:t>
            </a:r>
          </a:p>
        </p:txBody>
      </p:sp>
      <p:sp>
        <p:nvSpPr>
          <p:cNvPr id="114756" name="Text Box 28">
            <a:extLst>
              <a:ext uri="{FF2B5EF4-FFF2-40B4-BE49-F238E27FC236}">
                <a16:creationId xmlns:a16="http://schemas.microsoft.com/office/drawing/2014/main" id="{3C8BC7FF-4661-09FB-30BB-83B3D607A4BD}"/>
              </a:ext>
            </a:extLst>
          </p:cNvPr>
          <p:cNvSpPr txBox="1">
            <a:spLocks noChangeArrowheads="1"/>
          </p:cNvSpPr>
          <p:nvPr/>
        </p:nvSpPr>
        <p:spPr bwMode="auto">
          <a:xfrm>
            <a:off x="4902200" y="5803900"/>
            <a:ext cx="1150937" cy="360363"/>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数据字典</a:t>
            </a:r>
          </a:p>
        </p:txBody>
      </p:sp>
      <p:sp>
        <p:nvSpPr>
          <p:cNvPr id="114757" name="AutoShape 29">
            <a:extLst>
              <a:ext uri="{FF2B5EF4-FFF2-40B4-BE49-F238E27FC236}">
                <a16:creationId xmlns:a16="http://schemas.microsoft.com/office/drawing/2014/main" id="{2E09F05F-5064-CB6B-6D84-C676C9D8C8D2}"/>
              </a:ext>
            </a:extLst>
          </p:cNvPr>
          <p:cNvSpPr>
            <a:spLocks noChangeArrowheads="1"/>
          </p:cNvSpPr>
          <p:nvPr/>
        </p:nvSpPr>
        <p:spPr bwMode="auto">
          <a:xfrm>
            <a:off x="1373187" y="1557338"/>
            <a:ext cx="1292225" cy="379412"/>
          </a:xfrm>
          <a:prstGeom prst="flowChartAlternateProcess">
            <a:avLst/>
          </a:prstGeom>
          <a:solidFill>
            <a:srgbClr val="FFFFFF"/>
          </a:solidFill>
          <a:ln w="9525">
            <a:solidFill>
              <a:srgbClr val="000000"/>
            </a:solidFill>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kumimoji="1" lang="zh-CN" altLang="en-US" sz="2000">
                <a:latin typeface="Times New Roman" panose="02020603050405020304" pitchFamily="18" charset="0"/>
              </a:rPr>
              <a:t>初级用户</a:t>
            </a:r>
          </a:p>
        </p:txBody>
      </p:sp>
      <p:sp>
        <p:nvSpPr>
          <p:cNvPr id="114758" name="AutoShape 30">
            <a:extLst>
              <a:ext uri="{FF2B5EF4-FFF2-40B4-BE49-F238E27FC236}">
                <a16:creationId xmlns:a16="http://schemas.microsoft.com/office/drawing/2014/main" id="{CF9C6911-9C89-77DE-90F1-5D797E817B91}"/>
              </a:ext>
            </a:extLst>
          </p:cNvPr>
          <p:cNvSpPr>
            <a:spLocks noChangeArrowheads="1"/>
          </p:cNvSpPr>
          <p:nvPr/>
        </p:nvSpPr>
        <p:spPr bwMode="auto">
          <a:xfrm>
            <a:off x="2814637" y="1557338"/>
            <a:ext cx="1511300" cy="358775"/>
          </a:xfrm>
          <a:prstGeom prst="flowChartAlternateProcess">
            <a:avLst/>
          </a:prstGeom>
          <a:solidFill>
            <a:srgbClr val="FFFFFF"/>
          </a:solidFill>
          <a:ln w="9525">
            <a:solidFill>
              <a:srgbClr val="000000"/>
            </a:solidFill>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kumimoji="1" lang="zh-CN" altLang="en-US" sz="2000">
                <a:latin typeface="Times New Roman" panose="02020603050405020304" pitchFamily="18" charset="0"/>
              </a:rPr>
              <a:t>应用程序员</a:t>
            </a:r>
          </a:p>
        </p:txBody>
      </p:sp>
      <p:sp>
        <p:nvSpPr>
          <p:cNvPr id="114759" name="AutoShape 31">
            <a:extLst>
              <a:ext uri="{FF2B5EF4-FFF2-40B4-BE49-F238E27FC236}">
                <a16:creationId xmlns:a16="http://schemas.microsoft.com/office/drawing/2014/main" id="{4FB4C84E-52AB-4D4E-E8DA-4CC321373E2B}"/>
              </a:ext>
            </a:extLst>
          </p:cNvPr>
          <p:cNvSpPr>
            <a:spLocks noChangeArrowheads="1"/>
          </p:cNvSpPr>
          <p:nvPr/>
        </p:nvSpPr>
        <p:spPr bwMode="auto">
          <a:xfrm>
            <a:off x="5981700" y="1557338"/>
            <a:ext cx="1512887" cy="431800"/>
          </a:xfrm>
          <a:prstGeom prst="flowChartAlternateProcess">
            <a:avLst/>
          </a:prstGeom>
          <a:solidFill>
            <a:srgbClr val="FFFFFF"/>
          </a:solidFill>
          <a:ln w="9525">
            <a:solidFill>
              <a:srgbClr val="000000"/>
            </a:solidFill>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系统管理员</a:t>
            </a:r>
          </a:p>
        </p:txBody>
      </p:sp>
      <p:sp>
        <p:nvSpPr>
          <p:cNvPr id="114760" name="AutoShape 32">
            <a:extLst>
              <a:ext uri="{FF2B5EF4-FFF2-40B4-BE49-F238E27FC236}">
                <a16:creationId xmlns:a16="http://schemas.microsoft.com/office/drawing/2014/main" id="{FB4EC585-4A13-1634-D7F0-029D25D696BE}"/>
              </a:ext>
            </a:extLst>
          </p:cNvPr>
          <p:cNvSpPr>
            <a:spLocks noChangeArrowheads="1"/>
          </p:cNvSpPr>
          <p:nvPr/>
        </p:nvSpPr>
        <p:spPr bwMode="auto">
          <a:xfrm>
            <a:off x="4470400" y="1557338"/>
            <a:ext cx="1295400" cy="358775"/>
          </a:xfrm>
          <a:prstGeom prst="flowChartAlternateProcess">
            <a:avLst/>
          </a:prstGeom>
          <a:solidFill>
            <a:srgbClr val="FFFFFF"/>
          </a:solidFill>
          <a:ln w="9525">
            <a:solidFill>
              <a:srgbClr val="000000"/>
            </a:solidFill>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高级用户</a:t>
            </a:r>
          </a:p>
        </p:txBody>
      </p:sp>
      <p:sp>
        <p:nvSpPr>
          <p:cNvPr id="114761" name="Oval 33">
            <a:extLst>
              <a:ext uri="{FF2B5EF4-FFF2-40B4-BE49-F238E27FC236}">
                <a16:creationId xmlns:a16="http://schemas.microsoft.com/office/drawing/2014/main" id="{743FA3D0-2E4B-4E70-1A23-A71DBD6374E5}"/>
              </a:ext>
            </a:extLst>
          </p:cNvPr>
          <p:cNvSpPr>
            <a:spLocks noChangeArrowheads="1"/>
          </p:cNvSpPr>
          <p:nvPr/>
        </p:nvSpPr>
        <p:spPr bwMode="auto">
          <a:xfrm>
            <a:off x="1014412" y="2205038"/>
            <a:ext cx="1820863" cy="431800"/>
          </a:xfrm>
          <a:prstGeom prst="ellipse">
            <a:avLst/>
          </a:prstGeom>
          <a:solidFill>
            <a:srgbClr val="FFFFFF"/>
          </a:solidFill>
          <a:ln w="9525">
            <a:solidFill>
              <a:srgbClr val="000000"/>
            </a:solidFill>
            <a:round/>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应用界面</a:t>
            </a:r>
          </a:p>
        </p:txBody>
      </p:sp>
      <p:sp>
        <p:nvSpPr>
          <p:cNvPr id="114762" name="Oval 34">
            <a:extLst>
              <a:ext uri="{FF2B5EF4-FFF2-40B4-BE49-F238E27FC236}">
                <a16:creationId xmlns:a16="http://schemas.microsoft.com/office/drawing/2014/main" id="{6CC462E4-7146-7C54-D0E4-5AE8F49112CA}"/>
              </a:ext>
            </a:extLst>
          </p:cNvPr>
          <p:cNvSpPr>
            <a:spLocks noChangeArrowheads="1"/>
          </p:cNvSpPr>
          <p:nvPr/>
        </p:nvSpPr>
        <p:spPr bwMode="auto">
          <a:xfrm>
            <a:off x="2886075" y="2276475"/>
            <a:ext cx="1719262" cy="431800"/>
          </a:xfrm>
          <a:prstGeom prst="ellipse">
            <a:avLst/>
          </a:prstGeom>
          <a:solidFill>
            <a:srgbClr val="FFFFFF"/>
          </a:solidFill>
          <a:ln w="9525">
            <a:solidFill>
              <a:srgbClr val="000000"/>
            </a:solidFill>
            <a:round/>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应用程序</a:t>
            </a:r>
          </a:p>
        </p:txBody>
      </p:sp>
      <p:sp>
        <p:nvSpPr>
          <p:cNvPr id="114763" name="Oval 36">
            <a:extLst>
              <a:ext uri="{FF2B5EF4-FFF2-40B4-BE49-F238E27FC236}">
                <a16:creationId xmlns:a16="http://schemas.microsoft.com/office/drawing/2014/main" id="{B8FAE70D-E2DF-8A20-D245-D36027C2D1FE}"/>
              </a:ext>
            </a:extLst>
          </p:cNvPr>
          <p:cNvSpPr>
            <a:spLocks noChangeArrowheads="1"/>
          </p:cNvSpPr>
          <p:nvPr/>
        </p:nvSpPr>
        <p:spPr bwMode="auto">
          <a:xfrm>
            <a:off x="4722812" y="2273300"/>
            <a:ext cx="1763713" cy="434975"/>
          </a:xfrm>
          <a:prstGeom prst="ellipse">
            <a:avLst/>
          </a:prstGeom>
          <a:solidFill>
            <a:srgbClr val="FFFFFF"/>
          </a:solidFill>
          <a:ln w="9525">
            <a:solidFill>
              <a:srgbClr val="000000"/>
            </a:solidFill>
            <a:round/>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查询工具</a:t>
            </a:r>
          </a:p>
        </p:txBody>
      </p:sp>
      <p:sp>
        <p:nvSpPr>
          <p:cNvPr id="114764" name="Line 37">
            <a:extLst>
              <a:ext uri="{FF2B5EF4-FFF2-40B4-BE49-F238E27FC236}">
                <a16:creationId xmlns:a16="http://schemas.microsoft.com/office/drawing/2014/main" id="{AF4E673B-2C6B-A5BE-F970-06DDF6002D11}"/>
              </a:ext>
            </a:extLst>
          </p:cNvPr>
          <p:cNvSpPr>
            <a:spLocks noChangeShapeType="1"/>
          </p:cNvSpPr>
          <p:nvPr/>
        </p:nvSpPr>
        <p:spPr bwMode="auto">
          <a:xfrm>
            <a:off x="5189537" y="1916113"/>
            <a:ext cx="0" cy="3603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65" name="Text Box 38">
            <a:extLst>
              <a:ext uri="{FF2B5EF4-FFF2-40B4-BE49-F238E27FC236}">
                <a16:creationId xmlns:a16="http://schemas.microsoft.com/office/drawing/2014/main" id="{AD6B58C8-8912-71DE-921B-3B062083BD34}"/>
              </a:ext>
            </a:extLst>
          </p:cNvPr>
          <p:cNvSpPr txBox="1">
            <a:spLocks noChangeArrowheads="1"/>
          </p:cNvSpPr>
          <p:nvPr/>
        </p:nvSpPr>
        <p:spPr bwMode="auto">
          <a:xfrm>
            <a:off x="7494587" y="2924175"/>
            <a:ext cx="800100" cy="649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dirty="0">
                <a:solidFill>
                  <a:srgbClr val="0000FF"/>
                </a:solidFill>
                <a:latin typeface="Times New Roman" panose="02020603050405020304" pitchFamily="18" charset="0"/>
              </a:rPr>
              <a:t>查询处理器</a:t>
            </a:r>
          </a:p>
        </p:txBody>
      </p:sp>
      <p:sp>
        <p:nvSpPr>
          <p:cNvPr id="114766" name="Line 39">
            <a:extLst>
              <a:ext uri="{FF2B5EF4-FFF2-40B4-BE49-F238E27FC236}">
                <a16:creationId xmlns:a16="http://schemas.microsoft.com/office/drawing/2014/main" id="{55DEC506-C523-D6EA-2164-2088311EF63A}"/>
              </a:ext>
            </a:extLst>
          </p:cNvPr>
          <p:cNvSpPr>
            <a:spLocks noChangeShapeType="1"/>
          </p:cNvSpPr>
          <p:nvPr/>
        </p:nvSpPr>
        <p:spPr bwMode="auto">
          <a:xfrm flipV="1">
            <a:off x="6126162" y="3644900"/>
            <a:ext cx="0" cy="1444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67" name="Line 40">
            <a:extLst>
              <a:ext uri="{FF2B5EF4-FFF2-40B4-BE49-F238E27FC236}">
                <a16:creationId xmlns:a16="http://schemas.microsoft.com/office/drawing/2014/main" id="{D8B0EF77-ADC7-53BD-A3D2-2988ACA347BE}"/>
              </a:ext>
            </a:extLst>
          </p:cNvPr>
          <p:cNvSpPr>
            <a:spLocks noChangeShapeType="1"/>
          </p:cNvSpPr>
          <p:nvPr/>
        </p:nvSpPr>
        <p:spPr bwMode="auto">
          <a:xfrm>
            <a:off x="2238375" y="3716338"/>
            <a:ext cx="8001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68" name="Line 41">
            <a:extLst>
              <a:ext uri="{FF2B5EF4-FFF2-40B4-BE49-F238E27FC236}">
                <a16:creationId xmlns:a16="http://schemas.microsoft.com/office/drawing/2014/main" id="{2E489C2B-567B-7D98-3363-40ED7A67DB10}"/>
              </a:ext>
            </a:extLst>
          </p:cNvPr>
          <p:cNvSpPr>
            <a:spLocks noChangeShapeType="1"/>
          </p:cNvSpPr>
          <p:nvPr/>
        </p:nvSpPr>
        <p:spPr bwMode="auto">
          <a:xfrm>
            <a:off x="2454275" y="3429000"/>
            <a:ext cx="216058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69" name="Line 42">
            <a:extLst>
              <a:ext uri="{FF2B5EF4-FFF2-40B4-BE49-F238E27FC236}">
                <a16:creationId xmlns:a16="http://schemas.microsoft.com/office/drawing/2014/main" id="{72081250-3A58-CD89-9132-5A5907D240AE}"/>
              </a:ext>
            </a:extLst>
          </p:cNvPr>
          <p:cNvSpPr>
            <a:spLocks noChangeShapeType="1"/>
          </p:cNvSpPr>
          <p:nvPr/>
        </p:nvSpPr>
        <p:spPr bwMode="auto">
          <a:xfrm flipV="1">
            <a:off x="4452937" y="3132138"/>
            <a:ext cx="0" cy="1000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0" name="Line 43">
            <a:extLst>
              <a:ext uri="{FF2B5EF4-FFF2-40B4-BE49-F238E27FC236}">
                <a16:creationId xmlns:a16="http://schemas.microsoft.com/office/drawing/2014/main" id="{F4ABA0E5-805F-3760-CA54-231163CAAAF3}"/>
              </a:ext>
            </a:extLst>
          </p:cNvPr>
          <p:cNvSpPr>
            <a:spLocks noChangeShapeType="1"/>
          </p:cNvSpPr>
          <p:nvPr/>
        </p:nvSpPr>
        <p:spPr bwMode="auto">
          <a:xfrm>
            <a:off x="5262562" y="2708275"/>
            <a:ext cx="0" cy="215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1" name="Line 44">
            <a:extLst>
              <a:ext uri="{FF2B5EF4-FFF2-40B4-BE49-F238E27FC236}">
                <a16:creationId xmlns:a16="http://schemas.microsoft.com/office/drawing/2014/main" id="{69CE151B-271C-F833-BAC2-E9BD5B187155}"/>
              </a:ext>
            </a:extLst>
          </p:cNvPr>
          <p:cNvSpPr>
            <a:spLocks noChangeShapeType="1"/>
          </p:cNvSpPr>
          <p:nvPr/>
        </p:nvSpPr>
        <p:spPr bwMode="auto">
          <a:xfrm flipH="1">
            <a:off x="6846887" y="2641600"/>
            <a:ext cx="142875" cy="355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2" name="Line 45">
            <a:extLst>
              <a:ext uri="{FF2B5EF4-FFF2-40B4-BE49-F238E27FC236}">
                <a16:creationId xmlns:a16="http://schemas.microsoft.com/office/drawing/2014/main" id="{0ED5CE1B-7E76-815E-853E-8097AD678869}"/>
              </a:ext>
            </a:extLst>
          </p:cNvPr>
          <p:cNvSpPr>
            <a:spLocks noChangeShapeType="1"/>
          </p:cNvSpPr>
          <p:nvPr/>
        </p:nvSpPr>
        <p:spPr bwMode="auto">
          <a:xfrm flipH="1">
            <a:off x="5478462" y="2636838"/>
            <a:ext cx="1511300" cy="2873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3" name="Text Box 46">
            <a:extLst>
              <a:ext uri="{FF2B5EF4-FFF2-40B4-BE49-F238E27FC236}">
                <a16:creationId xmlns:a16="http://schemas.microsoft.com/office/drawing/2014/main" id="{FDAD5D76-0ABA-A545-A04C-C906AAB3D840}"/>
              </a:ext>
            </a:extLst>
          </p:cNvPr>
          <p:cNvSpPr txBox="1">
            <a:spLocks noChangeArrowheads="1"/>
          </p:cNvSpPr>
          <p:nvPr/>
        </p:nvSpPr>
        <p:spPr bwMode="auto">
          <a:xfrm>
            <a:off x="1662112" y="4206875"/>
            <a:ext cx="1008063" cy="661988"/>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缓冲区管理器</a:t>
            </a:r>
          </a:p>
        </p:txBody>
      </p:sp>
      <p:sp>
        <p:nvSpPr>
          <p:cNvPr id="114774" name="Text Box 47">
            <a:extLst>
              <a:ext uri="{FF2B5EF4-FFF2-40B4-BE49-F238E27FC236}">
                <a16:creationId xmlns:a16="http://schemas.microsoft.com/office/drawing/2014/main" id="{39527AD4-5D9A-F37C-C650-ADDCEBFD5676}"/>
              </a:ext>
            </a:extLst>
          </p:cNvPr>
          <p:cNvSpPr txBox="1">
            <a:spLocks noChangeArrowheads="1"/>
          </p:cNvSpPr>
          <p:nvPr/>
        </p:nvSpPr>
        <p:spPr bwMode="auto">
          <a:xfrm>
            <a:off x="5549900" y="4221163"/>
            <a:ext cx="1263650" cy="588962"/>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事务管理器</a:t>
            </a:r>
          </a:p>
        </p:txBody>
      </p:sp>
      <p:sp>
        <p:nvSpPr>
          <p:cNvPr id="114775" name="Text Box 48">
            <a:extLst>
              <a:ext uri="{FF2B5EF4-FFF2-40B4-BE49-F238E27FC236}">
                <a16:creationId xmlns:a16="http://schemas.microsoft.com/office/drawing/2014/main" id="{8794D28E-7B5C-441B-01B1-7F40F8FB336B}"/>
              </a:ext>
            </a:extLst>
          </p:cNvPr>
          <p:cNvSpPr txBox="1">
            <a:spLocks noChangeArrowheads="1"/>
          </p:cNvSpPr>
          <p:nvPr/>
        </p:nvSpPr>
        <p:spPr bwMode="auto">
          <a:xfrm>
            <a:off x="3881437" y="4206875"/>
            <a:ext cx="1381125" cy="661988"/>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权限及完整性管理器</a:t>
            </a:r>
          </a:p>
        </p:txBody>
      </p:sp>
      <p:sp>
        <p:nvSpPr>
          <p:cNvPr id="114776" name="Text Box 49">
            <a:extLst>
              <a:ext uri="{FF2B5EF4-FFF2-40B4-BE49-F238E27FC236}">
                <a16:creationId xmlns:a16="http://schemas.microsoft.com/office/drawing/2014/main" id="{271D8F49-B7F1-226D-704F-C6EF7E12DAD2}"/>
              </a:ext>
            </a:extLst>
          </p:cNvPr>
          <p:cNvSpPr txBox="1">
            <a:spLocks noChangeArrowheads="1"/>
          </p:cNvSpPr>
          <p:nvPr/>
        </p:nvSpPr>
        <p:spPr bwMode="auto">
          <a:xfrm>
            <a:off x="2814637" y="4221163"/>
            <a:ext cx="935038" cy="647700"/>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文件管理器</a:t>
            </a:r>
          </a:p>
        </p:txBody>
      </p:sp>
      <p:sp>
        <p:nvSpPr>
          <p:cNvPr id="114777" name="Text Box 50">
            <a:extLst>
              <a:ext uri="{FF2B5EF4-FFF2-40B4-BE49-F238E27FC236}">
                <a16:creationId xmlns:a16="http://schemas.microsoft.com/office/drawing/2014/main" id="{A3907835-BD02-E826-D8E1-54B78667E9FF}"/>
              </a:ext>
            </a:extLst>
          </p:cNvPr>
          <p:cNvSpPr txBox="1">
            <a:spLocks noChangeArrowheads="1"/>
          </p:cNvSpPr>
          <p:nvPr/>
        </p:nvSpPr>
        <p:spPr bwMode="auto">
          <a:xfrm>
            <a:off x="6126162" y="4868863"/>
            <a:ext cx="1376363" cy="2873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kumimoji="1" lang="zh-CN" altLang="en-US" sz="2000" dirty="0">
                <a:solidFill>
                  <a:srgbClr val="0000FF"/>
                </a:solidFill>
                <a:latin typeface="Times New Roman" panose="02020603050405020304" pitchFamily="18" charset="0"/>
              </a:rPr>
              <a:t>存储管理器</a:t>
            </a:r>
          </a:p>
        </p:txBody>
      </p:sp>
      <p:sp>
        <p:nvSpPr>
          <p:cNvPr id="114778" name="Line 51">
            <a:extLst>
              <a:ext uri="{FF2B5EF4-FFF2-40B4-BE49-F238E27FC236}">
                <a16:creationId xmlns:a16="http://schemas.microsoft.com/office/drawing/2014/main" id="{ABCD9BE6-75A8-46EA-6250-02BF24CB4901}"/>
              </a:ext>
            </a:extLst>
          </p:cNvPr>
          <p:cNvSpPr>
            <a:spLocks noChangeShapeType="1"/>
          </p:cNvSpPr>
          <p:nvPr/>
        </p:nvSpPr>
        <p:spPr bwMode="auto">
          <a:xfrm flipH="1">
            <a:off x="2165350" y="3860800"/>
            <a:ext cx="914400" cy="298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9" name="Line 52">
            <a:extLst>
              <a:ext uri="{FF2B5EF4-FFF2-40B4-BE49-F238E27FC236}">
                <a16:creationId xmlns:a16="http://schemas.microsoft.com/office/drawing/2014/main" id="{E5726FF2-46FD-C9EF-9FE6-E091D3A14D4C}"/>
              </a:ext>
            </a:extLst>
          </p:cNvPr>
          <p:cNvSpPr>
            <a:spLocks noChangeShapeType="1"/>
          </p:cNvSpPr>
          <p:nvPr/>
        </p:nvSpPr>
        <p:spPr bwMode="auto">
          <a:xfrm>
            <a:off x="3317875" y="3860800"/>
            <a:ext cx="0" cy="298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0" name="Line 53">
            <a:extLst>
              <a:ext uri="{FF2B5EF4-FFF2-40B4-BE49-F238E27FC236}">
                <a16:creationId xmlns:a16="http://schemas.microsoft.com/office/drawing/2014/main" id="{B0E3F369-D1F5-5FCA-B919-9F98451C31E1}"/>
              </a:ext>
            </a:extLst>
          </p:cNvPr>
          <p:cNvSpPr>
            <a:spLocks noChangeShapeType="1"/>
          </p:cNvSpPr>
          <p:nvPr/>
        </p:nvSpPr>
        <p:spPr bwMode="auto">
          <a:xfrm>
            <a:off x="3678237" y="3860800"/>
            <a:ext cx="800100" cy="298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1" name="Line 54">
            <a:extLst>
              <a:ext uri="{FF2B5EF4-FFF2-40B4-BE49-F238E27FC236}">
                <a16:creationId xmlns:a16="http://schemas.microsoft.com/office/drawing/2014/main" id="{F9A1E1B5-3941-86F7-A959-7849A2285769}"/>
              </a:ext>
            </a:extLst>
          </p:cNvPr>
          <p:cNvSpPr>
            <a:spLocks noChangeShapeType="1"/>
          </p:cNvSpPr>
          <p:nvPr/>
        </p:nvSpPr>
        <p:spPr bwMode="auto">
          <a:xfrm>
            <a:off x="4181475" y="3860800"/>
            <a:ext cx="2057400" cy="298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2" name="Line 55">
            <a:extLst>
              <a:ext uri="{FF2B5EF4-FFF2-40B4-BE49-F238E27FC236}">
                <a16:creationId xmlns:a16="http://schemas.microsoft.com/office/drawing/2014/main" id="{BFF77957-EBC0-64E2-3018-1AE313AFEB7C}"/>
              </a:ext>
            </a:extLst>
          </p:cNvPr>
          <p:cNvSpPr>
            <a:spLocks noChangeShapeType="1"/>
          </p:cNvSpPr>
          <p:nvPr/>
        </p:nvSpPr>
        <p:spPr bwMode="auto">
          <a:xfrm>
            <a:off x="2381250" y="4914900"/>
            <a:ext cx="0" cy="984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3" name="Line 56">
            <a:extLst>
              <a:ext uri="{FF2B5EF4-FFF2-40B4-BE49-F238E27FC236}">
                <a16:creationId xmlns:a16="http://schemas.microsoft.com/office/drawing/2014/main" id="{BF0D383A-CA09-9E22-6E96-865683097A47}"/>
              </a:ext>
            </a:extLst>
          </p:cNvPr>
          <p:cNvSpPr>
            <a:spLocks noChangeShapeType="1"/>
          </p:cNvSpPr>
          <p:nvPr/>
        </p:nvSpPr>
        <p:spPr bwMode="auto">
          <a:xfrm>
            <a:off x="2381250" y="5011738"/>
            <a:ext cx="34575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4" name="Line 57">
            <a:extLst>
              <a:ext uri="{FF2B5EF4-FFF2-40B4-BE49-F238E27FC236}">
                <a16:creationId xmlns:a16="http://schemas.microsoft.com/office/drawing/2014/main" id="{03AEC055-42A3-F603-236E-99F48C3B04AE}"/>
              </a:ext>
            </a:extLst>
          </p:cNvPr>
          <p:cNvSpPr>
            <a:spLocks noChangeShapeType="1"/>
          </p:cNvSpPr>
          <p:nvPr/>
        </p:nvSpPr>
        <p:spPr bwMode="auto">
          <a:xfrm flipH="1" flipV="1">
            <a:off x="5838825" y="4868863"/>
            <a:ext cx="0" cy="1444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5" name="Line 58">
            <a:extLst>
              <a:ext uri="{FF2B5EF4-FFF2-40B4-BE49-F238E27FC236}">
                <a16:creationId xmlns:a16="http://schemas.microsoft.com/office/drawing/2014/main" id="{C6A23A84-7FA3-E7AC-199E-5DB5E8E3ABB9}"/>
              </a:ext>
            </a:extLst>
          </p:cNvPr>
          <p:cNvSpPr>
            <a:spLocks noChangeShapeType="1"/>
          </p:cNvSpPr>
          <p:nvPr/>
        </p:nvSpPr>
        <p:spPr bwMode="auto">
          <a:xfrm>
            <a:off x="3295650" y="4914900"/>
            <a:ext cx="0" cy="984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6" name="Line 59">
            <a:extLst>
              <a:ext uri="{FF2B5EF4-FFF2-40B4-BE49-F238E27FC236}">
                <a16:creationId xmlns:a16="http://schemas.microsoft.com/office/drawing/2014/main" id="{CF0BF8A4-B303-641A-13A2-FA7B20441C0F}"/>
              </a:ext>
            </a:extLst>
          </p:cNvPr>
          <p:cNvSpPr>
            <a:spLocks noChangeShapeType="1"/>
          </p:cNvSpPr>
          <p:nvPr/>
        </p:nvSpPr>
        <p:spPr bwMode="auto">
          <a:xfrm>
            <a:off x="4438650" y="4914900"/>
            <a:ext cx="0" cy="984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7" name="Line 60">
            <a:extLst>
              <a:ext uri="{FF2B5EF4-FFF2-40B4-BE49-F238E27FC236}">
                <a16:creationId xmlns:a16="http://schemas.microsoft.com/office/drawing/2014/main" id="{32ECF76E-DB38-BF0C-FC8C-FA07C3972D36}"/>
              </a:ext>
            </a:extLst>
          </p:cNvPr>
          <p:cNvSpPr>
            <a:spLocks noChangeShapeType="1"/>
          </p:cNvSpPr>
          <p:nvPr/>
        </p:nvSpPr>
        <p:spPr bwMode="auto">
          <a:xfrm flipH="1">
            <a:off x="3965575" y="5011738"/>
            <a:ext cx="0" cy="504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8" name="Rectangle 61">
            <a:extLst>
              <a:ext uri="{FF2B5EF4-FFF2-40B4-BE49-F238E27FC236}">
                <a16:creationId xmlns:a16="http://schemas.microsoft.com/office/drawing/2014/main" id="{2555F3B6-CD0B-E57E-ECA4-12FB9D1C5BC2}"/>
              </a:ext>
            </a:extLst>
          </p:cNvPr>
          <p:cNvSpPr>
            <a:spLocks noChangeArrowheads="1"/>
          </p:cNvSpPr>
          <p:nvPr/>
        </p:nvSpPr>
        <p:spPr bwMode="auto">
          <a:xfrm>
            <a:off x="1709737" y="1655763"/>
            <a:ext cx="460851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endParaRPr lang="zh-CN" altLang="en-US" sz="1800"/>
          </a:p>
        </p:txBody>
      </p:sp>
      <p:sp>
        <p:nvSpPr>
          <p:cNvPr id="114792" name="AutoShape 66">
            <a:extLst>
              <a:ext uri="{FF2B5EF4-FFF2-40B4-BE49-F238E27FC236}">
                <a16:creationId xmlns:a16="http://schemas.microsoft.com/office/drawing/2014/main" id="{55ED1CB0-4984-0D0F-47EE-F4420A14ABC8}"/>
              </a:ext>
            </a:extLst>
          </p:cNvPr>
          <p:cNvSpPr>
            <a:spLocks noChangeArrowheads="1"/>
          </p:cNvSpPr>
          <p:nvPr/>
        </p:nvSpPr>
        <p:spPr bwMode="auto">
          <a:xfrm>
            <a:off x="869949" y="4146550"/>
            <a:ext cx="2447925" cy="1009650"/>
          </a:xfrm>
          <a:prstGeom prst="wedgeRoundRectCallout">
            <a:avLst>
              <a:gd name="adj1" fmla="val 17170"/>
              <a:gd name="adj2" fmla="val 86148"/>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kumimoji="1" lang="zh-CN" altLang="en-US" sz="2400">
                <a:latin typeface="Arial" panose="020B0604020202020204" pitchFamily="34" charset="0"/>
              </a:rPr>
              <a:t>用于存储数据库本身的内容</a:t>
            </a:r>
          </a:p>
        </p:txBody>
      </p:sp>
      <p:sp>
        <p:nvSpPr>
          <p:cNvPr id="114799" name="Oval 35">
            <a:extLst>
              <a:ext uri="{FF2B5EF4-FFF2-40B4-BE49-F238E27FC236}">
                <a16:creationId xmlns:a16="http://schemas.microsoft.com/office/drawing/2014/main" id="{A9D5B90D-054C-8E7E-1A4F-70BFE0775116}"/>
              </a:ext>
            </a:extLst>
          </p:cNvPr>
          <p:cNvSpPr>
            <a:spLocks noChangeArrowheads="1"/>
          </p:cNvSpPr>
          <p:nvPr/>
        </p:nvSpPr>
        <p:spPr bwMode="auto">
          <a:xfrm>
            <a:off x="6632575" y="2276475"/>
            <a:ext cx="1871662" cy="431800"/>
          </a:xfrm>
          <a:prstGeom prst="ellipse">
            <a:avLst/>
          </a:prstGeom>
          <a:solidFill>
            <a:srgbClr val="FFFFFF"/>
          </a:solidFill>
          <a:ln w="9525">
            <a:solidFill>
              <a:srgbClr val="000000"/>
            </a:solidFill>
            <a:round/>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管理工具</a:t>
            </a:r>
          </a:p>
        </p:txBody>
      </p:sp>
      <p:sp>
        <p:nvSpPr>
          <p:cNvPr id="114800" name="AutoShape 65">
            <a:extLst>
              <a:ext uri="{FF2B5EF4-FFF2-40B4-BE49-F238E27FC236}">
                <a16:creationId xmlns:a16="http://schemas.microsoft.com/office/drawing/2014/main" id="{5D9A3689-5174-2EA5-8F9C-549E1C87840C}"/>
              </a:ext>
            </a:extLst>
          </p:cNvPr>
          <p:cNvSpPr>
            <a:spLocks noChangeArrowheads="1"/>
          </p:cNvSpPr>
          <p:nvPr/>
        </p:nvSpPr>
        <p:spPr bwMode="auto">
          <a:xfrm>
            <a:off x="977900" y="1143000"/>
            <a:ext cx="7404100" cy="2413000"/>
          </a:xfrm>
          <a:prstGeom prst="wedgeRoundRectCallout">
            <a:avLst>
              <a:gd name="adj1" fmla="val 23984"/>
              <a:gd name="adj2" fmla="val 79272"/>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Char char="•"/>
            </a:pPr>
            <a:r>
              <a:rPr kumimoji="1" lang="zh-CN" altLang="en-US" sz="2400" dirty="0">
                <a:latin typeface="Arial" panose="020B0604020202020204" pitchFamily="34" charset="0"/>
              </a:rPr>
              <a:t>保证即使发生故障，数据库也能够保持在一致的（正确的）状态，并通过并发访问控制机制保证并发事务的执行不发生冲突</a:t>
            </a:r>
          </a:p>
          <a:p>
            <a:pPr eaLnBrk="1" hangingPunct="1">
              <a:spcBef>
                <a:spcPct val="0"/>
              </a:spcBef>
              <a:buClrTx/>
              <a:buSzTx/>
              <a:buFontTx/>
              <a:buChar char="•"/>
            </a:pPr>
            <a:r>
              <a:rPr kumimoji="1" lang="zh-CN" altLang="en-US" sz="2400" dirty="0">
                <a:latin typeface="Arial" panose="020B0604020202020204" pitchFamily="34" charset="0"/>
              </a:rPr>
              <a:t>典型的事务管理器功能包括并发控制管理、日志与恢复管理这两个主要部分，前者用于保证事务的原子性和隔离性，后者负责事务的持久性</a:t>
            </a:r>
          </a:p>
          <a:p>
            <a:pPr algn="ctr" eaLnBrk="1" hangingPunct="1">
              <a:spcBef>
                <a:spcPct val="0"/>
              </a:spcBef>
              <a:buClrTx/>
              <a:buSzTx/>
              <a:buFontTx/>
              <a:buNone/>
            </a:pPr>
            <a:endParaRPr kumimoji="1" lang="en-US" altLang="zh-CN" sz="2400" dirty="0">
              <a:latin typeface="Arial" panose="020B0604020202020204" pitchFamily="34" charset="0"/>
            </a:endParaRPr>
          </a:p>
        </p:txBody>
      </p:sp>
    </p:spTree>
    <p:extLst>
      <p:ext uri="{BB962C8B-B14F-4D97-AF65-F5344CB8AC3E}">
        <p14:creationId xmlns:p14="http://schemas.microsoft.com/office/powerpoint/2010/main" val="25793883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withEffect">
                                  <p:stCondLst>
                                    <p:cond delay="0"/>
                                  </p:stCondLst>
                                  <p:childTnLst>
                                    <p:set>
                                      <p:cBhvr>
                                        <p:cTn id="6" dur="1" fill="hold">
                                          <p:stCondLst>
                                            <p:cond delay="0"/>
                                          </p:stCondLst>
                                        </p:cTn>
                                        <p:tgtEl>
                                          <p:spTgt spid="114800"/>
                                        </p:tgtEl>
                                        <p:attrNameLst>
                                          <p:attrName>style.visibility</p:attrName>
                                        </p:attrNameLst>
                                      </p:cBhvr>
                                      <p:to>
                                        <p:strVal val="visible"/>
                                      </p:to>
                                    </p:set>
                                    <p:animEffect transition="in" filter="box(in)">
                                      <p:cBhvr>
                                        <p:cTn id="7" dur="500"/>
                                        <p:tgtEl>
                                          <p:spTgt spid="114800"/>
                                        </p:tgtEl>
                                      </p:cBhvr>
                                    </p:animEffect>
                                  </p:childTnLst>
                                  <p:subTnLst>
                                    <p:set>
                                      <p:cBhvr override="childStyle">
                                        <p:cTn dur="1" fill="hold" display="0" masterRel="nextClick" afterEffect="1"/>
                                        <p:tgtEl>
                                          <p:spTgt spid="114800"/>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14792"/>
                                        </p:tgtEl>
                                        <p:attrNameLst>
                                          <p:attrName>style.visibility</p:attrName>
                                        </p:attrNameLst>
                                      </p:cBhvr>
                                      <p:to>
                                        <p:strVal val="visible"/>
                                      </p:to>
                                    </p:set>
                                    <p:animEffect transition="in" filter="box(in)">
                                      <p:cBhvr>
                                        <p:cTn id="12" dur="500"/>
                                        <p:tgtEl>
                                          <p:spTgt spid="114792"/>
                                        </p:tgtEl>
                                      </p:cBhvr>
                                    </p:animEffect>
                                  </p:childTnLst>
                                  <p:subTnLst>
                                    <p:set>
                                      <p:cBhvr override="childStyle">
                                        <p:cTn dur="1" fill="hold" display="0" masterRel="nextClick" afterEffect="1"/>
                                        <p:tgtEl>
                                          <p:spTgt spid="11479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792" grpId="0" animBg="1"/>
      <p:bldP spid="114800"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697AC0FD-190D-473D-A059-D003465E8F28}"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14691"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14692"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5CA75515-450F-4216-87DB-463660D82225}" type="slidenum">
              <a:rPr lang="en-US" altLang="zh-CN" sz="1400">
                <a:solidFill>
                  <a:schemeClr val="tx1"/>
                </a:solidFill>
                <a:latin typeface="Times New Roman" pitchFamily="18" charset="0"/>
              </a:rPr>
              <a:pPr eaLnBrk="1" hangingPunct="1"/>
              <a:t>86</a:t>
            </a:fld>
            <a:r>
              <a:rPr lang="en-US" altLang="zh-CN" sz="1400">
                <a:solidFill>
                  <a:schemeClr val="tx1"/>
                </a:solidFill>
                <a:latin typeface="Times New Roman" pitchFamily="18" charset="0"/>
              </a:rPr>
              <a:t>/92</a:t>
            </a:r>
          </a:p>
        </p:txBody>
      </p:sp>
      <p:sp>
        <p:nvSpPr>
          <p:cNvPr id="114693" name="Rectangle 2"/>
          <p:cNvSpPr>
            <a:spLocks noGrp="1" noChangeArrowheads="1"/>
          </p:cNvSpPr>
          <p:nvPr>
            <p:ph type="title"/>
          </p:nvPr>
        </p:nvSpPr>
        <p:spPr/>
        <p:txBody>
          <a:bodyPr/>
          <a:lstStyle/>
          <a:p>
            <a:pPr eaLnBrk="1" hangingPunct="1"/>
            <a:r>
              <a:rPr lang="en-US" altLang="zh-CN" dirty="0"/>
              <a:t>1.7 </a:t>
            </a:r>
            <a:r>
              <a:rPr lang="zh-CN" altLang="en-US" dirty="0"/>
              <a:t>数据库系统体系结构</a:t>
            </a:r>
            <a:endParaRPr lang="en-US" altLang="zh-CN" dirty="0"/>
          </a:p>
        </p:txBody>
      </p:sp>
      <p:sp>
        <p:nvSpPr>
          <p:cNvPr id="24" name="AutoShape 24">
            <a:extLst>
              <a:ext uri="{FF2B5EF4-FFF2-40B4-BE49-F238E27FC236}">
                <a16:creationId xmlns:a16="http://schemas.microsoft.com/office/drawing/2014/main" id="{9BC6B6B5-62AB-00BA-098D-BA898365D203}"/>
              </a:ext>
            </a:extLst>
          </p:cNvPr>
          <p:cNvSpPr>
            <a:spLocks noChangeArrowheads="1"/>
          </p:cNvSpPr>
          <p:nvPr/>
        </p:nvSpPr>
        <p:spPr bwMode="auto">
          <a:xfrm>
            <a:off x="2093912" y="5445125"/>
            <a:ext cx="4176713" cy="1223963"/>
          </a:xfrm>
          <a:prstGeom prst="can">
            <a:avLst>
              <a:gd name="adj" fmla="val 16986"/>
            </a:avLst>
          </a:prstGeom>
          <a:solidFill>
            <a:srgbClr val="FFFFFF"/>
          </a:solidFill>
          <a:ln w="9525">
            <a:solidFill>
              <a:srgbClr val="000000"/>
            </a:solidFill>
            <a:round/>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dirty="0">
                <a:solidFill>
                  <a:srgbClr val="0000FF"/>
                </a:solidFill>
                <a:latin typeface="Times New Roman" panose="02020603050405020304" pitchFamily="18" charset="0"/>
              </a:rPr>
              <a:t>存储器</a:t>
            </a:r>
          </a:p>
        </p:txBody>
      </p:sp>
      <p:sp>
        <p:nvSpPr>
          <p:cNvPr id="26" name="Text Box 26">
            <a:extLst>
              <a:ext uri="{FF2B5EF4-FFF2-40B4-BE49-F238E27FC236}">
                <a16:creationId xmlns:a16="http://schemas.microsoft.com/office/drawing/2014/main" id="{54E88D4A-83E5-754A-95C2-96514D0AF379}"/>
              </a:ext>
            </a:extLst>
          </p:cNvPr>
          <p:cNvSpPr txBox="1">
            <a:spLocks noChangeArrowheads="1"/>
          </p:cNvSpPr>
          <p:nvPr/>
        </p:nvSpPr>
        <p:spPr bwMode="auto">
          <a:xfrm>
            <a:off x="3173412" y="6021388"/>
            <a:ext cx="792163" cy="431800"/>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索引</a:t>
            </a:r>
          </a:p>
        </p:txBody>
      </p:sp>
      <p:sp>
        <p:nvSpPr>
          <p:cNvPr id="27" name="Text Box 27">
            <a:extLst>
              <a:ext uri="{FF2B5EF4-FFF2-40B4-BE49-F238E27FC236}">
                <a16:creationId xmlns:a16="http://schemas.microsoft.com/office/drawing/2014/main" id="{64023FFD-39BE-3297-4CC2-D95E1474F640}"/>
              </a:ext>
            </a:extLst>
          </p:cNvPr>
          <p:cNvSpPr txBox="1">
            <a:spLocks noChangeArrowheads="1"/>
          </p:cNvSpPr>
          <p:nvPr/>
        </p:nvSpPr>
        <p:spPr bwMode="auto">
          <a:xfrm>
            <a:off x="4038600" y="6237288"/>
            <a:ext cx="1152525" cy="360362"/>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统计数据</a:t>
            </a:r>
          </a:p>
        </p:txBody>
      </p:sp>
      <p:sp>
        <p:nvSpPr>
          <p:cNvPr id="114733" name="Text Box 8">
            <a:extLst>
              <a:ext uri="{FF2B5EF4-FFF2-40B4-BE49-F238E27FC236}">
                <a16:creationId xmlns:a16="http://schemas.microsoft.com/office/drawing/2014/main" id="{8D86C5BC-8F0A-FB35-ACAA-EF38CD03D49F}"/>
              </a:ext>
            </a:extLst>
          </p:cNvPr>
          <p:cNvSpPr txBox="1">
            <a:spLocks noChangeArrowheads="1"/>
          </p:cNvSpPr>
          <p:nvPr/>
        </p:nvSpPr>
        <p:spPr bwMode="auto">
          <a:xfrm>
            <a:off x="2392363" y="5084763"/>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kumimoji="1" lang="zh-CN" altLang="zh-CN" sz="2400">
              <a:latin typeface="Arial" panose="020B0604020202020204" pitchFamily="34" charset="0"/>
            </a:endParaRPr>
          </a:p>
        </p:txBody>
      </p:sp>
      <p:sp>
        <p:nvSpPr>
          <p:cNvPr id="114734" name="Rectangle 3">
            <a:extLst>
              <a:ext uri="{FF2B5EF4-FFF2-40B4-BE49-F238E27FC236}">
                <a16:creationId xmlns:a16="http://schemas.microsoft.com/office/drawing/2014/main" id="{31542415-755D-16D6-CCE0-FC9EE904B7BC}"/>
              </a:ext>
            </a:extLst>
          </p:cNvPr>
          <p:cNvSpPr>
            <a:spLocks noChangeArrowheads="1"/>
          </p:cNvSpPr>
          <p:nvPr/>
        </p:nvSpPr>
        <p:spPr bwMode="auto">
          <a:xfrm>
            <a:off x="1517650" y="4148138"/>
            <a:ext cx="6121400" cy="1190625"/>
          </a:xfrm>
          <a:prstGeom prst="rect">
            <a:avLst/>
          </a:prstGeom>
          <a:solidFill>
            <a:srgbClr val="FFFFFF"/>
          </a:solidFill>
          <a:ln w="9525" cap="rnd">
            <a:solidFill>
              <a:srgbClr val="000000"/>
            </a:solidFill>
            <a:prstDash val="sysDot"/>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endParaRPr lang="zh-CN" altLang="en-US" sz="1800"/>
          </a:p>
        </p:txBody>
      </p:sp>
      <p:sp>
        <p:nvSpPr>
          <p:cNvPr id="114735" name="Rectangle 4">
            <a:extLst>
              <a:ext uri="{FF2B5EF4-FFF2-40B4-BE49-F238E27FC236}">
                <a16:creationId xmlns:a16="http://schemas.microsoft.com/office/drawing/2014/main" id="{12B44190-3110-A6F6-CC42-40800541A5AE}"/>
              </a:ext>
            </a:extLst>
          </p:cNvPr>
          <p:cNvSpPr>
            <a:spLocks noChangeArrowheads="1"/>
          </p:cNvSpPr>
          <p:nvPr/>
        </p:nvSpPr>
        <p:spPr bwMode="auto">
          <a:xfrm>
            <a:off x="1230312" y="2781300"/>
            <a:ext cx="7273925" cy="1196975"/>
          </a:xfrm>
          <a:prstGeom prst="rect">
            <a:avLst/>
          </a:prstGeom>
          <a:solidFill>
            <a:srgbClr val="FFFFFF"/>
          </a:solidFill>
          <a:ln w="9525" cap="rnd">
            <a:solidFill>
              <a:srgbClr val="000000"/>
            </a:solidFill>
            <a:prstDash val="sysDot"/>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endParaRPr lang="zh-CN" altLang="en-US" sz="1800"/>
          </a:p>
        </p:txBody>
      </p:sp>
      <p:sp>
        <p:nvSpPr>
          <p:cNvPr id="114736" name="Text Box 5">
            <a:extLst>
              <a:ext uri="{FF2B5EF4-FFF2-40B4-BE49-F238E27FC236}">
                <a16:creationId xmlns:a16="http://schemas.microsoft.com/office/drawing/2014/main" id="{A4FD8CB3-4EDB-86D8-036B-3D32CCD91C72}"/>
              </a:ext>
            </a:extLst>
          </p:cNvPr>
          <p:cNvSpPr txBox="1">
            <a:spLocks noChangeArrowheads="1"/>
          </p:cNvSpPr>
          <p:nvPr/>
        </p:nvSpPr>
        <p:spPr bwMode="auto">
          <a:xfrm>
            <a:off x="2741612" y="1989138"/>
            <a:ext cx="7921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编写</a:t>
            </a:r>
          </a:p>
        </p:txBody>
      </p:sp>
      <p:sp>
        <p:nvSpPr>
          <p:cNvPr id="114737" name="Text Box 6">
            <a:extLst>
              <a:ext uri="{FF2B5EF4-FFF2-40B4-BE49-F238E27FC236}">
                <a16:creationId xmlns:a16="http://schemas.microsoft.com/office/drawing/2014/main" id="{7D4E252D-3AB6-3247-0586-9ED991B0784C}"/>
              </a:ext>
            </a:extLst>
          </p:cNvPr>
          <p:cNvSpPr txBox="1">
            <a:spLocks noChangeArrowheads="1"/>
          </p:cNvSpPr>
          <p:nvPr/>
        </p:nvSpPr>
        <p:spPr bwMode="auto">
          <a:xfrm>
            <a:off x="7350125" y="1989138"/>
            <a:ext cx="720725"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使用</a:t>
            </a:r>
          </a:p>
        </p:txBody>
      </p:sp>
      <p:sp>
        <p:nvSpPr>
          <p:cNvPr id="114738" name="Text Box 7">
            <a:extLst>
              <a:ext uri="{FF2B5EF4-FFF2-40B4-BE49-F238E27FC236}">
                <a16:creationId xmlns:a16="http://schemas.microsoft.com/office/drawing/2014/main" id="{9F2B9EEF-7AF4-AEC4-3576-828E1006C9D1}"/>
              </a:ext>
            </a:extLst>
          </p:cNvPr>
          <p:cNvSpPr txBox="1">
            <a:spLocks noChangeArrowheads="1"/>
          </p:cNvSpPr>
          <p:nvPr/>
        </p:nvSpPr>
        <p:spPr bwMode="auto">
          <a:xfrm>
            <a:off x="4325937" y="1989138"/>
            <a:ext cx="792163"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使用</a:t>
            </a:r>
          </a:p>
        </p:txBody>
      </p:sp>
      <p:sp>
        <p:nvSpPr>
          <p:cNvPr id="114739" name="Text Box 8">
            <a:extLst>
              <a:ext uri="{FF2B5EF4-FFF2-40B4-BE49-F238E27FC236}">
                <a16:creationId xmlns:a16="http://schemas.microsoft.com/office/drawing/2014/main" id="{831B7FA0-AF50-393C-172F-7406873A16B6}"/>
              </a:ext>
            </a:extLst>
          </p:cNvPr>
          <p:cNvSpPr txBox="1">
            <a:spLocks noChangeArrowheads="1"/>
          </p:cNvSpPr>
          <p:nvPr/>
        </p:nvSpPr>
        <p:spPr bwMode="auto">
          <a:xfrm>
            <a:off x="1085850" y="1916113"/>
            <a:ext cx="676275" cy="20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使用</a:t>
            </a:r>
          </a:p>
        </p:txBody>
      </p:sp>
      <p:sp>
        <p:nvSpPr>
          <p:cNvPr id="114740" name="Text Box 9">
            <a:extLst>
              <a:ext uri="{FF2B5EF4-FFF2-40B4-BE49-F238E27FC236}">
                <a16:creationId xmlns:a16="http://schemas.microsoft.com/office/drawing/2014/main" id="{C4F754FF-570C-F0C8-49AA-572B73474A5A}"/>
              </a:ext>
            </a:extLst>
          </p:cNvPr>
          <p:cNvSpPr txBox="1">
            <a:spLocks noChangeArrowheads="1"/>
          </p:cNvSpPr>
          <p:nvPr/>
        </p:nvSpPr>
        <p:spPr bwMode="auto">
          <a:xfrm>
            <a:off x="2597150" y="2936875"/>
            <a:ext cx="1873250" cy="347663"/>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编译器和连接器</a:t>
            </a:r>
          </a:p>
        </p:txBody>
      </p:sp>
      <p:sp>
        <p:nvSpPr>
          <p:cNvPr id="114741" name="Text Box 10">
            <a:extLst>
              <a:ext uri="{FF2B5EF4-FFF2-40B4-BE49-F238E27FC236}">
                <a16:creationId xmlns:a16="http://schemas.microsoft.com/office/drawing/2014/main" id="{C0A42D6F-DE72-AB36-4F2C-B29F846F410C}"/>
              </a:ext>
            </a:extLst>
          </p:cNvPr>
          <p:cNvSpPr txBox="1">
            <a:spLocks noChangeArrowheads="1"/>
          </p:cNvSpPr>
          <p:nvPr/>
        </p:nvSpPr>
        <p:spPr bwMode="auto">
          <a:xfrm>
            <a:off x="1301750" y="2852738"/>
            <a:ext cx="1152525" cy="647700"/>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应用程序目标代码</a:t>
            </a:r>
          </a:p>
        </p:txBody>
      </p:sp>
      <p:sp>
        <p:nvSpPr>
          <p:cNvPr id="114742" name="Text Box 11">
            <a:extLst>
              <a:ext uri="{FF2B5EF4-FFF2-40B4-BE49-F238E27FC236}">
                <a16:creationId xmlns:a16="http://schemas.microsoft.com/office/drawing/2014/main" id="{579AAB28-1525-EA62-662B-2D5860A3D072}"/>
              </a:ext>
            </a:extLst>
          </p:cNvPr>
          <p:cNvSpPr txBox="1">
            <a:spLocks noChangeArrowheads="1"/>
          </p:cNvSpPr>
          <p:nvPr/>
        </p:nvSpPr>
        <p:spPr bwMode="auto">
          <a:xfrm>
            <a:off x="3101975" y="3573463"/>
            <a:ext cx="1100137" cy="288925"/>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执行引擎</a:t>
            </a:r>
          </a:p>
        </p:txBody>
      </p:sp>
      <p:sp>
        <p:nvSpPr>
          <p:cNvPr id="114743" name="Text Box 12">
            <a:extLst>
              <a:ext uri="{FF2B5EF4-FFF2-40B4-BE49-F238E27FC236}">
                <a16:creationId xmlns:a16="http://schemas.microsoft.com/office/drawing/2014/main" id="{7E24D5D0-3143-D205-F49C-98EEAA06169C}"/>
              </a:ext>
            </a:extLst>
          </p:cNvPr>
          <p:cNvSpPr txBox="1">
            <a:spLocks noChangeArrowheads="1"/>
          </p:cNvSpPr>
          <p:nvPr/>
        </p:nvSpPr>
        <p:spPr bwMode="auto">
          <a:xfrm>
            <a:off x="5981700" y="2997200"/>
            <a:ext cx="1008062" cy="647700"/>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en-US" altLang="zh-CN" sz="2000">
                <a:latin typeface="Arial" panose="020B0604020202020204" pitchFamily="34" charset="0"/>
              </a:rPr>
              <a:t>DDL</a:t>
            </a:r>
            <a:r>
              <a:rPr kumimoji="1" lang="zh-CN" altLang="en-US" sz="2000">
                <a:latin typeface="Times New Roman" panose="02020603050405020304" pitchFamily="18" charset="0"/>
              </a:rPr>
              <a:t>解释器</a:t>
            </a:r>
          </a:p>
        </p:txBody>
      </p:sp>
      <p:sp>
        <p:nvSpPr>
          <p:cNvPr id="114744" name="Text Box 13">
            <a:extLst>
              <a:ext uri="{FF2B5EF4-FFF2-40B4-BE49-F238E27FC236}">
                <a16:creationId xmlns:a16="http://schemas.microsoft.com/office/drawing/2014/main" id="{28589AC3-D8A5-B18A-D78E-D3C4FB4F6733}"/>
              </a:ext>
            </a:extLst>
          </p:cNvPr>
          <p:cNvSpPr txBox="1">
            <a:spLocks noChangeArrowheads="1"/>
          </p:cNvSpPr>
          <p:nvPr/>
        </p:nvSpPr>
        <p:spPr bwMode="auto">
          <a:xfrm>
            <a:off x="4614862" y="2924175"/>
            <a:ext cx="893763" cy="649288"/>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en-US" altLang="zh-CN" sz="2000">
                <a:latin typeface="Arial" panose="020B0604020202020204" pitchFamily="34" charset="0"/>
              </a:rPr>
              <a:t>DML</a:t>
            </a:r>
            <a:r>
              <a:rPr kumimoji="1" lang="zh-CN" altLang="en-US" sz="2000">
                <a:latin typeface="Times New Roman" panose="02020603050405020304" pitchFamily="18" charset="0"/>
              </a:rPr>
              <a:t>处理器</a:t>
            </a:r>
          </a:p>
        </p:txBody>
      </p:sp>
      <p:sp>
        <p:nvSpPr>
          <p:cNvPr id="114745" name="Line 14">
            <a:extLst>
              <a:ext uri="{FF2B5EF4-FFF2-40B4-BE49-F238E27FC236}">
                <a16:creationId xmlns:a16="http://schemas.microsoft.com/office/drawing/2014/main" id="{B13A93DC-511E-2FB6-3289-91D5A75405C5}"/>
              </a:ext>
            </a:extLst>
          </p:cNvPr>
          <p:cNvSpPr>
            <a:spLocks noChangeShapeType="1"/>
          </p:cNvSpPr>
          <p:nvPr/>
        </p:nvSpPr>
        <p:spPr bwMode="auto">
          <a:xfrm>
            <a:off x="6989762" y="1989138"/>
            <a:ext cx="0" cy="342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46" name="Line 15">
            <a:extLst>
              <a:ext uri="{FF2B5EF4-FFF2-40B4-BE49-F238E27FC236}">
                <a16:creationId xmlns:a16="http://schemas.microsoft.com/office/drawing/2014/main" id="{82217377-3005-5428-0F5C-D809C8F8129A}"/>
              </a:ext>
            </a:extLst>
          </p:cNvPr>
          <p:cNvSpPr>
            <a:spLocks noChangeShapeType="1"/>
          </p:cNvSpPr>
          <p:nvPr/>
        </p:nvSpPr>
        <p:spPr bwMode="auto">
          <a:xfrm>
            <a:off x="3533775" y="1916113"/>
            <a:ext cx="4762" cy="4302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47" name="Line 16">
            <a:extLst>
              <a:ext uri="{FF2B5EF4-FFF2-40B4-BE49-F238E27FC236}">
                <a16:creationId xmlns:a16="http://schemas.microsoft.com/office/drawing/2014/main" id="{387FF0C1-DE0B-E4E5-561E-69D941F2D2A6}"/>
              </a:ext>
            </a:extLst>
          </p:cNvPr>
          <p:cNvSpPr>
            <a:spLocks noChangeShapeType="1"/>
          </p:cNvSpPr>
          <p:nvPr/>
        </p:nvSpPr>
        <p:spPr bwMode="auto">
          <a:xfrm>
            <a:off x="3424237" y="2641600"/>
            <a:ext cx="0" cy="2968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48" name="Line 17">
            <a:extLst>
              <a:ext uri="{FF2B5EF4-FFF2-40B4-BE49-F238E27FC236}">
                <a16:creationId xmlns:a16="http://schemas.microsoft.com/office/drawing/2014/main" id="{F84667A3-FEB8-2CAC-FE78-7E6830D56799}"/>
              </a:ext>
            </a:extLst>
          </p:cNvPr>
          <p:cNvSpPr>
            <a:spLocks noChangeShapeType="1"/>
          </p:cNvSpPr>
          <p:nvPr/>
        </p:nvSpPr>
        <p:spPr bwMode="auto">
          <a:xfrm flipV="1">
            <a:off x="1878012" y="1989138"/>
            <a:ext cx="0" cy="1984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49" name="Line 18">
            <a:extLst>
              <a:ext uri="{FF2B5EF4-FFF2-40B4-BE49-F238E27FC236}">
                <a16:creationId xmlns:a16="http://schemas.microsoft.com/office/drawing/2014/main" id="{D014CEAF-0E1F-6ABA-6F0E-148D45F4F2EB}"/>
              </a:ext>
            </a:extLst>
          </p:cNvPr>
          <p:cNvSpPr>
            <a:spLocks noChangeShapeType="1"/>
          </p:cNvSpPr>
          <p:nvPr/>
        </p:nvSpPr>
        <p:spPr bwMode="auto">
          <a:xfrm>
            <a:off x="1878012" y="2636838"/>
            <a:ext cx="0" cy="215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50" name="Line 19">
            <a:extLst>
              <a:ext uri="{FF2B5EF4-FFF2-40B4-BE49-F238E27FC236}">
                <a16:creationId xmlns:a16="http://schemas.microsoft.com/office/drawing/2014/main" id="{BC942EE0-DEF1-174D-50C5-465EBE8D9DC9}"/>
              </a:ext>
            </a:extLst>
          </p:cNvPr>
          <p:cNvSpPr>
            <a:spLocks noChangeShapeType="1"/>
          </p:cNvSpPr>
          <p:nvPr/>
        </p:nvSpPr>
        <p:spPr bwMode="auto">
          <a:xfrm>
            <a:off x="2454275" y="3068638"/>
            <a:ext cx="1428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51" name="Line 20">
            <a:extLst>
              <a:ext uri="{FF2B5EF4-FFF2-40B4-BE49-F238E27FC236}">
                <a16:creationId xmlns:a16="http://schemas.microsoft.com/office/drawing/2014/main" id="{2D5FED82-2E7B-8CCB-08EE-95FE5286C1D6}"/>
              </a:ext>
            </a:extLst>
          </p:cNvPr>
          <p:cNvSpPr>
            <a:spLocks noChangeShapeType="1"/>
          </p:cNvSpPr>
          <p:nvPr/>
        </p:nvSpPr>
        <p:spPr bwMode="auto">
          <a:xfrm>
            <a:off x="4470400" y="3141663"/>
            <a:ext cx="1555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52" name="Line 21">
            <a:extLst>
              <a:ext uri="{FF2B5EF4-FFF2-40B4-BE49-F238E27FC236}">
                <a16:creationId xmlns:a16="http://schemas.microsoft.com/office/drawing/2014/main" id="{441300DD-068B-0E76-CA2C-EA3CE60869D7}"/>
              </a:ext>
            </a:extLst>
          </p:cNvPr>
          <p:cNvSpPr>
            <a:spLocks noChangeShapeType="1"/>
          </p:cNvSpPr>
          <p:nvPr/>
        </p:nvSpPr>
        <p:spPr bwMode="auto">
          <a:xfrm flipV="1">
            <a:off x="5046662" y="3573463"/>
            <a:ext cx="0" cy="215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53" name="Line 22">
            <a:extLst>
              <a:ext uri="{FF2B5EF4-FFF2-40B4-BE49-F238E27FC236}">
                <a16:creationId xmlns:a16="http://schemas.microsoft.com/office/drawing/2014/main" id="{8F188C0E-234D-3A5B-D76E-0193E7E6B2F1}"/>
              </a:ext>
            </a:extLst>
          </p:cNvPr>
          <p:cNvSpPr>
            <a:spLocks noChangeShapeType="1"/>
          </p:cNvSpPr>
          <p:nvPr/>
        </p:nvSpPr>
        <p:spPr bwMode="auto">
          <a:xfrm>
            <a:off x="2238375" y="3517900"/>
            <a:ext cx="0" cy="1984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54" name="Line 23">
            <a:extLst>
              <a:ext uri="{FF2B5EF4-FFF2-40B4-BE49-F238E27FC236}">
                <a16:creationId xmlns:a16="http://schemas.microsoft.com/office/drawing/2014/main" id="{34A44958-3AA6-650C-F7E5-BC46CABED16E}"/>
              </a:ext>
            </a:extLst>
          </p:cNvPr>
          <p:cNvSpPr>
            <a:spLocks noChangeShapeType="1"/>
          </p:cNvSpPr>
          <p:nvPr/>
        </p:nvSpPr>
        <p:spPr bwMode="auto">
          <a:xfrm>
            <a:off x="4254500" y="3789363"/>
            <a:ext cx="18716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55" name="Text Box 25">
            <a:extLst>
              <a:ext uri="{FF2B5EF4-FFF2-40B4-BE49-F238E27FC236}">
                <a16:creationId xmlns:a16="http://schemas.microsoft.com/office/drawing/2014/main" id="{F0D01589-0C9F-3795-1964-368A32CEC6B7}"/>
              </a:ext>
            </a:extLst>
          </p:cNvPr>
          <p:cNvSpPr txBox="1">
            <a:spLocks noChangeArrowheads="1"/>
          </p:cNvSpPr>
          <p:nvPr/>
        </p:nvSpPr>
        <p:spPr bwMode="auto">
          <a:xfrm>
            <a:off x="2238375" y="5876925"/>
            <a:ext cx="777875" cy="288925"/>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数据</a:t>
            </a:r>
          </a:p>
        </p:txBody>
      </p:sp>
      <p:sp>
        <p:nvSpPr>
          <p:cNvPr id="114756" name="Text Box 28">
            <a:extLst>
              <a:ext uri="{FF2B5EF4-FFF2-40B4-BE49-F238E27FC236}">
                <a16:creationId xmlns:a16="http://schemas.microsoft.com/office/drawing/2014/main" id="{3C8BC7FF-4661-09FB-30BB-83B3D607A4BD}"/>
              </a:ext>
            </a:extLst>
          </p:cNvPr>
          <p:cNvSpPr txBox="1">
            <a:spLocks noChangeArrowheads="1"/>
          </p:cNvSpPr>
          <p:nvPr/>
        </p:nvSpPr>
        <p:spPr bwMode="auto">
          <a:xfrm>
            <a:off x="4902200" y="5803900"/>
            <a:ext cx="1150937" cy="360363"/>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数据字典</a:t>
            </a:r>
          </a:p>
        </p:txBody>
      </p:sp>
      <p:sp>
        <p:nvSpPr>
          <p:cNvPr id="114757" name="AutoShape 29">
            <a:extLst>
              <a:ext uri="{FF2B5EF4-FFF2-40B4-BE49-F238E27FC236}">
                <a16:creationId xmlns:a16="http://schemas.microsoft.com/office/drawing/2014/main" id="{2E09F05F-5064-CB6B-6D84-C676C9D8C8D2}"/>
              </a:ext>
            </a:extLst>
          </p:cNvPr>
          <p:cNvSpPr>
            <a:spLocks noChangeArrowheads="1"/>
          </p:cNvSpPr>
          <p:nvPr/>
        </p:nvSpPr>
        <p:spPr bwMode="auto">
          <a:xfrm>
            <a:off x="1373187" y="1557338"/>
            <a:ext cx="1292225" cy="379412"/>
          </a:xfrm>
          <a:prstGeom prst="flowChartAlternateProcess">
            <a:avLst/>
          </a:prstGeom>
          <a:solidFill>
            <a:srgbClr val="FFFFFF"/>
          </a:solidFill>
          <a:ln w="9525">
            <a:solidFill>
              <a:srgbClr val="000000"/>
            </a:solidFill>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kumimoji="1" lang="zh-CN" altLang="en-US" sz="2000">
                <a:latin typeface="Times New Roman" panose="02020603050405020304" pitchFamily="18" charset="0"/>
              </a:rPr>
              <a:t>初级用户</a:t>
            </a:r>
          </a:p>
        </p:txBody>
      </p:sp>
      <p:sp>
        <p:nvSpPr>
          <p:cNvPr id="114758" name="AutoShape 30">
            <a:extLst>
              <a:ext uri="{FF2B5EF4-FFF2-40B4-BE49-F238E27FC236}">
                <a16:creationId xmlns:a16="http://schemas.microsoft.com/office/drawing/2014/main" id="{CF9C6911-9C89-77DE-90F1-5D797E817B91}"/>
              </a:ext>
            </a:extLst>
          </p:cNvPr>
          <p:cNvSpPr>
            <a:spLocks noChangeArrowheads="1"/>
          </p:cNvSpPr>
          <p:nvPr/>
        </p:nvSpPr>
        <p:spPr bwMode="auto">
          <a:xfrm>
            <a:off x="2814637" y="1557338"/>
            <a:ext cx="1511300" cy="358775"/>
          </a:xfrm>
          <a:prstGeom prst="flowChartAlternateProcess">
            <a:avLst/>
          </a:prstGeom>
          <a:solidFill>
            <a:srgbClr val="FFFFFF"/>
          </a:solidFill>
          <a:ln w="9525">
            <a:solidFill>
              <a:srgbClr val="000000"/>
            </a:solidFill>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kumimoji="1" lang="zh-CN" altLang="en-US" sz="2000">
                <a:latin typeface="Times New Roman" panose="02020603050405020304" pitchFamily="18" charset="0"/>
              </a:rPr>
              <a:t>应用程序员</a:t>
            </a:r>
          </a:p>
        </p:txBody>
      </p:sp>
      <p:sp>
        <p:nvSpPr>
          <p:cNvPr id="114759" name="AutoShape 31">
            <a:extLst>
              <a:ext uri="{FF2B5EF4-FFF2-40B4-BE49-F238E27FC236}">
                <a16:creationId xmlns:a16="http://schemas.microsoft.com/office/drawing/2014/main" id="{4FB4C84E-52AB-4D4E-E8DA-4CC321373E2B}"/>
              </a:ext>
            </a:extLst>
          </p:cNvPr>
          <p:cNvSpPr>
            <a:spLocks noChangeArrowheads="1"/>
          </p:cNvSpPr>
          <p:nvPr/>
        </p:nvSpPr>
        <p:spPr bwMode="auto">
          <a:xfrm>
            <a:off x="5981700" y="1557338"/>
            <a:ext cx="1512887" cy="431800"/>
          </a:xfrm>
          <a:prstGeom prst="flowChartAlternateProcess">
            <a:avLst/>
          </a:prstGeom>
          <a:solidFill>
            <a:srgbClr val="FFFFFF"/>
          </a:solidFill>
          <a:ln w="9525">
            <a:solidFill>
              <a:srgbClr val="000000"/>
            </a:solidFill>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系统管理员</a:t>
            </a:r>
          </a:p>
        </p:txBody>
      </p:sp>
      <p:sp>
        <p:nvSpPr>
          <p:cNvPr id="114760" name="AutoShape 32">
            <a:extLst>
              <a:ext uri="{FF2B5EF4-FFF2-40B4-BE49-F238E27FC236}">
                <a16:creationId xmlns:a16="http://schemas.microsoft.com/office/drawing/2014/main" id="{FB4EC585-4A13-1634-D7F0-029D25D696BE}"/>
              </a:ext>
            </a:extLst>
          </p:cNvPr>
          <p:cNvSpPr>
            <a:spLocks noChangeArrowheads="1"/>
          </p:cNvSpPr>
          <p:nvPr/>
        </p:nvSpPr>
        <p:spPr bwMode="auto">
          <a:xfrm>
            <a:off x="4470400" y="1557338"/>
            <a:ext cx="1295400" cy="358775"/>
          </a:xfrm>
          <a:prstGeom prst="flowChartAlternateProcess">
            <a:avLst/>
          </a:prstGeom>
          <a:solidFill>
            <a:srgbClr val="FFFFFF"/>
          </a:solidFill>
          <a:ln w="9525">
            <a:solidFill>
              <a:srgbClr val="000000"/>
            </a:solidFill>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高级用户</a:t>
            </a:r>
          </a:p>
        </p:txBody>
      </p:sp>
      <p:sp>
        <p:nvSpPr>
          <p:cNvPr id="114761" name="Oval 33">
            <a:extLst>
              <a:ext uri="{FF2B5EF4-FFF2-40B4-BE49-F238E27FC236}">
                <a16:creationId xmlns:a16="http://schemas.microsoft.com/office/drawing/2014/main" id="{743FA3D0-2E4B-4E70-1A23-A71DBD6374E5}"/>
              </a:ext>
            </a:extLst>
          </p:cNvPr>
          <p:cNvSpPr>
            <a:spLocks noChangeArrowheads="1"/>
          </p:cNvSpPr>
          <p:nvPr/>
        </p:nvSpPr>
        <p:spPr bwMode="auto">
          <a:xfrm>
            <a:off x="1014412" y="2205038"/>
            <a:ext cx="1820863" cy="431800"/>
          </a:xfrm>
          <a:prstGeom prst="ellipse">
            <a:avLst/>
          </a:prstGeom>
          <a:solidFill>
            <a:srgbClr val="FFFFFF"/>
          </a:solidFill>
          <a:ln w="9525">
            <a:solidFill>
              <a:srgbClr val="000000"/>
            </a:solidFill>
            <a:round/>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应用界面</a:t>
            </a:r>
          </a:p>
        </p:txBody>
      </p:sp>
      <p:sp>
        <p:nvSpPr>
          <p:cNvPr id="114762" name="Oval 34">
            <a:extLst>
              <a:ext uri="{FF2B5EF4-FFF2-40B4-BE49-F238E27FC236}">
                <a16:creationId xmlns:a16="http://schemas.microsoft.com/office/drawing/2014/main" id="{6CC462E4-7146-7C54-D0E4-5AE8F49112CA}"/>
              </a:ext>
            </a:extLst>
          </p:cNvPr>
          <p:cNvSpPr>
            <a:spLocks noChangeArrowheads="1"/>
          </p:cNvSpPr>
          <p:nvPr/>
        </p:nvSpPr>
        <p:spPr bwMode="auto">
          <a:xfrm>
            <a:off x="2886075" y="2276475"/>
            <a:ext cx="1719262" cy="431800"/>
          </a:xfrm>
          <a:prstGeom prst="ellipse">
            <a:avLst/>
          </a:prstGeom>
          <a:solidFill>
            <a:srgbClr val="FFFFFF"/>
          </a:solidFill>
          <a:ln w="9525">
            <a:solidFill>
              <a:srgbClr val="000000"/>
            </a:solidFill>
            <a:round/>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应用程序</a:t>
            </a:r>
          </a:p>
        </p:txBody>
      </p:sp>
      <p:sp>
        <p:nvSpPr>
          <p:cNvPr id="114763" name="Oval 36">
            <a:extLst>
              <a:ext uri="{FF2B5EF4-FFF2-40B4-BE49-F238E27FC236}">
                <a16:creationId xmlns:a16="http://schemas.microsoft.com/office/drawing/2014/main" id="{B8FAE70D-E2DF-8A20-D245-D36027C2D1FE}"/>
              </a:ext>
            </a:extLst>
          </p:cNvPr>
          <p:cNvSpPr>
            <a:spLocks noChangeArrowheads="1"/>
          </p:cNvSpPr>
          <p:nvPr/>
        </p:nvSpPr>
        <p:spPr bwMode="auto">
          <a:xfrm>
            <a:off x="4722812" y="2273300"/>
            <a:ext cx="1763713" cy="434975"/>
          </a:xfrm>
          <a:prstGeom prst="ellipse">
            <a:avLst/>
          </a:prstGeom>
          <a:solidFill>
            <a:srgbClr val="FFFFFF"/>
          </a:solidFill>
          <a:ln w="9525">
            <a:solidFill>
              <a:srgbClr val="000000"/>
            </a:solidFill>
            <a:round/>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查询工具</a:t>
            </a:r>
          </a:p>
        </p:txBody>
      </p:sp>
      <p:sp>
        <p:nvSpPr>
          <p:cNvPr id="114764" name="Line 37">
            <a:extLst>
              <a:ext uri="{FF2B5EF4-FFF2-40B4-BE49-F238E27FC236}">
                <a16:creationId xmlns:a16="http://schemas.microsoft.com/office/drawing/2014/main" id="{AF4E673B-2C6B-A5BE-F970-06DDF6002D11}"/>
              </a:ext>
            </a:extLst>
          </p:cNvPr>
          <p:cNvSpPr>
            <a:spLocks noChangeShapeType="1"/>
          </p:cNvSpPr>
          <p:nvPr/>
        </p:nvSpPr>
        <p:spPr bwMode="auto">
          <a:xfrm>
            <a:off x="5189537" y="1916113"/>
            <a:ext cx="0" cy="3603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65" name="Text Box 38">
            <a:extLst>
              <a:ext uri="{FF2B5EF4-FFF2-40B4-BE49-F238E27FC236}">
                <a16:creationId xmlns:a16="http://schemas.microsoft.com/office/drawing/2014/main" id="{AD6B58C8-8912-71DE-921B-3B062083BD34}"/>
              </a:ext>
            </a:extLst>
          </p:cNvPr>
          <p:cNvSpPr txBox="1">
            <a:spLocks noChangeArrowheads="1"/>
          </p:cNvSpPr>
          <p:nvPr/>
        </p:nvSpPr>
        <p:spPr bwMode="auto">
          <a:xfrm>
            <a:off x="7494587" y="2924175"/>
            <a:ext cx="800100" cy="649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dirty="0">
                <a:solidFill>
                  <a:srgbClr val="0000FF"/>
                </a:solidFill>
                <a:latin typeface="Times New Roman" panose="02020603050405020304" pitchFamily="18" charset="0"/>
              </a:rPr>
              <a:t>查询处理器</a:t>
            </a:r>
          </a:p>
        </p:txBody>
      </p:sp>
      <p:sp>
        <p:nvSpPr>
          <p:cNvPr id="114766" name="Line 39">
            <a:extLst>
              <a:ext uri="{FF2B5EF4-FFF2-40B4-BE49-F238E27FC236}">
                <a16:creationId xmlns:a16="http://schemas.microsoft.com/office/drawing/2014/main" id="{55DEC506-C523-D6EA-2164-2088311EF63A}"/>
              </a:ext>
            </a:extLst>
          </p:cNvPr>
          <p:cNvSpPr>
            <a:spLocks noChangeShapeType="1"/>
          </p:cNvSpPr>
          <p:nvPr/>
        </p:nvSpPr>
        <p:spPr bwMode="auto">
          <a:xfrm flipV="1">
            <a:off x="6126162" y="3644900"/>
            <a:ext cx="0" cy="1444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67" name="Line 40">
            <a:extLst>
              <a:ext uri="{FF2B5EF4-FFF2-40B4-BE49-F238E27FC236}">
                <a16:creationId xmlns:a16="http://schemas.microsoft.com/office/drawing/2014/main" id="{D8B0EF77-ADC7-53BD-A3D2-2988ACA347BE}"/>
              </a:ext>
            </a:extLst>
          </p:cNvPr>
          <p:cNvSpPr>
            <a:spLocks noChangeShapeType="1"/>
          </p:cNvSpPr>
          <p:nvPr/>
        </p:nvSpPr>
        <p:spPr bwMode="auto">
          <a:xfrm>
            <a:off x="2238375" y="3716338"/>
            <a:ext cx="8001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68" name="Line 41">
            <a:extLst>
              <a:ext uri="{FF2B5EF4-FFF2-40B4-BE49-F238E27FC236}">
                <a16:creationId xmlns:a16="http://schemas.microsoft.com/office/drawing/2014/main" id="{2E489C2B-567B-7D98-3363-40ED7A67DB10}"/>
              </a:ext>
            </a:extLst>
          </p:cNvPr>
          <p:cNvSpPr>
            <a:spLocks noChangeShapeType="1"/>
          </p:cNvSpPr>
          <p:nvPr/>
        </p:nvSpPr>
        <p:spPr bwMode="auto">
          <a:xfrm>
            <a:off x="2454275" y="3429000"/>
            <a:ext cx="216058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69" name="Line 42">
            <a:extLst>
              <a:ext uri="{FF2B5EF4-FFF2-40B4-BE49-F238E27FC236}">
                <a16:creationId xmlns:a16="http://schemas.microsoft.com/office/drawing/2014/main" id="{72081250-3A58-CD89-9132-5A5907D240AE}"/>
              </a:ext>
            </a:extLst>
          </p:cNvPr>
          <p:cNvSpPr>
            <a:spLocks noChangeShapeType="1"/>
          </p:cNvSpPr>
          <p:nvPr/>
        </p:nvSpPr>
        <p:spPr bwMode="auto">
          <a:xfrm flipV="1">
            <a:off x="4452937" y="3132138"/>
            <a:ext cx="0" cy="1000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0" name="Line 43">
            <a:extLst>
              <a:ext uri="{FF2B5EF4-FFF2-40B4-BE49-F238E27FC236}">
                <a16:creationId xmlns:a16="http://schemas.microsoft.com/office/drawing/2014/main" id="{F4ABA0E5-805F-3760-CA54-231163CAAAF3}"/>
              </a:ext>
            </a:extLst>
          </p:cNvPr>
          <p:cNvSpPr>
            <a:spLocks noChangeShapeType="1"/>
          </p:cNvSpPr>
          <p:nvPr/>
        </p:nvSpPr>
        <p:spPr bwMode="auto">
          <a:xfrm>
            <a:off x="5262562" y="2708275"/>
            <a:ext cx="0" cy="215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1" name="Line 44">
            <a:extLst>
              <a:ext uri="{FF2B5EF4-FFF2-40B4-BE49-F238E27FC236}">
                <a16:creationId xmlns:a16="http://schemas.microsoft.com/office/drawing/2014/main" id="{69CE151B-271C-F833-BAC2-E9BD5B187155}"/>
              </a:ext>
            </a:extLst>
          </p:cNvPr>
          <p:cNvSpPr>
            <a:spLocks noChangeShapeType="1"/>
          </p:cNvSpPr>
          <p:nvPr/>
        </p:nvSpPr>
        <p:spPr bwMode="auto">
          <a:xfrm flipH="1">
            <a:off x="6846887" y="2641600"/>
            <a:ext cx="142875" cy="355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2" name="Line 45">
            <a:extLst>
              <a:ext uri="{FF2B5EF4-FFF2-40B4-BE49-F238E27FC236}">
                <a16:creationId xmlns:a16="http://schemas.microsoft.com/office/drawing/2014/main" id="{0ED5CE1B-7E76-815E-853E-8097AD678869}"/>
              </a:ext>
            </a:extLst>
          </p:cNvPr>
          <p:cNvSpPr>
            <a:spLocks noChangeShapeType="1"/>
          </p:cNvSpPr>
          <p:nvPr/>
        </p:nvSpPr>
        <p:spPr bwMode="auto">
          <a:xfrm flipH="1">
            <a:off x="5478462" y="2636838"/>
            <a:ext cx="1511300" cy="2873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3" name="Text Box 46">
            <a:extLst>
              <a:ext uri="{FF2B5EF4-FFF2-40B4-BE49-F238E27FC236}">
                <a16:creationId xmlns:a16="http://schemas.microsoft.com/office/drawing/2014/main" id="{FDAD5D76-0ABA-A545-A04C-C906AAB3D840}"/>
              </a:ext>
            </a:extLst>
          </p:cNvPr>
          <p:cNvSpPr txBox="1">
            <a:spLocks noChangeArrowheads="1"/>
          </p:cNvSpPr>
          <p:nvPr/>
        </p:nvSpPr>
        <p:spPr bwMode="auto">
          <a:xfrm>
            <a:off x="1662112" y="4206875"/>
            <a:ext cx="1008063" cy="661988"/>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缓冲区管理器</a:t>
            </a:r>
          </a:p>
        </p:txBody>
      </p:sp>
      <p:sp>
        <p:nvSpPr>
          <p:cNvPr id="114774" name="Text Box 47">
            <a:extLst>
              <a:ext uri="{FF2B5EF4-FFF2-40B4-BE49-F238E27FC236}">
                <a16:creationId xmlns:a16="http://schemas.microsoft.com/office/drawing/2014/main" id="{39527AD4-5D9A-F37C-C650-ADDCEBFD5676}"/>
              </a:ext>
            </a:extLst>
          </p:cNvPr>
          <p:cNvSpPr txBox="1">
            <a:spLocks noChangeArrowheads="1"/>
          </p:cNvSpPr>
          <p:nvPr/>
        </p:nvSpPr>
        <p:spPr bwMode="auto">
          <a:xfrm>
            <a:off x="5549900" y="4221163"/>
            <a:ext cx="1263650" cy="588962"/>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dirty="0">
                <a:latin typeface="Times New Roman" panose="02020603050405020304" pitchFamily="18" charset="0"/>
              </a:rPr>
              <a:t>事务管理器</a:t>
            </a:r>
          </a:p>
        </p:txBody>
      </p:sp>
      <p:sp>
        <p:nvSpPr>
          <p:cNvPr id="114775" name="Text Box 48">
            <a:extLst>
              <a:ext uri="{FF2B5EF4-FFF2-40B4-BE49-F238E27FC236}">
                <a16:creationId xmlns:a16="http://schemas.microsoft.com/office/drawing/2014/main" id="{8794D28E-7B5C-441B-01B1-7F40F8FB336B}"/>
              </a:ext>
            </a:extLst>
          </p:cNvPr>
          <p:cNvSpPr txBox="1">
            <a:spLocks noChangeArrowheads="1"/>
          </p:cNvSpPr>
          <p:nvPr/>
        </p:nvSpPr>
        <p:spPr bwMode="auto">
          <a:xfrm>
            <a:off x="3881437" y="4206875"/>
            <a:ext cx="1381125" cy="661988"/>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权限及完整性管理器</a:t>
            </a:r>
          </a:p>
        </p:txBody>
      </p:sp>
      <p:sp>
        <p:nvSpPr>
          <p:cNvPr id="114776" name="Text Box 49">
            <a:extLst>
              <a:ext uri="{FF2B5EF4-FFF2-40B4-BE49-F238E27FC236}">
                <a16:creationId xmlns:a16="http://schemas.microsoft.com/office/drawing/2014/main" id="{271D8F49-B7F1-226D-704F-C6EF7E12DAD2}"/>
              </a:ext>
            </a:extLst>
          </p:cNvPr>
          <p:cNvSpPr txBox="1">
            <a:spLocks noChangeArrowheads="1"/>
          </p:cNvSpPr>
          <p:nvPr/>
        </p:nvSpPr>
        <p:spPr bwMode="auto">
          <a:xfrm>
            <a:off x="2814637" y="4221163"/>
            <a:ext cx="935038" cy="647700"/>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文件管理器</a:t>
            </a:r>
          </a:p>
        </p:txBody>
      </p:sp>
      <p:sp>
        <p:nvSpPr>
          <p:cNvPr id="114777" name="Text Box 50">
            <a:extLst>
              <a:ext uri="{FF2B5EF4-FFF2-40B4-BE49-F238E27FC236}">
                <a16:creationId xmlns:a16="http://schemas.microsoft.com/office/drawing/2014/main" id="{A3907835-BD02-E826-D8E1-54B78667E9FF}"/>
              </a:ext>
            </a:extLst>
          </p:cNvPr>
          <p:cNvSpPr txBox="1">
            <a:spLocks noChangeArrowheads="1"/>
          </p:cNvSpPr>
          <p:nvPr/>
        </p:nvSpPr>
        <p:spPr bwMode="auto">
          <a:xfrm>
            <a:off x="6126162" y="4868863"/>
            <a:ext cx="1376363" cy="2873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kumimoji="1" lang="zh-CN" altLang="en-US" sz="2000" dirty="0">
                <a:solidFill>
                  <a:srgbClr val="0000FF"/>
                </a:solidFill>
                <a:latin typeface="Times New Roman" panose="02020603050405020304" pitchFamily="18" charset="0"/>
              </a:rPr>
              <a:t>存储管理器</a:t>
            </a:r>
          </a:p>
        </p:txBody>
      </p:sp>
      <p:sp>
        <p:nvSpPr>
          <p:cNvPr id="114778" name="Line 51">
            <a:extLst>
              <a:ext uri="{FF2B5EF4-FFF2-40B4-BE49-F238E27FC236}">
                <a16:creationId xmlns:a16="http://schemas.microsoft.com/office/drawing/2014/main" id="{ABCD9BE6-75A8-46EA-6250-02BF24CB4901}"/>
              </a:ext>
            </a:extLst>
          </p:cNvPr>
          <p:cNvSpPr>
            <a:spLocks noChangeShapeType="1"/>
          </p:cNvSpPr>
          <p:nvPr/>
        </p:nvSpPr>
        <p:spPr bwMode="auto">
          <a:xfrm flipH="1">
            <a:off x="2165350" y="3860800"/>
            <a:ext cx="914400" cy="298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9" name="Line 52">
            <a:extLst>
              <a:ext uri="{FF2B5EF4-FFF2-40B4-BE49-F238E27FC236}">
                <a16:creationId xmlns:a16="http://schemas.microsoft.com/office/drawing/2014/main" id="{E5726FF2-46FD-C9EF-9FE6-E091D3A14D4C}"/>
              </a:ext>
            </a:extLst>
          </p:cNvPr>
          <p:cNvSpPr>
            <a:spLocks noChangeShapeType="1"/>
          </p:cNvSpPr>
          <p:nvPr/>
        </p:nvSpPr>
        <p:spPr bwMode="auto">
          <a:xfrm>
            <a:off x="3317875" y="3860800"/>
            <a:ext cx="0" cy="298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0" name="Line 53">
            <a:extLst>
              <a:ext uri="{FF2B5EF4-FFF2-40B4-BE49-F238E27FC236}">
                <a16:creationId xmlns:a16="http://schemas.microsoft.com/office/drawing/2014/main" id="{B0E3F369-D1F5-5FCA-B919-9F98451C31E1}"/>
              </a:ext>
            </a:extLst>
          </p:cNvPr>
          <p:cNvSpPr>
            <a:spLocks noChangeShapeType="1"/>
          </p:cNvSpPr>
          <p:nvPr/>
        </p:nvSpPr>
        <p:spPr bwMode="auto">
          <a:xfrm>
            <a:off x="3678237" y="3860800"/>
            <a:ext cx="800100" cy="298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1" name="Line 54">
            <a:extLst>
              <a:ext uri="{FF2B5EF4-FFF2-40B4-BE49-F238E27FC236}">
                <a16:creationId xmlns:a16="http://schemas.microsoft.com/office/drawing/2014/main" id="{F9A1E1B5-3941-86F7-A959-7849A2285769}"/>
              </a:ext>
            </a:extLst>
          </p:cNvPr>
          <p:cNvSpPr>
            <a:spLocks noChangeShapeType="1"/>
          </p:cNvSpPr>
          <p:nvPr/>
        </p:nvSpPr>
        <p:spPr bwMode="auto">
          <a:xfrm>
            <a:off x="4181475" y="3860800"/>
            <a:ext cx="2057400" cy="298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2" name="Line 55">
            <a:extLst>
              <a:ext uri="{FF2B5EF4-FFF2-40B4-BE49-F238E27FC236}">
                <a16:creationId xmlns:a16="http://schemas.microsoft.com/office/drawing/2014/main" id="{BFF77957-EBC0-64E2-3018-1AE313AFEB7C}"/>
              </a:ext>
            </a:extLst>
          </p:cNvPr>
          <p:cNvSpPr>
            <a:spLocks noChangeShapeType="1"/>
          </p:cNvSpPr>
          <p:nvPr/>
        </p:nvSpPr>
        <p:spPr bwMode="auto">
          <a:xfrm>
            <a:off x="2381250" y="4914900"/>
            <a:ext cx="0" cy="984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3" name="Line 56">
            <a:extLst>
              <a:ext uri="{FF2B5EF4-FFF2-40B4-BE49-F238E27FC236}">
                <a16:creationId xmlns:a16="http://schemas.microsoft.com/office/drawing/2014/main" id="{BF0D383A-CA09-9E22-6E96-865683097A47}"/>
              </a:ext>
            </a:extLst>
          </p:cNvPr>
          <p:cNvSpPr>
            <a:spLocks noChangeShapeType="1"/>
          </p:cNvSpPr>
          <p:nvPr/>
        </p:nvSpPr>
        <p:spPr bwMode="auto">
          <a:xfrm>
            <a:off x="2381250" y="5011738"/>
            <a:ext cx="34575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4" name="Line 57">
            <a:extLst>
              <a:ext uri="{FF2B5EF4-FFF2-40B4-BE49-F238E27FC236}">
                <a16:creationId xmlns:a16="http://schemas.microsoft.com/office/drawing/2014/main" id="{03AEC055-42A3-F603-236E-99F48C3B04AE}"/>
              </a:ext>
            </a:extLst>
          </p:cNvPr>
          <p:cNvSpPr>
            <a:spLocks noChangeShapeType="1"/>
          </p:cNvSpPr>
          <p:nvPr/>
        </p:nvSpPr>
        <p:spPr bwMode="auto">
          <a:xfrm flipH="1" flipV="1">
            <a:off x="5838825" y="4868863"/>
            <a:ext cx="0" cy="1444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5" name="Line 58">
            <a:extLst>
              <a:ext uri="{FF2B5EF4-FFF2-40B4-BE49-F238E27FC236}">
                <a16:creationId xmlns:a16="http://schemas.microsoft.com/office/drawing/2014/main" id="{C6A23A84-7FA3-E7AC-199E-5DB5E8E3ABB9}"/>
              </a:ext>
            </a:extLst>
          </p:cNvPr>
          <p:cNvSpPr>
            <a:spLocks noChangeShapeType="1"/>
          </p:cNvSpPr>
          <p:nvPr/>
        </p:nvSpPr>
        <p:spPr bwMode="auto">
          <a:xfrm>
            <a:off x="3295650" y="4914900"/>
            <a:ext cx="0" cy="984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6" name="Line 59">
            <a:extLst>
              <a:ext uri="{FF2B5EF4-FFF2-40B4-BE49-F238E27FC236}">
                <a16:creationId xmlns:a16="http://schemas.microsoft.com/office/drawing/2014/main" id="{CF0BF8A4-B303-641A-13A2-FA7B20441C0F}"/>
              </a:ext>
            </a:extLst>
          </p:cNvPr>
          <p:cNvSpPr>
            <a:spLocks noChangeShapeType="1"/>
          </p:cNvSpPr>
          <p:nvPr/>
        </p:nvSpPr>
        <p:spPr bwMode="auto">
          <a:xfrm>
            <a:off x="4438650" y="4914900"/>
            <a:ext cx="0" cy="984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7" name="Line 60">
            <a:extLst>
              <a:ext uri="{FF2B5EF4-FFF2-40B4-BE49-F238E27FC236}">
                <a16:creationId xmlns:a16="http://schemas.microsoft.com/office/drawing/2014/main" id="{32ECF76E-DB38-BF0C-FC8C-FA07C3972D36}"/>
              </a:ext>
            </a:extLst>
          </p:cNvPr>
          <p:cNvSpPr>
            <a:spLocks noChangeShapeType="1"/>
          </p:cNvSpPr>
          <p:nvPr/>
        </p:nvSpPr>
        <p:spPr bwMode="auto">
          <a:xfrm flipH="1">
            <a:off x="3965575" y="5011738"/>
            <a:ext cx="0" cy="504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8" name="Rectangle 61">
            <a:extLst>
              <a:ext uri="{FF2B5EF4-FFF2-40B4-BE49-F238E27FC236}">
                <a16:creationId xmlns:a16="http://schemas.microsoft.com/office/drawing/2014/main" id="{2555F3B6-CD0B-E57E-ECA4-12FB9D1C5BC2}"/>
              </a:ext>
            </a:extLst>
          </p:cNvPr>
          <p:cNvSpPr>
            <a:spLocks noChangeArrowheads="1"/>
          </p:cNvSpPr>
          <p:nvPr/>
        </p:nvSpPr>
        <p:spPr bwMode="auto">
          <a:xfrm>
            <a:off x="1709737" y="1655763"/>
            <a:ext cx="460851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endParaRPr lang="zh-CN" altLang="en-US" sz="1800"/>
          </a:p>
        </p:txBody>
      </p:sp>
      <p:sp>
        <p:nvSpPr>
          <p:cNvPr id="114793" name="AutoShape 67">
            <a:extLst>
              <a:ext uri="{FF2B5EF4-FFF2-40B4-BE49-F238E27FC236}">
                <a16:creationId xmlns:a16="http://schemas.microsoft.com/office/drawing/2014/main" id="{22B21CC4-EFE6-35AC-591A-DA62B7119380}"/>
              </a:ext>
            </a:extLst>
          </p:cNvPr>
          <p:cNvSpPr>
            <a:spLocks noChangeArrowheads="1"/>
          </p:cNvSpPr>
          <p:nvPr/>
        </p:nvSpPr>
        <p:spPr bwMode="auto">
          <a:xfrm>
            <a:off x="569913" y="4410075"/>
            <a:ext cx="3240087" cy="1009650"/>
          </a:xfrm>
          <a:prstGeom prst="wedgeRoundRectCallout">
            <a:avLst>
              <a:gd name="adj1" fmla="val 43827"/>
              <a:gd name="adj2" fmla="val 107455"/>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kumimoji="1" lang="zh-CN" altLang="en-US" sz="2400">
                <a:latin typeface="Arial" panose="020B0604020202020204" pitchFamily="34" charset="0"/>
              </a:rPr>
              <a:t>提供对包含特定值的数据项的快速访问</a:t>
            </a:r>
          </a:p>
          <a:p>
            <a:pPr lvl="2" eaLnBrk="1" hangingPunct="1">
              <a:lnSpc>
                <a:spcPct val="90000"/>
              </a:lnSpc>
              <a:buClr>
                <a:schemeClr val="hlink"/>
              </a:buClr>
              <a:buSzPct val="70000"/>
              <a:buFont typeface="Wingdings" panose="05000000000000000000" pitchFamily="2" charset="2"/>
              <a:buChar char="n"/>
            </a:pPr>
            <a:endParaRPr kumimoji="1" lang="en-US" altLang="zh-CN" sz="2400">
              <a:latin typeface="Arial" panose="020B0604020202020204" pitchFamily="34" charset="0"/>
            </a:endParaRPr>
          </a:p>
        </p:txBody>
      </p:sp>
      <p:sp>
        <p:nvSpPr>
          <p:cNvPr id="114799" name="Oval 35">
            <a:extLst>
              <a:ext uri="{FF2B5EF4-FFF2-40B4-BE49-F238E27FC236}">
                <a16:creationId xmlns:a16="http://schemas.microsoft.com/office/drawing/2014/main" id="{A9D5B90D-054C-8E7E-1A4F-70BFE0775116}"/>
              </a:ext>
            </a:extLst>
          </p:cNvPr>
          <p:cNvSpPr>
            <a:spLocks noChangeArrowheads="1"/>
          </p:cNvSpPr>
          <p:nvPr/>
        </p:nvSpPr>
        <p:spPr bwMode="auto">
          <a:xfrm>
            <a:off x="6632575" y="2276475"/>
            <a:ext cx="1871662" cy="431800"/>
          </a:xfrm>
          <a:prstGeom prst="ellipse">
            <a:avLst/>
          </a:prstGeom>
          <a:solidFill>
            <a:srgbClr val="FFFFFF"/>
          </a:solidFill>
          <a:ln w="9525">
            <a:solidFill>
              <a:srgbClr val="000000"/>
            </a:solidFill>
            <a:round/>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管理工具</a:t>
            </a:r>
          </a:p>
        </p:txBody>
      </p:sp>
    </p:spTree>
    <p:extLst>
      <p:ext uri="{BB962C8B-B14F-4D97-AF65-F5344CB8AC3E}">
        <p14:creationId xmlns:p14="http://schemas.microsoft.com/office/powerpoint/2010/main" val="9562619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withEffect">
                                  <p:stCondLst>
                                    <p:cond delay="0"/>
                                  </p:stCondLst>
                                  <p:childTnLst>
                                    <p:set>
                                      <p:cBhvr>
                                        <p:cTn id="6" dur="1" fill="hold">
                                          <p:stCondLst>
                                            <p:cond delay="0"/>
                                          </p:stCondLst>
                                        </p:cTn>
                                        <p:tgtEl>
                                          <p:spTgt spid="114793"/>
                                        </p:tgtEl>
                                        <p:attrNameLst>
                                          <p:attrName>style.visibility</p:attrName>
                                        </p:attrNameLst>
                                      </p:cBhvr>
                                      <p:to>
                                        <p:strVal val="visible"/>
                                      </p:to>
                                    </p:set>
                                    <p:animEffect transition="in" filter="box(in)">
                                      <p:cBhvr>
                                        <p:cTn id="7" dur="500"/>
                                        <p:tgtEl>
                                          <p:spTgt spid="114793"/>
                                        </p:tgtEl>
                                      </p:cBhvr>
                                    </p:animEffect>
                                  </p:childTnLst>
                                  <p:subTnLst>
                                    <p:set>
                                      <p:cBhvr override="childStyle">
                                        <p:cTn dur="1" fill="hold" display="0" masterRel="nextClick" afterEffect="1"/>
                                        <p:tgtEl>
                                          <p:spTgt spid="11479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793"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697AC0FD-190D-473D-A059-D003465E8F28}"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14691"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14692"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5CA75515-450F-4216-87DB-463660D82225}" type="slidenum">
              <a:rPr lang="en-US" altLang="zh-CN" sz="1400">
                <a:solidFill>
                  <a:schemeClr val="tx1"/>
                </a:solidFill>
                <a:latin typeface="Times New Roman" pitchFamily="18" charset="0"/>
              </a:rPr>
              <a:pPr eaLnBrk="1" hangingPunct="1"/>
              <a:t>87</a:t>
            </a:fld>
            <a:r>
              <a:rPr lang="en-US" altLang="zh-CN" sz="1400">
                <a:solidFill>
                  <a:schemeClr val="tx1"/>
                </a:solidFill>
                <a:latin typeface="Times New Roman" pitchFamily="18" charset="0"/>
              </a:rPr>
              <a:t>/92</a:t>
            </a:r>
          </a:p>
        </p:txBody>
      </p:sp>
      <p:sp>
        <p:nvSpPr>
          <p:cNvPr id="114693" name="Rectangle 2"/>
          <p:cNvSpPr>
            <a:spLocks noGrp="1" noChangeArrowheads="1"/>
          </p:cNvSpPr>
          <p:nvPr>
            <p:ph type="title"/>
          </p:nvPr>
        </p:nvSpPr>
        <p:spPr/>
        <p:txBody>
          <a:bodyPr/>
          <a:lstStyle/>
          <a:p>
            <a:pPr eaLnBrk="1" hangingPunct="1"/>
            <a:r>
              <a:rPr lang="en-US" altLang="zh-CN" dirty="0"/>
              <a:t>1.7 </a:t>
            </a:r>
            <a:r>
              <a:rPr lang="zh-CN" altLang="en-US" dirty="0"/>
              <a:t>数据库系统体系结构</a:t>
            </a:r>
            <a:endParaRPr lang="en-US" altLang="zh-CN" dirty="0"/>
          </a:p>
        </p:txBody>
      </p:sp>
      <p:sp>
        <p:nvSpPr>
          <p:cNvPr id="24" name="AutoShape 24">
            <a:extLst>
              <a:ext uri="{FF2B5EF4-FFF2-40B4-BE49-F238E27FC236}">
                <a16:creationId xmlns:a16="http://schemas.microsoft.com/office/drawing/2014/main" id="{9BC6B6B5-62AB-00BA-098D-BA898365D203}"/>
              </a:ext>
            </a:extLst>
          </p:cNvPr>
          <p:cNvSpPr>
            <a:spLocks noChangeArrowheads="1"/>
          </p:cNvSpPr>
          <p:nvPr/>
        </p:nvSpPr>
        <p:spPr bwMode="auto">
          <a:xfrm>
            <a:off x="2093912" y="5445125"/>
            <a:ext cx="4176713" cy="1223963"/>
          </a:xfrm>
          <a:prstGeom prst="can">
            <a:avLst>
              <a:gd name="adj" fmla="val 16986"/>
            </a:avLst>
          </a:prstGeom>
          <a:solidFill>
            <a:srgbClr val="FFFFFF"/>
          </a:solidFill>
          <a:ln w="9525">
            <a:solidFill>
              <a:srgbClr val="000000"/>
            </a:solidFill>
            <a:round/>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dirty="0">
                <a:solidFill>
                  <a:srgbClr val="0000FF"/>
                </a:solidFill>
                <a:latin typeface="Times New Roman" panose="02020603050405020304" pitchFamily="18" charset="0"/>
              </a:rPr>
              <a:t>存储器</a:t>
            </a:r>
          </a:p>
        </p:txBody>
      </p:sp>
      <p:sp>
        <p:nvSpPr>
          <p:cNvPr id="26" name="Text Box 26">
            <a:extLst>
              <a:ext uri="{FF2B5EF4-FFF2-40B4-BE49-F238E27FC236}">
                <a16:creationId xmlns:a16="http://schemas.microsoft.com/office/drawing/2014/main" id="{54E88D4A-83E5-754A-95C2-96514D0AF379}"/>
              </a:ext>
            </a:extLst>
          </p:cNvPr>
          <p:cNvSpPr txBox="1">
            <a:spLocks noChangeArrowheads="1"/>
          </p:cNvSpPr>
          <p:nvPr/>
        </p:nvSpPr>
        <p:spPr bwMode="auto">
          <a:xfrm>
            <a:off x="3173412" y="6021388"/>
            <a:ext cx="792163" cy="431800"/>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索引</a:t>
            </a:r>
          </a:p>
        </p:txBody>
      </p:sp>
      <p:sp>
        <p:nvSpPr>
          <p:cNvPr id="27" name="Text Box 27">
            <a:extLst>
              <a:ext uri="{FF2B5EF4-FFF2-40B4-BE49-F238E27FC236}">
                <a16:creationId xmlns:a16="http://schemas.microsoft.com/office/drawing/2014/main" id="{64023FFD-39BE-3297-4CC2-D95E1474F640}"/>
              </a:ext>
            </a:extLst>
          </p:cNvPr>
          <p:cNvSpPr txBox="1">
            <a:spLocks noChangeArrowheads="1"/>
          </p:cNvSpPr>
          <p:nvPr/>
        </p:nvSpPr>
        <p:spPr bwMode="auto">
          <a:xfrm>
            <a:off x="4038600" y="6237288"/>
            <a:ext cx="1152525" cy="360362"/>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统计数据</a:t>
            </a:r>
          </a:p>
        </p:txBody>
      </p:sp>
      <p:sp>
        <p:nvSpPr>
          <p:cNvPr id="114733" name="Text Box 8">
            <a:extLst>
              <a:ext uri="{FF2B5EF4-FFF2-40B4-BE49-F238E27FC236}">
                <a16:creationId xmlns:a16="http://schemas.microsoft.com/office/drawing/2014/main" id="{8D86C5BC-8F0A-FB35-ACAA-EF38CD03D49F}"/>
              </a:ext>
            </a:extLst>
          </p:cNvPr>
          <p:cNvSpPr txBox="1">
            <a:spLocks noChangeArrowheads="1"/>
          </p:cNvSpPr>
          <p:nvPr/>
        </p:nvSpPr>
        <p:spPr bwMode="auto">
          <a:xfrm>
            <a:off x="2392363" y="5084763"/>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kumimoji="1" lang="zh-CN" altLang="zh-CN" sz="2400">
              <a:latin typeface="Arial" panose="020B0604020202020204" pitchFamily="34" charset="0"/>
            </a:endParaRPr>
          </a:p>
        </p:txBody>
      </p:sp>
      <p:sp>
        <p:nvSpPr>
          <p:cNvPr id="114734" name="Rectangle 3">
            <a:extLst>
              <a:ext uri="{FF2B5EF4-FFF2-40B4-BE49-F238E27FC236}">
                <a16:creationId xmlns:a16="http://schemas.microsoft.com/office/drawing/2014/main" id="{31542415-755D-16D6-CCE0-FC9EE904B7BC}"/>
              </a:ext>
            </a:extLst>
          </p:cNvPr>
          <p:cNvSpPr>
            <a:spLocks noChangeArrowheads="1"/>
          </p:cNvSpPr>
          <p:nvPr/>
        </p:nvSpPr>
        <p:spPr bwMode="auto">
          <a:xfrm>
            <a:off x="1517650" y="4148138"/>
            <a:ext cx="6121400" cy="1190625"/>
          </a:xfrm>
          <a:prstGeom prst="rect">
            <a:avLst/>
          </a:prstGeom>
          <a:solidFill>
            <a:srgbClr val="FFFFFF"/>
          </a:solidFill>
          <a:ln w="9525" cap="rnd">
            <a:solidFill>
              <a:srgbClr val="000000"/>
            </a:solidFill>
            <a:prstDash val="sysDot"/>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endParaRPr lang="zh-CN" altLang="en-US" sz="1800"/>
          </a:p>
        </p:txBody>
      </p:sp>
      <p:sp>
        <p:nvSpPr>
          <p:cNvPr id="114735" name="Rectangle 4">
            <a:extLst>
              <a:ext uri="{FF2B5EF4-FFF2-40B4-BE49-F238E27FC236}">
                <a16:creationId xmlns:a16="http://schemas.microsoft.com/office/drawing/2014/main" id="{12B44190-3110-A6F6-CC42-40800541A5AE}"/>
              </a:ext>
            </a:extLst>
          </p:cNvPr>
          <p:cNvSpPr>
            <a:spLocks noChangeArrowheads="1"/>
          </p:cNvSpPr>
          <p:nvPr/>
        </p:nvSpPr>
        <p:spPr bwMode="auto">
          <a:xfrm>
            <a:off x="1230312" y="2781300"/>
            <a:ext cx="7273925" cy="1196975"/>
          </a:xfrm>
          <a:prstGeom prst="rect">
            <a:avLst/>
          </a:prstGeom>
          <a:solidFill>
            <a:srgbClr val="FFFFFF"/>
          </a:solidFill>
          <a:ln w="9525" cap="rnd">
            <a:solidFill>
              <a:srgbClr val="000000"/>
            </a:solidFill>
            <a:prstDash val="sysDot"/>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endParaRPr lang="zh-CN" altLang="en-US" sz="1800"/>
          </a:p>
        </p:txBody>
      </p:sp>
      <p:sp>
        <p:nvSpPr>
          <p:cNvPr id="114736" name="Text Box 5">
            <a:extLst>
              <a:ext uri="{FF2B5EF4-FFF2-40B4-BE49-F238E27FC236}">
                <a16:creationId xmlns:a16="http://schemas.microsoft.com/office/drawing/2014/main" id="{A4FD8CB3-4EDB-86D8-036B-3D32CCD91C72}"/>
              </a:ext>
            </a:extLst>
          </p:cNvPr>
          <p:cNvSpPr txBox="1">
            <a:spLocks noChangeArrowheads="1"/>
          </p:cNvSpPr>
          <p:nvPr/>
        </p:nvSpPr>
        <p:spPr bwMode="auto">
          <a:xfrm>
            <a:off x="2741612" y="1989138"/>
            <a:ext cx="7921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编写</a:t>
            </a:r>
          </a:p>
        </p:txBody>
      </p:sp>
      <p:sp>
        <p:nvSpPr>
          <p:cNvPr id="114737" name="Text Box 6">
            <a:extLst>
              <a:ext uri="{FF2B5EF4-FFF2-40B4-BE49-F238E27FC236}">
                <a16:creationId xmlns:a16="http://schemas.microsoft.com/office/drawing/2014/main" id="{7D4E252D-3AB6-3247-0586-9ED991B0784C}"/>
              </a:ext>
            </a:extLst>
          </p:cNvPr>
          <p:cNvSpPr txBox="1">
            <a:spLocks noChangeArrowheads="1"/>
          </p:cNvSpPr>
          <p:nvPr/>
        </p:nvSpPr>
        <p:spPr bwMode="auto">
          <a:xfrm>
            <a:off x="7350125" y="1989138"/>
            <a:ext cx="720725"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使用</a:t>
            </a:r>
          </a:p>
        </p:txBody>
      </p:sp>
      <p:sp>
        <p:nvSpPr>
          <p:cNvPr id="114738" name="Text Box 7">
            <a:extLst>
              <a:ext uri="{FF2B5EF4-FFF2-40B4-BE49-F238E27FC236}">
                <a16:creationId xmlns:a16="http://schemas.microsoft.com/office/drawing/2014/main" id="{9F2B9EEF-7AF4-AEC4-3576-828E1006C9D1}"/>
              </a:ext>
            </a:extLst>
          </p:cNvPr>
          <p:cNvSpPr txBox="1">
            <a:spLocks noChangeArrowheads="1"/>
          </p:cNvSpPr>
          <p:nvPr/>
        </p:nvSpPr>
        <p:spPr bwMode="auto">
          <a:xfrm>
            <a:off x="4325937" y="1989138"/>
            <a:ext cx="792163"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使用</a:t>
            </a:r>
          </a:p>
        </p:txBody>
      </p:sp>
      <p:sp>
        <p:nvSpPr>
          <p:cNvPr id="114739" name="Text Box 8">
            <a:extLst>
              <a:ext uri="{FF2B5EF4-FFF2-40B4-BE49-F238E27FC236}">
                <a16:creationId xmlns:a16="http://schemas.microsoft.com/office/drawing/2014/main" id="{831B7FA0-AF50-393C-172F-7406873A16B6}"/>
              </a:ext>
            </a:extLst>
          </p:cNvPr>
          <p:cNvSpPr txBox="1">
            <a:spLocks noChangeArrowheads="1"/>
          </p:cNvSpPr>
          <p:nvPr/>
        </p:nvSpPr>
        <p:spPr bwMode="auto">
          <a:xfrm>
            <a:off x="1085850" y="1916113"/>
            <a:ext cx="676275" cy="20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使用</a:t>
            </a:r>
          </a:p>
        </p:txBody>
      </p:sp>
      <p:sp>
        <p:nvSpPr>
          <p:cNvPr id="114740" name="Text Box 9">
            <a:extLst>
              <a:ext uri="{FF2B5EF4-FFF2-40B4-BE49-F238E27FC236}">
                <a16:creationId xmlns:a16="http://schemas.microsoft.com/office/drawing/2014/main" id="{C4F754FF-570C-F0C8-49AA-572B73474A5A}"/>
              </a:ext>
            </a:extLst>
          </p:cNvPr>
          <p:cNvSpPr txBox="1">
            <a:spLocks noChangeArrowheads="1"/>
          </p:cNvSpPr>
          <p:nvPr/>
        </p:nvSpPr>
        <p:spPr bwMode="auto">
          <a:xfrm>
            <a:off x="2597150" y="2936875"/>
            <a:ext cx="1873250" cy="347663"/>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编译器和连接器</a:t>
            </a:r>
          </a:p>
        </p:txBody>
      </p:sp>
      <p:sp>
        <p:nvSpPr>
          <p:cNvPr id="114741" name="Text Box 10">
            <a:extLst>
              <a:ext uri="{FF2B5EF4-FFF2-40B4-BE49-F238E27FC236}">
                <a16:creationId xmlns:a16="http://schemas.microsoft.com/office/drawing/2014/main" id="{C0A42D6F-DE72-AB36-4F2C-B29F846F410C}"/>
              </a:ext>
            </a:extLst>
          </p:cNvPr>
          <p:cNvSpPr txBox="1">
            <a:spLocks noChangeArrowheads="1"/>
          </p:cNvSpPr>
          <p:nvPr/>
        </p:nvSpPr>
        <p:spPr bwMode="auto">
          <a:xfrm>
            <a:off x="1301750" y="2852738"/>
            <a:ext cx="1152525" cy="647700"/>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应用程序目标代码</a:t>
            </a:r>
          </a:p>
        </p:txBody>
      </p:sp>
      <p:sp>
        <p:nvSpPr>
          <p:cNvPr id="114742" name="Text Box 11">
            <a:extLst>
              <a:ext uri="{FF2B5EF4-FFF2-40B4-BE49-F238E27FC236}">
                <a16:creationId xmlns:a16="http://schemas.microsoft.com/office/drawing/2014/main" id="{579AAB28-1525-EA62-662B-2D5860A3D072}"/>
              </a:ext>
            </a:extLst>
          </p:cNvPr>
          <p:cNvSpPr txBox="1">
            <a:spLocks noChangeArrowheads="1"/>
          </p:cNvSpPr>
          <p:nvPr/>
        </p:nvSpPr>
        <p:spPr bwMode="auto">
          <a:xfrm>
            <a:off x="3101975" y="3573463"/>
            <a:ext cx="1100137" cy="288925"/>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执行引擎</a:t>
            </a:r>
          </a:p>
        </p:txBody>
      </p:sp>
      <p:sp>
        <p:nvSpPr>
          <p:cNvPr id="114743" name="Text Box 12">
            <a:extLst>
              <a:ext uri="{FF2B5EF4-FFF2-40B4-BE49-F238E27FC236}">
                <a16:creationId xmlns:a16="http://schemas.microsoft.com/office/drawing/2014/main" id="{7E24D5D0-3143-D205-F49C-98EEAA06169C}"/>
              </a:ext>
            </a:extLst>
          </p:cNvPr>
          <p:cNvSpPr txBox="1">
            <a:spLocks noChangeArrowheads="1"/>
          </p:cNvSpPr>
          <p:nvPr/>
        </p:nvSpPr>
        <p:spPr bwMode="auto">
          <a:xfrm>
            <a:off x="5981700" y="2997200"/>
            <a:ext cx="1008062" cy="647700"/>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en-US" altLang="zh-CN" sz="2000">
                <a:latin typeface="Arial" panose="020B0604020202020204" pitchFamily="34" charset="0"/>
              </a:rPr>
              <a:t>DDL</a:t>
            </a:r>
            <a:r>
              <a:rPr kumimoji="1" lang="zh-CN" altLang="en-US" sz="2000">
                <a:latin typeface="Times New Roman" panose="02020603050405020304" pitchFamily="18" charset="0"/>
              </a:rPr>
              <a:t>解释器</a:t>
            </a:r>
          </a:p>
        </p:txBody>
      </p:sp>
      <p:sp>
        <p:nvSpPr>
          <p:cNvPr id="114744" name="Text Box 13">
            <a:extLst>
              <a:ext uri="{FF2B5EF4-FFF2-40B4-BE49-F238E27FC236}">
                <a16:creationId xmlns:a16="http://schemas.microsoft.com/office/drawing/2014/main" id="{28589AC3-D8A5-B18A-D78E-D3C4FB4F6733}"/>
              </a:ext>
            </a:extLst>
          </p:cNvPr>
          <p:cNvSpPr txBox="1">
            <a:spLocks noChangeArrowheads="1"/>
          </p:cNvSpPr>
          <p:nvPr/>
        </p:nvSpPr>
        <p:spPr bwMode="auto">
          <a:xfrm>
            <a:off x="4614862" y="2924175"/>
            <a:ext cx="893763" cy="649288"/>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en-US" altLang="zh-CN" sz="2000">
                <a:latin typeface="Arial" panose="020B0604020202020204" pitchFamily="34" charset="0"/>
              </a:rPr>
              <a:t>DML</a:t>
            </a:r>
            <a:r>
              <a:rPr kumimoji="1" lang="zh-CN" altLang="en-US" sz="2000">
                <a:latin typeface="Times New Roman" panose="02020603050405020304" pitchFamily="18" charset="0"/>
              </a:rPr>
              <a:t>处理器</a:t>
            </a:r>
          </a:p>
        </p:txBody>
      </p:sp>
      <p:sp>
        <p:nvSpPr>
          <p:cNvPr id="114745" name="Line 14">
            <a:extLst>
              <a:ext uri="{FF2B5EF4-FFF2-40B4-BE49-F238E27FC236}">
                <a16:creationId xmlns:a16="http://schemas.microsoft.com/office/drawing/2014/main" id="{B13A93DC-511E-2FB6-3289-91D5A75405C5}"/>
              </a:ext>
            </a:extLst>
          </p:cNvPr>
          <p:cNvSpPr>
            <a:spLocks noChangeShapeType="1"/>
          </p:cNvSpPr>
          <p:nvPr/>
        </p:nvSpPr>
        <p:spPr bwMode="auto">
          <a:xfrm>
            <a:off x="6989762" y="1989138"/>
            <a:ext cx="0" cy="342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46" name="Line 15">
            <a:extLst>
              <a:ext uri="{FF2B5EF4-FFF2-40B4-BE49-F238E27FC236}">
                <a16:creationId xmlns:a16="http://schemas.microsoft.com/office/drawing/2014/main" id="{82217377-3005-5428-0F5C-D809C8F8129A}"/>
              </a:ext>
            </a:extLst>
          </p:cNvPr>
          <p:cNvSpPr>
            <a:spLocks noChangeShapeType="1"/>
          </p:cNvSpPr>
          <p:nvPr/>
        </p:nvSpPr>
        <p:spPr bwMode="auto">
          <a:xfrm>
            <a:off x="3533775" y="1916113"/>
            <a:ext cx="4762" cy="4302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47" name="Line 16">
            <a:extLst>
              <a:ext uri="{FF2B5EF4-FFF2-40B4-BE49-F238E27FC236}">
                <a16:creationId xmlns:a16="http://schemas.microsoft.com/office/drawing/2014/main" id="{387FF0C1-DE0B-E4E5-561E-69D941F2D2A6}"/>
              </a:ext>
            </a:extLst>
          </p:cNvPr>
          <p:cNvSpPr>
            <a:spLocks noChangeShapeType="1"/>
          </p:cNvSpPr>
          <p:nvPr/>
        </p:nvSpPr>
        <p:spPr bwMode="auto">
          <a:xfrm>
            <a:off x="3424237" y="2641600"/>
            <a:ext cx="0" cy="2968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48" name="Line 17">
            <a:extLst>
              <a:ext uri="{FF2B5EF4-FFF2-40B4-BE49-F238E27FC236}">
                <a16:creationId xmlns:a16="http://schemas.microsoft.com/office/drawing/2014/main" id="{F84667A3-FEB8-2CAC-FE78-7E6830D56799}"/>
              </a:ext>
            </a:extLst>
          </p:cNvPr>
          <p:cNvSpPr>
            <a:spLocks noChangeShapeType="1"/>
          </p:cNvSpPr>
          <p:nvPr/>
        </p:nvSpPr>
        <p:spPr bwMode="auto">
          <a:xfrm flipV="1">
            <a:off x="1878012" y="1989138"/>
            <a:ext cx="0" cy="1984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49" name="Line 18">
            <a:extLst>
              <a:ext uri="{FF2B5EF4-FFF2-40B4-BE49-F238E27FC236}">
                <a16:creationId xmlns:a16="http://schemas.microsoft.com/office/drawing/2014/main" id="{D014CEAF-0E1F-6ABA-6F0E-148D45F4F2EB}"/>
              </a:ext>
            </a:extLst>
          </p:cNvPr>
          <p:cNvSpPr>
            <a:spLocks noChangeShapeType="1"/>
          </p:cNvSpPr>
          <p:nvPr/>
        </p:nvSpPr>
        <p:spPr bwMode="auto">
          <a:xfrm>
            <a:off x="1878012" y="2636838"/>
            <a:ext cx="0" cy="215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50" name="Line 19">
            <a:extLst>
              <a:ext uri="{FF2B5EF4-FFF2-40B4-BE49-F238E27FC236}">
                <a16:creationId xmlns:a16="http://schemas.microsoft.com/office/drawing/2014/main" id="{BC942EE0-DEF1-174D-50C5-465EBE8D9DC9}"/>
              </a:ext>
            </a:extLst>
          </p:cNvPr>
          <p:cNvSpPr>
            <a:spLocks noChangeShapeType="1"/>
          </p:cNvSpPr>
          <p:nvPr/>
        </p:nvSpPr>
        <p:spPr bwMode="auto">
          <a:xfrm>
            <a:off x="2454275" y="3068638"/>
            <a:ext cx="1428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51" name="Line 20">
            <a:extLst>
              <a:ext uri="{FF2B5EF4-FFF2-40B4-BE49-F238E27FC236}">
                <a16:creationId xmlns:a16="http://schemas.microsoft.com/office/drawing/2014/main" id="{2D5FED82-2E7B-8CCB-08EE-95FE5286C1D6}"/>
              </a:ext>
            </a:extLst>
          </p:cNvPr>
          <p:cNvSpPr>
            <a:spLocks noChangeShapeType="1"/>
          </p:cNvSpPr>
          <p:nvPr/>
        </p:nvSpPr>
        <p:spPr bwMode="auto">
          <a:xfrm>
            <a:off x="4470400" y="3141663"/>
            <a:ext cx="1555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52" name="Line 21">
            <a:extLst>
              <a:ext uri="{FF2B5EF4-FFF2-40B4-BE49-F238E27FC236}">
                <a16:creationId xmlns:a16="http://schemas.microsoft.com/office/drawing/2014/main" id="{441300DD-068B-0E76-CA2C-EA3CE60869D7}"/>
              </a:ext>
            </a:extLst>
          </p:cNvPr>
          <p:cNvSpPr>
            <a:spLocks noChangeShapeType="1"/>
          </p:cNvSpPr>
          <p:nvPr/>
        </p:nvSpPr>
        <p:spPr bwMode="auto">
          <a:xfrm flipV="1">
            <a:off x="5046662" y="3573463"/>
            <a:ext cx="0" cy="215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53" name="Line 22">
            <a:extLst>
              <a:ext uri="{FF2B5EF4-FFF2-40B4-BE49-F238E27FC236}">
                <a16:creationId xmlns:a16="http://schemas.microsoft.com/office/drawing/2014/main" id="{8F188C0E-234D-3A5B-D76E-0193E7E6B2F1}"/>
              </a:ext>
            </a:extLst>
          </p:cNvPr>
          <p:cNvSpPr>
            <a:spLocks noChangeShapeType="1"/>
          </p:cNvSpPr>
          <p:nvPr/>
        </p:nvSpPr>
        <p:spPr bwMode="auto">
          <a:xfrm>
            <a:off x="2238375" y="3517900"/>
            <a:ext cx="0" cy="1984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54" name="Line 23">
            <a:extLst>
              <a:ext uri="{FF2B5EF4-FFF2-40B4-BE49-F238E27FC236}">
                <a16:creationId xmlns:a16="http://schemas.microsoft.com/office/drawing/2014/main" id="{34A44958-3AA6-650C-F7E5-BC46CABED16E}"/>
              </a:ext>
            </a:extLst>
          </p:cNvPr>
          <p:cNvSpPr>
            <a:spLocks noChangeShapeType="1"/>
          </p:cNvSpPr>
          <p:nvPr/>
        </p:nvSpPr>
        <p:spPr bwMode="auto">
          <a:xfrm>
            <a:off x="4254500" y="3789363"/>
            <a:ext cx="18716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55" name="Text Box 25">
            <a:extLst>
              <a:ext uri="{FF2B5EF4-FFF2-40B4-BE49-F238E27FC236}">
                <a16:creationId xmlns:a16="http://schemas.microsoft.com/office/drawing/2014/main" id="{F0D01589-0C9F-3795-1964-368A32CEC6B7}"/>
              </a:ext>
            </a:extLst>
          </p:cNvPr>
          <p:cNvSpPr txBox="1">
            <a:spLocks noChangeArrowheads="1"/>
          </p:cNvSpPr>
          <p:nvPr/>
        </p:nvSpPr>
        <p:spPr bwMode="auto">
          <a:xfrm>
            <a:off x="2238375" y="5876925"/>
            <a:ext cx="777875" cy="288925"/>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数据</a:t>
            </a:r>
          </a:p>
        </p:txBody>
      </p:sp>
      <p:sp>
        <p:nvSpPr>
          <p:cNvPr id="114756" name="Text Box 28">
            <a:extLst>
              <a:ext uri="{FF2B5EF4-FFF2-40B4-BE49-F238E27FC236}">
                <a16:creationId xmlns:a16="http://schemas.microsoft.com/office/drawing/2014/main" id="{3C8BC7FF-4661-09FB-30BB-83B3D607A4BD}"/>
              </a:ext>
            </a:extLst>
          </p:cNvPr>
          <p:cNvSpPr txBox="1">
            <a:spLocks noChangeArrowheads="1"/>
          </p:cNvSpPr>
          <p:nvPr/>
        </p:nvSpPr>
        <p:spPr bwMode="auto">
          <a:xfrm>
            <a:off x="4902200" y="5803900"/>
            <a:ext cx="1150937" cy="360363"/>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数据字典</a:t>
            </a:r>
          </a:p>
        </p:txBody>
      </p:sp>
      <p:sp>
        <p:nvSpPr>
          <p:cNvPr id="114757" name="AutoShape 29">
            <a:extLst>
              <a:ext uri="{FF2B5EF4-FFF2-40B4-BE49-F238E27FC236}">
                <a16:creationId xmlns:a16="http://schemas.microsoft.com/office/drawing/2014/main" id="{2E09F05F-5064-CB6B-6D84-C676C9D8C8D2}"/>
              </a:ext>
            </a:extLst>
          </p:cNvPr>
          <p:cNvSpPr>
            <a:spLocks noChangeArrowheads="1"/>
          </p:cNvSpPr>
          <p:nvPr/>
        </p:nvSpPr>
        <p:spPr bwMode="auto">
          <a:xfrm>
            <a:off x="1373187" y="1557338"/>
            <a:ext cx="1292225" cy="379412"/>
          </a:xfrm>
          <a:prstGeom prst="flowChartAlternateProcess">
            <a:avLst/>
          </a:prstGeom>
          <a:solidFill>
            <a:srgbClr val="FFFFFF"/>
          </a:solidFill>
          <a:ln w="9525">
            <a:solidFill>
              <a:srgbClr val="000000"/>
            </a:solidFill>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kumimoji="1" lang="zh-CN" altLang="en-US" sz="2000">
                <a:latin typeface="Times New Roman" panose="02020603050405020304" pitchFamily="18" charset="0"/>
              </a:rPr>
              <a:t>初级用户</a:t>
            </a:r>
          </a:p>
        </p:txBody>
      </p:sp>
      <p:sp>
        <p:nvSpPr>
          <p:cNvPr id="114758" name="AutoShape 30">
            <a:extLst>
              <a:ext uri="{FF2B5EF4-FFF2-40B4-BE49-F238E27FC236}">
                <a16:creationId xmlns:a16="http://schemas.microsoft.com/office/drawing/2014/main" id="{CF9C6911-9C89-77DE-90F1-5D797E817B91}"/>
              </a:ext>
            </a:extLst>
          </p:cNvPr>
          <p:cNvSpPr>
            <a:spLocks noChangeArrowheads="1"/>
          </p:cNvSpPr>
          <p:nvPr/>
        </p:nvSpPr>
        <p:spPr bwMode="auto">
          <a:xfrm>
            <a:off x="2814637" y="1557338"/>
            <a:ext cx="1511300" cy="358775"/>
          </a:xfrm>
          <a:prstGeom prst="flowChartAlternateProcess">
            <a:avLst/>
          </a:prstGeom>
          <a:solidFill>
            <a:srgbClr val="FFFFFF"/>
          </a:solidFill>
          <a:ln w="9525">
            <a:solidFill>
              <a:srgbClr val="000000"/>
            </a:solidFill>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kumimoji="1" lang="zh-CN" altLang="en-US" sz="2000">
                <a:latin typeface="Times New Roman" panose="02020603050405020304" pitchFamily="18" charset="0"/>
              </a:rPr>
              <a:t>应用程序员</a:t>
            </a:r>
          </a:p>
        </p:txBody>
      </p:sp>
      <p:sp>
        <p:nvSpPr>
          <p:cNvPr id="114759" name="AutoShape 31">
            <a:extLst>
              <a:ext uri="{FF2B5EF4-FFF2-40B4-BE49-F238E27FC236}">
                <a16:creationId xmlns:a16="http://schemas.microsoft.com/office/drawing/2014/main" id="{4FB4C84E-52AB-4D4E-E8DA-4CC321373E2B}"/>
              </a:ext>
            </a:extLst>
          </p:cNvPr>
          <p:cNvSpPr>
            <a:spLocks noChangeArrowheads="1"/>
          </p:cNvSpPr>
          <p:nvPr/>
        </p:nvSpPr>
        <p:spPr bwMode="auto">
          <a:xfrm>
            <a:off x="5981700" y="1557338"/>
            <a:ext cx="1512887" cy="431800"/>
          </a:xfrm>
          <a:prstGeom prst="flowChartAlternateProcess">
            <a:avLst/>
          </a:prstGeom>
          <a:solidFill>
            <a:srgbClr val="FFFFFF"/>
          </a:solidFill>
          <a:ln w="9525">
            <a:solidFill>
              <a:srgbClr val="000000"/>
            </a:solidFill>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系统管理员</a:t>
            </a:r>
          </a:p>
        </p:txBody>
      </p:sp>
      <p:sp>
        <p:nvSpPr>
          <p:cNvPr id="114760" name="AutoShape 32">
            <a:extLst>
              <a:ext uri="{FF2B5EF4-FFF2-40B4-BE49-F238E27FC236}">
                <a16:creationId xmlns:a16="http://schemas.microsoft.com/office/drawing/2014/main" id="{FB4EC585-4A13-1634-D7F0-029D25D696BE}"/>
              </a:ext>
            </a:extLst>
          </p:cNvPr>
          <p:cNvSpPr>
            <a:spLocks noChangeArrowheads="1"/>
          </p:cNvSpPr>
          <p:nvPr/>
        </p:nvSpPr>
        <p:spPr bwMode="auto">
          <a:xfrm>
            <a:off x="4470400" y="1557338"/>
            <a:ext cx="1295400" cy="358775"/>
          </a:xfrm>
          <a:prstGeom prst="flowChartAlternateProcess">
            <a:avLst/>
          </a:prstGeom>
          <a:solidFill>
            <a:srgbClr val="FFFFFF"/>
          </a:solidFill>
          <a:ln w="9525">
            <a:solidFill>
              <a:srgbClr val="000000"/>
            </a:solidFill>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高级用户</a:t>
            </a:r>
          </a:p>
        </p:txBody>
      </p:sp>
      <p:sp>
        <p:nvSpPr>
          <p:cNvPr id="114761" name="Oval 33">
            <a:extLst>
              <a:ext uri="{FF2B5EF4-FFF2-40B4-BE49-F238E27FC236}">
                <a16:creationId xmlns:a16="http://schemas.microsoft.com/office/drawing/2014/main" id="{743FA3D0-2E4B-4E70-1A23-A71DBD6374E5}"/>
              </a:ext>
            </a:extLst>
          </p:cNvPr>
          <p:cNvSpPr>
            <a:spLocks noChangeArrowheads="1"/>
          </p:cNvSpPr>
          <p:nvPr/>
        </p:nvSpPr>
        <p:spPr bwMode="auto">
          <a:xfrm>
            <a:off x="1014412" y="2205038"/>
            <a:ext cx="1820863" cy="431800"/>
          </a:xfrm>
          <a:prstGeom prst="ellipse">
            <a:avLst/>
          </a:prstGeom>
          <a:solidFill>
            <a:srgbClr val="FFFFFF"/>
          </a:solidFill>
          <a:ln w="9525">
            <a:solidFill>
              <a:srgbClr val="000000"/>
            </a:solidFill>
            <a:round/>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应用界面</a:t>
            </a:r>
          </a:p>
        </p:txBody>
      </p:sp>
      <p:sp>
        <p:nvSpPr>
          <p:cNvPr id="114762" name="Oval 34">
            <a:extLst>
              <a:ext uri="{FF2B5EF4-FFF2-40B4-BE49-F238E27FC236}">
                <a16:creationId xmlns:a16="http://schemas.microsoft.com/office/drawing/2014/main" id="{6CC462E4-7146-7C54-D0E4-5AE8F49112CA}"/>
              </a:ext>
            </a:extLst>
          </p:cNvPr>
          <p:cNvSpPr>
            <a:spLocks noChangeArrowheads="1"/>
          </p:cNvSpPr>
          <p:nvPr/>
        </p:nvSpPr>
        <p:spPr bwMode="auto">
          <a:xfrm>
            <a:off x="2886075" y="2276475"/>
            <a:ext cx="1719262" cy="431800"/>
          </a:xfrm>
          <a:prstGeom prst="ellipse">
            <a:avLst/>
          </a:prstGeom>
          <a:solidFill>
            <a:srgbClr val="FFFFFF"/>
          </a:solidFill>
          <a:ln w="9525">
            <a:solidFill>
              <a:srgbClr val="000000"/>
            </a:solidFill>
            <a:round/>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应用程序</a:t>
            </a:r>
          </a:p>
        </p:txBody>
      </p:sp>
      <p:sp>
        <p:nvSpPr>
          <p:cNvPr id="114763" name="Oval 36">
            <a:extLst>
              <a:ext uri="{FF2B5EF4-FFF2-40B4-BE49-F238E27FC236}">
                <a16:creationId xmlns:a16="http://schemas.microsoft.com/office/drawing/2014/main" id="{B8FAE70D-E2DF-8A20-D245-D36027C2D1FE}"/>
              </a:ext>
            </a:extLst>
          </p:cNvPr>
          <p:cNvSpPr>
            <a:spLocks noChangeArrowheads="1"/>
          </p:cNvSpPr>
          <p:nvPr/>
        </p:nvSpPr>
        <p:spPr bwMode="auto">
          <a:xfrm>
            <a:off x="4722812" y="2273300"/>
            <a:ext cx="1763713" cy="434975"/>
          </a:xfrm>
          <a:prstGeom prst="ellipse">
            <a:avLst/>
          </a:prstGeom>
          <a:solidFill>
            <a:srgbClr val="FFFFFF"/>
          </a:solidFill>
          <a:ln w="9525">
            <a:solidFill>
              <a:srgbClr val="000000"/>
            </a:solidFill>
            <a:round/>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查询工具</a:t>
            </a:r>
          </a:p>
        </p:txBody>
      </p:sp>
      <p:sp>
        <p:nvSpPr>
          <p:cNvPr id="114764" name="Line 37">
            <a:extLst>
              <a:ext uri="{FF2B5EF4-FFF2-40B4-BE49-F238E27FC236}">
                <a16:creationId xmlns:a16="http://schemas.microsoft.com/office/drawing/2014/main" id="{AF4E673B-2C6B-A5BE-F970-06DDF6002D11}"/>
              </a:ext>
            </a:extLst>
          </p:cNvPr>
          <p:cNvSpPr>
            <a:spLocks noChangeShapeType="1"/>
          </p:cNvSpPr>
          <p:nvPr/>
        </p:nvSpPr>
        <p:spPr bwMode="auto">
          <a:xfrm>
            <a:off x="5189537" y="1916113"/>
            <a:ext cx="0" cy="3603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65" name="Text Box 38">
            <a:extLst>
              <a:ext uri="{FF2B5EF4-FFF2-40B4-BE49-F238E27FC236}">
                <a16:creationId xmlns:a16="http://schemas.microsoft.com/office/drawing/2014/main" id="{AD6B58C8-8912-71DE-921B-3B062083BD34}"/>
              </a:ext>
            </a:extLst>
          </p:cNvPr>
          <p:cNvSpPr txBox="1">
            <a:spLocks noChangeArrowheads="1"/>
          </p:cNvSpPr>
          <p:nvPr/>
        </p:nvSpPr>
        <p:spPr bwMode="auto">
          <a:xfrm>
            <a:off x="7494587" y="2924175"/>
            <a:ext cx="800100" cy="649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dirty="0">
                <a:solidFill>
                  <a:srgbClr val="0000FF"/>
                </a:solidFill>
                <a:latin typeface="Times New Roman" panose="02020603050405020304" pitchFamily="18" charset="0"/>
              </a:rPr>
              <a:t>查询处理器</a:t>
            </a:r>
          </a:p>
        </p:txBody>
      </p:sp>
      <p:sp>
        <p:nvSpPr>
          <p:cNvPr id="114766" name="Line 39">
            <a:extLst>
              <a:ext uri="{FF2B5EF4-FFF2-40B4-BE49-F238E27FC236}">
                <a16:creationId xmlns:a16="http://schemas.microsoft.com/office/drawing/2014/main" id="{55DEC506-C523-D6EA-2164-2088311EF63A}"/>
              </a:ext>
            </a:extLst>
          </p:cNvPr>
          <p:cNvSpPr>
            <a:spLocks noChangeShapeType="1"/>
          </p:cNvSpPr>
          <p:nvPr/>
        </p:nvSpPr>
        <p:spPr bwMode="auto">
          <a:xfrm flipV="1">
            <a:off x="6126162" y="3644900"/>
            <a:ext cx="0" cy="1444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67" name="Line 40">
            <a:extLst>
              <a:ext uri="{FF2B5EF4-FFF2-40B4-BE49-F238E27FC236}">
                <a16:creationId xmlns:a16="http://schemas.microsoft.com/office/drawing/2014/main" id="{D8B0EF77-ADC7-53BD-A3D2-2988ACA347BE}"/>
              </a:ext>
            </a:extLst>
          </p:cNvPr>
          <p:cNvSpPr>
            <a:spLocks noChangeShapeType="1"/>
          </p:cNvSpPr>
          <p:nvPr/>
        </p:nvSpPr>
        <p:spPr bwMode="auto">
          <a:xfrm>
            <a:off x="2238375" y="3716338"/>
            <a:ext cx="8001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68" name="Line 41">
            <a:extLst>
              <a:ext uri="{FF2B5EF4-FFF2-40B4-BE49-F238E27FC236}">
                <a16:creationId xmlns:a16="http://schemas.microsoft.com/office/drawing/2014/main" id="{2E489C2B-567B-7D98-3363-40ED7A67DB10}"/>
              </a:ext>
            </a:extLst>
          </p:cNvPr>
          <p:cNvSpPr>
            <a:spLocks noChangeShapeType="1"/>
          </p:cNvSpPr>
          <p:nvPr/>
        </p:nvSpPr>
        <p:spPr bwMode="auto">
          <a:xfrm>
            <a:off x="2454275" y="3429000"/>
            <a:ext cx="216058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69" name="Line 42">
            <a:extLst>
              <a:ext uri="{FF2B5EF4-FFF2-40B4-BE49-F238E27FC236}">
                <a16:creationId xmlns:a16="http://schemas.microsoft.com/office/drawing/2014/main" id="{72081250-3A58-CD89-9132-5A5907D240AE}"/>
              </a:ext>
            </a:extLst>
          </p:cNvPr>
          <p:cNvSpPr>
            <a:spLocks noChangeShapeType="1"/>
          </p:cNvSpPr>
          <p:nvPr/>
        </p:nvSpPr>
        <p:spPr bwMode="auto">
          <a:xfrm flipV="1">
            <a:off x="4452937" y="3132138"/>
            <a:ext cx="0" cy="1000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0" name="Line 43">
            <a:extLst>
              <a:ext uri="{FF2B5EF4-FFF2-40B4-BE49-F238E27FC236}">
                <a16:creationId xmlns:a16="http://schemas.microsoft.com/office/drawing/2014/main" id="{F4ABA0E5-805F-3760-CA54-231163CAAAF3}"/>
              </a:ext>
            </a:extLst>
          </p:cNvPr>
          <p:cNvSpPr>
            <a:spLocks noChangeShapeType="1"/>
          </p:cNvSpPr>
          <p:nvPr/>
        </p:nvSpPr>
        <p:spPr bwMode="auto">
          <a:xfrm>
            <a:off x="5262562" y="2708275"/>
            <a:ext cx="0" cy="215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1" name="Line 44">
            <a:extLst>
              <a:ext uri="{FF2B5EF4-FFF2-40B4-BE49-F238E27FC236}">
                <a16:creationId xmlns:a16="http://schemas.microsoft.com/office/drawing/2014/main" id="{69CE151B-271C-F833-BAC2-E9BD5B187155}"/>
              </a:ext>
            </a:extLst>
          </p:cNvPr>
          <p:cNvSpPr>
            <a:spLocks noChangeShapeType="1"/>
          </p:cNvSpPr>
          <p:nvPr/>
        </p:nvSpPr>
        <p:spPr bwMode="auto">
          <a:xfrm flipH="1">
            <a:off x="6846887" y="2641600"/>
            <a:ext cx="142875" cy="355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2" name="Line 45">
            <a:extLst>
              <a:ext uri="{FF2B5EF4-FFF2-40B4-BE49-F238E27FC236}">
                <a16:creationId xmlns:a16="http://schemas.microsoft.com/office/drawing/2014/main" id="{0ED5CE1B-7E76-815E-853E-8097AD678869}"/>
              </a:ext>
            </a:extLst>
          </p:cNvPr>
          <p:cNvSpPr>
            <a:spLocks noChangeShapeType="1"/>
          </p:cNvSpPr>
          <p:nvPr/>
        </p:nvSpPr>
        <p:spPr bwMode="auto">
          <a:xfrm flipH="1">
            <a:off x="5478462" y="2636838"/>
            <a:ext cx="1511300" cy="2873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3" name="Text Box 46">
            <a:extLst>
              <a:ext uri="{FF2B5EF4-FFF2-40B4-BE49-F238E27FC236}">
                <a16:creationId xmlns:a16="http://schemas.microsoft.com/office/drawing/2014/main" id="{FDAD5D76-0ABA-A545-A04C-C906AAB3D840}"/>
              </a:ext>
            </a:extLst>
          </p:cNvPr>
          <p:cNvSpPr txBox="1">
            <a:spLocks noChangeArrowheads="1"/>
          </p:cNvSpPr>
          <p:nvPr/>
        </p:nvSpPr>
        <p:spPr bwMode="auto">
          <a:xfrm>
            <a:off x="1662112" y="4206875"/>
            <a:ext cx="1008063" cy="661988"/>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缓冲区管理器</a:t>
            </a:r>
          </a:p>
        </p:txBody>
      </p:sp>
      <p:sp>
        <p:nvSpPr>
          <p:cNvPr id="114774" name="Text Box 47">
            <a:extLst>
              <a:ext uri="{FF2B5EF4-FFF2-40B4-BE49-F238E27FC236}">
                <a16:creationId xmlns:a16="http://schemas.microsoft.com/office/drawing/2014/main" id="{39527AD4-5D9A-F37C-C650-ADDCEBFD5676}"/>
              </a:ext>
            </a:extLst>
          </p:cNvPr>
          <p:cNvSpPr txBox="1">
            <a:spLocks noChangeArrowheads="1"/>
          </p:cNvSpPr>
          <p:nvPr/>
        </p:nvSpPr>
        <p:spPr bwMode="auto">
          <a:xfrm>
            <a:off x="5549900" y="4221163"/>
            <a:ext cx="1263650" cy="588962"/>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事务管理器</a:t>
            </a:r>
          </a:p>
        </p:txBody>
      </p:sp>
      <p:sp>
        <p:nvSpPr>
          <p:cNvPr id="114775" name="Text Box 48">
            <a:extLst>
              <a:ext uri="{FF2B5EF4-FFF2-40B4-BE49-F238E27FC236}">
                <a16:creationId xmlns:a16="http://schemas.microsoft.com/office/drawing/2014/main" id="{8794D28E-7B5C-441B-01B1-7F40F8FB336B}"/>
              </a:ext>
            </a:extLst>
          </p:cNvPr>
          <p:cNvSpPr txBox="1">
            <a:spLocks noChangeArrowheads="1"/>
          </p:cNvSpPr>
          <p:nvPr/>
        </p:nvSpPr>
        <p:spPr bwMode="auto">
          <a:xfrm>
            <a:off x="3881437" y="4206875"/>
            <a:ext cx="1381125" cy="661988"/>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权限及完整性管理器</a:t>
            </a:r>
          </a:p>
        </p:txBody>
      </p:sp>
      <p:sp>
        <p:nvSpPr>
          <p:cNvPr id="114776" name="Text Box 49">
            <a:extLst>
              <a:ext uri="{FF2B5EF4-FFF2-40B4-BE49-F238E27FC236}">
                <a16:creationId xmlns:a16="http://schemas.microsoft.com/office/drawing/2014/main" id="{271D8F49-B7F1-226D-704F-C6EF7E12DAD2}"/>
              </a:ext>
            </a:extLst>
          </p:cNvPr>
          <p:cNvSpPr txBox="1">
            <a:spLocks noChangeArrowheads="1"/>
          </p:cNvSpPr>
          <p:nvPr/>
        </p:nvSpPr>
        <p:spPr bwMode="auto">
          <a:xfrm>
            <a:off x="2814637" y="4221163"/>
            <a:ext cx="935038" cy="647700"/>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文件管理器</a:t>
            </a:r>
          </a:p>
        </p:txBody>
      </p:sp>
      <p:sp>
        <p:nvSpPr>
          <p:cNvPr id="114777" name="Text Box 50">
            <a:extLst>
              <a:ext uri="{FF2B5EF4-FFF2-40B4-BE49-F238E27FC236}">
                <a16:creationId xmlns:a16="http://schemas.microsoft.com/office/drawing/2014/main" id="{A3907835-BD02-E826-D8E1-54B78667E9FF}"/>
              </a:ext>
            </a:extLst>
          </p:cNvPr>
          <p:cNvSpPr txBox="1">
            <a:spLocks noChangeArrowheads="1"/>
          </p:cNvSpPr>
          <p:nvPr/>
        </p:nvSpPr>
        <p:spPr bwMode="auto">
          <a:xfrm>
            <a:off x="6126162" y="4868863"/>
            <a:ext cx="1376363" cy="2873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kumimoji="1" lang="zh-CN" altLang="en-US" sz="2000" dirty="0">
                <a:solidFill>
                  <a:srgbClr val="0000FF"/>
                </a:solidFill>
                <a:latin typeface="Times New Roman" panose="02020603050405020304" pitchFamily="18" charset="0"/>
              </a:rPr>
              <a:t>存储管理器</a:t>
            </a:r>
          </a:p>
        </p:txBody>
      </p:sp>
      <p:sp>
        <p:nvSpPr>
          <p:cNvPr id="114778" name="Line 51">
            <a:extLst>
              <a:ext uri="{FF2B5EF4-FFF2-40B4-BE49-F238E27FC236}">
                <a16:creationId xmlns:a16="http://schemas.microsoft.com/office/drawing/2014/main" id="{ABCD9BE6-75A8-46EA-6250-02BF24CB4901}"/>
              </a:ext>
            </a:extLst>
          </p:cNvPr>
          <p:cNvSpPr>
            <a:spLocks noChangeShapeType="1"/>
          </p:cNvSpPr>
          <p:nvPr/>
        </p:nvSpPr>
        <p:spPr bwMode="auto">
          <a:xfrm flipH="1">
            <a:off x="2165350" y="3860800"/>
            <a:ext cx="914400" cy="298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9" name="Line 52">
            <a:extLst>
              <a:ext uri="{FF2B5EF4-FFF2-40B4-BE49-F238E27FC236}">
                <a16:creationId xmlns:a16="http://schemas.microsoft.com/office/drawing/2014/main" id="{E5726FF2-46FD-C9EF-9FE6-E091D3A14D4C}"/>
              </a:ext>
            </a:extLst>
          </p:cNvPr>
          <p:cNvSpPr>
            <a:spLocks noChangeShapeType="1"/>
          </p:cNvSpPr>
          <p:nvPr/>
        </p:nvSpPr>
        <p:spPr bwMode="auto">
          <a:xfrm>
            <a:off x="3317875" y="3860800"/>
            <a:ext cx="0" cy="298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0" name="Line 53">
            <a:extLst>
              <a:ext uri="{FF2B5EF4-FFF2-40B4-BE49-F238E27FC236}">
                <a16:creationId xmlns:a16="http://schemas.microsoft.com/office/drawing/2014/main" id="{B0E3F369-D1F5-5FCA-B919-9F98451C31E1}"/>
              </a:ext>
            </a:extLst>
          </p:cNvPr>
          <p:cNvSpPr>
            <a:spLocks noChangeShapeType="1"/>
          </p:cNvSpPr>
          <p:nvPr/>
        </p:nvSpPr>
        <p:spPr bwMode="auto">
          <a:xfrm>
            <a:off x="3678237" y="3860800"/>
            <a:ext cx="800100" cy="298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1" name="Line 54">
            <a:extLst>
              <a:ext uri="{FF2B5EF4-FFF2-40B4-BE49-F238E27FC236}">
                <a16:creationId xmlns:a16="http://schemas.microsoft.com/office/drawing/2014/main" id="{F9A1E1B5-3941-86F7-A959-7849A2285769}"/>
              </a:ext>
            </a:extLst>
          </p:cNvPr>
          <p:cNvSpPr>
            <a:spLocks noChangeShapeType="1"/>
          </p:cNvSpPr>
          <p:nvPr/>
        </p:nvSpPr>
        <p:spPr bwMode="auto">
          <a:xfrm>
            <a:off x="4181475" y="3860800"/>
            <a:ext cx="2057400" cy="298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2" name="Line 55">
            <a:extLst>
              <a:ext uri="{FF2B5EF4-FFF2-40B4-BE49-F238E27FC236}">
                <a16:creationId xmlns:a16="http://schemas.microsoft.com/office/drawing/2014/main" id="{BFF77957-EBC0-64E2-3018-1AE313AFEB7C}"/>
              </a:ext>
            </a:extLst>
          </p:cNvPr>
          <p:cNvSpPr>
            <a:spLocks noChangeShapeType="1"/>
          </p:cNvSpPr>
          <p:nvPr/>
        </p:nvSpPr>
        <p:spPr bwMode="auto">
          <a:xfrm>
            <a:off x="2381250" y="4914900"/>
            <a:ext cx="0" cy="984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3" name="Line 56">
            <a:extLst>
              <a:ext uri="{FF2B5EF4-FFF2-40B4-BE49-F238E27FC236}">
                <a16:creationId xmlns:a16="http://schemas.microsoft.com/office/drawing/2014/main" id="{BF0D383A-CA09-9E22-6E96-865683097A47}"/>
              </a:ext>
            </a:extLst>
          </p:cNvPr>
          <p:cNvSpPr>
            <a:spLocks noChangeShapeType="1"/>
          </p:cNvSpPr>
          <p:nvPr/>
        </p:nvSpPr>
        <p:spPr bwMode="auto">
          <a:xfrm>
            <a:off x="2381250" y="5011738"/>
            <a:ext cx="34575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4" name="Line 57">
            <a:extLst>
              <a:ext uri="{FF2B5EF4-FFF2-40B4-BE49-F238E27FC236}">
                <a16:creationId xmlns:a16="http://schemas.microsoft.com/office/drawing/2014/main" id="{03AEC055-42A3-F603-236E-99F48C3B04AE}"/>
              </a:ext>
            </a:extLst>
          </p:cNvPr>
          <p:cNvSpPr>
            <a:spLocks noChangeShapeType="1"/>
          </p:cNvSpPr>
          <p:nvPr/>
        </p:nvSpPr>
        <p:spPr bwMode="auto">
          <a:xfrm flipH="1" flipV="1">
            <a:off x="5838825" y="4868863"/>
            <a:ext cx="0" cy="1444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5" name="Line 58">
            <a:extLst>
              <a:ext uri="{FF2B5EF4-FFF2-40B4-BE49-F238E27FC236}">
                <a16:creationId xmlns:a16="http://schemas.microsoft.com/office/drawing/2014/main" id="{C6A23A84-7FA3-E7AC-199E-5DB5E8E3ABB9}"/>
              </a:ext>
            </a:extLst>
          </p:cNvPr>
          <p:cNvSpPr>
            <a:spLocks noChangeShapeType="1"/>
          </p:cNvSpPr>
          <p:nvPr/>
        </p:nvSpPr>
        <p:spPr bwMode="auto">
          <a:xfrm>
            <a:off x="3295650" y="4914900"/>
            <a:ext cx="0" cy="984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6" name="Line 59">
            <a:extLst>
              <a:ext uri="{FF2B5EF4-FFF2-40B4-BE49-F238E27FC236}">
                <a16:creationId xmlns:a16="http://schemas.microsoft.com/office/drawing/2014/main" id="{CF0BF8A4-B303-641A-13A2-FA7B20441C0F}"/>
              </a:ext>
            </a:extLst>
          </p:cNvPr>
          <p:cNvSpPr>
            <a:spLocks noChangeShapeType="1"/>
          </p:cNvSpPr>
          <p:nvPr/>
        </p:nvSpPr>
        <p:spPr bwMode="auto">
          <a:xfrm>
            <a:off x="4438650" y="4914900"/>
            <a:ext cx="0" cy="984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7" name="Line 60">
            <a:extLst>
              <a:ext uri="{FF2B5EF4-FFF2-40B4-BE49-F238E27FC236}">
                <a16:creationId xmlns:a16="http://schemas.microsoft.com/office/drawing/2014/main" id="{32ECF76E-DB38-BF0C-FC8C-FA07C3972D36}"/>
              </a:ext>
            </a:extLst>
          </p:cNvPr>
          <p:cNvSpPr>
            <a:spLocks noChangeShapeType="1"/>
          </p:cNvSpPr>
          <p:nvPr/>
        </p:nvSpPr>
        <p:spPr bwMode="auto">
          <a:xfrm flipH="1">
            <a:off x="3965575" y="5011738"/>
            <a:ext cx="0" cy="504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8" name="Rectangle 61">
            <a:extLst>
              <a:ext uri="{FF2B5EF4-FFF2-40B4-BE49-F238E27FC236}">
                <a16:creationId xmlns:a16="http://schemas.microsoft.com/office/drawing/2014/main" id="{2555F3B6-CD0B-E57E-ECA4-12FB9D1C5BC2}"/>
              </a:ext>
            </a:extLst>
          </p:cNvPr>
          <p:cNvSpPr>
            <a:spLocks noChangeArrowheads="1"/>
          </p:cNvSpPr>
          <p:nvPr/>
        </p:nvSpPr>
        <p:spPr bwMode="auto">
          <a:xfrm>
            <a:off x="1709737" y="1655763"/>
            <a:ext cx="460851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endParaRPr lang="zh-CN" altLang="en-US" sz="1800"/>
          </a:p>
        </p:txBody>
      </p:sp>
      <p:sp>
        <p:nvSpPr>
          <p:cNvPr id="114799" name="Oval 35">
            <a:extLst>
              <a:ext uri="{FF2B5EF4-FFF2-40B4-BE49-F238E27FC236}">
                <a16:creationId xmlns:a16="http://schemas.microsoft.com/office/drawing/2014/main" id="{A9D5B90D-054C-8E7E-1A4F-70BFE0775116}"/>
              </a:ext>
            </a:extLst>
          </p:cNvPr>
          <p:cNvSpPr>
            <a:spLocks noChangeArrowheads="1"/>
          </p:cNvSpPr>
          <p:nvPr/>
        </p:nvSpPr>
        <p:spPr bwMode="auto">
          <a:xfrm>
            <a:off x="6632575" y="2276475"/>
            <a:ext cx="1871662" cy="431800"/>
          </a:xfrm>
          <a:prstGeom prst="ellipse">
            <a:avLst/>
          </a:prstGeom>
          <a:solidFill>
            <a:srgbClr val="FFFFFF"/>
          </a:solidFill>
          <a:ln w="9525">
            <a:solidFill>
              <a:srgbClr val="000000"/>
            </a:solidFill>
            <a:round/>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管理工具</a:t>
            </a:r>
          </a:p>
        </p:txBody>
      </p:sp>
      <p:sp>
        <p:nvSpPr>
          <p:cNvPr id="2" name="AutoShape 68">
            <a:extLst>
              <a:ext uri="{FF2B5EF4-FFF2-40B4-BE49-F238E27FC236}">
                <a16:creationId xmlns:a16="http://schemas.microsoft.com/office/drawing/2014/main" id="{1D63988E-21A9-1D1E-4ADD-DBBE16FC6A32}"/>
              </a:ext>
            </a:extLst>
          </p:cNvPr>
          <p:cNvSpPr>
            <a:spLocks noChangeArrowheads="1"/>
          </p:cNvSpPr>
          <p:nvPr/>
        </p:nvSpPr>
        <p:spPr bwMode="auto">
          <a:xfrm>
            <a:off x="685800" y="4770438"/>
            <a:ext cx="4360863" cy="1106486"/>
          </a:xfrm>
          <a:prstGeom prst="wedgeRoundRectCallout">
            <a:avLst>
              <a:gd name="adj1" fmla="val 37397"/>
              <a:gd name="adj2" fmla="val 80705"/>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kumimoji="1" lang="zh-CN" altLang="en-US" sz="2000">
                <a:latin typeface="Arial" panose="020B0604020202020204" pitchFamily="34" charset="0"/>
              </a:rPr>
              <a:t>由</a:t>
            </a:r>
            <a:r>
              <a:rPr kumimoji="1" lang="en-US" altLang="zh-CN" sz="2000">
                <a:latin typeface="Arial" panose="020B0604020202020204" pitchFamily="34" charset="0"/>
              </a:rPr>
              <a:t>DBMS</a:t>
            </a:r>
            <a:r>
              <a:rPr kumimoji="1" lang="zh-CN" altLang="en-US" sz="2000">
                <a:latin typeface="Arial" panose="020B0604020202020204" pitchFamily="34" charset="0"/>
              </a:rPr>
              <a:t>收集和存储的关于数据特征的数据。例如数据库大小，数据库中的各种关系等</a:t>
            </a:r>
          </a:p>
          <a:p>
            <a:pPr lvl="2" eaLnBrk="1" hangingPunct="1">
              <a:lnSpc>
                <a:spcPct val="90000"/>
              </a:lnSpc>
              <a:buClr>
                <a:schemeClr val="hlink"/>
              </a:buClr>
              <a:buSzPct val="70000"/>
              <a:buFont typeface="Wingdings" panose="05000000000000000000" pitchFamily="2" charset="2"/>
              <a:buChar char="n"/>
            </a:pPr>
            <a:endParaRPr kumimoji="1" lang="en-US" altLang="zh-CN" sz="2000">
              <a:latin typeface="Arial" panose="020B0604020202020204" pitchFamily="34" charset="0"/>
            </a:endParaRPr>
          </a:p>
        </p:txBody>
      </p:sp>
      <p:sp>
        <p:nvSpPr>
          <p:cNvPr id="3" name="AutoShape 69">
            <a:extLst>
              <a:ext uri="{FF2B5EF4-FFF2-40B4-BE49-F238E27FC236}">
                <a16:creationId xmlns:a16="http://schemas.microsoft.com/office/drawing/2014/main" id="{55ECEF10-421B-BDDC-F02E-F395AC8D4BC3}"/>
              </a:ext>
            </a:extLst>
          </p:cNvPr>
          <p:cNvSpPr>
            <a:spLocks noChangeArrowheads="1"/>
          </p:cNvSpPr>
          <p:nvPr/>
        </p:nvSpPr>
        <p:spPr bwMode="auto">
          <a:xfrm>
            <a:off x="5413374" y="3465513"/>
            <a:ext cx="3738562" cy="1396840"/>
          </a:xfrm>
          <a:prstGeom prst="wedgeRoundRectCallout">
            <a:avLst>
              <a:gd name="adj1" fmla="val -37307"/>
              <a:gd name="adj2" fmla="val 115518"/>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kumimoji="1" lang="zh-CN" altLang="en-US" sz="2000" dirty="0">
                <a:latin typeface="Arial" panose="020B0604020202020204" pitchFamily="34" charset="0"/>
              </a:rPr>
              <a:t>存储关于数据库结构的元数据，特别是诸如数据库描述表、权限表、完整性约束表、并发控制表等各种数据库模式</a:t>
            </a:r>
          </a:p>
        </p:txBody>
      </p:sp>
    </p:spTree>
    <p:extLst>
      <p:ext uri="{BB962C8B-B14F-4D97-AF65-F5344CB8AC3E}">
        <p14:creationId xmlns:p14="http://schemas.microsoft.com/office/powerpoint/2010/main" val="23527830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in)">
                                      <p:cBhvr>
                                        <p:cTn id="12"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697AC0FD-190D-473D-A059-D003465E8F28}"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14691"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14692"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5CA75515-450F-4216-87DB-463660D82225}" type="slidenum">
              <a:rPr lang="en-US" altLang="zh-CN" sz="1400">
                <a:solidFill>
                  <a:schemeClr val="tx1"/>
                </a:solidFill>
                <a:latin typeface="Times New Roman" pitchFamily="18" charset="0"/>
              </a:rPr>
              <a:pPr eaLnBrk="1" hangingPunct="1"/>
              <a:t>88</a:t>
            </a:fld>
            <a:r>
              <a:rPr lang="en-US" altLang="zh-CN" sz="1400">
                <a:solidFill>
                  <a:schemeClr val="tx1"/>
                </a:solidFill>
                <a:latin typeface="Times New Roman" pitchFamily="18" charset="0"/>
              </a:rPr>
              <a:t>/92</a:t>
            </a:r>
          </a:p>
        </p:txBody>
      </p:sp>
      <p:sp>
        <p:nvSpPr>
          <p:cNvPr id="114693" name="Rectangle 2"/>
          <p:cNvSpPr>
            <a:spLocks noGrp="1" noChangeArrowheads="1"/>
          </p:cNvSpPr>
          <p:nvPr>
            <p:ph type="title"/>
          </p:nvPr>
        </p:nvSpPr>
        <p:spPr/>
        <p:txBody>
          <a:bodyPr/>
          <a:lstStyle/>
          <a:p>
            <a:pPr eaLnBrk="1" hangingPunct="1"/>
            <a:r>
              <a:rPr lang="en-US" altLang="zh-CN" dirty="0"/>
              <a:t>1.7 </a:t>
            </a:r>
            <a:r>
              <a:rPr lang="zh-CN" altLang="en-US" dirty="0"/>
              <a:t>数据库系统体系结构</a:t>
            </a:r>
            <a:endParaRPr lang="en-US" altLang="zh-CN" dirty="0"/>
          </a:p>
        </p:txBody>
      </p:sp>
      <p:sp>
        <p:nvSpPr>
          <p:cNvPr id="24" name="AutoShape 24">
            <a:extLst>
              <a:ext uri="{FF2B5EF4-FFF2-40B4-BE49-F238E27FC236}">
                <a16:creationId xmlns:a16="http://schemas.microsoft.com/office/drawing/2014/main" id="{9BC6B6B5-62AB-00BA-098D-BA898365D203}"/>
              </a:ext>
            </a:extLst>
          </p:cNvPr>
          <p:cNvSpPr>
            <a:spLocks noChangeArrowheads="1"/>
          </p:cNvSpPr>
          <p:nvPr/>
        </p:nvSpPr>
        <p:spPr bwMode="auto">
          <a:xfrm>
            <a:off x="2093912" y="5445125"/>
            <a:ext cx="4176713" cy="1223963"/>
          </a:xfrm>
          <a:prstGeom prst="can">
            <a:avLst>
              <a:gd name="adj" fmla="val 16986"/>
            </a:avLst>
          </a:prstGeom>
          <a:solidFill>
            <a:srgbClr val="FFFFFF"/>
          </a:solidFill>
          <a:ln w="9525">
            <a:solidFill>
              <a:srgbClr val="000000"/>
            </a:solidFill>
            <a:round/>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dirty="0">
                <a:solidFill>
                  <a:srgbClr val="0000FF"/>
                </a:solidFill>
                <a:latin typeface="Times New Roman" panose="02020603050405020304" pitchFamily="18" charset="0"/>
              </a:rPr>
              <a:t>存储器</a:t>
            </a:r>
          </a:p>
        </p:txBody>
      </p:sp>
      <p:sp>
        <p:nvSpPr>
          <p:cNvPr id="26" name="Text Box 26">
            <a:extLst>
              <a:ext uri="{FF2B5EF4-FFF2-40B4-BE49-F238E27FC236}">
                <a16:creationId xmlns:a16="http://schemas.microsoft.com/office/drawing/2014/main" id="{54E88D4A-83E5-754A-95C2-96514D0AF379}"/>
              </a:ext>
            </a:extLst>
          </p:cNvPr>
          <p:cNvSpPr txBox="1">
            <a:spLocks noChangeArrowheads="1"/>
          </p:cNvSpPr>
          <p:nvPr/>
        </p:nvSpPr>
        <p:spPr bwMode="auto">
          <a:xfrm>
            <a:off x="3173412" y="6021388"/>
            <a:ext cx="792163" cy="431800"/>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索引</a:t>
            </a:r>
          </a:p>
        </p:txBody>
      </p:sp>
      <p:sp>
        <p:nvSpPr>
          <p:cNvPr id="27" name="Text Box 27">
            <a:extLst>
              <a:ext uri="{FF2B5EF4-FFF2-40B4-BE49-F238E27FC236}">
                <a16:creationId xmlns:a16="http://schemas.microsoft.com/office/drawing/2014/main" id="{64023FFD-39BE-3297-4CC2-D95E1474F640}"/>
              </a:ext>
            </a:extLst>
          </p:cNvPr>
          <p:cNvSpPr txBox="1">
            <a:spLocks noChangeArrowheads="1"/>
          </p:cNvSpPr>
          <p:nvPr/>
        </p:nvSpPr>
        <p:spPr bwMode="auto">
          <a:xfrm>
            <a:off x="4038600" y="6237288"/>
            <a:ext cx="1152525" cy="360362"/>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统计数据</a:t>
            </a:r>
          </a:p>
        </p:txBody>
      </p:sp>
      <p:sp>
        <p:nvSpPr>
          <p:cNvPr id="114733" name="Text Box 8">
            <a:extLst>
              <a:ext uri="{FF2B5EF4-FFF2-40B4-BE49-F238E27FC236}">
                <a16:creationId xmlns:a16="http://schemas.microsoft.com/office/drawing/2014/main" id="{8D86C5BC-8F0A-FB35-ACAA-EF38CD03D49F}"/>
              </a:ext>
            </a:extLst>
          </p:cNvPr>
          <p:cNvSpPr txBox="1">
            <a:spLocks noChangeArrowheads="1"/>
          </p:cNvSpPr>
          <p:nvPr/>
        </p:nvSpPr>
        <p:spPr bwMode="auto">
          <a:xfrm>
            <a:off x="2392363" y="5084763"/>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kumimoji="1" lang="zh-CN" altLang="zh-CN" sz="2400">
              <a:latin typeface="Arial" panose="020B0604020202020204" pitchFamily="34" charset="0"/>
            </a:endParaRPr>
          </a:p>
        </p:txBody>
      </p:sp>
      <p:sp>
        <p:nvSpPr>
          <p:cNvPr id="114734" name="Rectangle 3">
            <a:extLst>
              <a:ext uri="{FF2B5EF4-FFF2-40B4-BE49-F238E27FC236}">
                <a16:creationId xmlns:a16="http://schemas.microsoft.com/office/drawing/2014/main" id="{31542415-755D-16D6-CCE0-FC9EE904B7BC}"/>
              </a:ext>
            </a:extLst>
          </p:cNvPr>
          <p:cNvSpPr>
            <a:spLocks noChangeArrowheads="1"/>
          </p:cNvSpPr>
          <p:nvPr/>
        </p:nvSpPr>
        <p:spPr bwMode="auto">
          <a:xfrm>
            <a:off x="1517650" y="4148138"/>
            <a:ext cx="6121400" cy="1190625"/>
          </a:xfrm>
          <a:prstGeom prst="rect">
            <a:avLst/>
          </a:prstGeom>
          <a:solidFill>
            <a:srgbClr val="FFFFFF"/>
          </a:solidFill>
          <a:ln w="9525" cap="rnd">
            <a:solidFill>
              <a:srgbClr val="000000"/>
            </a:solidFill>
            <a:prstDash val="sysDot"/>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endParaRPr lang="zh-CN" altLang="en-US" sz="1800"/>
          </a:p>
        </p:txBody>
      </p:sp>
      <p:sp>
        <p:nvSpPr>
          <p:cNvPr id="114735" name="Rectangle 4">
            <a:extLst>
              <a:ext uri="{FF2B5EF4-FFF2-40B4-BE49-F238E27FC236}">
                <a16:creationId xmlns:a16="http://schemas.microsoft.com/office/drawing/2014/main" id="{12B44190-3110-A6F6-CC42-40800541A5AE}"/>
              </a:ext>
            </a:extLst>
          </p:cNvPr>
          <p:cNvSpPr>
            <a:spLocks noChangeArrowheads="1"/>
          </p:cNvSpPr>
          <p:nvPr/>
        </p:nvSpPr>
        <p:spPr bwMode="auto">
          <a:xfrm>
            <a:off x="1230312" y="2781300"/>
            <a:ext cx="7273925" cy="1196975"/>
          </a:xfrm>
          <a:prstGeom prst="rect">
            <a:avLst/>
          </a:prstGeom>
          <a:solidFill>
            <a:srgbClr val="FFFFFF"/>
          </a:solidFill>
          <a:ln w="9525" cap="rnd">
            <a:solidFill>
              <a:srgbClr val="000000"/>
            </a:solidFill>
            <a:prstDash val="sysDot"/>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endParaRPr lang="zh-CN" altLang="en-US" sz="1800"/>
          </a:p>
        </p:txBody>
      </p:sp>
      <p:sp>
        <p:nvSpPr>
          <p:cNvPr id="114736" name="Text Box 5">
            <a:extLst>
              <a:ext uri="{FF2B5EF4-FFF2-40B4-BE49-F238E27FC236}">
                <a16:creationId xmlns:a16="http://schemas.microsoft.com/office/drawing/2014/main" id="{A4FD8CB3-4EDB-86D8-036B-3D32CCD91C72}"/>
              </a:ext>
            </a:extLst>
          </p:cNvPr>
          <p:cNvSpPr txBox="1">
            <a:spLocks noChangeArrowheads="1"/>
          </p:cNvSpPr>
          <p:nvPr/>
        </p:nvSpPr>
        <p:spPr bwMode="auto">
          <a:xfrm>
            <a:off x="2741612" y="1989138"/>
            <a:ext cx="7921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编写</a:t>
            </a:r>
          </a:p>
        </p:txBody>
      </p:sp>
      <p:sp>
        <p:nvSpPr>
          <p:cNvPr id="114737" name="Text Box 6">
            <a:extLst>
              <a:ext uri="{FF2B5EF4-FFF2-40B4-BE49-F238E27FC236}">
                <a16:creationId xmlns:a16="http://schemas.microsoft.com/office/drawing/2014/main" id="{7D4E252D-3AB6-3247-0586-9ED991B0784C}"/>
              </a:ext>
            </a:extLst>
          </p:cNvPr>
          <p:cNvSpPr txBox="1">
            <a:spLocks noChangeArrowheads="1"/>
          </p:cNvSpPr>
          <p:nvPr/>
        </p:nvSpPr>
        <p:spPr bwMode="auto">
          <a:xfrm>
            <a:off x="7350125" y="1989138"/>
            <a:ext cx="720725"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使用</a:t>
            </a:r>
          </a:p>
        </p:txBody>
      </p:sp>
      <p:sp>
        <p:nvSpPr>
          <p:cNvPr id="114738" name="Text Box 7">
            <a:extLst>
              <a:ext uri="{FF2B5EF4-FFF2-40B4-BE49-F238E27FC236}">
                <a16:creationId xmlns:a16="http://schemas.microsoft.com/office/drawing/2014/main" id="{9F2B9EEF-7AF4-AEC4-3576-828E1006C9D1}"/>
              </a:ext>
            </a:extLst>
          </p:cNvPr>
          <p:cNvSpPr txBox="1">
            <a:spLocks noChangeArrowheads="1"/>
          </p:cNvSpPr>
          <p:nvPr/>
        </p:nvSpPr>
        <p:spPr bwMode="auto">
          <a:xfrm>
            <a:off x="4325937" y="1989138"/>
            <a:ext cx="792163"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使用</a:t>
            </a:r>
          </a:p>
        </p:txBody>
      </p:sp>
      <p:sp>
        <p:nvSpPr>
          <p:cNvPr id="114739" name="Text Box 8">
            <a:extLst>
              <a:ext uri="{FF2B5EF4-FFF2-40B4-BE49-F238E27FC236}">
                <a16:creationId xmlns:a16="http://schemas.microsoft.com/office/drawing/2014/main" id="{831B7FA0-AF50-393C-172F-7406873A16B6}"/>
              </a:ext>
            </a:extLst>
          </p:cNvPr>
          <p:cNvSpPr txBox="1">
            <a:spLocks noChangeArrowheads="1"/>
          </p:cNvSpPr>
          <p:nvPr/>
        </p:nvSpPr>
        <p:spPr bwMode="auto">
          <a:xfrm>
            <a:off x="1085850" y="1916113"/>
            <a:ext cx="676275" cy="20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使用</a:t>
            </a:r>
          </a:p>
        </p:txBody>
      </p:sp>
      <p:sp>
        <p:nvSpPr>
          <p:cNvPr id="114740" name="Text Box 9">
            <a:extLst>
              <a:ext uri="{FF2B5EF4-FFF2-40B4-BE49-F238E27FC236}">
                <a16:creationId xmlns:a16="http://schemas.microsoft.com/office/drawing/2014/main" id="{C4F754FF-570C-F0C8-49AA-572B73474A5A}"/>
              </a:ext>
            </a:extLst>
          </p:cNvPr>
          <p:cNvSpPr txBox="1">
            <a:spLocks noChangeArrowheads="1"/>
          </p:cNvSpPr>
          <p:nvPr/>
        </p:nvSpPr>
        <p:spPr bwMode="auto">
          <a:xfrm>
            <a:off x="2597150" y="2936875"/>
            <a:ext cx="1873250" cy="347663"/>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编译器和连接器</a:t>
            </a:r>
          </a:p>
        </p:txBody>
      </p:sp>
      <p:sp>
        <p:nvSpPr>
          <p:cNvPr id="114741" name="Text Box 10">
            <a:extLst>
              <a:ext uri="{FF2B5EF4-FFF2-40B4-BE49-F238E27FC236}">
                <a16:creationId xmlns:a16="http://schemas.microsoft.com/office/drawing/2014/main" id="{C0A42D6F-DE72-AB36-4F2C-B29F846F410C}"/>
              </a:ext>
            </a:extLst>
          </p:cNvPr>
          <p:cNvSpPr txBox="1">
            <a:spLocks noChangeArrowheads="1"/>
          </p:cNvSpPr>
          <p:nvPr/>
        </p:nvSpPr>
        <p:spPr bwMode="auto">
          <a:xfrm>
            <a:off x="1301750" y="2852738"/>
            <a:ext cx="1152525" cy="647700"/>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应用程序目标代码</a:t>
            </a:r>
          </a:p>
        </p:txBody>
      </p:sp>
      <p:sp>
        <p:nvSpPr>
          <p:cNvPr id="114742" name="Text Box 11">
            <a:extLst>
              <a:ext uri="{FF2B5EF4-FFF2-40B4-BE49-F238E27FC236}">
                <a16:creationId xmlns:a16="http://schemas.microsoft.com/office/drawing/2014/main" id="{579AAB28-1525-EA62-662B-2D5860A3D072}"/>
              </a:ext>
            </a:extLst>
          </p:cNvPr>
          <p:cNvSpPr txBox="1">
            <a:spLocks noChangeArrowheads="1"/>
          </p:cNvSpPr>
          <p:nvPr/>
        </p:nvSpPr>
        <p:spPr bwMode="auto">
          <a:xfrm>
            <a:off x="3101975" y="3573463"/>
            <a:ext cx="1100137" cy="288925"/>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执行引擎</a:t>
            </a:r>
          </a:p>
        </p:txBody>
      </p:sp>
      <p:sp>
        <p:nvSpPr>
          <p:cNvPr id="114743" name="Text Box 12">
            <a:extLst>
              <a:ext uri="{FF2B5EF4-FFF2-40B4-BE49-F238E27FC236}">
                <a16:creationId xmlns:a16="http://schemas.microsoft.com/office/drawing/2014/main" id="{7E24D5D0-3143-D205-F49C-98EEAA06169C}"/>
              </a:ext>
            </a:extLst>
          </p:cNvPr>
          <p:cNvSpPr txBox="1">
            <a:spLocks noChangeArrowheads="1"/>
          </p:cNvSpPr>
          <p:nvPr/>
        </p:nvSpPr>
        <p:spPr bwMode="auto">
          <a:xfrm>
            <a:off x="5981700" y="2997200"/>
            <a:ext cx="1008062" cy="647700"/>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en-US" altLang="zh-CN" sz="2000">
                <a:latin typeface="Arial" panose="020B0604020202020204" pitchFamily="34" charset="0"/>
              </a:rPr>
              <a:t>DDL</a:t>
            </a:r>
            <a:r>
              <a:rPr kumimoji="1" lang="zh-CN" altLang="en-US" sz="2000">
                <a:latin typeface="Times New Roman" panose="02020603050405020304" pitchFamily="18" charset="0"/>
              </a:rPr>
              <a:t>解释器</a:t>
            </a:r>
          </a:p>
        </p:txBody>
      </p:sp>
      <p:sp>
        <p:nvSpPr>
          <p:cNvPr id="114744" name="Text Box 13">
            <a:extLst>
              <a:ext uri="{FF2B5EF4-FFF2-40B4-BE49-F238E27FC236}">
                <a16:creationId xmlns:a16="http://schemas.microsoft.com/office/drawing/2014/main" id="{28589AC3-D8A5-B18A-D78E-D3C4FB4F6733}"/>
              </a:ext>
            </a:extLst>
          </p:cNvPr>
          <p:cNvSpPr txBox="1">
            <a:spLocks noChangeArrowheads="1"/>
          </p:cNvSpPr>
          <p:nvPr/>
        </p:nvSpPr>
        <p:spPr bwMode="auto">
          <a:xfrm>
            <a:off x="4614862" y="2924175"/>
            <a:ext cx="893763" cy="649288"/>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en-US" altLang="zh-CN" sz="2000">
                <a:latin typeface="Arial" panose="020B0604020202020204" pitchFamily="34" charset="0"/>
              </a:rPr>
              <a:t>DML</a:t>
            </a:r>
            <a:r>
              <a:rPr kumimoji="1" lang="zh-CN" altLang="en-US" sz="2000">
                <a:latin typeface="Times New Roman" panose="02020603050405020304" pitchFamily="18" charset="0"/>
              </a:rPr>
              <a:t>处理器</a:t>
            </a:r>
          </a:p>
        </p:txBody>
      </p:sp>
      <p:sp>
        <p:nvSpPr>
          <p:cNvPr id="114745" name="Line 14">
            <a:extLst>
              <a:ext uri="{FF2B5EF4-FFF2-40B4-BE49-F238E27FC236}">
                <a16:creationId xmlns:a16="http://schemas.microsoft.com/office/drawing/2014/main" id="{B13A93DC-511E-2FB6-3289-91D5A75405C5}"/>
              </a:ext>
            </a:extLst>
          </p:cNvPr>
          <p:cNvSpPr>
            <a:spLocks noChangeShapeType="1"/>
          </p:cNvSpPr>
          <p:nvPr/>
        </p:nvSpPr>
        <p:spPr bwMode="auto">
          <a:xfrm>
            <a:off x="6989762" y="1989138"/>
            <a:ext cx="0" cy="342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46" name="Line 15">
            <a:extLst>
              <a:ext uri="{FF2B5EF4-FFF2-40B4-BE49-F238E27FC236}">
                <a16:creationId xmlns:a16="http://schemas.microsoft.com/office/drawing/2014/main" id="{82217377-3005-5428-0F5C-D809C8F8129A}"/>
              </a:ext>
            </a:extLst>
          </p:cNvPr>
          <p:cNvSpPr>
            <a:spLocks noChangeShapeType="1"/>
          </p:cNvSpPr>
          <p:nvPr/>
        </p:nvSpPr>
        <p:spPr bwMode="auto">
          <a:xfrm>
            <a:off x="3533775" y="1916113"/>
            <a:ext cx="4762" cy="4302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47" name="Line 16">
            <a:extLst>
              <a:ext uri="{FF2B5EF4-FFF2-40B4-BE49-F238E27FC236}">
                <a16:creationId xmlns:a16="http://schemas.microsoft.com/office/drawing/2014/main" id="{387FF0C1-DE0B-E4E5-561E-69D941F2D2A6}"/>
              </a:ext>
            </a:extLst>
          </p:cNvPr>
          <p:cNvSpPr>
            <a:spLocks noChangeShapeType="1"/>
          </p:cNvSpPr>
          <p:nvPr/>
        </p:nvSpPr>
        <p:spPr bwMode="auto">
          <a:xfrm>
            <a:off x="3424237" y="2641600"/>
            <a:ext cx="0" cy="2968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48" name="Line 17">
            <a:extLst>
              <a:ext uri="{FF2B5EF4-FFF2-40B4-BE49-F238E27FC236}">
                <a16:creationId xmlns:a16="http://schemas.microsoft.com/office/drawing/2014/main" id="{F84667A3-FEB8-2CAC-FE78-7E6830D56799}"/>
              </a:ext>
            </a:extLst>
          </p:cNvPr>
          <p:cNvSpPr>
            <a:spLocks noChangeShapeType="1"/>
          </p:cNvSpPr>
          <p:nvPr/>
        </p:nvSpPr>
        <p:spPr bwMode="auto">
          <a:xfrm flipV="1">
            <a:off x="1878012" y="1989138"/>
            <a:ext cx="0" cy="1984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49" name="Line 18">
            <a:extLst>
              <a:ext uri="{FF2B5EF4-FFF2-40B4-BE49-F238E27FC236}">
                <a16:creationId xmlns:a16="http://schemas.microsoft.com/office/drawing/2014/main" id="{D014CEAF-0E1F-6ABA-6F0E-148D45F4F2EB}"/>
              </a:ext>
            </a:extLst>
          </p:cNvPr>
          <p:cNvSpPr>
            <a:spLocks noChangeShapeType="1"/>
          </p:cNvSpPr>
          <p:nvPr/>
        </p:nvSpPr>
        <p:spPr bwMode="auto">
          <a:xfrm>
            <a:off x="1878012" y="2636838"/>
            <a:ext cx="0" cy="215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50" name="Line 19">
            <a:extLst>
              <a:ext uri="{FF2B5EF4-FFF2-40B4-BE49-F238E27FC236}">
                <a16:creationId xmlns:a16="http://schemas.microsoft.com/office/drawing/2014/main" id="{BC942EE0-DEF1-174D-50C5-465EBE8D9DC9}"/>
              </a:ext>
            </a:extLst>
          </p:cNvPr>
          <p:cNvSpPr>
            <a:spLocks noChangeShapeType="1"/>
          </p:cNvSpPr>
          <p:nvPr/>
        </p:nvSpPr>
        <p:spPr bwMode="auto">
          <a:xfrm>
            <a:off x="2454275" y="3068638"/>
            <a:ext cx="1428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51" name="Line 20">
            <a:extLst>
              <a:ext uri="{FF2B5EF4-FFF2-40B4-BE49-F238E27FC236}">
                <a16:creationId xmlns:a16="http://schemas.microsoft.com/office/drawing/2014/main" id="{2D5FED82-2E7B-8CCB-08EE-95FE5286C1D6}"/>
              </a:ext>
            </a:extLst>
          </p:cNvPr>
          <p:cNvSpPr>
            <a:spLocks noChangeShapeType="1"/>
          </p:cNvSpPr>
          <p:nvPr/>
        </p:nvSpPr>
        <p:spPr bwMode="auto">
          <a:xfrm>
            <a:off x="4470400" y="3141663"/>
            <a:ext cx="1555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52" name="Line 21">
            <a:extLst>
              <a:ext uri="{FF2B5EF4-FFF2-40B4-BE49-F238E27FC236}">
                <a16:creationId xmlns:a16="http://schemas.microsoft.com/office/drawing/2014/main" id="{441300DD-068B-0E76-CA2C-EA3CE60869D7}"/>
              </a:ext>
            </a:extLst>
          </p:cNvPr>
          <p:cNvSpPr>
            <a:spLocks noChangeShapeType="1"/>
          </p:cNvSpPr>
          <p:nvPr/>
        </p:nvSpPr>
        <p:spPr bwMode="auto">
          <a:xfrm flipV="1">
            <a:off x="5046662" y="3573463"/>
            <a:ext cx="0" cy="215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53" name="Line 22">
            <a:extLst>
              <a:ext uri="{FF2B5EF4-FFF2-40B4-BE49-F238E27FC236}">
                <a16:creationId xmlns:a16="http://schemas.microsoft.com/office/drawing/2014/main" id="{8F188C0E-234D-3A5B-D76E-0193E7E6B2F1}"/>
              </a:ext>
            </a:extLst>
          </p:cNvPr>
          <p:cNvSpPr>
            <a:spLocks noChangeShapeType="1"/>
          </p:cNvSpPr>
          <p:nvPr/>
        </p:nvSpPr>
        <p:spPr bwMode="auto">
          <a:xfrm>
            <a:off x="2238375" y="3517900"/>
            <a:ext cx="0" cy="1984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54" name="Line 23">
            <a:extLst>
              <a:ext uri="{FF2B5EF4-FFF2-40B4-BE49-F238E27FC236}">
                <a16:creationId xmlns:a16="http://schemas.microsoft.com/office/drawing/2014/main" id="{34A44958-3AA6-650C-F7E5-BC46CABED16E}"/>
              </a:ext>
            </a:extLst>
          </p:cNvPr>
          <p:cNvSpPr>
            <a:spLocks noChangeShapeType="1"/>
          </p:cNvSpPr>
          <p:nvPr/>
        </p:nvSpPr>
        <p:spPr bwMode="auto">
          <a:xfrm>
            <a:off x="4254500" y="3789363"/>
            <a:ext cx="18716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55" name="Text Box 25">
            <a:extLst>
              <a:ext uri="{FF2B5EF4-FFF2-40B4-BE49-F238E27FC236}">
                <a16:creationId xmlns:a16="http://schemas.microsoft.com/office/drawing/2014/main" id="{F0D01589-0C9F-3795-1964-368A32CEC6B7}"/>
              </a:ext>
            </a:extLst>
          </p:cNvPr>
          <p:cNvSpPr txBox="1">
            <a:spLocks noChangeArrowheads="1"/>
          </p:cNvSpPr>
          <p:nvPr/>
        </p:nvSpPr>
        <p:spPr bwMode="auto">
          <a:xfrm>
            <a:off x="2238375" y="5876925"/>
            <a:ext cx="777875" cy="288925"/>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数据</a:t>
            </a:r>
          </a:p>
        </p:txBody>
      </p:sp>
      <p:sp>
        <p:nvSpPr>
          <p:cNvPr id="114756" name="Text Box 28">
            <a:extLst>
              <a:ext uri="{FF2B5EF4-FFF2-40B4-BE49-F238E27FC236}">
                <a16:creationId xmlns:a16="http://schemas.microsoft.com/office/drawing/2014/main" id="{3C8BC7FF-4661-09FB-30BB-83B3D607A4BD}"/>
              </a:ext>
            </a:extLst>
          </p:cNvPr>
          <p:cNvSpPr txBox="1">
            <a:spLocks noChangeArrowheads="1"/>
          </p:cNvSpPr>
          <p:nvPr/>
        </p:nvSpPr>
        <p:spPr bwMode="auto">
          <a:xfrm>
            <a:off x="4902200" y="5803900"/>
            <a:ext cx="1150937" cy="360363"/>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数据字典</a:t>
            </a:r>
          </a:p>
        </p:txBody>
      </p:sp>
      <p:sp>
        <p:nvSpPr>
          <p:cNvPr id="114757" name="AutoShape 29">
            <a:extLst>
              <a:ext uri="{FF2B5EF4-FFF2-40B4-BE49-F238E27FC236}">
                <a16:creationId xmlns:a16="http://schemas.microsoft.com/office/drawing/2014/main" id="{2E09F05F-5064-CB6B-6D84-C676C9D8C8D2}"/>
              </a:ext>
            </a:extLst>
          </p:cNvPr>
          <p:cNvSpPr>
            <a:spLocks noChangeArrowheads="1"/>
          </p:cNvSpPr>
          <p:nvPr/>
        </p:nvSpPr>
        <p:spPr bwMode="auto">
          <a:xfrm>
            <a:off x="1373187" y="1557338"/>
            <a:ext cx="1292225" cy="379412"/>
          </a:xfrm>
          <a:prstGeom prst="flowChartAlternateProcess">
            <a:avLst/>
          </a:prstGeom>
          <a:solidFill>
            <a:srgbClr val="FFFFFF"/>
          </a:solidFill>
          <a:ln w="9525">
            <a:solidFill>
              <a:srgbClr val="000000"/>
            </a:solidFill>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kumimoji="1" lang="zh-CN" altLang="en-US" sz="2000">
                <a:latin typeface="Times New Roman" panose="02020603050405020304" pitchFamily="18" charset="0"/>
              </a:rPr>
              <a:t>初级用户</a:t>
            </a:r>
          </a:p>
        </p:txBody>
      </p:sp>
      <p:sp>
        <p:nvSpPr>
          <p:cNvPr id="114758" name="AutoShape 30">
            <a:extLst>
              <a:ext uri="{FF2B5EF4-FFF2-40B4-BE49-F238E27FC236}">
                <a16:creationId xmlns:a16="http://schemas.microsoft.com/office/drawing/2014/main" id="{CF9C6911-9C89-77DE-90F1-5D797E817B91}"/>
              </a:ext>
            </a:extLst>
          </p:cNvPr>
          <p:cNvSpPr>
            <a:spLocks noChangeArrowheads="1"/>
          </p:cNvSpPr>
          <p:nvPr/>
        </p:nvSpPr>
        <p:spPr bwMode="auto">
          <a:xfrm>
            <a:off x="2814637" y="1557338"/>
            <a:ext cx="1511300" cy="358775"/>
          </a:xfrm>
          <a:prstGeom prst="flowChartAlternateProcess">
            <a:avLst/>
          </a:prstGeom>
          <a:solidFill>
            <a:srgbClr val="FFFFFF"/>
          </a:solidFill>
          <a:ln w="9525">
            <a:solidFill>
              <a:srgbClr val="000000"/>
            </a:solidFill>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kumimoji="1" lang="zh-CN" altLang="en-US" sz="2000">
                <a:latin typeface="Times New Roman" panose="02020603050405020304" pitchFamily="18" charset="0"/>
              </a:rPr>
              <a:t>应用程序员</a:t>
            </a:r>
          </a:p>
        </p:txBody>
      </p:sp>
      <p:sp>
        <p:nvSpPr>
          <p:cNvPr id="114759" name="AutoShape 31">
            <a:extLst>
              <a:ext uri="{FF2B5EF4-FFF2-40B4-BE49-F238E27FC236}">
                <a16:creationId xmlns:a16="http://schemas.microsoft.com/office/drawing/2014/main" id="{4FB4C84E-52AB-4D4E-E8DA-4CC321373E2B}"/>
              </a:ext>
            </a:extLst>
          </p:cNvPr>
          <p:cNvSpPr>
            <a:spLocks noChangeArrowheads="1"/>
          </p:cNvSpPr>
          <p:nvPr/>
        </p:nvSpPr>
        <p:spPr bwMode="auto">
          <a:xfrm>
            <a:off x="5981700" y="1557338"/>
            <a:ext cx="1512887" cy="431800"/>
          </a:xfrm>
          <a:prstGeom prst="flowChartAlternateProcess">
            <a:avLst/>
          </a:prstGeom>
          <a:solidFill>
            <a:srgbClr val="FFFFFF"/>
          </a:solidFill>
          <a:ln w="9525">
            <a:solidFill>
              <a:srgbClr val="000000"/>
            </a:solidFill>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系统管理员</a:t>
            </a:r>
          </a:p>
        </p:txBody>
      </p:sp>
      <p:sp>
        <p:nvSpPr>
          <p:cNvPr id="114760" name="AutoShape 32">
            <a:extLst>
              <a:ext uri="{FF2B5EF4-FFF2-40B4-BE49-F238E27FC236}">
                <a16:creationId xmlns:a16="http://schemas.microsoft.com/office/drawing/2014/main" id="{FB4EC585-4A13-1634-D7F0-029D25D696BE}"/>
              </a:ext>
            </a:extLst>
          </p:cNvPr>
          <p:cNvSpPr>
            <a:spLocks noChangeArrowheads="1"/>
          </p:cNvSpPr>
          <p:nvPr/>
        </p:nvSpPr>
        <p:spPr bwMode="auto">
          <a:xfrm>
            <a:off x="4470400" y="1557338"/>
            <a:ext cx="1295400" cy="358775"/>
          </a:xfrm>
          <a:prstGeom prst="flowChartAlternateProcess">
            <a:avLst/>
          </a:prstGeom>
          <a:solidFill>
            <a:srgbClr val="FFFFFF"/>
          </a:solidFill>
          <a:ln w="9525">
            <a:solidFill>
              <a:srgbClr val="000000"/>
            </a:solidFill>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高级用户</a:t>
            </a:r>
          </a:p>
        </p:txBody>
      </p:sp>
      <p:sp>
        <p:nvSpPr>
          <p:cNvPr id="114761" name="Oval 33">
            <a:extLst>
              <a:ext uri="{FF2B5EF4-FFF2-40B4-BE49-F238E27FC236}">
                <a16:creationId xmlns:a16="http://schemas.microsoft.com/office/drawing/2014/main" id="{743FA3D0-2E4B-4E70-1A23-A71DBD6374E5}"/>
              </a:ext>
            </a:extLst>
          </p:cNvPr>
          <p:cNvSpPr>
            <a:spLocks noChangeArrowheads="1"/>
          </p:cNvSpPr>
          <p:nvPr/>
        </p:nvSpPr>
        <p:spPr bwMode="auto">
          <a:xfrm>
            <a:off x="1014412" y="2205038"/>
            <a:ext cx="1820863" cy="431800"/>
          </a:xfrm>
          <a:prstGeom prst="ellipse">
            <a:avLst/>
          </a:prstGeom>
          <a:solidFill>
            <a:srgbClr val="FFFFFF"/>
          </a:solidFill>
          <a:ln w="9525">
            <a:solidFill>
              <a:srgbClr val="000000"/>
            </a:solidFill>
            <a:round/>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应用界面</a:t>
            </a:r>
          </a:p>
        </p:txBody>
      </p:sp>
      <p:sp>
        <p:nvSpPr>
          <p:cNvPr id="114762" name="Oval 34">
            <a:extLst>
              <a:ext uri="{FF2B5EF4-FFF2-40B4-BE49-F238E27FC236}">
                <a16:creationId xmlns:a16="http://schemas.microsoft.com/office/drawing/2014/main" id="{6CC462E4-7146-7C54-D0E4-5AE8F49112CA}"/>
              </a:ext>
            </a:extLst>
          </p:cNvPr>
          <p:cNvSpPr>
            <a:spLocks noChangeArrowheads="1"/>
          </p:cNvSpPr>
          <p:nvPr/>
        </p:nvSpPr>
        <p:spPr bwMode="auto">
          <a:xfrm>
            <a:off x="2886075" y="2276475"/>
            <a:ext cx="1719262" cy="431800"/>
          </a:xfrm>
          <a:prstGeom prst="ellipse">
            <a:avLst/>
          </a:prstGeom>
          <a:solidFill>
            <a:srgbClr val="FFFFFF"/>
          </a:solidFill>
          <a:ln w="9525">
            <a:solidFill>
              <a:srgbClr val="000000"/>
            </a:solidFill>
            <a:round/>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应用程序</a:t>
            </a:r>
          </a:p>
        </p:txBody>
      </p:sp>
      <p:sp>
        <p:nvSpPr>
          <p:cNvPr id="114763" name="Oval 36">
            <a:extLst>
              <a:ext uri="{FF2B5EF4-FFF2-40B4-BE49-F238E27FC236}">
                <a16:creationId xmlns:a16="http://schemas.microsoft.com/office/drawing/2014/main" id="{B8FAE70D-E2DF-8A20-D245-D36027C2D1FE}"/>
              </a:ext>
            </a:extLst>
          </p:cNvPr>
          <p:cNvSpPr>
            <a:spLocks noChangeArrowheads="1"/>
          </p:cNvSpPr>
          <p:nvPr/>
        </p:nvSpPr>
        <p:spPr bwMode="auto">
          <a:xfrm>
            <a:off x="4722812" y="2273300"/>
            <a:ext cx="1763713" cy="434975"/>
          </a:xfrm>
          <a:prstGeom prst="ellipse">
            <a:avLst/>
          </a:prstGeom>
          <a:solidFill>
            <a:srgbClr val="FFFFFF"/>
          </a:solidFill>
          <a:ln w="9525">
            <a:solidFill>
              <a:srgbClr val="000000"/>
            </a:solidFill>
            <a:round/>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查询工具</a:t>
            </a:r>
          </a:p>
        </p:txBody>
      </p:sp>
      <p:sp>
        <p:nvSpPr>
          <p:cNvPr id="114764" name="Line 37">
            <a:extLst>
              <a:ext uri="{FF2B5EF4-FFF2-40B4-BE49-F238E27FC236}">
                <a16:creationId xmlns:a16="http://schemas.microsoft.com/office/drawing/2014/main" id="{AF4E673B-2C6B-A5BE-F970-06DDF6002D11}"/>
              </a:ext>
            </a:extLst>
          </p:cNvPr>
          <p:cNvSpPr>
            <a:spLocks noChangeShapeType="1"/>
          </p:cNvSpPr>
          <p:nvPr/>
        </p:nvSpPr>
        <p:spPr bwMode="auto">
          <a:xfrm>
            <a:off x="5189537" y="1916113"/>
            <a:ext cx="0" cy="3603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65" name="Text Box 38">
            <a:extLst>
              <a:ext uri="{FF2B5EF4-FFF2-40B4-BE49-F238E27FC236}">
                <a16:creationId xmlns:a16="http://schemas.microsoft.com/office/drawing/2014/main" id="{AD6B58C8-8912-71DE-921B-3B062083BD34}"/>
              </a:ext>
            </a:extLst>
          </p:cNvPr>
          <p:cNvSpPr txBox="1">
            <a:spLocks noChangeArrowheads="1"/>
          </p:cNvSpPr>
          <p:nvPr/>
        </p:nvSpPr>
        <p:spPr bwMode="auto">
          <a:xfrm>
            <a:off x="7494587" y="2924175"/>
            <a:ext cx="800100" cy="649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dirty="0">
                <a:solidFill>
                  <a:srgbClr val="0000FF"/>
                </a:solidFill>
                <a:latin typeface="Times New Roman" panose="02020603050405020304" pitchFamily="18" charset="0"/>
              </a:rPr>
              <a:t>查询处理器</a:t>
            </a:r>
          </a:p>
        </p:txBody>
      </p:sp>
      <p:sp>
        <p:nvSpPr>
          <p:cNvPr id="114766" name="Line 39">
            <a:extLst>
              <a:ext uri="{FF2B5EF4-FFF2-40B4-BE49-F238E27FC236}">
                <a16:creationId xmlns:a16="http://schemas.microsoft.com/office/drawing/2014/main" id="{55DEC506-C523-D6EA-2164-2088311EF63A}"/>
              </a:ext>
            </a:extLst>
          </p:cNvPr>
          <p:cNvSpPr>
            <a:spLocks noChangeShapeType="1"/>
          </p:cNvSpPr>
          <p:nvPr/>
        </p:nvSpPr>
        <p:spPr bwMode="auto">
          <a:xfrm flipV="1">
            <a:off x="6126162" y="3644900"/>
            <a:ext cx="0" cy="1444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67" name="Line 40">
            <a:extLst>
              <a:ext uri="{FF2B5EF4-FFF2-40B4-BE49-F238E27FC236}">
                <a16:creationId xmlns:a16="http://schemas.microsoft.com/office/drawing/2014/main" id="{D8B0EF77-ADC7-53BD-A3D2-2988ACA347BE}"/>
              </a:ext>
            </a:extLst>
          </p:cNvPr>
          <p:cNvSpPr>
            <a:spLocks noChangeShapeType="1"/>
          </p:cNvSpPr>
          <p:nvPr/>
        </p:nvSpPr>
        <p:spPr bwMode="auto">
          <a:xfrm>
            <a:off x="2238375" y="3716338"/>
            <a:ext cx="8001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68" name="Line 41">
            <a:extLst>
              <a:ext uri="{FF2B5EF4-FFF2-40B4-BE49-F238E27FC236}">
                <a16:creationId xmlns:a16="http://schemas.microsoft.com/office/drawing/2014/main" id="{2E489C2B-567B-7D98-3363-40ED7A67DB10}"/>
              </a:ext>
            </a:extLst>
          </p:cNvPr>
          <p:cNvSpPr>
            <a:spLocks noChangeShapeType="1"/>
          </p:cNvSpPr>
          <p:nvPr/>
        </p:nvSpPr>
        <p:spPr bwMode="auto">
          <a:xfrm>
            <a:off x="2454275" y="3429000"/>
            <a:ext cx="216058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69" name="Line 42">
            <a:extLst>
              <a:ext uri="{FF2B5EF4-FFF2-40B4-BE49-F238E27FC236}">
                <a16:creationId xmlns:a16="http://schemas.microsoft.com/office/drawing/2014/main" id="{72081250-3A58-CD89-9132-5A5907D240AE}"/>
              </a:ext>
            </a:extLst>
          </p:cNvPr>
          <p:cNvSpPr>
            <a:spLocks noChangeShapeType="1"/>
          </p:cNvSpPr>
          <p:nvPr/>
        </p:nvSpPr>
        <p:spPr bwMode="auto">
          <a:xfrm flipV="1">
            <a:off x="4452937" y="3132138"/>
            <a:ext cx="0" cy="1000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0" name="Line 43">
            <a:extLst>
              <a:ext uri="{FF2B5EF4-FFF2-40B4-BE49-F238E27FC236}">
                <a16:creationId xmlns:a16="http://schemas.microsoft.com/office/drawing/2014/main" id="{F4ABA0E5-805F-3760-CA54-231163CAAAF3}"/>
              </a:ext>
            </a:extLst>
          </p:cNvPr>
          <p:cNvSpPr>
            <a:spLocks noChangeShapeType="1"/>
          </p:cNvSpPr>
          <p:nvPr/>
        </p:nvSpPr>
        <p:spPr bwMode="auto">
          <a:xfrm>
            <a:off x="5262562" y="2708275"/>
            <a:ext cx="0" cy="215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1" name="Line 44">
            <a:extLst>
              <a:ext uri="{FF2B5EF4-FFF2-40B4-BE49-F238E27FC236}">
                <a16:creationId xmlns:a16="http://schemas.microsoft.com/office/drawing/2014/main" id="{69CE151B-271C-F833-BAC2-E9BD5B187155}"/>
              </a:ext>
            </a:extLst>
          </p:cNvPr>
          <p:cNvSpPr>
            <a:spLocks noChangeShapeType="1"/>
          </p:cNvSpPr>
          <p:nvPr/>
        </p:nvSpPr>
        <p:spPr bwMode="auto">
          <a:xfrm flipH="1">
            <a:off x="6846887" y="2641600"/>
            <a:ext cx="142875" cy="355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2" name="Line 45">
            <a:extLst>
              <a:ext uri="{FF2B5EF4-FFF2-40B4-BE49-F238E27FC236}">
                <a16:creationId xmlns:a16="http://schemas.microsoft.com/office/drawing/2014/main" id="{0ED5CE1B-7E76-815E-853E-8097AD678869}"/>
              </a:ext>
            </a:extLst>
          </p:cNvPr>
          <p:cNvSpPr>
            <a:spLocks noChangeShapeType="1"/>
          </p:cNvSpPr>
          <p:nvPr/>
        </p:nvSpPr>
        <p:spPr bwMode="auto">
          <a:xfrm flipH="1">
            <a:off x="5478462" y="2636838"/>
            <a:ext cx="1511300" cy="2873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3" name="Text Box 46">
            <a:extLst>
              <a:ext uri="{FF2B5EF4-FFF2-40B4-BE49-F238E27FC236}">
                <a16:creationId xmlns:a16="http://schemas.microsoft.com/office/drawing/2014/main" id="{FDAD5D76-0ABA-A545-A04C-C906AAB3D840}"/>
              </a:ext>
            </a:extLst>
          </p:cNvPr>
          <p:cNvSpPr txBox="1">
            <a:spLocks noChangeArrowheads="1"/>
          </p:cNvSpPr>
          <p:nvPr/>
        </p:nvSpPr>
        <p:spPr bwMode="auto">
          <a:xfrm>
            <a:off x="1662112" y="4206875"/>
            <a:ext cx="1008063" cy="661988"/>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缓冲区管理器</a:t>
            </a:r>
          </a:p>
        </p:txBody>
      </p:sp>
      <p:sp>
        <p:nvSpPr>
          <p:cNvPr id="114774" name="Text Box 47">
            <a:extLst>
              <a:ext uri="{FF2B5EF4-FFF2-40B4-BE49-F238E27FC236}">
                <a16:creationId xmlns:a16="http://schemas.microsoft.com/office/drawing/2014/main" id="{39527AD4-5D9A-F37C-C650-ADDCEBFD5676}"/>
              </a:ext>
            </a:extLst>
          </p:cNvPr>
          <p:cNvSpPr txBox="1">
            <a:spLocks noChangeArrowheads="1"/>
          </p:cNvSpPr>
          <p:nvPr/>
        </p:nvSpPr>
        <p:spPr bwMode="auto">
          <a:xfrm>
            <a:off x="5549900" y="4221163"/>
            <a:ext cx="1263650" cy="588962"/>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事务管理器</a:t>
            </a:r>
          </a:p>
        </p:txBody>
      </p:sp>
      <p:sp>
        <p:nvSpPr>
          <p:cNvPr id="114775" name="Text Box 48">
            <a:extLst>
              <a:ext uri="{FF2B5EF4-FFF2-40B4-BE49-F238E27FC236}">
                <a16:creationId xmlns:a16="http://schemas.microsoft.com/office/drawing/2014/main" id="{8794D28E-7B5C-441B-01B1-7F40F8FB336B}"/>
              </a:ext>
            </a:extLst>
          </p:cNvPr>
          <p:cNvSpPr txBox="1">
            <a:spLocks noChangeArrowheads="1"/>
          </p:cNvSpPr>
          <p:nvPr/>
        </p:nvSpPr>
        <p:spPr bwMode="auto">
          <a:xfrm>
            <a:off x="3881437" y="4206875"/>
            <a:ext cx="1381125" cy="661988"/>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权限及完整性管理器</a:t>
            </a:r>
          </a:p>
        </p:txBody>
      </p:sp>
      <p:sp>
        <p:nvSpPr>
          <p:cNvPr id="114776" name="Text Box 49">
            <a:extLst>
              <a:ext uri="{FF2B5EF4-FFF2-40B4-BE49-F238E27FC236}">
                <a16:creationId xmlns:a16="http://schemas.microsoft.com/office/drawing/2014/main" id="{271D8F49-B7F1-226D-704F-C6EF7E12DAD2}"/>
              </a:ext>
            </a:extLst>
          </p:cNvPr>
          <p:cNvSpPr txBox="1">
            <a:spLocks noChangeArrowheads="1"/>
          </p:cNvSpPr>
          <p:nvPr/>
        </p:nvSpPr>
        <p:spPr bwMode="auto">
          <a:xfrm>
            <a:off x="2814637" y="4221163"/>
            <a:ext cx="935038" cy="647700"/>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文件管理器</a:t>
            </a:r>
          </a:p>
        </p:txBody>
      </p:sp>
      <p:sp>
        <p:nvSpPr>
          <p:cNvPr id="114777" name="Text Box 50">
            <a:extLst>
              <a:ext uri="{FF2B5EF4-FFF2-40B4-BE49-F238E27FC236}">
                <a16:creationId xmlns:a16="http://schemas.microsoft.com/office/drawing/2014/main" id="{A3907835-BD02-E826-D8E1-54B78667E9FF}"/>
              </a:ext>
            </a:extLst>
          </p:cNvPr>
          <p:cNvSpPr txBox="1">
            <a:spLocks noChangeArrowheads="1"/>
          </p:cNvSpPr>
          <p:nvPr/>
        </p:nvSpPr>
        <p:spPr bwMode="auto">
          <a:xfrm>
            <a:off x="6126162" y="4868863"/>
            <a:ext cx="1376363" cy="2873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kumimoji="1" lang="zh-CN" altLang="en-US" sz="2000" dirty="0">
                <a:solidFill>
                  <a:srgbClr val="0000FF"/>
                </a:solidFill>
                <a:latin typeface="Times New Roman" panose="02020603050405020304" pitchFamily="18" charset="0"/>
              </a:rPr>
              <a:t>存储管理器</a:t>
            </a:r>
          </a:p>
        </p:txBody>
      </p:sp>
      <p:sp>
        <p:nvSpPr>
          <p:cNvPr id="114778" name="Line 51">
            <a:extLst>
              <a:ext uri="{FF2B5EF4-FFF2-40B4-BE49-F238E27FC236}">
                <a16:creationId xmlns:a16="http://schemas.microsoft.com/office/drawing/2014/main" id="{ABCD9BE6-75A8-46EA-6250-02BF24CB4901}"/>
              </a:ext>
            </a:extLst>
          </p:cNvPr>
          <p:cNvSpPr>
            <a:spLocks noChangeShapeType="1"/>
          </p:cNvSpPr>
          <p:nvPr/>
        </p:nvSpPr>
        <p:spPr bwMode="auto">
          <a:xfrm flipH="1">
            <a:off x="2165350" y="3860800"/>
            <a:ext cx="914400" cy="298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9" name="Line 52">
            <a:extLst>
              <a:ext uri="{FF2B5EF4-FFF2-40B4-BE49-F238E27FC236}">
                <a16:creationId xmlns:a16="http://schemas.microsoft.com/office/drawing/2014/main" id="{E5726FF2-46FD-C9EF-9FE6-E091D3A14D4C}"/>
              </a:ext>
            </a:extLst>
          </p:cNvPr>
          <p:cNvSpPr>
            <a:spLocks noChangeShapeType="1"/>
          </p:cNvSpPr>
          <p:nvPr/>
        </p:nvSpPr>
        <p:spPr bwMode="auto">
          <a:xfrm>
            <a:off x="3317875" y="3860800"/>
            <a:ext cx="0" cy="298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0" name="Line 53">
            <a:extLst>
              <a:ext uri="{FF2B5EF4-FFF2-40B4-BE49-F238E27FC236}">
                <a16:creationId xmlns:a16="http://schemas.microsoft.com/office/drawing/2014/main" id="{B0E3F369-D1F5-5FCA-B919-9F98451C31E1}"/>
              </a:ext>
            </a:extLst>
          </p:cNvPr>
          <p:cNvSpPr>
            <a:spLocks noChangeShapeType="1"/>
          </p:cNvSpPr>
          <p:nvPr/>
        </p:nvSpPr>
        <p:spPr bwMode="auto">
          <a:xfrm>
            <a:off x="3678237" y="3860800"/>
            <a:ext cx="800100" cy="298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1" name="Line 54">
            <a:extLst>
              <a:ext uri="{FF2B5EF4-FFF2-40B4-BE49-F238E27FC236}">
                <a16:creationId xmlns:a16="http://schemas.microsoft.com/office/drawing/2014/main" id="{F9A1E1B5-3941-86F7-A959-7849A2285769}"/>
              </a:ext>
            </a:extLst>
          </p:cNvPr>
          <p:cNvSpPr>
            <a:spLocks noChangeShapeType="1"/>
          </p:cNvSpPr>
          <p:nvPr/>
        </p:nvSpPr>
        <p:spPr bwMode="auto">
          <a:xfrm>
            <a:off x="4181475" y="3860800"/>
            <a:ext cx="2057400" cy="298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2" name="Line 55">
            <a:extLst>
              <a:ext uri="{FF2B5EF4-FFF2-40B4-BE49-F238E27FC236}">
                <a16:creationId xmlns:a16="http://schemas.microsoft.com/office/drawing/2014/main" id="{BFF77957-EBC0-64E2-3018-1AE313AFEB7C}"/>
              </a:ext>
            </a:extLst>
          </p:cNvPr>
          <p:cNvSpPr>
            <a:spLocks noChangeShapeType="1"/>
          </p:cNvSpPr>
          <p:nvPr/>
        </p:nvSpPr>
        <p:spPr bwMode="auto">
          <a:xfrm>
            <a:off x="2381250" y="4914900"/>
            <a:ext cx="0" cy="984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3" name="Line 56">
            <a:extLst>
              <a:ext uri="{FF2B5EF4-FFF2-40B4-BE49-F238E27FC236}">
                <a16:creationId xmlns:a16="http://schemas.microsoft.com/office/drawing/2014/main" id="{BF0D383A-CA09-9E22-6E96-865683097A47}"/>
              </a:ext>
            </a:extLst>
          </p:cNvPr>
          <p:cNvSpPr>
            <a:spLocks noChangeShapeType="1"/>
          </p:cNvSpPr>
          <p:nvPr/>
        </p:nvSpPr>
        <p:spPr bwMode="auto">
          <a:xfrm>
            <a:off x="2381250" y="5011738"/>
            <a:ext cx="34575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4" name="Line 57">
            <a:extLst>
              <a:ext uri="{FF2B5EF4-FFF2-40B4-BE49-F238E27FC236}">
                <a16:creationId xmlns:a16="http://schemas.microsoft.com/office/drawing/2014/main" id="{03AEC055-42A3-F603-236E-99F48C3B04AE}"/>
              </a:ext>
            </a:extLst>
          </p:cNvPr>
          <p:cNvSpPr>
            <a:spLocks noChangeShapeType="1"/>
          </p:cNvSpPr>
          <p:nvPr/>
        </p:nvSpPr>
        <p:spPr bwMode="auto">
          <a:xfrm flipH="1" flipV="1">
            <a:off x="5838825" y="4868863"/>
            <a:ext cx="0" cy="1444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5" name="Line 58">
            <a:extLst>
              <a:ext uri="{FF2B5EF4-FFF2-40B4-BE49-F238E27FC236}">
                <a16:creationId xmlns:a16="http://schemas.microsoft.com/office/drawing/2014/main" id="{C6A23A84-7FA3-E7AC-199E-5DB5E8E3ABB9}"/>
              </a:ext>
            </a:extLst>
          </p:cNvPr>
          <p:cNvSpPr>
            <a:spLocks noChangeShapeType="1"/>
          </p:cNvSpPr>
          <p:nvPr/>
        </p:nvSpPr>
        <p:spPr bwMode="auto">
          <a:xfrm>
            <a:off x="3295650" y="4914900"/>
            <a:ext cx="0" cy="984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6" name="Line 59">
            <a:extLst>
              <a:ext uri="{FF2B5EF4-FFF2-40B4-BE49-F238E27FC236}">
                <a16:creationId xmlns:a16="http://schemas.microsoft.com/office/drawing/2014/main" id="{CF0BF8A4-B303-641A-13A2-FA7B20441C0F}"/>
              </a:ext>
            </a:extLst>
          </p:cNvPr>
          <p:cNvSpPr>
            <a:spLocks noChangeShapeType="1"/>
          </p:cNvSpPr>
          <p:nvPr/>
        </p:nvSpPr>
        <p:spPr bwMode="auto">
          <a:xfrm>
            <a:off x="4438650" y="4914900"/>
            <a:ext cx="0" cy="984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7" name="Line 60">
            <a:extLst>
              <a:ext uri="{FF2B5EF4-FFF2-40B4-BE49-F238E27FC236}">
                <a16:creationId xmlns:a16="http://schemas.microsoft.com/office/drawing/2014/main" id="{32ECF76E-DB38-BF0C-FC8C-FA07C3972D36}"/>
              </a:ext>
            </a:extLst>
          </p:cNvPr>
          <p:cNvSpPr>
            <a:spLocks noChangeShapeType="1"/>
          </p:cNvSpPr>
          <p:nvPr/>
        </p:nvSpPr>
        <p:spPr bwMode="auto">
          <a:xfrm flipH="1">
            <a:off x="3965575" y="5011738"/>
            <a:ext cx="0" cy="504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8" name="Rectangle 61">
            <a:extLst>
              <a:ext uri="{FF2B5EF4-FFF2-40B4-BE49-F238E27FC236}">
                <a16:creationId xmlns:a16="http://schemas.microsoft.com/office/drawing/2014/main" id="{2555F3B6-CD0B-E57E-ECA4-12FB9D1C5BC2}"/>
              </a:ext>
            </a:extLst>
          </p:cNvPr>
          <p:cNvSpPr>
            <a:spLocks noChangeArrowheads="1"/>
          </p:cNvSpPr>
          <p:nvPr/>
        </p:nvSpPr>
        <p:spPr bwMode="auto">
          <a:xfrm>
            <a:off x="1709737" y="1655763"/>
            <a:ext cx="460851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endParaRPr lang="zh-CN" altLang="en-US" sz="1800"/>
          </a:p>
        </p:txBody>
      </p:sp>
      <p:sp>
        <p:nvSpPr>
          <p:cNvPr id="114799" name="Oval 35">
            <a:extLst>
              <a:ext uri="{FF2B5EF4-FFF2-40B4-BE49-F238E27FC236}">
                <a16:creationId xmlns:a16="http://schemas.microsoft.com/office/drawing/2014/main" id="{A9D5B90D-054C-8E7E-1A4F-70BFE0775116}"/>
              </a:ext>
            </a:extLst>
          </p:cNvPr>
          <p:cNvSpPr>
            <a:spLocks noChangeArrowheads="1"/>
          </p:cNvSpPr>
          <p:nvPr/>
        </p:nvSpPr>
        <p:spPr bwMode="auto">
          <a:xfrm>
            <a:off x="6632575" y="2276475"/>
            <a:ext cx="1871662" cy="431800"/>
          </a:xfrm>
          <a:prstGeom prst="ellipse">
            <a:avLst/>
          </a:prstGeom>
          <a:solidFill>
            <a:srgbClr val="FFFFFF"/>
          </a:solidFill>
          <a:ln w="9525">
            <a:solidFill>
              <a:srgbClr val="000000"/>
            </a:solidFill>
            <a:round/>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管理工具</a:t>
            </a:r>
          </a:p>
        </p:txBody>
      </p:sp>
      <p:sp>
        <p:nvSpPr>
          <p:cNvPr id="2" name="AutoShape 70">
            <a:extLst>
              <a:ext uri="{FF2B5EF4-FFF2-40B4-BE49-F238E27FC236}">
                <a16:creationId xmlns:a16="http://schemas.microsoft.com/office/drawing/2014/main" id="{D68D20B3-EBFA-B5BF-5C12-813CC66CD7D9}"/>
              </a:ext>
            </a:extLst>
          </p:cNvPr>
          <p:cNvSpPr>
            <a:spLocks noChangeArrowheads="1"/>
          </p:cNvSpPr>
          <p:nvPr/>
        </p:nvSpPr>
        <p:spPr bwMode="auto">
          <a:xfrm>
            <a:off x="2895600" y="4114800"/>
            <a:ext cx="5322252" cy="1109742"/>
          </a:xfrm>
          <a:prstGeom prst="wedgeRoundRectCallout">
            <a:avLst>
              <a:gd name="adj1" fmla="val 19949"/>
              <a:gd name="adj2" fmla="val -90395"/>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kumimoji="1" lang="zh-CN" altLang="en-US" sz="2000" dirty="0">
                <a:latin typeface="Arial" panose="020B0604020202020204" pitchFamily="34" charset="0"/>
              </a:rPr>
              <a:t>完成对</a:t>
            </a:r>
            <a:r>
              <a:rPr kumimoji="1" lang="en-US" altLang="zh-CN" sz="2000" dirty="0">
                <a:latin typeface="Arial" panose="020B0604020202020204" pitchFamily="34" charset="0"/>
              </a:rPr>
              <a:t>DDL</a:t>
            </a:r>
            <a:r>
              <a:rPr kumimoji="1" lang="zh-CN" altLang="en-US" sz="2000" dirty="0">
                <a:latin typeface="Arial" panose="020B0604020202020204" pitchFamily="34" charset="0"/>
              </a:rPr>
              <a:t>命令的语法分析，并通过执行引擎根据模式定义信息实现对数据库字典中模式信息的修改</a:t>
            </a:r>
          </a:p>
        </p:txBody>
      </p:sp>
    </p:spTree>
    <p:extLst>
      <p:ext uri="{BB962C8B-B14F-4D97-AF65-F5344CB8AC3E}">
        <p14:creationId xmlns:p14="http://schemas.microsoft.com/office/powerpoint/2010/main" val="1399198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697AC0FD-190D-473D-A059-D003465E8F28}"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14691"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14692"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5CA75515-450F-4216-87DB-463660D82225}" type="slidenum">
              <a:rPr lang="en-US" altLang="zh-CN" sz="1400">
                <a:solidFill>
                  <a:schemeClr val="tx1"/>
                </a:solidFill>
                <a:latin typeface="Times New Roman" pitchFamily="18" charset="0"/>
              </a:rPr>
              <a:pPr eaLnBrk="1" hangingPunct="1"/>
              <a:t>89</a:t>
            </a:fld>
            <a:r>
              <a:rPr lang="en-US" altLang="zh-CN" sz="1400">
                <a:solidFill>
                  <a:schemeClr val="tx1"/>
                </a:solidFill>
                <a:latin typeface="Times New Roman" pitchFamily="18" charset="0"/>
              </a:rPr>
              <a:t>/92</a:t>
            </a:r>
          </a:p>
        </p:txBody>
      </p:sp>
      <p:sp>
        <p:nvSpPr>
          <p:cNvPr id="114693" name="Rectangle 2"/>
          <p:cNvSpPr>
            <a:spLocks noGrp="1" noChangeArrowheads="1"/>
          </p:cNvSpPr>
          <p:nvPr>
            <p:ph type="title"/>
          </p:nvPr>
        </p:nvSpPr>
        <p:spPr/>
        <p:txBody>
          <a:bodyPr/>
          <a:lstStyle/>
          <a:p>
            <a:pPr eaLnBrk="1" hangingPunct="1"/>
            <a:r>
              <a:rPr lang="en-US" altLang="zh-CN" dirty="0"/>
              <a:t>1.7 </a:t>
            </a:r>
            <a:r>
              <a:rPr lang="zh-CN" altLang="en-US" dirty="0"/>
              <a:t>数据库系统体系结构</a:t>
            </a:r>
            <a:endParaRPr lang="en-US" altLang="zh-CN" dirty="0"/>
          </a:p>
        </p:txBody>
      </p:sp>
      <p:sp>
        <p:nvSpPr>
          <p:cNvPr id="24" name="AutoShape 24">
            <a:extLst>
              <a:ext uri="{FF2B5EF4-FFF2-40B4-BE49-F238E27FC236}">
                <a16:creationId xmlns:a16="http://schemas.microsoft.com/office/drawing/2014/main" id="{9BC6B6B5-62AB-00BA-098D-BA898365D203}"/>
              </a:ext>
            </a:extLst>
          </p:cNvPr>
          <p:cNvSpPr>
            <a:spLocks noChangeArrowheads="1"/>
          </p:cNvSpPr>
          <p:nvPr/>
        </p:nvSpPr>
        <p:spPr bwMode="auto">
          <a:xfrm>
            <a:off x="2093912" y="5445125"/>
            <a:ext cx="4176713" cy="1223963"/>
          </a:xfrm>
          <a:prstGeom prst="can">
            <a:avLst>
              <a:gd name="adj" fmla="val 16986"/>
            </a:avLst>
          </a:prstGeom>
          <a:solidFill>
            <a:srgbClr val="FFFFFF"/>
          </a:solidFill>
          <a:ln w="9525">
            <a:solidFill>
              <a:srgbClr val="000000"/>
            </a:solidFill>
            <a:round/>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dirty="0">
                <a:solidFill>
                  <a:srgbClr val="0000FF"/>
                </a:solidFill>
                <a:latin typeface="Times New Roman" panose="02020603050405020304" pitchFamily="18" charset="0"/>
              </a:rPr>
              <a:t>存储器</a:t>
            </a:r>
          </a:p>
        </p:txBody>
      </p:sp>
      <p:sp>
        <p:nvSpPr>
          <p:cNvPr id="26" name="Text Box 26">
            <a:extLst>
              <a:ext uri="{FF2B5EF4-FFF2-40B4-BE49-F238E27FC236}">
                <a16:creationId xmlns:a16="http://schemas.microsoft.com/office/drawing/2014/main" id="{54E88D4A-83E5-754A-95C2-96514D0AF379}"/>
              </a:ext>
            </a:extLst>
          </p:cNvPr>
          <p:cNvSpPr txBox="1">
            <a:spLocks noChangeArrowheads="1"/>
          </p:cNvSpPr>
          <p:nvPr/>
        </p:nvSpPr>
        <p:spPr bwMode="auto">
          <a:xfrm>
            <a:off x="3173412" y="6021388"/>
            <a:ext cx="792163" cy="431800"/>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索引</a:t>
            </a:r>
          </a:p>
        </p:txBody>
      </p:sp>
      <p:sp>
        <p:nvSpPr>
          <p:cNvPr id="27" name="Text Box 27">
            <a:extLst>
              <a:ext uri="{FF2B5EF4-FFF2-40B4-BE49-F238E27FC236}">
                <a16:creationId xmlns:a16="http://schemas.microsoft.com/office/drawing/2014/main" id="{64023FFD-39BE-3297-4CC2-D95E1474F640}"/>
              </a:ext>
            </a:extLst>
          </p:cNvPr>
          <p:cNvSpPr txBox="1">
            <a:spLocks noChangeArrowheads="1"/>
          </p:cNvSpPr>
          <p:nvPr/>
        </p:nvSpPr>
        <p:spPr bwMode="auto">
          <a:xfrm>
            <a:off x="4038600" y="6237288"/>
            <a:ext cx="1152525" cy="360362"/>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统计数据</a:t>
            </a:r>
          </a:p>
        </p:txBody>
      </p:sp>
      <p:sp>
        <p:nvSpPr>
          <p:cNvPr id="114733" name="Text Box 8">
            <a:extLst>
              <a:ext uri="{FF2B5EF4-FFF2-40B4-BE49-F238E27FC236}">
                <a16:creationId xmlns:a16="http://schemas.microsoft.com/office/drawing/2014/main" id="{8D86C5BC-8F0A-FB35-ACAA-EF38CD03D49F}"/>
              </a:ext>
            </a:extLst>
          </p:cNvPr>
          <p:cNvSpPr txBox="1">
            <a:spLocks noChangeArrowheads="1"/>
          </p:cNvSpPr>
          <p:nvPr/>
        </p:nvSpPr>
        <p:spPr bwMode="auto">
          <a:xfrm>
            <a:off x="2392363" y="5084763"/>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kumimoji="1" lang="zh-CN" altLang="zh-CN" sz="2400">
              <a:latin typeface="Arial" panose="020B0604020202020204" pitchFamily="34" charset="0"/>
            </a:endParaRPr>
          </a:p>
        </p:txBody>
      </p:sp>
      <p:sp>
        <p:nvSpPr>
          <p:cNvPr id="114734" name="Rectangle 3">
            <a:extLst>
              <a:ext uri="{FF2B5EF4-FFF2-40B4-BE49-F238E27FC236}">
                <a16:creationId xmlns:a16="http://schemas.microsoft.com/office/drawing/2014/main" id="{31542415-755D-16D6-CCE0-FC9EE904B7BC}"/>
              </a:ext>
            </a:extLst>
          </p:cNvPr>
          <p:cNvSpPr>
            <a:spLocks noChangeArrowheads="1"/>
          </p:cNvSpPr>
          <p:nvPr/>
        </p:nvSpPr>
        <p:spPr bwMode="auto">
          <a:xfrm>
            <a:off x="1517650" y="4148138"/>
            <a:ext cx="6121400" cy="1190625"/>
          </a:xfrm>
          <a:prstGeom prst="rect">
            <a:avLst/>
          </a:prstGeom>
          <a:solidFill>
            <a:srgbClr val="FFFFFF"/>
          </a:solidFill>
          <a:ln w="9525" cap="rnd">
            <a:solidFill>
              <a:srgbClr val="000000"/>
            </a:solidFill>
            <a:prstDash val="sysDot"/>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endParaRPr lang="zh-CN" altLang="en-US" sz="1800"/>
          </a:p>
        </p:txBody>
      </p:sp>
      <p:sp>
        <p:nvSpPr>
          <p:cNvPr id="114735" name="Rectangle 4">
            <a:extLst>
              <a:ext uri="{FF2B5EF4-FFF2-40B4-BE49-F238E27FC236}">
                <a16:creationId xmlns:a16="http://schemas.microsoft.com/office/drawing/2014/main" id="{12B44190-3110-A6F6-CC42-40800541A5AE}"/>
              </a:ext>
            </a:extLst>
          </p:cNvPr>
          <p:cNvSpPr>
            <a:spLocks noChangeArrowheads="1"/>
          </p:cNvSpPr>
          <p:nvPr/>
        </p:nvSpPr>
        <p:spPr bwMode="auto">
          <a:xfrm>
            <a:off x="1230312" y="2781300"/>
            <a:ext cx="7273925" cy="1196975"/>
          </a:xfrm>
          <a:prstGeom prst="rect">
            <a:avLst/>
          </a:prstGeom>
          <a:solidFill>
            <a:srgbClr val="FFFFFF"/>
          </a:solidFill>
          <a:ln w="9525" cap="rnd">
            <a:solidFill>
              <a:srgbClr val="000000"/>
            </a:solidFill>
            <a:prstDash val="sysDot"/>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endParaRPr lang="zh-CN" altLang="en-US" sz="1800"/>
          </a:p>
        </p:txBody>
      </p:sp>
      <p:sp>
        <p:nvSpPr>
          <p:cNvPr id="114736" name="Text Box 5">
            <a:extLst>
              <a:ext uri="{FF2B5EF4-FFF2-40B4-BE49-F238E27FC236}">
                <a16:creationId xmlns:a16="http://schemas.microsoft.com/office/drawing/2014/main" id="{A4FD8CB3-4EDB-86D8-036B-3D32CCD91C72}"/>
              </a:ext>
            </a:extLst>
          </p:cNvPr>
          <p:cNvSpPr txBox="1">
            <a:spLocks noChangeArrowheads="1"/>
          </p:cNvSpPr>
          <p:nvPr/>
        </p:nvSpPr>
        <p:spPr bwMode="auto">
          <a:xfrm>
            <a:off x="2741612" y="1989138"/>
            <a:ext cx="7921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编写</a:t>
            </a:r>
          </a:p>
        </p:txBody>
      </p:sp>
      <p:sp>
        <p:nvSpPr>
          <p:cNvPr id="114737" name="Text Box 6">
            <a:extLst>
              <a:ext uri="{FF2B5EF4-FFF2-40B4-BE49-F238E27FC236}">
                <a16:creationId xmlns:a16="http://schemas.microsoft.com/office/drawing/2014/main" id="{7D4E252D-3AB6-3247-0586-9ED991B0784C}"/>
              </a:ext>
            </a:extLst>
          </p:cNvPr>
          <p:cNvSpPr txBox="1">
            <a:spLocks noChangeArrowheads="1"/>
          </p:cNvSpPr>
          <p:nvPr/>
        </p:nvSpPr>
        <p:spPr bwMode="auto">
          <a:xfrm>
            <a:off x="7350125" y="1989138"/>
            <a:ext cx="720725"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使用</a:t>
            </a:r>
          </a:p>
        </p:txBody>
      </p:sp>
      <p:sp>
        <p:nvSpPr>
          <p:cNvPr id="114738" name="Text Box 7">
            <a:extLst>
              <a:ext uri="{FF2B5EF4-FFF2-40B4-BE49-F238E27FC236}">
                <a16:creationId xmlns:a16="http://schemas.microsoft.com/office/drawing/2014/main" id="{9F2B9EEF-7AF4-AEC4-3576-828E1006C9D1}"/>
              </a:ext>
            </a:extLst>
          </p:cNvPr>
          <p:cNvSpPr txBox="1">
            <a:spLocks noChangeArrowheads="1"/>
          </p:cNvSpPr>
          <p:nvPr/>
        </p:nvSpPr>
        <p:spPr bwMode="auto">
          <a:xfrm>
            <a:off x="4325937" y="1989138"/>
            <a:ext cx="792163"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使用</a:t>
            </a:r>
          </a:p>
        </p:txBody>
      </p:sp>
      <p:sp>
        <p:nvSpPr>
          <p:cNvPr id="114739" name="Text Box 8">
            <a:extLst>
              <a:ext uri="{FF2B5EF4-FFF2-40B4-BE49-F238E27FC236}">
                <a16:creationId xmlns:a16="http://schemas.microsoft.com/office/drawing/2014/main" id="{831B7FA0-AF50-393C-172F-7406873A16B6}"/>
              </a:ext>
            </a:extLst>
          </p:cNvPr>
          <p:cNvSpPr txBox="1">
            <a:spLocks noChangeArrowheads="1"/>
          </p:cNvSpPr>
          <p:nvPr/>
        </p:nvSpPr>
        <p:spPr bwMode="auto">
          <a:xfrm>
            <a:off x="1085850" y="1916113"/>
            <a:ext cx="676275" cy="20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使用</a:t>
            </a:r>
          </a:p>
        </p:txBody>
      </p:sp>
      <p:sp>
        <p:nvSpPr>
          <p:cNvPr id="114740" name="Text Box 9">
            <a:extLst>
              <a:ext uri="{FF2B5EF4-FFF2-40B4-BE49-F238E27FC236}">
                <a16:creationId xmlns:a16="http://schemas.microsoft.com/office/drawing/2014/main" id="{C4F754FF-570C-F0C8-49AA-572B73474A5A}"/>
              </a:ext>
            </a:extLst>
          </p:cNvPr>
          <p:cNvSpPr txBox="1">
            <a:spLocks noChangeArrowheads="1"/>
          </p:cNvSpPr>
          <p:nvPr/>
        </p:nvSpPr>
        <p:spPr bwMode="auto">
          <a:xfrm>
            <a:off x="2597150" y="2936875"/>
            <a:ext cx="1873250" cy="347663"/>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编译器和连接器</a:t>
            </a:r>
          </a:p>
        </p:txBody>
      </p:sp>
      <p:sp>
        <p:nvSpPr>
          <p:cNvPr id="114741" name="Text Box 10">
            <a:extLst>
              <a:ext uri="{FF2B5EF4-FFF2-40B4-BE49-F238E27FC236}">
                <a16:creationId xmlns:a16="http://schemas.microsoft.com/office/drawing/2014/main" id="{C0A42D6F-DE72-AB36-4F2C-B29F846F410C}"/>
              </a:ext>
            </a:extLst>
          </p:cNvPr>
          <p:cNvSpPr txBox="1">
            <a:spLocks noChangeArrowheads="1"/>
          </p:cNvSpPr>
          <p:nvPr/>
        </p:nvSpPr>
        <p:spPr bwMode="auto">
          <a:xfrm>
            <a:off x="1301750" y="2852738"/>
            <a:ext cx="1152525" cy="647700"/>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应用程序目标代码</a:t>
            </a:r>
          </a:p>
        </p:txBody>
      </p:sp>
      <p:sp>
        <p:nvSpPr>
          <p:cNvPr id="114742" name="Text Box 11">
            <a:extLst>
              <a:ext uri="{FF2B5EF4-FFF2-40B4-BE49-F238E27FC236}">
                <a16:creationId xmlns:a16="http://schemas.microsoft.com/office/drawing/2014/main" id="{579AAB28-1525-EA62-662B-2D5860A3D072}"/>
              </a:ext>
            </a:extLst>
          </p:cNvPr>
          <p:cNvSpPr txBox="1">
            <a:spLocks noChangeArrowheads="1"/>
          </p:cNvSpPr>
          <p:nvPr/>
        </p:nvSpPr>
        <p:spPr bwMode="auto">
          <a:xfrm>
            <a:off x="3101975" y="3573463"/>
            <a:ext cx="1100137" cy="288925"/>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执行引擎</a:t>
            </a:r>
          </a:p>
        </p:txBody>
      </p:sp>
      <p:sp>
        <p:nvSpPr>
          <p:cNvPr id="114743" name="Text Box 12">
            <a:extLst>
              <a:ext uri="{FF2B5EF4-FFF2-40B4-BE49-F238E27FC236}">
                <a16:creationId xmlns:a16="http://schemas.microsoft.com/office/drawing/2014/main" id="{7E24D5D0-3143-D205-F49C-98EEAA06169C}"/>
              </a:ext>
            </a:extLst>
          </p:cNvPr>
          <p:cNvSpPr txBox="1">
            <a:spLocks noChangeArrowheads="1"/>
          </p:cNvSpPr>
          <p:nvPr/>
        </p:nvSpPr>
        <p:spPr bwMode="auto">
          <a:xfrm>
            <a:off x="5981700" y="2997200"/>
            <a:ext cx="1008062" cy="647700"/>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en-US" altLang="zh-CN" sz="2000">
                <a:latin typeface="Arial" panose="020B0604020202020204" pitchFamily="34" charset="0"/>
              </a:rPr>
              <a:t>DDL</a:t>
            </a:r>
            <a:r>
              <a:rPr kumimoji="1" lang="zh-CN" altLang="en-US" sz="2000">
                <a:latin typeface="Times New Roman" panose="02020603050405020304" pitchFamily="18" charset="0"/>
              </a:rPr>
              <a:t>解释器</a:t>
            </a:r>
          </a:p>
        </p:txBody>
      </p:sp>
      <p:sp>
        <p:nvSpPr>
          <p:cNvPr id="114744" name="Text Box 13">
            <a:extLst>
              <a:ext uri="{FF2B5EF4-FFF2-40B4-BE49-F238E27FC236}">
                <a16:creationId xmlns:a16="http://schemas.microsoft.com/office/drawing/2014/main" id="{28589AC3-D8A5-B18A-D78E-D3C4FB4F6733}"/>
              </a:ext>
            </a:extLst>
          </p:cNvPr>
          <p:cNvSpPr txBox="1">
            <a:spLocks noChangeArrowheads="1"/>
          </p:cNvSpPr>
          <p:nvPr/>
        </p:nvSpPr>
        <p:spPr bwMode="auto">
          <a:xfrm>
            <a:off x="4614862" y="2924175"/>
            <a:ext cx="893763" cy="649288"/>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en-US" altLang="zh-CN" sz="2000">
                <a:latin typeface="Arial" panose="020B0604020202020204" pitchFamily="34" charset="0"/>
              </a:rPr>
              <a:t>DML</a:t>
            </a:r>
            <a:r>
              <a:rPr kumimoji="1" lang="zh-CN" altLang="en-US" sz="2000">
                <a:latin typeface="Times New Roman" panose="02020603050405020304" pitchFamily="18" charset="0"/>
              </a:rPr>
              <a:t>处理器</a:t>
            </a:r>
          </a:p>
        </p:txBody>
      </p:sp>
      <p:sp>
        <p:nvSpPr>
          <p:cNvPr id="114745" name="Line 14">
            <a:extLst>
              <a:ext uri="{FF2B5EF4-FFF2-40B4-BE49-F238E27FC236}">
                <a16:creationId xmlns:a16="http://schemas.microsoft.com/office/drawing/2014/main" id="{B13A93DC-511E-2FB6-3289-91D5A75405C5}"/>
              </a:ext>
            </a:extLst>
          </p:cNvPr>
          <p:cNvSpPr>
            <a:spLocks noChangeShapeType="1"/>
          </p:cNvSpPr>
          <p:nvPr/>
        </p:nvSpPr>
        <p:spPr bwMode="auto">
          <a:xfrm>
            <a:off x="6989762" y="1989138"/>
            <a:ext cx="0" cy="342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46" name="Line 15">
            <a:extLst>
              <a:ext uri="{FF2B5EF4-FFF2-40B4-BE49-F238E27FC236}">
                <a16:creationId xmlns:a16="http://schemas.microsoft.com/office/drawing/2014/main" id="{82217377-3005-5428-0F5C-D809C8F8129A}"/>
              </a:ext>
            </a:extLst>
          </p:cNvPr>
          <p:cNvSpPr>
            <a:spLocks noChangeShapeType="1"/>
          </p:cNvSpPr>
          <p:nvPr/>
        </p:nvSpPr>
        <p:spPr bwMode="auto">
          <a:xfrm>
            <a:off x="3533775" y="1916113"/>
            <a:ext cx="4762" cy="4302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47" name="Line 16">
            <a:extLst>
              <a:ext uri="{FF2B5EF4-FFF2-40B4-BE49-F238E27FC236}">
                <a16:creationId xmlns:a16="http://schemas.microsoft.com/office/drawing/2014/main" id="{387FF0C1-DE0B-E4E5-561E-69D941F2D2A6}"/>
              </a:ext>
            </a:extLst>
          </p:cNvPr>
          <p:cNvSpPr>
            <a:spLocks noChangeShapeType="1"/>
          </p:cNvSpPr>
          <p:nvPr/>
        </p:nvSpPr>
        <p:spPr bwMode="auto">
          <a:xfrm>
            <a:off x="3424237" y="2641600"/>
            <a:ext cx="0" cy="2968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48" name="Line 17">
            <a:extLst>
              <a:ext uri="{FF2B5EF4-FFF2-40B4-BE49-F238E27FC236}">
                <a16:creationId xmlns:a16="http://schemas.microsoft.com/office/drawing/2014/main" id="{F84667A3-FEB8-2CAC-FE78-7E6830D56799}"/>
              </a:ext>
            </a:extLst>
          </p:cNvPr>
          <p:cNvSpPr>
            <a:spLocks noChangeShapeType="1"/>
          </p:cNvSpPr>
          <p:nvPr/>
        </p:nvSpPr>
        <p:spPr bwMode="auto">
          <a:xfrm flipV="1">
            <a:off x="1878012" y="1989138"/>
            <a:ext cx="0" cy="1984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49" name="Line 18">
            <a:extLst>
              <a:ext uri="{FF2B5EF4-FFF2-40B4-BE49-F238E27FC236}">
                <a16:creationId xmlns:a16="http://schemas.microsoft.com/office/drawing/2014/main" id="{D014CEAF-0E1F-6ABA-6F0E-148D45F4F2EB}"/>
              </a:ext>
            </a:extLst>
          </p:cNvPr>
          <p:cNvSpPr>
            <a:spLocks noChangeShapeType="1"/>
          </p:cNvSpPr>
          <p:nvPr/>
        </p:nvSpPr>
        <p:spPr bwMode="auto">
          <a:xfrm>
            <a:off x="1878012" y="2636838"/>
            <a:ext cx="0" cy="215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50" name="Line 19">
            <a:extLst>
              <a:ext uri="{FF2B5EF4-FFF2-40B4-BE49-F238E27FC236}">
                <a16:creationId xmlns:a16="http://schemas.microsoft.com/office/drawing/2014/main" id="{BC942EE0-DEF1-174D-50C5-465EBE8D9DC9}"/>
              </a:ext>
            </a:extLst>
          </p:cNvPr>
          <p:cNvSpPr>
            <a:spLocks noChangeShapeType="1"/>
          </p:cNvSpPr>
          <p:nvPr/>
        </p:nvSpPr>
        <p:spPr bwMode="auto">
          <a:xfrm>
            <a:off x="2454275" y="3068638"/>
            <a:ext cx="1428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51" name="Line 20">
            <a:extLst>
              <a:ext uri="{FF2B5EF4-FFF2-40B4-BE49-F238E27FC236}">
                <a16:creationId xmlns:a16="http://schemas.microsoft.com/office/drawing/2014/main" id="{2D5FED82-2E7B-8CCB-08EE-95FE5286C1D6}"/>
              </a:ext>
            </a:extLst>
          </p:cNvPr>
          <p:cNvSpPr>
            <a:spLocks noChangeShapeType="1"/>
          </p:cNvSpPr>
          <p:nvPr/>
        </p:nvSpPr>
        <p:spPr bwMode="auto">
          <a:xfrm>
            <a:off x="4470400" y="3141663"/>
            <a:ext cx="1555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52" name="Line 21">
            <a:extLst>
              <a:ext uri="{FF2B5EF4-FFF2-40B4-BE49-F238E27FC236}">
                <a16:creationId xmlns:a16="http://schemas.microsoft.com/office/drawing/2014/main" id="{441300DD-068B-0E76-CA2C-EA3CE60869D7}"/>
              </a:ext>
            </a:extLst>
          </p:cNvPr>
          <p:cNvSpPr>
            <a:spLocks noChangeShapeType="1"/>
          </p:cNvSpPr>
          <p:nvPr/>
        </p:nvSpPr>
        <p:spPr bwMode="auto">
          <a:xfrm flipV="1">
            <a:off x="5046662" y="3573463"/>
            <a:ext cx="0" cy="215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53" name="Line 22">
            <a:extLst>
              <a:ext uri="{FF2B5EF4-FFF2-40B4-BE49-F238E27FC236}">
                <a16:creationId xmlns:a16="http://schemas.microsoft.com/office/drawing/2014/main" id="{8F188C0E-234D-3A5B-D76E-0193E7E6B2F1}"/>
              </a:ext>
            </a:extLst>
          </p:cNvPr>
          <p:cNvSpPr>
            <a:spLocks noChangeShapeType="1"/>
          </p:cNvSpPr>
          <p:nvPr/>
        </p:nvSpPr>
        <p:spPr bwMode="auto">
          <a:xfrm>
            <a:off x="2238375" y="3517900"/>
            <a:ext cx="0" cy="1984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54" name="Line 23">
            <a:extLst>
              <a:ext uri="{FF2B5EF4-FFF2-40B4-BE49-F238E27FC236}">
                <a16:creationId xmlns:a16="http://schemas.microsoft.com/office/drawing/2014/main" id="{34A44958-3AA6-650C-F7E5-BC46CABED16E}"/>
              </a:ext>
            </a:extLst>
          </p:cNvPr>
          <p:cNvSpPr>
            <a:spLocks noChangeShapeType="1"/>
          </p:cNvSpPr>
          <p:nvPr/>
        </p:nvSpPr>
        <p:spPr bwMode="auto">
          <a:xfrm>
            <a:off x="4254500" y="3789363"/>
            <a:ext cx="18716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55" name="Text Box 25">
            <a:extLst>
              <a:ext uri="{FF2B5EF4-FFF2-40B4-BE49-F238E27FC236}">
                <a16:creationId xmlns:a16="http://schemas.microsoft.com/office/drawing/2014/main" id="{F0D01589-0C9F-3795-1964-368A32CEC6B7}"/>
              </a:ext>
            </a:extLst>
          </p:cNvPr>
          <p:cNvSpPr txBox="1">
            <a:spLocks noChangeArrowheads="1"/>
          </p:cNvSpPr>
          <p:nvPr/>
        </p:nvSpPr>
        <p:spPr bwMode="auto">
          <a:xfrm>
            <a:off x="2238375" y="5876925"/>
            <a:ext cx="777875" cy="288925"/>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数据</a:t>
            </a:r>
          </a:p>
        </p:txBody>
      </p:sp>
      <p:sp>
        <p:nvSpPr>
          <p:cNvPr id="114756" name="Text Box 28">
            <a:extLst>
              <a:ext uri="{FF2B5EF4-FFF2-40B4-BE49-F238E27FC236}">
                <a16:creationId xmlns:a16="http://schemas.microsoft.com/office/drawing/2014/main" id="{3C8BC7FF-4661-09FB-30BB-83B3D607A4BD}"/>
              </a:ext>
            </a:extLst>
          </p:cNvPr>
          <p:cNvSpPr txBox="1">
            <a:spLocks noChangeArrowheads="1"/>
          </p:cNvSpPr>
          <p:nvPr/>
        </p:nvSpPr>
        <p:spPr bwMode="auto">
          <a:xfrm>
            <a:off x="4902200" y="5803900"/>
            <a:ext cx="1150937" cy="360363"/>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数据字典</a:t>
            </a:r>
          </a:p>
        </p:txBody>
      </p:sp>
      <p:sp>
        <p:nvSpPr>
          <p:cNvPr id="114757" name="AutoShape 29">
            <a:extLst>
              <a:ext uri="{FF2B5EF4-FFF2-40B4-BE49-F238E27FC236}">
                <a16:creationId xmlns:a16="http://schemas.microsoft.com/office/drawing/2014/main" id="{2E09F05F-5064-CB6B-6D84-C676C9D8C8D2}"/>
              </a:ext>
            </a:extLst>
          </p:cNvPr>
          <p:cNvSpPr>
            <a:spLocks noChangeArrowheads="1"/>
          </p:cNvSpPr>
          <p:nvPr/>
        </p:nvSpPr>
        <p:spPr bwMode="auto">
          <a:xfrm>
            <a:off x="1373187" y="1557338"/>
            <a:ext cx="1292225" cy="379412"/>
          </a:xfrm>
          <a:prstGeom prst="flowChartAlternateProcess">
            <a:avLst/>
          </a:prstGeom>
          <a:solidFill>
            <a:srgbClr val="FFFFFF"/>
          </a:solidFill>
          <a:ln w="9525">
            <a:solidFill>
              <a:srgbClr val="000000"/>
            </a:solidFill>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kumimoji="1" lang="zh-CN" altLang="en-US" sz="2000">
                <a:latin typeface="Times New Roman" panose="02020603050405020304" pitchFamily="18" charset="0"/>
              </a:rPr>
              <a:t>初级用户</a:t>
            </a:r>
          </a:p>
        </p:txBody>
      </p:sp>
      <p:sp>
        <p:nvSpPr>
          <p:cNvPr id="114758" name="AutoShape 30">
            <a:extLst>
              <a:ext uri="{FF2B5EF4-FFF2-40B4-BE49-F238E27FC236}">
                <a16:creationId xmlns:a16="http://schemas.microsoft.com/office/drawing/2014/main" id="{CF9C6911-9C89-77DE-90F1-5D797E817B91}"/>
              </a:ext>
            </a:extLst>
          </p:cNvPr>
          <p:cNvSpPr>
            <a:spLocks noChangeArrowheads="1"/>
          </p:cNvSpPr>
          <p:nvPr/>
        </p:nvSpPr>
        <p:spPr bwMode="auto">
          <a:xfrm>
            <a:off x="2814637" y="1557338"/>
            <a:ext cx="1511300" cy="358775"/>
          </a:xfrm>
          <a:prstGeom prst="flowChartAlternateProcess">
            <a:avLst/>
          </a:prstGeom>
          <a:solidFill>
            <a:srgbClr val="FFFFFF"/>
          </a:solidFill>
          <a:ln w="9525">
            <a:solidFill>
              <a:srgbClr val="000000"/>
            </a:solidFill>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kumimoji="1" lang="zh-CN" altLang="en-US" sz="2000">
                <a:latin typeface="Times New Roman" panose="02020603050405020304" pitchFamily="18" charset="0"/>
              </a:rPr>
              <a:t>应用程序员</a:t>
            </a:r>
          </a:p>
        </p:txBody>
      </p:sp>
      <p:sp>
        <p:nvSpPr>
          <p:cNvPr id="114759" name="AutoShape 31">
            <a:extLst>
              <a:ext uri="{FF2B5EF4-FFF2-40B4-BE49-F238E27FC236}">
                <a16:creationId xmlns:a16="http://schemas.microsoft.com/office/drawing/2014/main" id="{4FB4C84E-52AB-4D4E-E8DA-4CC321373E2B}"/>
              </a:ext>
            </a:extLst>
          </p:cNvPr>
          <p:cNvSpPr>
            <a:spLocks noChangeArrowheads="1"/>
          </p:cNvSpPr>
          <p:nvPr/>
        </p:nvSpPr>
        <p:spPr bwMode="auto">
          <a:xfrm>
            <a:off x="5981700" y="1557338"/>
            <a:ext cx="1512887" cy="431800"/>
          </a:xfrm>
          <a:prstGeom prst="flowChartAlternateProcess">
            <a:avLst/>
          </a:prstGeom>
          <a:solidFill>
            <a:srgbClr val="FFFFFF"/>
          </a:solidFill>
          <a:ln w="9525">
            <a:solidFill>
              <a:srgbClr val="000000"/>
            </a:solidFill>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系统管理员</a:t>
            </a:r>
          </a:p>
        </p:txBody>
      </p:sp>
      <p:sp>
        <p:nvSpPr>
          <p:cNvPr id="114760" name="AutoShape 32">
            <a:extLst>
              <a:ext uri="{FF2B5EF4-FFF2-40B4-BE49-F238E27FC236}">
                <a16:creationId xmlns:a16="http://schemas.microsoft.com/office/drawing/2014/main" id="{FB4EC585-4A13-1634-D7F0-029D25D696BE}"/>
              </a:ext>
            </a:extLst>
          </p:cNvPr>
          <p:cNvSpPr>
            <a:spLocks noChangeArrowheads="1"/>
          </p:cNvSpPr>
          <p:nvPr/>
        </p:nvSpPr>
        <p:spPr bwMode="auto">
          <a:xfrm>
            <a:off x="4470400" y="1557338"/>
            <a:ext cx="1295400" cy="358775"/>
          </a:xfrm>
          <a:prstGeom prst="flowChartAlternateProcess">
            <a:avLst/>
          </a:prstGeom>
          <a:solidFill>
            <a:srgbClr val="FFFFFF"/>
          </a:solidFill>
          <a:ln w="9525">
            <a:solidFill>
              <a:srgbClr val="000000"/>
            </a:solidFill>
            <a:miter lim="800000"/>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高级用户</a:t>
            </a:r>
          </a:p>
        </p:txBody>
      </p:sp>
      <p:sp>
        <p:nvSpPr>
          <p:cNvPr id="114761" name="Oval 33">
            <a:extLst>
              <a:ext uri="{FF2B5EF4-FFF2-40B4-BE49-F238E27FC236}">
                <a16:creationId xmlns:a16="http://schemas.microsoft.com/office/drawing/2014/main" id="{743FA3D0-2E4B-4E70-1A23-A71DBD6374E5}"/>
              </a:ext>
            </a:extLst>
          </p:cNvPr>
          <p:cNvSpPr>
            <a:spLocks noChangeArrowheads="1"/>
          </p:cNvSpPr>
          <p:nvPr/>
        </p:nvSpPr>
        <p:spPr bwMode="auto">
          <a:xfrm>
            <a:off x="1014412" y="2205038"/>
            <a:ext cx="1820863" cy="431800"/>
          </a:xfrm>
          <a:prstGeom prst="ellipse">
            <a:avLst/>
          </a:prstGeom>
          <a:solidFill>
            <a:srgbClr val="FFFFFF"/>
          </a:solidFill>
          <a:ln w="9525">
            <a:solidFill>
              <a:srgbClr val="000000"/>
            </a:solidFill>
            <a:round/>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应用界面</a:t>
            </a:r>
          </a:p>
        </p:txBody>
      </p:sp>
      <p:sp>
        <p:nvSpPr>
          <p:cNvPr id="114762" name="Oval 34">
            <a:extLst>
              <a:ext uri="{FF2B5EF4-FFF2-40B4-BE49-F238E27FC236}">
                <a16:creationId xmlns:a16="http://schemas.microsoft.com/office/drawing/2014/main" id="{6CC462E4-7146-7C54-D0E4-5AE8F49112CA}"/>
              </a:ext>
            </a:extLst>
          </p:cNvPr>
          <p:cNvSpPr>
            <a:spLocks noChangeArrowheads="1"/>
          </p:cNvSpPr>
          <p:nvPr/>
        </p:nvSpPr>
        <p:spPr bwMode="auto">
          <a:xfrm>
            <a:off x="2886075" y="2276475"/>
            <a:ext cx="1719262" cy="431800"/>
          </a:xfrm>
          <a:prstGeom prst="ellipse">
            <a:avLst/>
          </a:prstGeom>
          <a:solidFill>
            <a:srgbClr val="FFFFFF"/>
          </a:solidFill>
          <a:ln w="9525">
            <a:solidFill>
              <a:srgbClr val="000000"/>
            </a:solidFill>
            <a:round/>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应用程序</a:t>
            </a:r>
          </a:p>
        </p:txBody>
      </p:sp>
      <p:sp>
        <p:nvSpPr>
          <p:cNvPr id="114763" name="Oval 36">
            <a:extLst>
              <a:ext uri="{FF2B5EF4-FFF2-40B4-BE49-F238E27FC236}">
                <a16:creationId xmlns:a16="http://schemas.microsoft.com/office/drawing/2014/main" id="{B8FAE70D-E2DF-8A20-D245-D36027C2D1FE}"/>
              </a:ext>
            </a:extLst>
          </p:cNvPr>
          <p:cNvSpPr>
            <a:spLocks noChangeArrowheads="1"/>
          </p:cNvSpPr>
          <p:nvPr/>
        </p:nvSpPr>
        <p:spPr bwMode="auto">
          <a:xfrm>
            <a:off x="4722812" y="2273300"/>
            <a:ext cx="1763713" cy="434975"/>
          </a:xfrm>
          <a:prstGeom prst="ellipse">
            <a:avLst/>
          </a:prstGeom>
          <a:solidFill>
            <a:srgbClr val="FFFFFF"/>
          </a:solidFill>
          <a:ln w="9525">
            <a:solidFill>
              <a:srgbClr val="000000"/>
            </a:solidFill>
            <a:round/>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查询工具</a:t>
            </a:r>
          </a:p>
        </p:txBody>
      </p:sp>
      <p:sp>
        <p:nvSpPr>
          <p:cNvPr id="114764" name="Line 37">
            <a:extLst>
              <a:ext uri="{FF2B5EF4-FFF2-40B4-BE49-F238E27FC236}">
                <a16:creationId xmlns:a16="http://schemas.microsoft.com/office/drawing/2014/main" id="{AF4E673B-2C6B-A5BE-F970-06DDF6002D11}"/>
              </a:ext>
            </a:extLst>
          </p:cNvPr>
          <p:cNvSpPr>
            <a:spLocks noChangeShapeType="1"/>
          </p:cNvSpPr>
          <p:nvPr/>
        </p:nvSpPr>
        <p:spPr bwMode="auto">
          <a:xfrm>
            <a:off x="5189537" y="1916113"/>
            <a:ext cx="0" cy="3603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65" name="Text Box 38">
            <a:extLst>
              <a:ext uri="{FF2B5EF4-FFF2-40B4-BE49-F238E27FC236}">
                <a16:creationId xmlns:a16="http://schemas.microsoft.com/office/drawing/2014/main" id="{AD6B58C8-8912-71DE-921B-3B062083BD34}"/>
              </a:ext>
            </a:extLst>
          </p:cNvPr>
          <p:cNvSpPr txBox="1">
            <a:spLocks noChangeArrowheads="1"/>
          </p:cNvSpPr>
          <p:nvPr/>
        </p:nvSpPr>
        <p:spPr bwMode="auto">
          <a:xfrm>
            <a:off x="7494587" y="2924175"/>
            <a:ext cx="800100" cy="649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dirty="0">
                <a:solidFill>
                  <a:srgbClr val="0000FF"/>
                </a:solidFill>
                <a:latin typeface="Times New Roman" panose="02020603050405020304" pitchFamily="18" charset="0"/>
              </a:rPr>
              <a:t>查询处理器</a:t>
            </a:r>
          </a:p>
        </p:txBody>
      </p:sp>
      <p:sp>
        <p:nvSpPr>
          <p:cNvPr id="114766" name="Line 39">
            <a:extLst>
              <a:ext uri="{FF2B5EF4-FFF2-40B4-BE49-F238E27FC236}">
                <a16:creationId xmlns:a16="http://schemas.microsoft.com/office/drawing/2014/main" id="{55DEC506-C523-D6EA-2164-2088311EF63A}"/>
              </a:ext>
            </a:extLst>
          </p:cNvPr>
          <p:cNvSpPr>
            <a:spLocks noChangeShapeType="1"/>
          </p:cNvSpPr>
          <p:nvPr/>
        </p:nvSpPr>
        <p:spPr bwMode="auto">
          <a:xfrm flipV="1">
            <a:off x="6126162" y="3644900"/>
            <a:ext cx="0" cy="1444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67" name="Line 40">
            <a:extLst>
              <a:ext uri="{FF2B5EF4-FFF2-40B4-BE49-F238E27FC236}">
                <a16:creationId xmlns:a16="http://schemas.microsoft.com/office/drawing/2014/main" id="{D8B0EF77-ADC7-53BD-A3D2-2988ACA347BE}"/>
              </a:ext>
            </a:extLst>
          </p:cNvPr>
          <p:cNvSpPr>
            <a:spLocks noChangeShapeType="1"/>
          </p:cNvSpPr>
          <p:nvPr/>
        </p:nvSpPr>
        <p:spPr bwMode="auto">
          <a:xfrm>
            <a:off x="2238375" y="3716338"/>
            <a:ext cx="8001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68" name="Line 41">
            <a:extLst>
              <a:ext uri="{FF2B5EF4-FFF2-40B4-BE49-F238E27FC236}">
                <a16:creationId xmlns:a16="http://schemas.microsoft.com/office/drawing/2014/main" id="{2E489C2B-567B-7D98-3363-40ED7A67DB10}"/>
              </a:ext>
            </a:extLst>
          </p:cNvPr>
          <p:cNvSpPr>
            <a:spLocks noChangeShapeType="1"/>
          </p:cNvSpPr>
          <p:nvPr/>
        </p:nvSpPr>
        <p:spPr bwMode="auto">
          <a:xfrm>
            <a:off x="2454275" y="3429000"/>
            <a:ext cx="216058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69" name="Line 42">
            <a:extLst>
              <a:ext uri="{FF2B5EF4-FFF2-40B4-BE49-F238E27FC236}">
                <a16:creationId xmlns:a16="http://schemas.microsoft.com/office/drawing/2014/main" id="{72081250-3A58-CD89-9132-5A5907D240AE}"/>
              </a:ext>
            </a:extLst>
          </p:cNvPr>
          <p:cNvSpPr>
            <a:spLocks noChangeShapeType="1"/>
          </p:cNvSpPr>
          <p:nvPr/>
        </p:nvSpPr>
        <p:spPr bwMode="auto">
          <a:xfrm flipV="1">
            <a:off x="4452937" y="3132138"/>
            <a:ext cx="0" cy="1000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0" name="Line 43">
            <a:extLst>
              <a:ext uri="{FF2B5EF4-FFF2-40B4-BE49-F238E27FC236}">
                <a16:creationId xmlns:a16="http://schemas.microsoft.com/office/drawing/2014/main" id="{F4ABA0E5-805F-3760-CA54-231163CAAAF3}"/>
              </a:ext>
            </a:extLst>
          </p:cNvPr>
          <p:cNvSpPr>
            <a:spLocks noChangeShapeType="1"/>
          </p:cNvSpPr>
          <p:nvPr/>
        </p:nvSpPr>
        <p:spPr bwMode="auto">
          <a:xfrm>
            <a:off x="5262562" y="2708275"/>
            <a:ext cx="0" cy="215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1" name="Line 44">
            <a:extLst>
              <a:ext uri="{FF2B5EF4-FFF2-40B4-BE49-F238E27FC236}">
                <a16:creationId xmlns:a16="http://schemas.microsoft.com/office/drawing/2014/main" id="{69CE151B-271C-F833-BAC2-E9BD5B187155}"/>
              </a:ext>
            </a:extLst>
          </p:cNvPr>
          <p:cNvSpPr>
            <a:spLocks noChangeShapeType="1"/>
          </p:cNvSpPr>
          <p:nvPr/>
        </p:nvSpPr>
        <p:spPr bwMode="auto">
          <a:xfrm flipH="1">
            <a:off x="6846887" y="2641600"/>
            <a:ext cx="142875" cy="355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2" name="Line 45">
            <a:extLst>
              <a:ext uri="{FF2B5EF4-FFF2-40B4-BE49-F238E27FC236}">
                <a16:creationId xmlns:a16="http://schemas.microsoft.com/office/drawing/2014/main" id="{0ED5CE1B-7E76-815E-853E-8097AD678869}"/>
              </a:ext>
            </a:extLst>
          </p:cNvPr>
          <p:cNvSpPr>
            <a:spLocks noChangeShapeType="1"/>
          </p:cNvSpPr>
          <p:nvPr/>
        </p:nvSpPr>
        <p:spPr bwMode="auto">
          <a:xfrm flipH="1">
            <a:off x="5478462" y="2636838"/>
            <a:ext cx="1511300" cy="2873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3" name="Text Box 46">
            <a:extLst>
              <a:ext uri="{FF2B5EF4-FFF2-40B4-BE49-F238E27FC236}">
                <a16:creationId xmlns:a16="http://schemas.microsoft.com/office/drawing/2014/main" id="{FDAD5D76-0ABA-A545-A04C-C906AAB3D840}"/>
              </a:ext>
            </a:extLst>
          </p:cNvPr>
          <p:cNvSpPr txBox="1">
            <a:spLocks noChangeArrowheads="1"/>
          </p:cNvSpPr>
          <p:nvPr/>
        </p:nvSpPr>
        <p:spPr bwMode="auto">
          <a:xfrm>
            <a:off x="1662112" y="4206875"/>
            <a:ext cx="1008063" cy="661988"/>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缓冲区管理器</a:t>
            </a:r>
          </a:p>
        </p:txBody>
      </p:sp>
      <p:sp>
        <p:nvSpPr>
          <p:cNvPr id="114774" name="Text Box 47">
            <a:extLst>
              <a:ext uri="{FF2B5EF4-FFF2-40B4-BE49-F238E27FC236}">
                <a16:creationId xmlns:a16="http://schemas.microsoft.com/office/drawing/2014/main" id="{39527AD4-5D9A-F37C-C650-ADDCEBFD5676}"/>
              </a:ext>
            </a:extLst>
          </p:cNvPr>
          <p:cNvSpPr txBox="1">
            <a:spLocks noChangeArrowheads="1"/>
          </p:cNvSpPr>
          <p:nvPr/>
        </p:nvSpPr>
        <p:spPr bwMode="auto">
          <a:xfrm>
            <a:off x="5549900" y="4221163"/>
            <a:ext cx="1263650" cy="588962"/>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事务管理器</a:t>
            </a:r>
          </a:p>
        </p:txBody>
      </p:sp>
      <p:sp>
        <p:nvSpPr>
          <p:cNvPr id="114775" name="Text Box 48">
            <a:extLst>
              <a:ext uri="{FF2B5EF4-FFF2-40B4-BE49-F238E27FC236}">
                <a16:creationId xmlns:a16="http://schemas.microsoft.com/office/drawing/2014/main" id="{8794D28E-7B5C-441B-01B1-7F40F8FB336B}"/>
              </a:ext>
            </a:extLst>
          </p:cNvPr>
          <p:cNvSpPr txBox="1">
            <a:spLocks noChangeArrowheads="1"/>
          </p:cNvSpPr>
          <p:nvPr/>
        </p:nvSpPr>
        <p:spPr bwMode="auto">
          <a:xfrm>
            <a:off x="3881437" y="4206875"/>
            <a:ext cx="1381125" cy="661988"/>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权限及完整性管理器</a:t>
            </a:r>
          </a:p>
        </p:txBody>
      </p:sp>
      <p:sp>
        <p:nvSpPr>
          <p:cNvPr id="114776" name="Text Box 49">
            <a:extLst>
              <a:ext uri="{FF2B5EF4-FFF2-40B4-BE49-F238E27FC236}">
                <a16:creationId xmlns:a16="http://schemas.microsoft.com/office/drawing/2014/main" id="{271D8F49-B7F1-226D-704F-C6EF7E12DAD2}"/>
              </a:ext>
            </a:extLst>
          </p:cNvPr>
          <p:cNvSpPr txBox="1">
            <a:spLocks noChangeArrowheads="1"/>
          </p:cNvSpPr>
          <p:nvPr/>
        </p:nvSpPr>
        <p:spPr bwMode="auto">
          <a:xfrm>
            <a:off x="2814637" y="4221163"/>
            <a:ext cx="935038" cy="647700"/>
          </a:xfrm>
          <a:prstGeom prst="rect">
            <a:avLst/>
          </a:prstGeom>
          <a:solidFill>
            <a:srgbClr val="FFFFFF"/>
          </a:solidFill>
          <a:ln w="9525">
            <a:solidFill>
              <a:srgbClr val="000000"/>
            </a:solidFill>
            <a:miter lim="800000"/>
            <a:headEnd/>
            <a:tailEnd/>
          </a:ln>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文件管理器</a:t>
            </a:r>
          </a:p>
        </p:txBody>
      </p:sp>
      <p:sp>
        <p:nvSpPr>
          <p:cNvPr id="114777" name="Text Box 50">
            <a:extLst>
              <a:ext uri="{FF2B5EF4-FFF2-40B4-BE49-F238E27FC236}">
                <a16:creationId xmlns:a16="http://schemas.microsoft.com/office/drawing/2014/main" id="{A3907835-BD02-E826-D8E1-54B78667E9FF}"/>
              </a:ext>
            </a:extLst>
          </p:cNvPr>
          <p:cNvSpPr txBox="1">
            <a:spLocks noChangeArrowheads="1"/>
          </p:cNvSpPr>
          <p:nvPr/>
        </p:nvSpPr>
        <p:spPr bwMode="auto">
          <a:xfrm>
            <a:off x="6126162" y="4868863"/>
            <a:ext cx="1376363" cy="2873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kumimoji="1" lang="zh-CN" altLang="en-US" sz="2000" dirty="0">
                <a:solidFill>
                  <a:srgbClr val="0000FF"/>
                </a:solidFill>
                <a:latin typeface="Times New Roman" panose="02020603050405020304" pitchFamily="18" charset="0"/>
              </a:rPr>
              <a:t>存储管理器</a:t>
            </a:r>
          </a:p>
        </p:txBody>
      </p:sp>
      <p:sp>
        <p:nvSpPr>
          <p:cNvPr id="114778" name="Line 51">
            <a:extLst>
              <a:ext uri="{FF2B5EF4-FFF2-40B4-BE49-F238E27FC236}">
                <a16:creationId xmlns:a16="http://schemas.microsoft.com/office/drawing/2014/main" id="{ABCD9BE6-75A8-46EA-6250-02BF24CB4901}"/>
              </a:ext>
            </a:extLst>
          </p:cNvPr>
          <p:cNvSpPr>
            <a:spLocks noChangeShapeType="1"/>
          </p:cNvSpPr>
          <p:nvPr/>
        </p:nvSpPr>
        <p:spPr bwMode="auto">
          <a:xfrm flipH="1">
            <a:off x="2165350" y="3860800"/>
            <a:ext cx="914400" cy="298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9" name="Line 52">
            <a:extLst>
              <a:ext uri="{FF2B5EF4-FFF2-40B4-BE49-F238E27FC236}">
                <a16:creationId xmlns:a16="http://schemas.microsoft.com/office/drawing/2014/main" id="{E5726FF2-46FD-C9EF-9FE6-E091D3A14D4C}"/>
              </a:ext>
            </a:extLst>
          </p:cNvPr>
          <p:cNvSpPr>
            <a:spLocks noChangeShapeType="1"/>
          </p:cNvSpPr>
          <p:nvPr/>
        </p:nvSpPr>
        <p:spPr bwMode="auto">
          <a:xfrm>
            <a:off x="3317875" y="3860800"/>
            <a:ext cx="0" cy="298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0" name="Line 53">
            <a:extLst>
              <a:ext uri="{FF2B5EF4-FFF2-40B4-BE49-F238E27FC236}">
                <a16:creationId xmlns:a16="http://schemas.microsoft.com/office/drawing/2014/main" id="{B0E3F369-D1F5-5FCA-B919-9F98451C31E1}"/>
              </a:ext>
            </a:extLst>
          </p:cNvPr>
          <p:cNvSpPr>
            <a:spLocks noChangeShapeType="1"/>
          </p:cNvSpPr>
          <p:nvPr/>
        </p:nvSpPr>
        <p:spPr bwMode="auto">
          <a:xfrm>
            <a:off x="3678237" y="3860800"/>
            <a:ext cx="800100" cy="298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1" name="Line 54">
            <a:extLst>
              <a:ext uri="{FF2B5EF4-FFF2-40B4-BE49-F238E27FC236}">
                <a16:creationId xmlns:a16="http://schemas.microsoft.com/office/drawing/2014/main" id="{F9A1E1B5-3941-86F7-A959-7849A2285769}"/>
              </a:ext>
            </a:extLst>
          </p:cNvPr>
          <p:cNvSpPr>
            <a:spLocks noChangeShapeType="1"/>
          </p:cNvSpPr>
          <p:nvPr/>
        </p:nvSpPr>
        <p:spPr bwMode="auto">
          <a:xfrm>
            <a:off x="4181475" y="3860800"/>
            <a:ext cx="2057400" cy="298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2" name="Line 55">
            <a:extLst>
              <a:ext uri="{FF2B5EF4-FFF2-40B4-BE49-F238E27FC236}">
                <a16:creationId xmlns:a16="http://schemas.microsoft.com/office/drawing/2014/main" id="{BFF77957-EBC0-64E2-3018-1AE313AFEB7C}"/>
              </a:ext>
            </a:extLst>
          </p:cNvPr>
          <p:cNvSpPr>
            <a:spLocks noChangeShapeType="1"/>
          </p:cNvSpPr>
          <p:nvPr/>
        </p:nvSpPr>
        <p:spPr bwMode="auto">
          <a:xfrm>
            <a:off x="2381250" y="4914900"/>
            <a:ext cx="0" cy="984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3" name="Line 56">
            <a:extLst>
              <a:ext uri="{FF2B5EF4-FFF2-40B4-BE49-F238E27FC236}">
                <a16:creationId xmlns:a16="http://schemas.microsoft.com/office/drawing/2014/main" id="{BF0D383A-CA09-9E22-6E96-865683097A47}"/>
              </a:ext>
            </a:extLst>
          </p:cNvPr>
          <p:cNvSpPr>
            <a:spLocks noChangeShapeType="1"/>
          </p:cNvSpPr>
          <p:nvPr/>
        </p:nvSpPr>
        <p:spPr bwMode="auto">
          <a:xfrm>
            <a:off x="2381250" y="5011738"/>
            <a:ext cx="34575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4" name="Line 57">
            <a:extLst>
              <a:ext uri="{FF2B5EF4-FFF2-40B4-BE49-F238E27FC236}">
                <a16:creationId xmlns:a16="http://schemas.microsoft.com/office/drawing/2014/main" id="{03AEC055-42A3-F603-236E-99F48C3B04AE}"/>
              </a:ext>
            </a:extLst>
          </p:cNvPr>
          <p:cNvSpPr>
            <a:spLocks noChangeShapeType="1"/>
          </p:cNvSpPr>
          <p:nvPr/>
        </p:nvSpPr>
        <p:spPr bwMode="auto">
          <a:xfrm flipH="1" flipV="1">
            <a:off x="5838825" y="4868863"/>
            <a:ext cx="0" cy="1444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5" name="Line 58">
            <a:extLst>
              <a:ext uri="{FF2B5EF4-FFF2-40B4-BE49-F238E27FC236}">
                <a16:creationId xmlns:a16="http://schemas.microsoft.com/office/drawing/2014/main" id="{C6A23A84-7FA3-E7AC-199E-5DB5E8E3ABB9}"/>
              </a:ext>
            </a:extLst>
          </p:cNvPr>
          <p:cNvSpPr>
            <a:spLocks noChangeShapeType="1"/>
          </p:cNvSpPr>
          <p:nvPr/>
        </p:nvSpPr>
        <p:spPr bwMode="auto">
          <a:xfrm>
            <a:off x="3295650" y="4914900"/>
            <a:ext cx="0" cy="984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6" name="Line 59">
            <a:extLst>
              <a:ext uri="{FF2B5EF4-FFF2-40B4-BE49-F238E27FC236}">
                <a16:creationId xmlns:a16="http://schemas.microsoft.com/office/drawing/2014/main" id="{CF0BF8A4-B303-641A-13A2-FA7B20441C0F}"/>
              </a:ext>
            </a:extLst>
          </p:cNvPr>
          <p:cNvSpPr>
            <a:spLocks noChangeShapeType="1"/>
          </p:cNvSpPr>
          <p:nvPr/>
        </p:nvSpPr>
        <p:spPr bwMode="auto">
          <a:xfrm>
            <a:off x="4438650" y="4914900"/>
            <a:ext cx="0" cy="984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7" name="Line 60">
            <a:extLst>
              <a:ext uri="{FF2B5EF4-FFF2-40B4-BE49-F238E27FC236}">
                <a16:creationId xmlns:a16="http://schemas.microsoft.com/office/drawing/2014/main" id="{32ECF76E-DB38-BF0C-FC8C-FA07C3972D36}"/>
              </a:ext>
            </a:extLst>
          </p:cNvPr>
          <p:cNvSpPr>
            <a:spLocks noChangeShapeType="1"/>
          </p:cNvSpPr>
          <p:nvPr/>
        </p:nvSpPr>
        <p:spPr bwMode="auto">
          <a:xfrm flipH="1">
            <a:off x="3965575" y="5011738"/>
            <a:ext cx="0" cy="504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8" name="Rectangle 61">
            <a:extLst>
              <a:ext uri="{FF2B5EF4-FFF2-40B4-BE49-F238E27FC236}">
                <a16:creationId xmlns:a16="http://schemas.microsoft.com/office/drawing/2014/main" id="{2555F3B6-CD0B-E57E-ECA4-12FB9D1C5BC2}"/>
              </a:ext>
            </a:extLst>
          </p:cNvPr>
          <p:cNvSpPr>
            <a:spLocks noChangeArrowheads="1"/>
          </p:cNvSpPr>
          <p:nvPr/>
        </p:nvSpPr>
        <p:spPr bwMode="auto">
          <a:xfrm>
            <a:off x="1709737" y="1655763"/>
            <a:ext cx="460851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endParaRPr lang="zh-CN" altLang="en-US" sz="1800"/>
          </a:p>
        </p:txBody>
      </p:sp>
      <p:sp>
        <p:nvSpPr>
          <p:cNvPr id="114799" name="Oval 35">
            <a:extLst>
              <a:ext uri="{FF2B5EF4-FFF2-40B4-BE49-F238E27FC236}">
                <a16:creationId xmlns:a16="http://schemas.microsoft.com/office/drawing/2014/main" id="{A9D5B90D-054C-8E7E-1A4F-70BFE0775116}"/>
              </a:ext>
            </a:extLst>
          </p:cNvPr>
          <p:cNvSpPr>
            <a:spLocks noChangeArrowheads="1"/>
          </p:cNvSpPr>
          <p:nvPr/>
        </p:nvSpPr>
        <p:spPr bwMode="auto">
          <a:xfrm>
            <a:off x="6632575" y="2276475"/>
            <a:ext cx="1871662" cy="431800"/>
          </a:xfrm>
          <a:prstGeom prst="ellipse">
            <a:avLst/>
          </a:prstGeom>
          <a:solidFill>
            <a:srgbClr val="FFFFFF"/>
          </a:solidFill>
          <a:ln w="9525">
            <a:solidFill>
              <a:srgbClr val="000000"/>
            </a:solidFill>
            <a:round/>
            <a:headEnd/>
            <a:tailEnd/>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Times New Roman" panose="02020603050405020304" pitchFamily="18" charset="0"/>
              </a:rPr>
              <a:t>管理工具</a:t>
            </a:r>
          </a:p>
        </p:txBody>
      </p:sp>
      <p:sp>
        <p:nvSpPr>
          <p:cNvPr id="5" name="AutoShape 71">
            <a:extLst>
              <a:ext uri="{FF2B5EF4-FFF2-40B4-BE49-F238E27FC236}">
                <a16:creationId xmlns:a16="http://schemas.microsoft.com/office/drawing/2014/main" id="{79780A0C-F72E-7F65-F24A-B927FC9BF418}"/>
              </a:ext>
            </a:extLst>
          </p:cNvPr>
          <p:cNvSpPr>
            <a:spLocks noChangeArrowheads="1"/>
          </p:cNvSpPr>
          <p:nvPr/>
        </p:nvSpPr>
        <p:spPr bwMode="auto">
          <a:xfrm>
            <a:off x="4375150" y="4768851"/>
            <a:ext cx="4608513" cy="1368425"/>
          </a:xfrm>
          <a:prstGeom prst="wedgeRoundRectCallout">
            <a:avLst>
              <a:gd name="adj1" fmla="val -34627"/>
              <a:gd name="adj2" fmla="val -137064"/>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kumimoji="1" lang="zh-CN" altLang="en-US" sz="2400">
                <a:latin typeface="Arial" panose="020B0604020202020204" pitchFamily="34" charset="0"/>
              </a:rPr>
              <a:t>实现对</a:t>
            </a:r>
            <a:r>
              <a:rPr kumimoji="1" lang="en-US" altLang="zh-CN" sz="2400">
                <a:latin typeface="Arial" panose="020B0604020202020204" pitchFamily="34" charset="0"/>
              </a:rPr>
              <a:t>DML</a:t>
            </a:r>
            <a:r>
              <a:rPr kumimoji="1" lang="zh-CN" altLang="en-US" sz="2400">
                <a:latin typeface="Arial" panose="020B0604020202020204" pitchFamily="34" charset="0"/>
              </a:rPr>
              <a:t>命令的语法分析和优化，通过查询编译器产生查询计划，交执行引擎执行</a:t>
            </a:r>
          </a:p>
        </p:txBody>
      </p:sp>
      <p:sp>
        <p:nvSpPr>
          <p:cNvPr id="2" name="AutoShape 72">
            <a:extLst>
              <a:ext uri="{FF2B5EF4-FFF2-40B4-BE49-F238E27FC236}">
                <a16:creationId xmlns:a16="http://schemas.microsoft.com/office/drawing/2014/main" id="{B5F62E2F-54E7-4BCB-2D29-6D5E78661CEC}"/>
              </a:ext>
            </a:extLst>
          </p:cNvPr>
          <p:cNvSpPr>
            <a:spLocks noChangeArrowheads="1"/>
          </p:cNvSpPr>
          <p:nvPr/>
        </p:nvSpPr>
        <p:spPr bwMode="auto">
          <a:xfrm>
            <a:off x="1481931" y="2169319"/>
            <a:ext cx="5113338" cy="576263"/>
          </a:xfrm>
          <a:prstGeom prst="wedgeRoundRectCallout">
            <a:avLst>
              <a:gd name="adj1" fmla="val -6820"/>
              <a:gd name="adj2" fmla="val 196942"/>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kumimoji="1" lang="zh-CN" altLang="en-US" sz="2400">
                <a:latin typeface="Arial" panose="020B0604020202020204" pitchFamily="34" charset="0"/>
              </a:rPr>
              <a:t>执行查询计划或</a:t>
            </a:r>
            <a:r>
              <a:rPr kumimoji="1" lang="en-US" altLang="zh-CN" sz="2400">
                <a:latin typeface="Arial" panose="020B0604020202020204" pitchFamily="34" charset="0"/>
              </a:rPr>
              <a:t>DBMS</a:t>
            </a:r>
            <a:r>
              <a:rPr kumimoji="1" lang="zh-CN" altLang="en-US" sz="2400">
                <a:latin typeface="Arial" panose="020B0604020202020204" pitchFamily="34" charset="0"/>
              </a:rPr>
              <a:t>操作序列</a:t>
            </a:r>
          </a:p>
          <a:p>
            <a:pPr lvl="2" eaLnBrk="1" hangingPunct="1">
              <a:lnSpc>
                <a:spcPct val="90000"/>
              </a:lnSpc>
              <a:buClr>
                <a:schemeClr val="hlink"/>
              </a:buClr>
              <a:buSzPct val="70000"/>
              <a:buFont typeface="Wingdings" panose="05000000000000000000" pitchFamily="2" charset="2"/>
              <a:buChar char="n"/>
            </a:pPr>
            <a:endParaRPr kumimoji="1" lang="en-US" altLang="zh-CN" sz="2400">
              <a:latin typeface="Arial" panose="020B0604020202020204" pitchFamily="34" charset="0"/>
            </a:endParaRPr>
          </a:p>
        </p:txBody>
      </p:sp>
    </p:spTree>
    <p:extLst>
      <p:ext uri="{BB962C8B-B14F-4D97-AF65-F5344CB8AC3E}">
        <p14:creationId xmlns:p14="http://schemas.microsoft.com/office/powerpoint/2010/main" val="27031754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697AC0FD-190D-473D-A059-D003465E8F28}"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14691"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14692"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5CA75515-450F-4216-87DB-463660D82225}" type="slidenum">
              <a:rPr lang="en-US" altLang="zh-CN" sz="1400">
                <a:solidFill>
                  <a:schemeClr val="tx1"/>
                </a:solidFill>
                <a:latin typeface="Times New Roman" pitchFamily="18" charset="0"/>
              </a:rPr>
              <a:pPr eaLnBrk="1" hangingPunct="1"/>
              <a:t>90</a:t>
            </a:fld>
            <a:r>
              <a:rPr lang="en-US" altLang="zh-CN" sz="1400">
                <a:solidFill>
                  <a:schemeClr val="tx1"/>
                </a:solidFill>
                <a:latin typeface="Times New Roman" pitchFamily="18" charset="0"/>
              </a:rPr>
              <a:t>/92</a:t>
            </a:r>
          </a:p>
        </p:txBody>
      </p:sp>
      <p:sp>
        <p:nvSpPr>
          <p:cNvPr id="114693" name="Rectangle 2"/>
          <p:cNvSpPr>
            <a:spLocks noGrp="1" noChangeArrowheads="1"/>
          </p:cNvSpPr>
          <p:nvPr>
            <p:ph type="title"/>
          </p:nvPr>
        </p:nvSpPr>
        <p:spPr/>
        <p:txBody>
          <a:bodyPr/>
          <a:lstStyle/>
          <a:p>
            <a:pPr eaLnBrk="1" hangingPunct="1"/>
            <a:r>
              <a:rPr lang="en-US" altLang="zh-CN" dirty="0"/>
              <a:t>1.7 </a:t>
            </a:r>
            <a:r>
              <a:rPr lang="zh-CN" altLang="en-US" dirty="0"/>
              <a:t>应用框架</a:t>
            </a:r>
            <a:endParaRPr lang="en-US" altLang="zh-CN" dirty="0"/>
          </a:p>
        </p:txBody>
      </p:sp>
      <p:sp>
        <p:nvSpPr>
          <p:cNvPr id="7" name="Text Box 8">
            <a:extLst>
              <a:ext uri="{FF2B5EF4-FFF2-40B4-BE49-F238E27FC236}">
                <a16:creationId xmlns:a16="http://schemas.microsoft.com/office/drawing/2014/main" id="{22657A89-3A26-34BB-0973-E993F951C6F3}"/>
              </a:ext>
            </a:extLst>
          </p:cNvPr>
          <p:cNvSpPr txBox="1">
            <a:spLocks noChangeArrowheads="1"/>
          </p:cNvSpPr>
          <p:nvPr/>
        </p:nvSpPr>
        <p:spPr bwMode="auto">
          <a:xfrm>
            <a:off x="2392363" y="5084763"/>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kumimoji="1" lang="zh-CN" altLang="zh-CN" sz="2400">
              <a:latin typeface="Arial" panose="020B0604020202020204" pitchFamily="34" charset="0"/>
            </a:endParaRPr>
          </a:p>
        </p:txBody>
      </p:sp>
      <p:pic>
        <p:nvPicPr>
          <p:cNvPr id="114733" name="Picture 3">
            <a:extLst>
              <a:ext uri="{FF2B5EF4-FFF2-40B4-BE49-F238E27FC236}">
                <a16:creationId xmlns:a16="http://schemas.microsoft.com/office/drawing/2014/main" id="{42FEDB47-9858-0A53-C4CF-CB9173F88F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027" t="13150" r="1439" b="13425"/>
          <a:stretch>
            <a:fillRect/>
          </a:stretch>
        </p:blipFill>
        <p:spPr bwMode="auto">
          <a:xfrm>
            <a:off x="1547813" y="1844675"/>
            <a:ext cx="6769100" cy="4105275"/>
          </a:xfrm>
          <a:prstGeom prst="rect">
            <a:avLst/>
          </a:prstGeom>
          <a:noFill/>
          <a:ln w="76200" cmpd="tri">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4734" name="圆角矩形标注 1">
            <a:extLst>
              <a:ext uri="{FF2B5EF4-FFF2-40B4-BE49-F238E27FC236}">
                <a16:creationId xmlns:a16="http://schemas.microsoft.com/office/drawing/2014/main" id="{742CD4E6-4A22-1EF7-7489-814C9C570B30}"/>
              </a:ext>
            </a:extLst>
          </p:cNvPr>
          <p:cNvSpPr>
            <a:spLocks noChangeArrowheads="1"/>
          </p:cNvSpPr>
          <p:nvPr/>
        </p:nvSpPr>
        <p:spPr bwMode="auto">
          <a:xfrm>
            <a:off x="395288" y="3357563"/>
            <a:ext cx="2808287" cy="3260725"/>
          </a:xfrm>
          <a:prstGeom prst="wedgeRoundRectCallout">
            <a:avLst>
              <a:gd name="adj1" fmla="val -2472"/>
              <a:gd name="adj2" fmla="val -60361"/>
              <a:gd name="adj3" fmla="val 16667"/>
            </a:avLst>
          </a:prstGeom>
          <a:solidFill>
            <a:schemeClr val="accent1"/>
          </a:solidFill>
          <a:ln w="9525" algn="ctr">
            <a:solidFill>
              <a:schemeClr val="tx1"/>
            </a:solidFill>
            <a:round/>
            <a:headEnd/>
            <a:tailEnd/>
          </a:ln>
        </p:spPr>
        <p:txBody>
          <a:bodyPr>
            <a:spAutoFit/>
          </a:bodyPr>
          <a:lstStyle>
            <a:lvl1pPr marL="285750" indent="-28575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Char char="•"/>
            </a:pPr>
            <a:r>
              <a:rPr lang="zh-CN" altLang="zh-CN" sz="1800" dirty="0">
                <a:solidFill>
                  <a:srgbClr val="FF0000"/>
                </a:solidFill>
              </a:rPr>
              <a:t>应用程序被分离出一部分</a:t>
            </a:r>
            <a:r>
              <a:rPr lang="zh-CN" altLang="zh-CN" sz="1800" dirty="0"/>
              <a:t>来并保留到客户机上，其作用是</a:t>
            </a:r>
            <a:r>
              <a:rPr lang="zh-CN" altLang="zh-CN" sz="1800" dirty="0">
                <a:solidFill>
                  <a:srgbClr val="FF0000"/>
                </a:solidFill>
              </a:rPr>
              <a:t>通过查询语言表达式</a:t>
            </a:r>
            <a:r>
              <a:rPr lang="zh-CN" altLang="zh-CN" sz="1800" dirty="0"/>
              <a:t>来调用服务器上的数据库系统功能</a:t>
            </a:r>
            <a:endParaRPr lang="en-US" altLang="zh-CN" sz="1800" dirty="0"/>
          </a:p>
          <a:p>
            <a:pPr eaLnBrk="1" hangingPunct="1">
              <a:spcBef>
                <a:spcPct val="50000"/>
              </a:spcBef>
              <a:buClrTx/>
              <a:buSzTx/>
              <a:buFont typeface="Arial" panose="020B0604020202020204" pitchFamily="34" charset="0"/>
              <a:buChar char="•"/>
            </a:pPr>
            <a:r>
              <a:rPr lang="zh-CN" altLang="zh-CN" sz="1800" dirty="0"/>
              <a:t>象</a:t>
            </a:r>
            <a:r>
              <a:rPr lang="en-US" altLang="zh-CN" sz="1800" dirty="0"/>
              <a:t>ODBC</a:t>
            </a:r>
            <a:r>
              <a:rPr lang="zh-CN" altLang="zh-CN" sz="1800" dirty="0"/>
              <a:t>或</a:t>
            </a:r>
            <a:r>
              <a:rPr lang="en-US" altLang="zh-CN" sz="1800" dirty="0"/>
              <a:t>JDBC</a:t>
            </a:r>
            <a:r>
              <a:rPr lang="zh-CN" altLang="zh-CN" sz="1800" dirty="0"/>
              <a:t>这样的应用程序接口标准常用于进行客户端和服务器之间的交互</a:t>
            </a:r>
            <a:endParaRPr lang="zh-CN" altLang="en-US" sz="1800" dirty="0"/>
          </a:p>
        </p:txBody>
      </p:sp>
      <p:sp>
        <p:nvSpPr>
          <p:cNvPr id="2" name="圆角矩形标注 5">
            <a:extLst>
              <a:ext uri="{FF2B5EF4-FFF2-40B4-BE49-F238E27FC236}">
                <a16:creationId xmlns:a16="http://schemas.microsoft.com/office/drawing/2014/main" id="{3C41039F-C227-573E-8811-562F24306AB0}"/>
              </a:ext>
            </a:extLst>
          </p:cNvPr>
          <p:cNvSpPr>
            <a:spLocks noChangeArrowheads="1"/>
          </p:cNvSpPr>
          <p:nvPr/>
        </p:nvSpPr>
        <p:spPr bwMode="auto">
          <a:xfrm>
            <a:off x="1066800" y="-76200"/>
            <a:ext cx="5410200" cy="3013591"/>
          </a:xfrm>
          <a:prstGeom prst="wedgeRoundRectCallout">
            <a:avLst>
              <a:gd name="adj1" fmla="val 40838"/>
              <a:gd name="adj2" fmla="val 65875"/>
              <a:gd name="adj3" fmla="val 16667"/>
            </a:avLst>
          </a:prstGeom>
          <a:solidFill>
            <a:schemeClr val="accent1"/>
          </a:solidFill>
          <a:ln w="9525" algn="ctr">
            <a:solidFill>
              <a:schemeClr val="tx1"/>
            </a:solidFill>
            <a:round/>
            <a:headEnd/>
            <a:tailEnd/>
          </a:ln>
        </p:spPr>
        <p:txBody>
          <a:bodyPr wrap="square">
            <a:spAutoFit/>
          </a:bodyPr>
          <a:lstStyle>
            <a:lvl1pPr marL="285750" indent="-28575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Char char="•"/>
            </a:pPr>
            <a:r>
              <a:rPr lang="zh-CN" altLang="zh-CN" sz="1800" dirty="0">
                <a:solidFill>
                  <a:srgbClr val="FF0000"/>
                </a:solidFill>
              </a:rPr>
              <a:t>客户机</a:t>
            </a:r>
            <a:r>
              <a:rPr lang="zh-CN" altLang="zh-CN" sz="1800" dirty="0"/>
              <a:t>仅仅作为一个数据库</a:t>
            </a:r>
            <a:r>
              <a:rPr lang="zh-CN" altLang="zh-CN" sz="1800" dirty="0">
                <a:solidFill>
                  <a:srgbClr val="FF0000"/>
                </a:solidFill>
              </a:rPr>
              <a:t>前端</a:t>
            </a:r>
            <a:r>
              <a:rPr lang="zh-CN" altLang="zh-CN" sz="1800" dirty="0"/>
              <a:t>，不包含任何直接的数据库调用</a:t>
            </a:r>
            <a:endParaRPr lang="en-US" altLang="zh-CN" sz="1800" dirty="0"/>
          </a:p>
          <a:p>
            <a:pPr eaLnBrk="1" hangingPunct="1">
              <a:spcBef>
                <a:spcPct val="50000"/>
              </a:spcBef>
              <a:buClrTx/>
              <a:buSzTx/>
              <a:buFont typeface="Arial" panose="020B0604020202020204" pitchFamily="34" charset="0"/>
              <a:buChar char="•"/>
            </a:pPr>
            <a:r>
              <a:rPr lang="zh-CN" altLang="zh-CN" sz="1800" dirty="0"/>
              <a:t>客户端通过窗口界面与</a:t>
            </a:r>
            <a:r>
              <a:rPr lang="zh-CN" altLang="zh-CN" sz="1800" dirty="0">
                <a:solidFill>
                  <a:srgbClr val="FF0000"/>
                </a:solidFill>
              </a:rPr>
              <a:t>应用服务器</a:t>
            </a:r>
            <a:r>
              <a:rPr lang="zh-CN" altLang="zh-CN" sz="1800" dirty="0"/>
              <a:t>进行通信，接着再由</a:t>
            </a:r>
            <a:r>
              <a:rPr lang="zh-CN" altLang="zh-CN" sz="1800" dirty="0">
                <a:solidFill>
                  <a:srgbClr val="0000FF"/>
                </a:solidFill>
              </a:rPr>
              <a:t>应用服务器访问数据库系统</a:t>
            </a:r>
            <a:endParaRPr lang="en-US" altLang="zh-CN" sz="1800" dirty="0">
              <a:solidFill>
                <a:srgbClr val="0000FF"/>
              </a:solidFill>
            </a:endParaRPr>
          </a:p>
          <a:p>
            <a:pPr eaLnBrk="1" hangingPunct="1">
              <a:spcBef>
                <a:spcPct val="50000"/>
              </a:spcBef>
              <a:buClrTx/>
              <a:buSzTx/>
              <a:buFont typeface="Arial" panose="020B0604020202020204" pitchFamily="34" charset="0"/>
              <a:buChar char="•"/>
            </a:pPr>
            <a:r>
              <a:rPr lang="zh-CN" altLang="zh-CN" sz="1800" dirty="0"/>
              <a:t>应用程序的</a:t>
            </a:r>
            <a:r>
              <a:rPr lang="zh-CN" altLang="zh-CN" sz="1800" dirty="0">
                <a:solidFill>
                  <a:srgbClr val="0000FF"/>
                </a:solidFill>
              </a:rPr>
              <a:t>主要开发工作</a:t>
            </a:r>
            <a:r>
              <a:rPr lang="zh-CN" altLang="zh-CN" sz="1800" dirty="0"/>
              <a:t>放在</a:t>
            </a:r>
            <a:r>
              <a:rPr lang="zh-CN" altLang="zh-CN" sz="1800" dirty="0">
                <a:solidFill>
                  <a:srgbClr val="0000FF"/>
                </a:solidFill>
              </a:rPr>
              <a:t>应用服务器上</a:t>
            </a:r>
            <a:r>
              <a:rPr lang="zh-CN" altLang="zh-CN" sz="1800" dirty="0"/>
              <a:t>，数据库应用程序的逻辑处理也集中在此</a:t>
            </a:r>
            <a:endParaRPr lang="en-US" altLang="zh-CN" sz="1800" dirty="0"/>
          </a:p>
          <a:p>
            <a:pPr eaLnBrk="1" hangingPunct="1">
              <a:spcBef>
                <a:spcPct val="50000"/>
              </a:spcBef>
              <a:buClrTx/>
              <a:buSzTx/>
              <a:buFont typeface="Arial" panose="020B0604020202020204" pitchFamily="34" charset="0"/>
              <a:buChar char="•"/>
            </a:pPr>
            <a:r>
              <a:rPr lang="zh-CN" altLang="zh-CN" sz="1800" dirty="0"/>
              <a:t>在运行时，应用程序从应用服务器下载到最终用户的浏览器中</a:t>
            </a:r>
            <a:endParaRPr lang="zh-CN" altLang="en-US" sz="1800" dirty="0"/>
          </a:p>
        </p:txBody>
      </p:sp>
    </p:spTree>
    <p:extLst>
      <p:ext uri="{BB962C8B-B14F-4D97-AF65-F5344CB8AC3E}">
        <p14:creationId xmlns:p14="http://schemas.microsoft.com/office/powerpoint/2010/main" val="42594855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47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734" grpId="0" animBg="1"/>
      <p:bldP spid="2"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697AC0FD-190D-473D-A059-D003465E8F28}"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14691"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14692"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5CA75515-450F-4216-87DB-463660D82225}" type="slidenum">
              <a:rPr lang="en-US" altLang="zh-CN" sz="1400">
                <a:solidFill>
                  <a:schemeClr val="tx1"/>
                </a:solidFill>
                <a:latin typeface="Times New Roman" pitchFamily="18" charset="0"/>
              </a:rPr>
              <a:pPr eaLnBrk="1" hangingPunct="1"/>
              <a:t>91</a:t>
            </a:fld>
            <a:r>
              <a:rPr lang="en-US" altLang="zh-CN" sz="1400">
                <a:solidFill>
                  <a:schemeClr val="tx1"/>
                </a:solidFill>
                <a:latin typeface="Times New Roman" pitchFamily="18" charset="0"/>
              </a:rPr>
              <a:t>/92</a:t>
            </a:r>
          </a:p>
        </p:txBody>
      </p:sp>
      <p:sp>
        <p:nvSpPr>
          <p:cNvPr id="114693" name="Rectangle 2"/>
          <p:cNvSpPr>
            <a:spLocks noGrp="1" noChangeArrowheads="1"/>
          </p:cNvSpPr>
          <p:nvPr>
            <p:ph type="title"/>
          </p:nvPr>
        </p:nvSpPr>
        <p:spPr/>
        <p:txBody>
          <a:bodyPr/>
          <a:lstStyle/>
          <a:p>
            <a:pPr eaLnBrk="1" hangingPunct="1"/>
            <a:r>
              <a:rPr lang="en-US" altLang="zh-CN" dirty="0"/>
              <a:t>1.7 </a:t>
            </a:r>
            <a:r>
              <a:rPr lang="zh-CN" altLang="en-US" dirty="0"/>
              <a:t>数据库应用开发的步骤</a:t>
            </a:r>
            <a:endParaRPr lang="en-US" altLang="zh-CN" dirty="0"/>
          </a:p>
        </p:txBody>
      </p:sp>
      <p:sp>
        <p:nvSpPr>
          <p:cNvPr id="7" name="Text Box 8">
            <a:extLst>
              <a:ext uri="{FF2B5EF4-FFF2-40B4-BE49-F238E27FC236}">
                <a16:creationId xmlns:a16="http://schemas.microsoft.com/office/drawing/2014/main" id="{22657A89-3A26-34BB-0973-E993F951C6F3}"/>
              </a:ext>
            </a:extLst>
          </p:cNvPr>
          <p:cNvSpPr txBox="1">
            <a:spLocks noChangeArrowheads="1"/>
          </p:cNvSpPr>
          <p:nvPr/>
        </p:nvSpPr>
        <p:spPr bwMode="auto">
          <a:xfrm>
            <a:off x="2392363" y="5084763"/>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kumimoji="1" lang="zh-CN" altLang="zh-CN" sz="2400">
              <a:latin typeface="Arial" panose="020B0604020202020204" pitchFamily="34" charset="0"/>
            </a:endParaRPr>
          </a:p>
        </p:txBody>
      </p:sp>
      <p:sp>
        <p:nvSpPr>
          <p:cNvPr id="2" name="Rectangle 3">
            <a:extLst>
              <a:ext uri="{FF2B5EF4-FFF2-40B4-BE49-F238E27FC236}">
                <a16:creationId xmlns:a16="http://schemas.microsoft.com/office/drawing/2014/main" id="{C911676F-1FDD-55B4-9E6C-7E5918039F9A}"/>
              </a:ext>
            </a:extLst>
          </p:cNvPr>
          <p:cNvSpPr txBox="1">
            <a:spLocks noChangeArrowheads="1"/>
          </p:cNvSpPr>
          <p:nvPr/>
        </p:nvSpPr>
        <p:spPr bwMode="auto">
          <a:xfrm>
            <a:off x="609600" y="1447800"/>
            <a:ext cx="8229599" cy="5253038"/>
          </a:xfrm>
          <a:prstGeom prst="rect">
            <a:avLst/>
          </a:prstGeom>
          <a:solidFill>
            <a:schemeClr val="bg1"/>
          </a:solidFill>
          <a:ln>
            <a:noFill/>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rgbClr val="993300"/>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eaLnBrk="1" hangingPunct="1">
              <a:lnSpc>
                <a:spcPct val="140000"/>
              </a:lnSpc>
            </a:pPr>
            <a:r>
              <a:rPr lang="zh-CN" altLang="en-US" sz="2800" b="1" dirty="0"/>
              <a:t>定义需求</a:t>
            </a:r>
          </a:p>
          <a:p>
            <a:pPr eaLnBrk="1" hangingPunct="1">
              <a:lnSpc>
                <a:spcPct val="140000"/>
              </a:lnSpc>
            </a:pPr>
            <a:r>
              <a:rPr lang="zh-CN" altLang="en-US" sz="2800" b="1" dirty="0"/>
              <a:t>定义包含应用所需要的数据和数据之间的关系</a:t>
            </a:r>
          </a:p>
          <a:p>
            <a:pPr eaLnBrk="1" hangingPunct="1">
              <a:lnSpc>
                <a:spcPct val="140000"/>
              </a:lnSpc>
            </a:pPr>
            <a:r>
              <a:rPr lang="zh-CN" altLang="en-US" sz="2800" b="1" dirty="0"/>
              <a:t>定义数据之上的完整性约束</a:t>
            </a:r>
          </a:p>
          <a:p>
            <a:pPr eaLnBrk="1" hangingPunct="1">
              <a:lnSpc>
                <a:spcPct val="140000"/>
              </a:lnSpc>
            </a:pPr>
            <a:r>
              <a:rPr lang="zh-CN" altLang="en-US" sz="2800" b="1" dirty="0"/>
              <a:t>定义关系数据库的模式描述</a:t>
            </a:r>
          </a:p>
          <a:p>
            <a:pPr eaLnBrk="1" hangingPunct="1">
              <a:lnSpc>
                <a:spcPct val="140000"/>
              </a:lnSpc>
            </a:pPr>
            <a:r>
              <a:rPr lang="zh-CN" altLang="en-US" sz="2800" b="1" dirty="0"/>
              <a:t>创建和生成数据库</a:t>
            </a:r>
          </a:p>
          <a:p>
            <a:pPr eaLnBrk="1" hangingPunct="1">
              <a:lnSpc>
                <a:spcPct val="140000"/>
              </a:lnSpc>
            </a:pPr>
            <a:r>
              <a:rPr lang="zh-CN" altLang="en-US" sz="2800" b="1" dirty="0"/>
              <a:t>编写应用程序，实现用户界面</a:t>
            </a:r>
            <a:endParaRPr lang="zh-CN" altLang="en-US" sz="2400" dirty="0">
              <a:latin typeface="华文新魏" panose="02010800040101010101" pitchFamily="2" charset="-122"/>
            </a:endParaRPr>
          </a:p>
        </p:txBody>
      </p:sp>
    </p:spTree>
    <p:extLst>
      <p:ext uri="{BB962C8B-B14F-4D97-AF65-F5344CB8AC3E}">
        <p14:creationId xmlns:p14="http://schemas.microsoft.com/office/powerpoint/2010/main" val="1088170855"/>
      </p:ext>
    </p:extLst>
  </p:cSld>
  <p:clrMapOvr>
    <a:masterClrMapping/>
  </p:clrMapOvr>
  <p:transition>
    <p:fade/>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日期占位符 3"/>
          <p:cNvSpPr>
            <a:spLocks noGrp="1"/>
          </p:cNvSpPr>
          <p:nvPr>
            <p:ph type="dt" sz="quarter" idx="10"/>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E09A8AD1-B64C-4D73-9033-7C6CBDEE71FD}" type="datetime1">
              <a:rPr lang="zh-CN" altLang="en-US" sz="1400" smtClean="0">
                <a:solidFill>
                  <a:schemeClr val="tx1"/>
                </a:solidFill>
                <a:latin typeface="Times New Roman" pitchFamily="18" charset="0"/>
              </a:rPr>
              <a:pPr eaLnBrk="1" hangingPunct="1"/>
              <a:t>2025/9/10</a:t>
            </a:fld>
            <a:endParaRPr lang="en-US" altLang="zh-CN" sz="1400">
              <a:solidFill>
                <a:schemeClr val="tx1"/>
              </a:solidFill>
              <a:latin typeface="Times New Roman" pitchFamily="18" charset="0"/>
            </a:endParaRPr>
          </a:p>
        </p:txBody>
      </p:sp>
      <p:sp>
        <p:nvSpPr>
          <p:cNvPr id="117763" name="页脚占位符 4"/>
          <p:cNvSpPr>
            <a:spLocks noGrp="1"/>
          </p:cNvSpPr>
          <p:nvPr>
            <p:ph type="ftr" sz="quarter" idx="11"/>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lang="en-US" altLang="zh-CN" sz="1400">
                <a:solidFill>
                  <a:schemeClr val="tx1"/>
                </a:solidFill>
                <a:latin typeface="Times New Roman" pitchFamily="18" charset="0"/>
              </a:rPr>
              <a:t>《数据库系统概论》- 第1章</a:t>
            </a:r>
          </a:p>
        </p:txBody>
      </p:sp>
      <p:sp>
        <p:nvSpPr>
          <p:cNvPr id="117764" name="灯片编号占位符 5"/>
          <p:cNvSpPr>
            <a:spLocks noGrp="1"/>
          </p:cNvSpPr>
          <p:nvPr>
            <p:ph type="sldNum" sz="quarter" idx="12"/>
          </p:nvPr>
        </p:nvSpPr>
        <p:spPr>
          <a:noFill/>
        </p:spPr>
        <p:txBody>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fld id="{D3885301-713A-4FF5-BD4D-4BE2F1AD1610}" type="slidenum">
              <a:rPr lang="en-US" altLang="zh-CN" sz="1400">
                <a:solidFill>
                  <a:schemeClr val="tx1"/>
                </a:solidFill>
                <a:latin typeface="Times New Roman" pitchFamily="18" charset="0"/>
              </a:rPr>
              <a:pPr eaLnBrk="1" hangingPunct="1"/>
              <a:t>92</a:t>
            </a:fld>
            <a:r>
              <a:rPr lang="en-US" altLang="zh-CN" sz="1400">
                <a:solidFill>
                  <a:schemeClr val="tx1"/>
                </a:solidFill>
                <a:latin typeface="Times New Roman" pitchFamily="18" charset="0"/>
              </a:rPr>
              <a:t>/92</a:t>
            </a:r>
          </a:p>
        </p:txBody>
      </p:sp>
      <p:sp>
        <p:nvSpPr>
          <p:cNvPr id="117765" name="Rectangle 2"/>
          <p:cNvSpPr>
            <a:spLocks noGrp="1" noChangeArrowheads="1"/>
          </p:cNvSpPr>
          <p:nvPr>
            <p:ph type="title"/>
          </p:nvPr>
        </p:nvSpPr>
        <p:spPr/>
        <p:txBody>
          <a:bodyPr/>
          <a:lstStyle/>
          <a:p>
            <a:pPr eaLnBrk="1" hangingPunct="1"/>
            <a:r>
              <a:rPr lang="en-US" altLang="zh-CN" b="1">
                <a:latin typeface="Comic Sans MS" pitchFamily="66" charset="0"/>
              </a:rPr>
              <a:t>Any Question?</a:t>
            </a:r>
          </a:p>
        </p:txBody>
      </p:sp>
      <p:sp>
        <p:nvSpPr>
          <p:cNvPr id="117766" name="Text Box 4"/>
          <p:cNvSpPr txBox="1">
            <a:spLocks noChangeArrowheads="1"/>
          </p:cNvSpPr>
          <p:nvPr/>
        </p:nvSpPr>
        <p:spPr bwMode="auto">
          <a:xfrm>
            <a:off x="4140200" y="2781300"/>
            <a:ext cx="33020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200">
                <a:solidFill>
                  <a:srgbClr val="993300"/>
                </a:solidFill>
                <a:latin typeface="Tahoma" pitchFamily="34" charset="0"/>
                <a:ea typeface="宋体" pitchFamily="2" charset="-122"/>
              </a:defRPr>
            </a:lvl1pPr>
            <a:lvl2pPr marL="742950" indent="-285750" eaLnBrk="0" hangingPunct="0">
              <a:buClr>
                <a:schemeClr val="hlink"/>
              </a:buClr>
              <a:buSzPct val="55000"/>
              <a:defRPr sz="2800">
                <a:solidFill>
                  <a:schemeClr val="tx1"/>
                </a:solidFill>
                <a:latin typeface="Tahoma" pitchFamily="34" charset="0"/>
                <a:ea typeface="宋体" pitchFamily="2" charset="-122"/>
              </a:defRPr>
            </a:lvl2pPr>
            <a:lvl3pPr marL="1143000" indent="-228600" eaLnBrk="0" hangingPunct="0">
              <a:buSzPct val="50000"/>
              <a:defRPr sz="2400">
                <a:solidFill>
                  <a:schemeClr val="tx1"/>
                </a:solidFill>
                <a:latin typeface="Tahoma" pitchFamily="34" charset="0"/>
                <a:ea typeface="宋体" pitchFamily="2" charset="-122"/>
              </a:defRPr>
            </a:lvl3pPr>
            <a:lvl4pPr marL="1600200" indent="-228600" eaLnBrk="0" hangingPunct="0">
              <a:buClr>
                <a:schemeClr val="accent2"/>
              </a:buClr>
              <a:buSzPct val="55000"/>
              <a:defRPr sz="2000">
                <a:solidFill>
                  <a:schemeClr val="tx1"/>
                </a:solidFill>
                <a:latin typeface="Tahoma" pitchFamily="34" charset="0"/>
                <a:ea typeface="宋体" pitchFamily="2" charset="-122"/>
              </a:defRPr>
            </a:lvl4pPr>
            <a:lvl5pPr marL="2057400" indent="-228600" eaLnBrk="0" hangingPunct="0">
              <a:buClr>
                <a:schemeClr val="accent1"/>
              </a:buClr>
              <a:buSzPct val="50000"/>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gn="ctr">
              <a:spcBef>
                <a:spcPct val="0"/>
              </a:spcBef>
              <a:buClrTx/>
              <a:buSzTx/>
              <a:buFontTx/>
              <a:buNone/>
            </a:pPr>
            <a:r>
              <a:rPr lang="en-US" altLang="zh-CN" sz="4800" b="1" i="1">
                <a:solidFill>
                  <a:schemeClr val="hlink"/>
                </a:solidFill>
                <a:latin typeface="Times New Roman" pitchFamily="18" charset="0"/>
              </a:rPr>
              <a:t>Thank you !</a:t>
            </a:r>
          </a:p>
        </p:txBody>
      </p:sp>
      <p:pic>
        <p:nvPicPr>
          <p:cNvPr id="117767" name="Picture 5" descr="smi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133600"/>
            <a:ext cx="22098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defRPr kumimoji="0" lang="zh-CN" altLang="en-US" sz="3200" b="0" i="0" u="none" strike="noStrike" cap="none" normalizeH="0" baseline="0" smtClean="0">
            <a:ln>
              <a:noFill/>
            </a:ln>
            <a:solidFill>
              <a:srgbClr val="993300"/>
            </a:solidFill>
            <a:effectLst/>
            <a:latin typeface="Tahoma" pitchFamily="34" charset="0"/>
            <a:ea typeface="宋体"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defRPr kumimoji="0" lang="zh-CN" altLang="en-US" sz="3200" b="0" i="0" u="none" strike="noStrike" cap="none" normalizeH="0" baseline="0" smtClean="0">
            <a:ln>
              <a:noFill/>
            </a:ln>
            <a:solidFill>
              <a:srgbClr val="993300"/>
            </a:solidFill>
            <a:effectLst/>
            <a:latin typeface="Tahoma" pitchFamily="34" charset="0"/>
            <a:ea typeface="宋体"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8907</TotalTime>
  <Words>7991</Words>
  <Application>Microsoft Office PowerPoint</Application>
  <PresentationFormat>全屏显示(4:3)</PresentationFormat>
  <Paragraphs>1254</Paragraphs>
  <Slides>92</Slides>
  <Notes>32</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92</vt:i4>
      </vt:variant>
    </vt:vector>
  </HeadingPairs>
  <TitlesOfParts>
    <vt:vector size="106" baseType="lpstr">
      <vt:lpstr>PingFangSC-Regular</vt:lpstr>
      <vt:lpstr>华文新魏</vt:lpstr>
      <vt:lpstr>华文中宋</vt:lpstr>
      <vt:lpstr>楷体_GB2312</vt:lpstr>
      <vt:lpstr>宋体</vt:lpstr>
      <vt:lpstr>Arial</vt:lpstr>
      <vt:lpstr>Comic Sans MS</vt:lpstr>
      <vt:lpstr>Tahoma</vt:lpstr>
      <vt:lpstr>Times New Roman</vt:lpstr>
      <vt:lpstr>Verdana</vt:lpstr>
      <vt:lpstr>Wingdings</vt:lpstr>
      <vt:lpstr>Blends</vt:lpstr>
      <vt:lpstr>Clip</vt:lpstr>
      <vt:lpstr>Picture</vt:lpstr>
      <vt:lpstr>数据库系统概念  Database System Concepts</vt:lpstr>
      <vt:lpstr>自我介绍</vt:lpstr>
      <vt:lpstr>教材及参考书目</vt:lpstr>
      <vt:lpstr>课程说明</vt:lpstr>
      <vt:lpstr>课程说明</vt:lpstr>
      <vt:lpstr>内容安排(1)</vt:lpstr>
      <vt:lpstr>内容安排(2)</vt:lpstr>
      <vt:lpstr>学习意义</vt:lpstr>
      <vt:lpstr>学习目标</vt:lpstr>
      <vt:lpstr>第一章  引言</vt:lpstr>
      <vt:lpstr>本章目录</vt:lpstr>
      <vt:lpstr>1.0 背景知识：数据库的地位</vt:lpstr>
      <vt:lpstr>1.0 背景知识：数据处理</vt:lpstr>
      <vt:lpstr>1.0 背景知识</vt:lpstr>
      <vt:lpstr>本章目录</vt:lpstr>
      <vt:lpstr>1.1数据管理技术的发展</vt:lpstr>
      <vt:lpstr>1.1数据管理技术的发展</vt:lpstr>
      <vt:lpstr>1.1数据管理的三个阶段</vt:lpstr>
      <vt:lpstr>1.1数据管理的三个阶段</vt:lpstr>
      <vt:lpstr>1.1数据管理的三个阶段</vt:lpstr>
      <vt:lpstr>1.1数据管理的三个阶段</vt:lpstr>
      <vt:lpstr>1.1数据管理的三个阶段</vt:lpstr>
      <vt:lpstr>1.1数据管理的三个阶段</vt:lpstr>
      <vt:lpstr>1.1数据管理的三个阶段</vt:lpstr>
      <vt:lpstr>1.1数据库系统的特点</vt:lpstr>
      <vt:lpstr>1.1数据管理的三个阶段</vt:lpstr>
      <vt:lpstr>1.1数据库系统的特点</vt:lpstr>
      <vt:lpstr>1.1数据库系统的特点</vt:lpstr>
      <vt:lpstr>本章目录</vt:lpstr>
      <vt:lpstr>1.2 数据模型</vt:lpstr>
      <vt:lpstr>1.2 数据模型</vt:lpstr>
      <vt:lpstr>1.2.1 两类数据模型</vt:lpstr>
      <vt:lpstr>1.2.1 两类数据模型</vt:lpstr>
      <vt:lpstr>1.2.2 数据模型的组成要素</vt:lpstr>
      <vt:lpstr>1.2.2 数据模型的组成要素</vt:lpstr>
      <vt:lpstr>1.2.3 概念模型</vt:lpstr>
      <vt:lpstr>1.2.3 概念模型 -- 信息世界的基本概念</vt:lpstr>
      <vt:lpstr>1.2.4 最常用的逻辑数据模型</vt:lpstr>
      <vt:lpstr>1.2.5 关系模型  概念十分重要</vt:lpstr>
      <vt:lpstr>1.2.5 关系模型  概念十分重要</vt:lpstr>
      <vt:lpstr>1.2.5 关系模型</vt:lpstr>
      <vt:lpstr>1.2.5 关系模型</vt:lpstr>
      <vt:lpstr>本章目录</vt:lpstr>
      <vt:lpstr>1.3 数据库系统结构</vt:lpstr>
      <vt:lpstr>1.3.1 数据库系统模式的概念</vt:lpstr>
      <vt:lpstr>1.3.1 数据库系统模式的概念</vt:lpstr>
      <vt:lpstr>1.3.1 数据库系统模式的概念</vt:lpstr>
      <vt:lpstr>1.3.2 数据库系统的三级模式结构 </vt:lpstr>
      <vt:lpstr>三级模式结构</vt:lpstr>
      <vt:lpstr>1.3.2 数据库系统的三级模式结构</vt:lpstr>
      <vt:lpstr>1.3.2 数据库系统的三级模式结构</vt:lpstr>
      <vt:lpstr>1.3.2 数据库系统的三级模式结构</vt:lpstr>
      <vt:lpstr>1.3.2 数据库系统的三级模式结构</vt:lpstr>
      <vt:lpstr>1.3.3 二级映象功能与数据独立性</vt:lpstr>
      <vt:lpstr>1.3.3 二级映象功能与数据独立性</vt:lpstr>
      <vt:lpstr>1.3.3 二级映象功能与数据独立性</vt:lpstr>
      <vt:lpstr>1.3.3 二级映象功能与数据独立性</vt:lpstr>
      <vt:lpstr>1.3.3 二级映象功能与数据独立性</vt:lpstr>
      <vt:lpstr>1.3 数据抽象</vt:lpstr>
      <vt:lpstr>1.3 数据抽象</vt:lpstr>
      <vt:lpstr>1.3 数据抽象</vt:lpstr>
      <vt:lpstr>1.3 数据抽象</vt:lpstr>
      <vt:lpstr>本章目录</vt:lpstr>
      <vt:lpstr>1.4 数据库语言</vt:lpstr>
      <vt:lpstr>1.4 数据库语言</vt:lpstr>
      <vt:lpstr>1.4 数据库语言</vt:lpstr>
      <vt:lpstr>1.4 数据库语言</vt:lpstr>
      <vt:lpstr>1.4 数据库与应用程序交互</vt:lpstr>
      <vt:lpstr>本章目录</vt:lpstr>
      <vt:lpstr>1.5 数据库引擎</vt:lpstr>
      <vt:lpstr>1.5 数据库引擎</vt:lpstr>
      <vt:lpstr>1.5.1存储管理器</vt:lpstr>
      <vt:lpstr>1.5.1存储管理器</vt:lpstr>
      <vt:lpstr>1.5.1存储管理器</vt:lpstr>
      <vt:lpstr>1.5.2查询处理器</vt:lpstr>
      <vt:lpstr>1.5.3 事务管理</vt:lpstr>
      <vt:lpstr>1.5.3 事务管理</vt:lpstr>
      <vt:lpstr>1.5.3 事务管理</vt:lpstr>
      <vt:lpstr>本章目录</vt:lpstr>
      <vt:lpstr>1.6 数据库用户和管理员</vt:lpstr>
      <vt:lpstr>1.6 数据库管理员（DBA）</vt:lpstr>
      <vt:lpstr>本章目录</vt:lpstr>
      <vt:lpstr>1.7 数据库系统体系结构</vt:lpstr>
      <vt:lpstr>1.7 数据库系统体系结构</vt:lpstr>
      <vt:lpstr>1.7 数据库系统体系结构</vt:lpstr>
      <vt:lpstr>1.7 数据库系统体系结构</vt:lpstr>
      <vt:lpstr>1.7 数据库系统体系结构</vt:lpstr>
      <vt:lpstr>1.7 数据库系统体系结构</vt:lpstr>
      <vt:lpstr>1.7 数据库系统体系结构</vt:lpstr>
      <vt:lpstr>1.7 应用框架</vt:lpstr>
      <vt:lpstr>1.7 数据库应用开发的步骤</vt:lpstr>
      <vt:lpstr>Any Question?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Jixiang</dc:creator>
  <cp:lastModifiedBy>JXGuo</cp:lastModifiedBy>
  <cp:revision>915</cp:revision>
  <cp:lastPrinted>1601-01-01T00:00:00Z</cp:lastPrinted>
  <dcterms:created xsi:type="dcterms:W3CDTF">1601-01-01T00:00:00Z</dcterms:created>
  <dcterms:modified xsi:type="dcterms:W3CDTF">2025-09-10T09:26:48Z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