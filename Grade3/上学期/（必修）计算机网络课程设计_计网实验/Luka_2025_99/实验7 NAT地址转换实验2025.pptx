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16" r:id="rId3"/>
    <p:sldId id="320" r:id="rId4"/>
    <p:sldId id="321" r:id="rId5"/>
    <p:sldId id="323" r:id="rId6"/>
    <p:sldId id="322" r:id="rId7"/>
    <p:sldId id="324" r:id="rId8"/>
    <p:sldId id="325" r:id="rId9"/>
    <p:sldId id="326" r:id="rId10"/>
    <p:sldId id="327" r:id="rId11"/>
  </p:sldIdLst>
  <p:sldSz cx="12192000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57" d="100"/>
          <a:sy n="57" d="100"/>
        </p:scale>
        <p:origin x="-206" y="638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317" y="1703113"/>
            <a:ext cx="10858500" cy="1371600"/>
          </a:xfrm>
        </p:spPr>
        <p:txBody>
          <a:bodyPr>
            <a:normAutofit/>
          </a:bodyPr>
          <a:lstStyle/>
          <a:p>
            <a:r>
              <a:rPr lang="zh-CN" altLang="en-US" sz="6600" dirty="0">
                <a:latin typeface="+mn-lt"/>
                <a:ea typeface="+mn-ea"/>
                <a:cs typeface="+mn-ea"/>
                <a:sym typeface="+mn-lt"/>
              </a:rPr>
              <a:t>计算机网络课程设计</a:t>
            </a:r>
            <a:endParaRPr lang="en-US" sz="66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7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 latinLnBrk="1">
              <a:buNone/>
            </a:pPr>
            <a:r>
              <a:rPr lang="zh-CN" altLang="zh-CN" dirty="0"/>
              <a:t>本实验的目的是让学生了解和掌握</a:t>
            </a:r>
            <a:r>
              <a:rPr lang="en-US" altLang="zh-CN" dirty="0"/>
              <a:t>NAT</a:t>
            </a:r>
            <a:r>
              <a:rPr lang="zh-CN" altLang="zh-CN" dirty="0"/>
              <a:t>的概念和配置方法。本实验使用</a:t>
            </a:r>
            <a:r>
              <a:rPr lang="en-US" altLang="zh-CN" dirty="0"/>
              <a:t>Cisco Packet Tracer</a:t>
            </a:r>
            <a:r>
              <a:rPr lang="zh-CN" altLang="zh-CN" dirty="0"/>
              <a:t>软件作为实验平台，模拟在一个局域网中的网关路由器上配置</a:t>
            </a:r>
            <a:r>
              <a:rPr lang="en-US" altLang="zh-CN" dirty="0"/>
              <a:t>NAT</a:t>
            </a:r>
            <a:r>
              <a:rPr lang="zh-CN" altLang="zh-CN" dirty="0"/>
              <a:t>的过程。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zh-CN" dirty="0"/>
              <a:t>本实验通过在</a:t>
            </a:r>
            <a:r>
              <a:rPr lang="en-US" altLang="zh-CN" dirty="0"/>
              <a:t>Packet Tracer</a:t>
            </a:r>
            <a:r>
              <a:rPr lang="zh-CN" altLang="zh-CN" dirty="0"/>
              <a:t>中模拟配置</a:t>
            </a:r>
            <a:r>
              <a:rPr lang="en-US" altLang="zh-CN" dirty="0"/>
              <a:t>NAT</a:t>
            </a:r>
            <a:r>
              <a:rPr lang="zh-CN" altLang="zh-CN" dirty="0"/>
              <a:t>三种不同的方式，了解</a:t>
            </a:r>
            <a:r>
              <a:rPr lang="en-US" altLang="zh-CN" dirty="0"/>
              <a:t>NAT</a:t>
            </a:r>
            <a:r>
              <a:rPr lang="zh-CN" altLang="zh-CN" dirty="0"/>
              <a:t>的工作原理。实验步骤如下：</a:t>
            </a:r>
          </a:p>
          <a:p>
            <a:pPr marL="457200" lvl="1" indent="0">
              <a:buNone/>
            </a:pPr>
            <a:r>
              <a:rPr lang="zh-CN" altLang="zh-CN" dirty="0"/>
              <a:t>第一步：实验环境搭建；</a:t>
            </a:r>
          </a:p>
          <a:p>
            <a:pPr marL="457200" lvl="1" indent="0">
              <a:buNone/>
            </a:pPr>
            <a:r>
              <a:rPr lang="zh-CN" altLang="zh-CN" dirty="0"/>
              <a:t>第二步：</a:t>
            </a:r>
            <a:r>
              <a:rPr lang="en-US" altLang="zh-CN" dirty="0"/>
              <a:t>NAT</a:t>
            </a:r>
            <a:r>
              <a:rPr lang="zh-CN" altLang="zh-CN" dirty="0"/>
              <a:t>配置</a:t>
            </a:r>
          </a:p>
          <a:p>
            <a:pPr lvl="2"/>
            <a:r>
              <a:rPr lang="zh-CN" altLang="zh-CN" dirty="0"/>
              <a:t>静态NAT配置；</a:t>
            </a:r>
          </a:p>
          <a:p>
            <a:pPr lvl="2"/>
            <a:r>
              <a:rPr lang="zh-CN" altLang="zh-CN" dirty="0"/>
              <a:t>动态NAT配置；</a:t>
            </a:r>
          </a:p>
          <a:p>
            <a:pPr lvl="2"/>
            <a:r>
              <a:rPr lang="zh-CN" altLang="zh-CN" dirty="0"/>
              <a:t>PAT的配置。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1．实验环境搭建</a:t>
            </a:r>
          </a:p>
          <a:p>
            <a:pPr lvl="1"/>
            <a:r>
              <a:rPr lang="zh-CN" altLang="zh-CN" dirty="0"/>
              <a:t>启动</a:t>
            </a:r>
            <a:r>
              <a:rPr lang="en-US" altLang="zh-CN" dirty="0"/>
              <a:t>Packet Tracer</a:t>
            </a:r>
            <a:r>
              <a:rPr lang="zh-CN" altLang="zh-CN" dirty="0"/>
              <a:t>软件，从左下角的设备框中，拖拽</a:t>
            </a:r>
            <a:r>
              <a:rPr lang="en-US" altLang="zh-CN" dirty="0"/>
              <a:t>2</a:t>
            </a:r>
            <a:r>
              <a:rPr lang="zh-CN" altLang="zh-CN" dirty="0"/>
              <a:t>台</a:t>
            </a:r>
            <a:r>
              <a:rPr lang="en-US" altLang="zh-CN" dirty="0"/>
              <a:t>Router-PT</a:t>
            </a:r>
            <a:r>
              <a:rPr lang="zh-CN" altLang="zh-CN" dirty="0"/>
              <a:t>路由器、</a:t>
            </a:r>
            <a:r>
              <a:rPr lang="en-US" altLang="zh-CN" dirty="0"/>
              <a:t>2</a:t>
            </a:r>
            <a:r>
              <a:rPr lang="zh-CN" altLang="zh-CN" dirty="0"/>
              <a:t>台</a:t>
            </a:r>
            <a:r>
              <a:rPr lang="en-US" altLang="zh-CN" dirty="0"/>
              <a:t>2960-24TT</a:t>
            </a:r>
            <a:r>
              <a:rPr lang="zh-CN" altLang="zh-CN" dirty="0"/>
              <a:t>交换机和</a:t>
            </a:r>
            <a:r>
              <a:rPr lang="en-US" altLang="zh-CN" dirty="0"/>
              <a:t>3</a:t>
            </a:r>
            <a:r>
              <a:rPr lang="zh-CN" altLang="zh-CN" dirty="0"/>
              <a:t>台主机到工作区，路由器之间用</a:t>
            </a:r>
            <a:r>
              <a:rPr lang="en-US" altLang="zh-CN" dirty="0"/>
              <a:t>DEC</a:t>
            </a:r>
            <a:r>
              <a:rPr lang="zh-CN" altLang="zh-CN" dirty="0"/>
              <a:t>型串行线连接，主机与交换机、交换机与路由器之间用直连线连接，</a:t>
            </a:r>
            <a:r>
              <a:rPr lang="en-US" altLang="zh-CN" dirty="0"/>
              <a:t>PC2</a:t>
            </a:r>
            <a:r>
              <a:rPr lang="zh-CN" altLang="zh-CN" dirty="0"/>
              <a:t>与</a:t>
            </a:r>
            <a:r>
              <a:rPr lang="en-US" altLang="zh-CN" dirty="0"/>
              <a:t>Router1</a:t>
            </a:r>
            <a:r>
              <a:rPr lang="zh-CN" altLang="zh-CN" dirty="0"/>
              <a:t>之间用交叉线连接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914" y="4082528"/>
            <a:ext cx="6763497" cy="2340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1．实验环境搭建</a:t>
            </a:r>
          </a:p>
          <a:p>
            <a:pPr lvl="1"/>
            <a:r>
              <a:rPr lang="zh-CN" altLang="zh-CN" dirty="0"/>
              <a:t>在拓扑结构图中，双击</a:t>
            </a:r>
            <a:r>
              <a:rPr lang="en-US" altLang="zh-CN" dirty="0"/>
              <a:t>PC0</a:t>
            </a:r>
            <a:r>
              <a:rPr lang="zh-CN" altLang="zh-CN" dirty="0"/>
              <a:t>主机图标，进入其配置页面，选择</a:t>
            </a:r>
            <a:r>
              <a:rPr lang="en-US" altLang="zh-CN" dirty="0"/>
              <a:t>“</a:t>
            </a:r>
            <a:r>
              <a:rPr lang="zh-CN" altLang="zh-CN" dirty="0"/>
              <a:t>桌面</a:t>
            </a:r>
            <a:r>
              <a:rPr lang="en-US" altLang="zh-CN" dirty="0"/>
              <a:t>”</a:t>
            </a:r>
            <a:r>
              <a:rPr lang="zh-CN" altLang="zh-CN" dirty="0"/>
              <a:t>选项卡下的</a:t>
            </a:r>
            <a:r>
              <a:rPr lang="en-US" altLang="zh-CN" dirty="0"/>
              <a:t>“IP</a:t>
            </a:r>
            <a:r>
              <a:rPr lang="zh-CN" altLang="zh-CN" dirty="0"/>
              <a:t>配置</a:t>
            </a:r>
            <a:r>
              <a:rPr lang="en-US" altLang="zh-CN" dirty="0"/>
              <a:t>”</a:t>
            </a:r>
            <a:r>
              <a:rPr lang="zh-CN" altLang="zh-CN" dirty="0"/>
              <a:t>按钮，即可为</a:t>
            </a:r>
            <a:r>
              <a:rPr lang="en-US" altLang="zh-CN" dirty="0"/>
              <a:t>PC0</a:t>
            </a:r>
            <a:r>
              <a:rPr lang="zh-CN" altLang="zh-CN" dirty="0"/>
              <a:t>主机设置</a:t>
            </a:r>
            <a:r>
              <a:rPr lang="en-US" altLang="zh-CN" dirty="0"/>
              <a:t>IP</a:t>
            </a:r>
            <a:r>
              <a:rPr lang="zh-CN" altLang="zh-CN" dirty="0"/>
              <a:t>地址。双击</a:t>
            </a:r>
            <a:r>
              <a:rPr lang="en-US" altLang="zh-CN" dirty="0"/>
              <a:t>Router</a:t>
            </a:r>
            <a:r>
              <a:rPr lang="zh-CN" altLang="zh-CN" dirty="0"/>
              <a:t>路由器图标，进入其配置页面，选择</a:t>
            </a:r>
            <a:r>
              <a:rPr lang="en-US" altLang="zh-CN" dirty="0"/>
              <a:t>“</a:t>
            </a:r>
            <a:r>
              <a:rPr lang="zh-CN" altLang="zh-CN" dirty="0"/>
              <a:t>配置</a:t>
            </a:r>
            <a:r>
              <a:rPr lang="en-US" altLang="zh-CN" dirty="0"/>
              <a:t>”</a:t>
            </a:r>
            <a:r>
              <a:rPr lang="zh-CN" altLang="zh-CN" dirty="0"/>
              <a:t>选项卡，对</a:t>
            </a:r>
            <a:r>
              <a:rPr lang="en-US" altLang="zh-CN" dirty="0"/>
              <a:t>FastEthernet0/0</a:t>
            </a:r>
            <a:r>
              <a:rPr lang="zh-CN" altLang="zh-CN" dirty="0"/>
              <a:t>接口进行</a:t>
            </a:r>
            <a:r>
              <a:rPr lang="en-US" altLang="zh-CN" dirty="0"/>
              <a:t>IP</a:t>
            </a:r>
            <a:r>
              <a:rPr lang="zh-CN" altLang="zh-CN" dirty="0"/>
              <a:t>地址配置，同时确保该接口的端口状态为</a:t>
            </a:r>
            <a:r>
              <a:rPr lang="en-US" altLang="zh-CN" dirty="0"/>
              <a:t>“</a:t>
            </a:r>
            <a:r>
              <a:rPr lang="zh-CN" altLang="zh-CN" dirty="0"/>
              <a:t>开启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72699"/>
              </p:ext>
            </p:extLst>
          </p:nvPr>
        </p:nvGraphicFramePr>
        <p:xfrm>
          <a:off x="1259543" y="4120029"/>
          <a:ext cx="9959785" cy="22910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9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3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设备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接口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IP</a:t>
                      </a:r>
                      <a:r>
                        <a:rPr lang="zh-CN" sz="1400" kern="100">
                          <a:effectLst/>
                        </a:rPr>
                        <a:t>地址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子网掩码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默认网关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192.168.1.3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211.211.211.2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211.211.211.1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09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Router1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Se2/0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200.1.1.1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09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Router2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211.211.211.1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Se2/0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200.1.1.2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N/A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1．实验环境搭建</a:t>
            </a:r>
          </a:p>
          <a:p>
            <a:pPr lvl="1"/>
            <a:r>
              <a:rPr lang="zh-CN" altLang="zh-CN" dirty="0"/>
              <a:t>广域网路由器之间要用</a:t>
            </a:r>
            <a:r>
              <a:rPr lang="en-US" altLang="zh-CN" dirty="0"/>
              <a:t>DTE</a:t>
            </a:r>
            <a:r>
              <a:rPr lang="zh-CN" altLang="zh-CN" dirty="0"/>
              <a:t>型串行线连接串行口（如果路由器没有串行口，需要安装</a:t>
            </a:r>
            <a:r>
              <a:rPr lang="en-US" altLang="zh-CN" dirty="0"/>
              <a:t>NM-4A/S</a:t>
            </a:r>
            <a:r>
              <a:rPr lang="zh-CN" altLang="zh-CN" dirty="0"/>
              <a:t>模块才能使用）。连接接口的选择可以灵活变化，但是要注意记录各设备之间的端口对应关系，在后续的配置中要根据实际的接口号进行修改。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375" y="3632200"/>
            <a:ext cx="4427071" cy="2714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435600" cy="5003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. NAT配置</a:t>
            </a:r>
          </a:p>
          <a:p>
            <a:pPr marL="0" indent="0">
              <a:buNone/>
            </a:pPr>
            <a:r>
              <a:rPr lang="zh-CN" altLang="zh-CN" dirty="0"/>
              <a:t>（1）配置静态NAT</a:t>
            </a:r>
          </a:p>
          <a:p>
            <a:pPr marL="457200" lvl="1" indent="0">
              <a:buNone/>
            </a:pPr>
            <a:r>
              <a:rPr lang="zh-CN" altLang="zh-CN" dirty="0"/>
              <a:t>点击</a:t>
            </a:r>
            <a:r>
              <a:rPr lang="en-US" altLang="zh-CN" dirty="0"/>
              <a:t>Router0</a:t>
            </a:r>
            <a:r>
              <a:rPr lang="zh-CN" altLang="zh-CN" dirty="0"/>
              <a:t>图标，进入其配置页面。然后选择</a:t>
            </a:r>
            <a:r>
              <a:rPr lang="en-US" altLang="zh-CN" dirty="0"/>
              <a:t>CLI</a:t>
            </a:r>
            <a:r>
              <a:rPr lang="zh-CN" altLang="zh-CN" dirty="0"/>
              <a:t>面板，切换到全局配置模式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在完成静态</a:t>
            </a:r>
            <a:r>
              <a:rPr lang="en-US" altLang="zh-CN" dirty="0"/>
              <a:t>NAT</a:t>
            </a:r>
            <a:r>
              <a:rPr lang="zh-CN" altLang="zh-CN" dirty="0"/>
              <a:t>的配置后，需要打开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Command Prompt</a:t>
            </a:r>
            <a:r>
              <a:rPr lang="zh-CN" altLang="zh-CN" dirty="0"/>
              <a:t>模拟界面，使用</a:t>
            </a:r>
            <a:r>
              <a:rPr lang="en-US" altLang="zh-CN" dirty="0"/>
              <a:t>ping</a:t>
            </a:r>
            <a:r>
              <a:rPr lang="zh-CN" altLang="zh-CN" dirty="0"/>
              <a:t>命令测试与</a:t>
            </a:r>
            <a:r>
              <a:rPr lang="en-US" altLang="zh-CN" dirty="0"/>
              <a:t>211.211.211.2</a:t>
            </a:r>
            <a:r>
              <a:rPr lang="zh-CN" altLang="zh-CN" dirty="0"/>
              <a:t>地址的网络连通性。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94" y="334133"/>
            <a:ext cx="5654481" cy="4016216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632" y="4459566"/>
            <a:ext cx="5512603" cy="217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14554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zh-CN" sz="2400" dirty="0"/>
              <a:t>. NAT配置</a:t>
            </a:r>
          </a:p>
          <a:p>
            <a:pPr marL="0" indent="0">
              <a:buNone/>
            </a:pPr>
            <a:r>
              <a:rPr lang="zh-CN" altLang="zh-CN" sz="2400" dirty="0"/>
              <a:t>（1）配置静态NAT</a:t>
            </a:r>
          </a:p>
          <a:p>
            <a:pPr marL="457200" lvl="1" indent="0">
              <a:buNone/>
            </a:pPr>
            <a:r>
              <a:rPr lang="zh-CN" altLang="zh-CN" sz="2000" dirty="0"/>
              <a:t>点击</a:t>
            </a:r>
            <a:r>
              <a:rPr lang="en-US" altLang="zh-CN" sz="2000" dirty="0"/>
              <a:t>Router0</a:t>
            </a:r>
            <a:r>
              <a:rPr lang="zh-CN" altLang="zh-CN" sz="2000" dirty="0"/>
              <a:t>图标，进入其配置页面。然后选择</a:t>
            </a:r>
            <a:r>
              <a:rPr lang="en-US" altLang="zh-CN" sz="2000" dirty="0"/>
              <a:t>CLI</a:t>
            </a:r>
            <a:r>
              <a:rPr lang="zh-CN" altLang="zh-CN" sz="2000" dirty="0"/>
              <a:t>面板，切换到全局配置模式。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57" y="3097613"/>
            <a:ext cx="8618071" cy="3222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300"/>
            <a:ext cx="4682564" cy="5003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3400" dirty="0"/>
              <a:t>2</a:t>
            </a:r>
            <a:r>
              <a:rPr lang="zh-CN" altLang="zh-CN" sz="3400" dirty="0"/>
              <a:t>. NAT配置</a:t>
            </a:r>
          </a:p>
          <a:p>
            <a:pPr marL="0" indent="0">
              <a:buNone/>
            </a:pPr>
            <a:r>
              <a:rPr lang="zh-CN" altLang="zh-CN" dirty="0"/>
              <a:t>（2）配置动态NAT</a:t>
            </a:r>
          </a:p>
          <a:p>
            <a:pPr lvl="1"/>
            <a:r>
              <a:rPr lang="zh-CN" altLang="zh-CN" dirty="0"/>
              <a:t>为了进行动态</a:t>
            </a:r>
            <a:r>
              <a:rPr lang="en-US" altLang="zh-CN" dirty="0"/>
              <a:t>NAT</a:t>
            </a:r>
            <a:r>
              <a:rPr lang="zh-CN" altLang="zh-CN" dirty="0"/>
              <a:t>配置，首先需要点击</a:t>
            </a:r>
            <a:r>
              <a:rPr lang="en-US" altLang="zh-CN" dirty="0"/>
              <a:t>Router0</a:t>
            </a:r>
            <a:r>
              <a:rPr lang="zh-CN" altLang="zh-CN" dirty="0"/>
              <a:t>图标，进入其配置页面。然后选择</a:t>
            </a:r>
            <a:r>
              <a:rPr lang="en-US" altLang="zh-CN" dirty="0"/>
              <a:t>CLI</a:t>
            </a:r>
            <a:r>
              <a:rPr lang="zh-CN" altLang="zh-CN" dirty="0"/>
              <a:t>面板，切换到全局配置模式。在完成动态</a:t>
            </a:r>
            <a:r>
              <a:rPr lang="en-US" altLang="zh-CN" dirty="0"/>
              <a:t>NAT</a:t>
            </a:r>
            <a:r>
              <a:rPr lang="zh-CN" altLang="zh-CN" dirty="0"/>
              <a:t>的配置后，需要打开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 err="1"/>
              <a:t>cmd</a:t>
            </a:r>
            <a:r>
              <a:rPr lang="zh-CN" altLang="zh-CN" dirty="0"/>
              <a:t>模拟界面，使用</a:t>
            </a:r>
            <a:r>
              <a:rPr lang="en-US" altLang="zh-CN" dirty="0"/>
              <a:t>ping</a:t>
            </a:r>
            <a:r>
              <a:rPr lang="zh-CN" altLang="zh-CN" dirty="0"/>
              <a:t>命令测试与</a:t>
            </a:r>
            <a:r>
              <a:rPr lang="en-US" altLang="zh-CN" dirty="0"/>
              <a:t>211.211.211.2</a:t>
            </a:r>
            <a:r>
              <a:rPr lang="zh-CN" altLang="zh-CN" dirty="0"/>
              <a:t>地址的网络连通性。同时，也可以在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 err="1"/>
              <a:t>cmd</a:t>
            </a:r>
            <a:r>
              <a:rPr lang="zh-CN" altLang="zh-CN" dirty="0"/>
              <a:t>模拟界面，使用相同的</a:t>
            </a:r>
            <a:r>
              <a:rPr lang="en-US" altLang="zh-CN" dirty="0"/>
              <a:t>ping</a:t>
            </a:r>
            <a:r>
              <a:rPr lang="zh-CN" altLang="zh-CN" dirty="0"/>
              <a:t>命令，观察网络连接的情况。</a:t>
            </a:r>
            <a:endParaRPr lang="en-US" altLang="zh-CN" dirty="0"/>
          </a:p>
          <a:p>
            <a:pPr lvl="1"/>
            <a:endParaRPr lang="zh-CN" altLang="zh-CN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234" y="1933751"/>
            <a:ext cx="6849036" cy="2990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29" y="1130300"/>
            <a:ext cx="6593541" cy="5781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. NAT配置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）配置</a:t>
            </a:r>
            <a:r>
              <a:rPr lang="en-US" altLang="zh-CN" dirty="0"/>
              <a:t>PAT</a:t>
            </a:r>
            <a:endParaRPr lang="zh-CN" altLang="zh-CN" dirty="0"/>
          </a:p>
          <a:p>
            <a:pPr lvl="2"/>
            <a:r>
              <a:rPr lang="zh-CN" altLang="zh-CN" dirty="0"/>
              <a:t>为了进行</a:t>
            </a:r>
            <a:r>
              <a:rPr lang="en-US" altLang="zh-CN" dirty="0"/>
              <a:t>PAT</a:t>
            </a:r>
            <a:r>
              <a:rPr lang="zh-CN" altLang="zh-CN" dirty="0"/>
              <a:t>配置，首先需要在动态</a:t>
            </a:r>
            <a:r>
              <a:rPr lang="en-US" altLang="zh-CN" dirty="0"/>
              <a:t>NAT</a:t>
            </a:r>
            <a:r>
              <a:rPr lang="zh-CN" altLang="zh-CN" dirty="0"/>
              <a:t>配置的基础上，点击</a:t>
            </a:r>
            <a:r>
              <a:rPr lang="en-US" altLang="zh-CN" dirty="0"/>
              <a:t>Router0</a:t>
            </a:r>
            <a:r>
              <a:rPr lang="zh-CN" altLang="zh-CN" dirty="0"/>
              <a:t>图标，进入其配置页面。然后选择</a:t>
            </a:r>
            <a:r>
              <a:rPr lang="en-US" altLang="zh-CN" dirty="0"/>
              <a:t>CLI</a:t>
            </a:r>
            <a:r>
              <a:rPr lang="zh-CN" altLang="zh-CN" dirty="0"/>
              <a:t>面板，切换到全局配置模式。</a:t>
            </a:r>
            <a:endParaRPr lang="en-US" altLang="zh-CN" dirty="0"/>
          </a:p>
          <a:p>
            <a:pPr lvl="2"/>
            <a:r>
              <a:rPr lang="zh-CN" altLang="zh-CN" dirty="0"/>
              <a:t>在完成</a:t>
            </a:r>
            <a:r>
              <a:rPr lang="en-US" altLang="zh-CN" dirty="0"/>
              <a:t>PAT</a:t>
            </a:r>
            <a:r>
              <a:rPr lang="zh-CN" altLang="zh-CN" dirty="0"/>
              <a:t>的配置后，需要打开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Command Prompt</a:t>
            </a:r>
            <a:r>
              <a:rPr lang="zh-CN" altLang="zh-CN" dirty="0"/>
              <a:t>模拟界面，使用</a:t>
            </a:r>
            <a:r>
              <a:rPr lang="en-US" altLang="zh-CN" dirty="0"/>
              <a:t>ping</a:t>
            </a:r>
            <a:r>
              <a:rPr lang="zh-CN" altLang="zh-CN" dirty="0"/>
              <a:t>命令测试与</a:t>
            </a:r>
            <a:r>
              <a:rPr lang="en-US" altLang="zh-CN" dirty="0"/>
              <a:t>211.211.211.2</a:t>
            </a:r>
            <a:r>
              <a:rPr lang="zh-CN" altLang="zh-CN" dirty="0"/>
              <a:t>地址的网络连通性。同时，也可以在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/>
              <a:t>Command Prompt</a:t>
            </a:r>
            <a:r>
              <a:rPr lang="zh-CN" altLang="zh-CN" dirty="0"/>
              <a:t>模拟界面，使用相同的</a:t>
            </a:r>
            <a:r>
              <a:rPr lang="en-US" altLang="zh-CN" dirty="0"/>
              <a:t>ping</a:t>
            </a:r>
            <a:r>
              <a:rPr lang="zh-CN" altLang="zh-CN" dirty="0"/>
              <a:t>命令，观察网络连接的情况。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43" y="1082489"/>
            <a:ext cx="5388069" cy="158644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934200" y="3314825"/>
            <a:ext cx="4334435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924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b="1" dirty="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56</TotalTime>
  <Words>712</Words>
  <Application>Microsoft Office PowerPoint</Application>
  <PresentationFormat>宽屏</PresentationFormat>
  <Paragraphs>81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Arial</vt:lpstr>
      <vt:lpstr>Calibri</vt:lpstr>
      <vt:lpstr>Comic Sans MS</vt:lpstr>
      <vt:lpstr>Designed by iSlide</vt:lpstr>
      <vt:lpstr>计算机网络课程设计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Teresa L</cp:lastModifiedBy>
  <cp:revision>35</cp:revision>
  <cp:lastPrinted>2023-11-06T16:00:00Z</cp:lastPrinted>
  <dcterms:created xsi:type="dcterms:W3CDTF">2023-11-06T16:00:00Z</dcterms:created>
  <dcterms:modified xsi:type="dcterms:W3CDTF">2025-12-01T09:45:00Z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9DEB3C3FBFF744F9B1B296AF1C858E6A_12</vt:lpwstr>
  </property>
  <property fmtid="{D5CDD505-2E9C-101B-9397-08002B2CF9AE}" pid="4" name="KSOProductBuildVer">
    <vt:lpwstr>2052-12.1.0.23542</vt:lpwstr>
  </property>
</Properties>
</file>