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316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30" r:id="rId12"/>
    <p:sldId id="331" r:id="rId13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92" autoAdjust="0"/>
    <p:restoredTop sz="84988" autoAdjust="0"/>
  </p:normalViewPr>
  <p:slideViewPr>
    <p:cSldViewPr snapToGrid="0" showGuides="1">
      <p:cViewPr varScale="1">
        <p:scale>
          <a:sx n="48" d="100"/>
          <a:sy n="48" d="100"/>
        </p:scale>
        <p:origin x="475" y="33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317" y="1703113"/>
            <a:ext cx="10858500" cy="1371600"/>
          </a:xfrm>
        </p:spPr>
        <p:txBody>
          <a:bodyPr>
            <a:normAutofit/>
          </a:bodyPr>
          <a:lstStyle/>
          <a:p>
            <a:r>
              <a:rPr lang="zh-CN" altLang="en-US" sz="6600" dirty="0">
                <a:latin typeface="+mn-lt"/>
                <a:ea typeface="+mn-ea"/>
                <a:cs typeface="+mn-ea"/>
                <a:sym typeface="+mn-lt"/>
              </a:rPr>
              <a:t>计算机网络课程设计</a:t>
            </a:r>
            <a:endParaRPr lang="en-US" sz="66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  <a:endParaRPr lang="zh-CN" altLang="zh-CN" dirty="0"/>
          </a:p>
          <a:p>
            <a:pPr marL="0" lvl="1" indent="457200">
              <a:buNone/>
            </a:pPr>
            <a:r>
              <a:rPr lang="zh-CN" altLang="zh-CN" dirty="0">
                <a:sym typeface="+mn-ea"/>
              </a:rPr>
              <a:t>本实验的目的是让学生了解和掌握</a:t>
            </a:r>
            <a:r>
              <a:rPr lang="en-US" altLang="zh-CN" dirty="0">
                <a:sym typeface="+mn-ea"/>
              </a:rPr>
              <a:t>OSPF</a:t>
            </a:r>
            <a:r>
              <a:rPr lang="zh-CN" altLang="zh-CN" dirty="0">
                <a:sym typeface="+mn-ea"/>
              </a:rPr>
              <a:t>路由</a:t>
            </a:r>
            <a:r>
              <a:rPr lang="zh-CN" altLang="zh-CN" dirty="0">
                <a:sym typeface="+mn-ea"/>
              </a:rPr>
              <a:t>的概念和配置方法。本实验使用</a:t>
            </a:r>
            <a:r>
              <a:rPr lang="en-US" altLang="zh-CN" dirty="0">
                <a:sym typeface="+mn-ea"/>
              </a:rPr>
              <a:t>Cisco Packet Tracer</a:t>
            </a:r>
            <a:r>
              <a:rPr lang="zh-CN" altLang="zh-CN" dirty="0">
                <a:sym typeface="+mn-ea"/>
              </a:rPr>
              <a:t>软件作为实验平台，模拟在一个局域网中的网关路由器上配置</a:t>
            </a:r>
            <a:r>
              <a:rPr lang="en-US" altLang="zh-CN" dirty="0">
                <a:sym typeface="+mn-ea"/>
              </a:rPr>
              <a:t>NAT</a:t>
            </a:r>
            <a:r>
              <a:rPr lang="zh-CN" altLang="zh-CN" dirty="0">
                <a:sym typeface="+mn-ea"/>
              </a:rPr>
              <a:t>的过程。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zh-CN" dirty="0"/>
              <a:t>环境配置：</a:t>
            </a:r>
            <a:r>
              <a:rPr lang="en-US" altLang="zh-CN" dirty="0"/>
              <a:t>Windows 11</a:t>
            </a:r>
            <a:r>
              <a:rPr lang="zh-CN" altLang="zh-CN" dirty="0"/>
              <a:t>（任何可以安装</a:t>
            </a:r>
            <a:r>
              <a:rPr lang="en-US" altLang="zh-CN" dirty="0"/>
              <a:t>Cisco Packet Tracer</a:t>
            </a:r>
            <a:r>
              <a:rPr lang="zh-CN" altLang="zh-CN" dirty="0"/>
              <a:t>的平台均可以完成）。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Cisco Packet Tracer 8.2.1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299"/>
            <a:ext cx="10858500" cy="5479047"/>
          </a:xfrm>
        </p:spPr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zh-CN" dirty="0"/>
              <a:t>本实验主要任务为</a:t>
            </a:r>
            <a:r>
              <a:rPr lang="en-US" altLang="zh-CN" dirty="0"/>
              <a:t>OSPF</a:t>
            </a:r>
            <a:r>
              <a:rPr lang="zh-CN" altLang="zh-CN" dirty="0"/>
              <a:t>路由协议的配置。实验步骤如下：</a:t>
            </a:r>
            <a:endParaRPr lang="zh-CN" altLang="zh-CN" dirty="0"/>
          </a:p>
          <a:p>
            <a:pPr lvl="2"/>
            <a:r>
              <a:rPr lang="zh-CN" altLang="zh-CN" dirty="0"/>
              <a:t>构建网络拓扑结构</a:t>
            </a:r>
            <a:endParaRPr lang="zh-CN" altLang="zh-CN" dirty="0"/>
          </a:p>
          <a:p>
            <a:pPr lvl="2"/>
            <a:r>
              <a:rPr lang="zh-CN" altLang="zh-CN" dirty="0"/>
              <a:t>配置主机的</a:t>
            </a:r>
            <a:r>
              <a:rPr lang="en-US" altLang="zh-CN" dirty="0"/>
              <a:t>IP</a:t>
            </a:r>
            <a:r>
              <a:rPr lang="zh-CN" altLang="zh-CN" dirty="0"/>
              <a:t>地址和网关</a:t>
            </a:r>
            <a:endParaRPr lang="zh-CN" altLang="zh-CN" dirty="0"/>
          </a:p>
          <a:p>
            <a:pPr lvl="2"/>
            <a:r>
              <a:rPr lang="zh-CN" altLang="zh-CN" dirty="0"/>
              <a:t>路由器端口配置</a:t>
            </a:r>
            <a:endParaRPr lang="zh-CN" altLang="zh-CN" dirty="0"/>
          </a:p>
          <a:p>
            <a:pPr lvl="2"/>
            <a:r>
              <a:rPr lang="zh-CN" altLang="zh-CN" dirty="0"/>
              <a:t>配置动态路由</a:t>
            </a:r>
            <a:r>
              <a:rPr lang="en-US" altLang="zh-CN" dirty="0"/>
              <a:t>OSPF</a:t>
            </a:r>
            <a:endParaRPr lang="zh-CN" altLang="zh-CN" dirty="0"/>
          </a:p>
          <a:p>
            <a:pPr lvl="2"/>
            <a:endParaRPr lang="zh-CN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299"/>
            <a:ext cx="10858500" cy="5479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1.OSPF</a:t>
            </a:r>
            <a:r>
              <a:rPr lang="zh-CN" altLang="zh-CN" dirty="0"/>
              <a:t>路由协议配置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）构建网络拓扑</a:t>
            </a:r>
            <a:endParaRPr lang="zh-CN" altLang="zh-CN" dirty="0"/>
          </a:p>
          <a:p>
            <a:pPr marL="914400" lvl="2" indent="0">
              <a:buNone/>
            </a:pPr>
            <a:r>
              <a:rPr lang="zh-CN" altLang="zh-CN" sz="1800" dirty="0"/>
              <a:t>在思科模拟器的左下角，有一个设备框，里面列出了各种可用的网络设备。我们从中选择</a:t>
            </a:r>
            <a:r>
              <a:rPr lang="en-US" altLang="zh-CN" sz="1800" dirty="0"/>
              <a:t>3</a:t>
            </a:r>
            <a:r>
              <a:rPr lang="zh-CN" altLang="zh-CN" sz="1800" dirty="0"/>
              <a:t>台</a:t>
            </a:r>
            <a:r>
              <a:rPr lang="en-US" altLang="zh-CN" sz="1800" dirty="0"/>
              <a:t>1841</a:t>
            </a:r>
            <a:r>
              <a:rPr lang="zh-CN" altLang="zh-CN" sz="1800" dirty="0"/>
              <a:t>型号的路由器，</a:t>
            </a:r>
            <a:r>
              <a:rPr lang="en-US" altLang="zh-CN" sz="1800" dirty="0"/>
              <a:t>2</a:t>
            </a:r>
            <a:r>
              <a:rPr lang="zh-CN" altLang="zh-CN" sz="1800" dirty="0"/>
              <a:t>台</a:t>
            </a:r>
            <a:r>
              <a:rPr lang="en-US" altLang="zh-CN" sz="1800" dirty="0"/>
              <a:t>2950-24</a:t>
            </a:r>
            <a:r>
              <a:rPr lang="zh-CN" altLang="zh-CN" sz="1800" dirty="0"/>
              <a:t>型号的交换机以及</a:t>
            </a:r>
            <a:r>
              <a:rPr lang="en-US" altLang="zh-CN" sz="1800" dirty="0"/>
              <a:t>4</a:t>
            </a:r>
            <a:r>
              <a:rPr lang="zh-CN" altLang="zh-CN" sz="1800" dirty="0"/>
              <a:t>台主机。用鼠标拖动这些设备到工作区，并用线缆连接它们。注意，路由器之间要用交叉线，其他设备之间要用直通线。连接好后，就得到了实验的拓扑结构</a:t>
            </a:r>
            <a:endParaRPr lang="zh-CN" altLang="zh-CN" sz="1800" dirty="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957469" y="3783931"/>
            <a:ext cx="7090194" cy="27665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8274" y="1130299"/>
            <a:ext cx="4817979" cy="5479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1.OSPF</a:t>
            </a:r>
            <a:r>
              <a:rPr lang="zh-CN" altLang="zh-CN" dirty="0"/>
              <a:t>路由协议配置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）配置主机的</a:t>
            </a:r>
            <a:r>
              <a:rPr lang="en-US" altLang="zh-CN" dirty="0"/>
              <a:t>IP</a:t>
            </a:r>
            <a:r>
              <a:rPr lang="zh-CN" altLang="zh-CN" dirty="0"/>
              <a:t>地址和网关</a:t>
            </a:r>
            <a:endParaRPr lang="zh-CN" altLang="zh-CN" dirty="0"/>
          </a:p>
          <a:p>
            <a:pPr marL="914400" lvl="2" indent="0">
              <a:buNone/>
            </a:pPr>
            <a:r>
              <a:rPr lang="zh-CN" altLang="zh-CN" dirty="0"/>
              <a:t>在拓扑结构图上单击</a:t>
            </a:r>
            <a:r>
              <a:rPr lang="en-US" altLang="zh-CN" dirty="0"/>
              <a:t>PC1</a:t>
            </a:r>
            <a:r>
              <a:rPr lang="zh-CN" altLang="zh-CN" dirty="0"/>
              <a:t>主机的图标，进入其配置页面。在页面中，选择</a:t>
            </a:r>
            <a:r>
              <a:rPr lang="en-US" altLang="zh-CN" dirty="0"/>
              <a:t>“Desktop”</a:t>
            </a:r>
            <a:r>
              <a:rPr lang="zh-CN" altLang="zh-CN" dirty="0"/>
              <a:t>选项卡下的</a:t>
            </a:r>
            <a:r>
              <a:rPr lang="en-US" altLang="zh-CN" dirty="0"/>
              <a:t>“IP Configuration”</a:t>
            </a:r>
            <a:r>
              <a:rPr lang="zh-CN" altLang="zh-CN" dirty="0"/>
              <a:t>按钮，就可以看到</a:t>
            </a:r>
            <a:r>
              <a:rPr lang="en-US" altLang="zh-CN" dirty="0"/>
              <a:t>PC1</a:t>
            </a:r>
            <a:r>
              <a:rPr lang="zh-CN" altLang="zh-CN" dirty="0"/>
              <a:t>的</a:t>
            </a:r>
            <a:r>
              <a:rPr lang="en-US" altLang="zh-CN" dirty="0"/>
              <a:t>IP</a:t>
            </a:r>
            <a:r>
              <a:rPr lang="zh-CN" altLang="zh-CN" dirty="0"/>
              <a:t>配置界面</a:t>
            </a:r>
            <a:r>
              <a:rPr lang="zh-CN" altLang="en-US" dirty="0"/>
              <a:t>。</a:t>
            </a:r>
            <a:r>
              <a:rPr lang="zh-CN" altLang="zh-CN" dirty="0"/>
              <a:t>按照表中所示，逐项配置各主机的</a:t>
            </a:r>
            <a:r>
              <a:rPr lang="en-US" altLang="zh-CN" dirty="0"/>
              <a:t>IP</a:t>
            </a:r>
            <a:r>
              <a:rPr lang="zh-CN" altLang="zh-CN" dirty="0"/>
              <a:t>地址、子网掩码和网关。</a:t>
            </a:r>
            <a:endParaRPr lang="zh-CN" altLang="zh-CN" dirty="0"/>
          </a:p>
          <a:p>
            <a:pPr marL="914400" lvl="2" indent="0">
              <a:buNone/>
            </a:pPr>
            <a:endParaRPr lang="zh-CN" altLang="zh-CN" sz="4000" dirty="0"/>
          </a:p>
        </p:txBody>
      </p:sp>
      <p:pic>
        <p:nvPicPr>
          <p:cNvPr id="5" name="图片 4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707" y="1028700"/>
            <a:ext cx="3891546" cy="3163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342021" y="4604952"/>
          <a:ext cx="6700250" cy="1630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2512"/>
                <a:gridCol w="1122512"/>
                <a:gridCol w="1404114"/>
                <a:gridCol w="1646998"/>
                <a:gridCol w="1404114"/>
              </a:tblGrid>
              <a:tr h="140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接口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IP</a:t>
                      </a:r>
                      <a:r>
                        <a:rPr lang="zh-CN" sz="1600" kern="100">
                          <a:effectLst/>
                        </a:rPr>
                        <a:t>地址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子网掩码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默认网关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</a:tr>
              <a:tr h="346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PC0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</a:tr>
              <a:tr h="346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PC1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192.168.1.3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</a:tr>
              <a:tr h="346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PC2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192.168.4.2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192.168.4.1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</a:tr>
              <a:tr h="346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PC3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192.168.4.3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192.168.4.1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9: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8274" y="1130299"/>
            <a:ext cx="4817979" cy="54790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1.OSPF</a:t>
            </a:r>
            <a:r>
              <a:rPr lang="zh-CN" altLang="zh-CN" dirty="0"/>
              <a:t>路由协议配置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路由器的端口配置</a:t>
            </a:r>
            <a:endParaRPr lang="zh-CN" altLang="zh-CN" dirty="0"/>
          </a:p>
          <a:p>
            <a:pPr marL="914400" lvl="2" indent="0">
              <a:buNone/>
            </a:pPr>
            <a:r>
              <a:rPr lang="zh-CN" altLang="zh-CN" dirty="0"/>
              <a:t>接下来需要配置路由器各个接口的</a:t>
            </a:r>
            <a:r>
              <a:rPr lang="en-US" altLang="zh-CN" dirty="0"/>
              <a:t>IP</a:t>
            </a:r>
            <a:r>
              <a:rPr lang="zh-CN" altLang="zh-CN" dirty="0"/>
              <a:t>地址，</a:t>
            </a:r>
            <a:r>
              <a:rPr lang="en-US" altLang="zh-CN" dirty="0"/>
              <a:t>R0</a:t>
            </a:r>
            <a:r>
              <a:rPr lang="zh-CN" altLang="zh-CN" dirty="0"/>
              <a:t>，</a:t>
            </a:r>
            <a:r>
              <a:rPr lang="en-US" altLang="zh-CN" dirty="0"/>
              <a:t>R1</a:t>
            </a:r>
            <a:r>
              <a:rPr lang="zh-CN" altLang="zh-CN" dirty="0"/>
              <a:t>和</a:t>
            </a:r>
            <a:r>
              <a:rPr lang="en-US" altLang="zh-CN" dirty="0"/>
              <a:t>R2</a:t>
            </a:r>
            <a:r>
              <a:rPr lang="zh-CN" altLang="zh-CN" dirty="0"/>
              <a:t>的各接口</a:t>
            </a:r>
            <a:r>
              <a:rPr lang="en-US" altLang="zh-CN" dirty="0"/>
              <a:t>IP</a:t>
            </a:r>
            <a:r>
              <a:rPr lang="zh-CN" altLang="zh-CN" dirty="0"/>
              <a:t>地址配置信息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zh-CN" dirty="0"/>
              <a:t>在拓扑结构图上单击路由器</a:t>
            </a:r>
            <a:r>
              <a:rPr lang="en-US" altLang="zh-CN" dirty="0"/>
              <a:t>R0</a:t>
            </a:r>
            <a:r>
              <a:rPr lang="zh-CN" altLang="zh-CN" dirty="0"/>
              <a:t>的图标，打开其配置页面。在页面中，选择</a:t>
            </a:r>
            <a:r>
              <a:rPr lang="en-US" altLang="zh-CN" dirty="0"/>
              <a:t>CLI</a:t>
            </a:r>
            <a:r>
              <a:rPr lang="zh-CN" altLang="zh-CN" dirty="0"/>
              <a:t>选项卡，进入命令行界面。接下来，需要切换到全局配置模式，然后为路由器的每个接口分配</a:t>
            </a:r>
            <a:r>
              <a:rPr lang="en-US" altLang="zh-CN" dirty="0"/>
              <a:t>IP</a:t>
            </a:r>
            <a:r>
              <a:rPr lang="zh-CN" altLang="zh-CN" dirty="0"/>
              <a:t>地址。</a:t>
            </a:r>
            <a:endParaRPr lang="zh-CN" altLang="zh-CN" sz="8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176252" y="1130301"/>
          <a:ext cx="6791157" cy="1706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4081"/>
                <a:gridCol w="1276395"/>
                <a:gridCol w="1497181"/>
                <a:gridCol w="1497181"/>
                <a:gridCol w="1336319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接口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indent="133985"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IP</a:t>
                      </a:r>
                      <a:r>
                        <a:rPr lang="zh-CN" sz="1600" kern="100">
                          <a:effectLst/>
                        </a:rPr>
                        <a:t>地址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indent="133985"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子网掩码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indent="133985"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默认网关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</a:tr>
              <a:tr h="1909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</a:tr>
              <a:tr h="19099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</a:tr>
              <a:tr h="1909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</a:tr>
              <a:tr h="19099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192.168.3.1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</a:tr>
              <a:tr h="1909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192.168.3.2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</a:tr>
              <a:tr h="190996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192.168.4.1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N/A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450" y="979235"/>
            <a:ext cx="6438233" cy="5712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0300"/>
            <a:ext cx="5764630" cy="51925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744" y="1079471"/>
            <a:ext cx="5021287" cy="50546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9: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路由器各个接口配置完成以后，各连接线显示绿灯表示所连端口已连通，点击</a:t>
            </a:r>
            <a:r>
              <a:rPr lang="en-US" altLang="zh-CN" dirty="0"/>
              <a:t>PC0</a:t>
            </a:r>
            <a:r>
              <a:rPr lang="zh-CN" altLang="zh-CN" dirty="0"/>
              <a:t>的主机图标，在弹出窗口的</a:t>
            </a:r>
            <a:r>
              <a:rPr lang="en-US" altLang="zh-CN" dirty="0"/>
              <a:t>“Desktop”</a:t>
            </a:r>
            <a:r>
              <a:rPr lang="zh-CN" altLang="zh-CN" dirty="0"/>
              <a:t>选项卡中选择</a:t>
            </a:r>
            <a:r>
              <a:rPr lang="en-US" altLang="zh-CN" dirty="0"/>
              <a:t>“Command Prompt”</a:t>
            </a:r>
            <a:r>
              <a:rPr lang="zh-CN" altLang="zh-CN" dirty="0"/>
              <a:t>按钮，在命令行中完成</a:t>
            </a:r>
            <a:r>
              <a:rPr lang="en-US" altLang="zh-CN" dirty="0"/>
              <a:t>PC0</a:t>
            </a:r>
            <a:r>
              <a:rPr lang="zh-CN" altLang="zh-CN" dirty="0"/>
              <a:t>对</a:t>
            </a:r>
            <a:r>
              <a:rPr lang="en-US" altLang="zh-CN" dirty="0"/>
              <a:t>PC1</a:t>
            </a:r>
            <a:r>
              <a:rPr lang="zh-CN" altLang="zh-CN" dirty="0"/>
              <a:t>的连通测试，</a:t>
            </a:r>
            <a:r>
              <a:rPr lang="en-US" altLang="zh-CN" dirty="0"/>
              <a:t>PC0</a:t>
            </a:r>
            <a:r>
              <a:rPr lang="zh-CN" altLang="zh-CN" dirty="0"/>
              <a:t>对</a:t>
            </a:r>
            <a:r>
              <a:rPr lang="en-US" altLang="zh-CN" dirty="0"/>
              <a:t>PC2</a:t>
            </a:r>
            <a:r>
              <a:rPr lang="zh-CN" altLang="zh-CN" dirty="0"/>
              <a:t>的连通测试。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（</a:t>
            </a:r>
            <a:r>
              <a:rPr lang="en-US" altLang="zh-CN" sz="2400" dirty="0"/>
              <a:t>4</a:t>
            </a:r>
            <a:r>
              <a:rPr lang="zh-CN" altLang="zh-CN" sz="2400" dirty="0"/>
              <a:t>）配置动态路由</a:t>
            </a:r>
            <a:r>
              <a:rPr lang="en-US" altLang="zh-CN" sz="2400" dirty="0"/>
              <a:t>OSPF</a:t>
            </a:r>
            <a:endParaRPr lang="zh-CN" altLang="zh-CN" sz="2400" dirty="0"/>
          </a:p>
          <a:p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9" y="3025223"/>
            <a:ext cx="6257174" cy="34267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632" y="3062750"/>
            <a:ext cx="5855368" cy="31950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5521158" cy="5420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（</a:t>
            </a:r>
            <a:r>
              <a:rPr lang="en-US" altLang="zh-CN" sz="2400" dirty="0"/>
              <a:t>4</a:t>
            </a:r>
            <a:r>
              <a:rPr lang="zh-CN" altLang="zh-CN" sz="2400" dirty="0"/>
              <a:t>）配置动态路由</a:t>
            </a:r>
            <a:r>
              <a:rPr lang="en-US" altLang="zh-CN" sz="2400" dirty="0"/>
              <a:t>OSPF</a:t>
            </a:r>
            <a:endParaRPr lang="zh-CN" altLang="zh-CN" sz="2400" dirty="0"/>
          </a:p>
          <a:p>
            <a:pPr marL="914400" lvl="2" indent="0">
              <a:buNone/>
            </a:pPr>
            <a:r>
              <a:rPr lang="zh-CN" altLang="zh-CN" dirty="0"/>
              <a:t>路由器的各个接口配置完毕后，连接线上的绿灯亮起，表示相应的端口已经连通。点击</a:t>
            </a:r>
            <a:r>
              <a:rPr lang="en-US" altLang="zh-CN" dirty="0"/>
              <a:t>PC0</a:t>
            </a:r>
            <a:r>
              <a:rPr lang="zh-CN" altLang="zh-CN" dirty="0"/>
              <a:t>的图标，弹出窗口中选择</a:t>
            </a:r>
            <a:r>
              <a:rPr lang="en-US" altLang="zh-CN" dirty="0"/>
              <a:t>“Desktop”</a:t>
            </a:r>
            <a:r>
              <a:rPr lang="zh-CN" altLang="zh-CN" dirty="0"/>
              <a:t>选项卡，再点击</a:t>
            </a:r>
            <a:r>
              <a:rPr lang="en-US" altLang="zh-CN" dirty="0"/>
              <a:t>“Command Prompt”</a:t>
            </a:r>
            <a:r>
              <a:rPr lang="zh-CN" altLang="zh-CN" dirty="0"/>
              <a:t>按钮，进入命令行界面。在命令行中，分别执行</a:t>
            </a:r>
            <a:r>
              <a:rPr lang="en-US" altLang="zh-CN" dirty="0"/>
              <a:t>PC0</a:t>
            </a:r>
            <a:r>
              <a:rPr lang="zh-CN" altLang="zh-CN" dirty="0"/>
              <a:t>到</a:t>
            </a:r>
            <a:r>
              <a:rPr lang="en-US" altLang="zh-CN" dirty="0"/>
              <a:t>PC2</a:t>
            </a:r>
            <a:r>
              <a:rPr lang="zh-CN" altLang="zh-CN" dirty="0"/>
              <a:t>和</a:t>
            </a:r>
            <a:r>
              <a:rPr lang="en-US" altLang="zh-CN" dirty="0"/>
              <a:t>PC0</a:t>
            </a:r>
            <a:r>
              <a:rPr lang="zh-CN" altLang="zh-CN" dirty="0"/>
              <a:t>到</a:t>
            </a:r>
            <a:r>
              <a:rPr lang="en-US" altLang="zh-CN" dirty="0"/>
              <a:t>PC3</a:t>
            </a:r>
            <a:r>
              <a:rPr lang="zh-CN" altLang="zh-CN" dirty="0"/>
              <a:t>的连通性测试。</a:t>
            </a:r>
            <a:endParaRPr lang="zh-CN" altLang="zh-CN" dirty="0"/>
          </a:p>
          <a:p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130300"/>
            <a:ext cx="6936707" cy="33525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1534</Words>
  <Application>WPS 表格</Application>
  <PresentationFormat>宽屏</PresentationFormat>
  <Paragraphs>179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等线</vt:lpstr>
      <vt:lpstr>等线</vt:lpstr>
      <vt:lpstr>Calibri</vt:lpstr>
      <vt:lpstr>Helvetica Neue</vt:lpstr>
      <vt:lpstr>Times New Roman</vt:lpstr>
      <vt:lpstr>汉仪中等线KW</vt:lpstr>
      <vt:lpstr>微软雅黑</vt:lpstr>
      <vt:lpstr>Comic Sans MS</vt:lpstr>
      <vt:lpstr>宋体</vt:lpstr>
      <vt:lpstr>Arial Unicode MS</vt:lpstr>
      <vt:lpstr>汉仪书宋二KW</vt:lpstr>
      <vt:lpstr>等线</vt:lpstr>
      <vt:lpstr>Designed by iSlide</vt:lpstr>
      <vt:lpstr>计算机网络课程设计</vt:lpstr>
      <vt:lpstr>实验9： OSPF路由协议分析</vt:lpstr>
      <vt:lpstr>实验9： OSPF路由协议分析</vt:lpstr>
      <vt:lpstr>实验9： OSPF路由协议分析</vt:lpstr>
      <vt:lpstr>实验9： OSPF路由协议分析</vt:lpstr>
      <vt:lpstr>实验9: OSPF路由协议分析</vt:lpstr>
      <vt:lpstr>实验9： OSPF路由协议分析</vt:lpstr>
      <vt:lpstr>实验9： OSPF路由协议分析</vt:lpstr>
      <vt:lpstr>实验9: OSPF路由协议分析</vt:lpstr>
      <vt:lpstr>实验9： OSPF路由协议分析</vt:lpstr>
      <vt:lpstr>实验9： OSPF路由协议分析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土豆之王</cp:lastModifiedBy>
  <cp:revision>48</cp:revision>
  <cp:lastPrinted>2025-12-15T08:50:10Z</cp:lastPrinted>
  <dcterms:created xsi:type="dcterms:W3CDTF">2025-12-15T08:50:10Z</dcterms:created>
  <dcterms:modified xsi:type="dcterms:W3CDTF">2025-12-15T08:50:10Z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33B88EBFBC3338BC75CB3F69659CBD3B_43</vt:lpwstr>
  </property>
  <property fmtid="{D5CDD505-2E9C-101B-9397-08002B2CF9AE}" pid="4" name="KSOProductBuildVer">
    <vt:lpwstr>2052-12.1.23540.23540</vt:lpwstr>
  </property>
</Properties>
</file>