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75C6C-DD65-44C6-A1A7-8DA5295F5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A564C0-6235-4F27-8105-C88A3C369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2BCC2C-C70C-4817-B713-8E30618BB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8B5A-9C51-44C3-AE4D-FD8376FD1385}" type="datetimeFigureOut">
              <a:rPr lang="zh-CN" altLang="en-US" smtClean="0"/>
              <a:t>2017/11/13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B8A747-15E7-4EDA-A918-3E9DEDE5B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BEBABA-A084-4C46-94FF-E9D4251E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41F8-EEB8-450F-BABA-6AD4BE88D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836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32CE2-3D65-41A4-BD31-9FCB3E6A1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EE51B-BBA6-4673-9736-D3C16459A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59AFE-9169-423D-B1E3-F053F5323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8B5A-9C51-44C3-AE4D-FD8376FD1385}" type="datetimeFigureOut">
              <a:rPr lang="zh-CN" altLang="en-US" smtClean="0"/>
              <a:t>2017/11/13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7F3594-FC54-4C63-B77D-FF4B3555C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1B8CCC-BEDC-48F8-A7D2-36AEEC0D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41F8-EEB8-450F-BABA-6AD4BE88D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33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72265C-AFD7-444F-9AF7-66E2F43F0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3937C1-7020-4616-97E5-384E4B2F8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BA75B7-6447-4C9F-89F7-E01C8966E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8B5A-9C51-44C3-AE4D-FD8376FD1385}" type="datetimeFigureOut">
              <a:rPr lang="zh-CN" altLang="en-US" smtClean="0"/>
              <a:t>2017/11/13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023B09-56ED-4EBB-B9B2-1040F730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D37949-7CB9-431F-89AB-84303B0A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41F8-EEB8-450F-BABA-6AD4BE88D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43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79DA0-4B67-4BF0-B877-55960CEF5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181FE6-D711-46B4-9A4A-A539AC5961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1A02D6-EE10-4FDC-B179-58947A742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177DBE-297D-4545-BC83-3E583D28F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8B5A-9C51-44C3-AE4D-FD8376FD1385}" type="datetimeFigureOut">
              <a:rPr lang="zh-CN" altLang="en-US" smtClean="0"/>
              <a:t>2017/11/13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C9B9C5-5E0C-4D6C-85E7-A569FC577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DDD000-8BB2-491A-A72D-D6615F77D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41F8-EEB8-450F-BABA-6AD4BE88D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91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E2094-17BF-4168-8CDE-323BF33AB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0B32EC-18DA-48C6-BF36-F8C666AA0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C8F673-0A22-4F25-BCE6-FB0C4FD3E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116DE1-FEA6-4DCD-AAB8-D3D74C7084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98E835-4986-41C8-87ED-31AA0646B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378093-02A5-4446-9DDB-09A815D5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8B5A-9C51-44C3-AE4D-FD8376FD1385}" type="datetimeFigureOut">
              <a:rPr lang="zh-CN" altLang="en-US" smtClean="0"/>
              <a:t>2017/11/13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02F698-D79B-48CD-97A7-93804B05D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7A06C5-457C-444F-9D9E-EC4957701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41F8-EEB8-450F-BABA-6AD4BE88D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58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B56F8-8396-4EB4-AD2E-ADF38D013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C9B225-2918-4BBA-B4D2-7C6E8593C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8B5A-9C51-44C3-AE4D-FD8376FD1385}" type="datetimeFigureOut">
              <a:rPr lang="zh-CN" altLang="en-US" smtClean="0"/>
              <a:t>2017/11/13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297547-69D7-4640-A674-5D6D96CA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652E4C-C2D4-4B02-81FF-1C4C14867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41F8-EEB8-450F-BABA-6AD4BE88D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967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2290E-9718-4009-8667-FE9931B8E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8B5A-9C51-44C3-AE4D-FD8376FD1385}" type="datetimeFigureOut">
              <a:rPr lang="zh-CN" altLang="en-US" smtClean="0"/>
              <a:t>2017/11/13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0EA0F3-FE9F-4B5F-8607-F3FD7A5C0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D81980-660D-45BC-B451-1A21BA256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41F8-EEB8-450F-BABA-6AD4BE88D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0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D20BE-A72F-41A7-AD59-F21C86D39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F15DEC-90E3-40E7-A156-7FBE08FDC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C0A093-702D-404F-AB24-8697DA9D6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3B5102-C24F-46AB-94FB-781691DD7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8B5A-9C51-44C3-AE4D-FD8376FD1385}" type="datetimeFigureOut">
              <a:rPr lang="zh-CN" altLang="en-US" smtClean="0"/>
              <a:t>2017/11/13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BEB2C9-CA86-40AD-A433-091150AD8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62B831-CC5B-421D-8DC7-EC16F872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41F8-EEB8-450F-BABA-6AD4BE88D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2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B5EBF-F0E9-4647-85AD-3CE487F08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4A3B2EF-8B10-4F23-871B-BEDEEF3B1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E5EE9F-38ED-4649-97A5-ACE7F33F7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3BAF76-B03C-42F1-94CB-5C420E3F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8B5A-9C51-44C3-AE4D-FD8376FD1385}" type="datetimeFigureOut">
              <a:rPr lang="zh-CN" altLang="en-US" smtClean="0"/>
              <a:t>2017/11/13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0D8A58-42BB-4C3B-A75B-BEC3973CF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6A99DE-3A97-4C05-A87F-5244C556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41F8-EEB8-450F-BABA-6AD4BE88D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326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2276B3-D48A-4338-8DAF-A4FC1DD27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BDEEC6-2BFF-4F67-9621-9A092C72B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64A514-53EA-477A-AE63-C2814090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8B5A-9C51-44C3-AE4D-FD8376FD1385}" type="datetimeFigureOut">
              <a:rPr lang="zh-CN" altLang="en-US" smtClean="0"/>
              <a:t>2017/11/13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33B0C-62C8-41CC-9FBB-E180089B1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830184-3738-4087-BB75-FC92D4B5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41F8-EEB8-450F-BABA-6AD4BE88D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94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F4FF89-B702-442B-AC04-8B2EB90EC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600427-A2E4-4C0D-9834-6AA3EA7F3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947A74-C92A-49E9-9841-7FBA16DF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8B5A-9C51-44C3-AE4D-FD8376FD1385}" type="datetimeFigureOut">
              <a:rPr lang="zh-CN" altLang="en-US" smtClean="0"/>
              <a:t>2017/11/13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32E4F-E042-44C6-BA97-EC62A1362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CE09CB-785C-4EC3-A20D-DD5FD8207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41F8-EEB8-450F-BABA-6AD4BE88D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7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008911-9C85-4413-AD83-8E9C94E69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C5F1E7-4358-4E8C-A3CA-88CCA26EA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AA9B7A-E666-44D9-881C-C73DCEB25B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8B5A-9C51-44C3-AE4D-FD8376FD1385}" type="datetimeFigureOut">
              <a:rPr lang="zh-CN" altLang="en-US" smtClean="0"/>
              <a:t>2017/11/13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9BC223-2D73-42C7-A0A9-4E72943FC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6DF396-98CC-41F2-B61D-E33910EEB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C41F8-EEB8-450F-BABA-6AD4BE88D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29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EDBC2-7F46-4657-A086-E5BC531ABC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Vivado2014.2</a:t>
            </a:r>
            <a:r>
              <a:rPr lang="zh-CN" altLang="en-US" dirty="0"/>
              <a:t>安装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012DC8-5F9D-4F01-A6DB-B853967C4A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CN" altLang="en-US" dirty="0"/>
              <a:t>苏潮阳</a:t>
            </a:r>
          </a:p>
        </p:txBody>
      </p:sp>
    </p:spTree>
    <p:extLst>
      <p:ext uri="{BB962C8B-B14F-4D97-AF65-F5344CB8AC3E}">
        <p14:creationId xmlns:p14="http://schemas.microsoft.com/office/powerpoint/2010/main" val="221142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4525E1-71E0-4F15-91B4-4CB82CFA6FDC}"/>
              </a:ext>
            </a:extLst>
          </p:cNvPr>
          <p:cNvSpPr txBox="1"/>
          <p:nvPr/>
        </p:nvSpPr>
        <p:spPr>
          <a:xfrm>
            <a:off x="821266" y="999067"/>
            <a:ext cx="4168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打开安装包中的</a:t>
            </a:r>
            <a:r>
              <a:rPr lang="en-US" altLang="zh-CN" dirty="0" err="1"/>
              <a:t>xsetup</a:t>
            </a:r>
            <a:r>
              <a:rPr lang="zh-CN" altLang="en-US" dirty="0"/>
              <a:t>，</a:t>
            </a:r>
            <a:r>
              <a:rPr lang="en-US" altLang="zh-CN" dirty="0"/>
              <a:t>continue</a:t>
            </a:r>
            <a:r>
              <a:rPr lang="zh-CN" altLang="en-US" dirty="0"/>
              <a:t>，</a:t>
            </a:r>
            <a:r>
              <a:rPr lang="en-US" altLang="zh-CN" dirty="0"/>
              <a:t>next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85637FB-3EE6-40CF-9853-06320190A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209" y="1681245"/>
            <a:ext cx="5997517" cy="454357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5362B26-E06F-4665-9186-84A5A622E60E}"/>
              </a:ext>
            </a:extLst>
          </p:cNvPr>
          <p:cNvSpPr txBox="1"/>
          <p:nvPr/>
        </p:nvSpPr>
        <p:spPr>
          <a:xfrm>
            <a:off x="7775756" y="3737403"/>
            <a:ext cx="44162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为了保证和实验室版本一样，并且新的版本可能不稳定，所以我们选择安装</a:t>
            </a:r>
            <a:r>
              <a:rPr lang="en-US" altLang="zh-CN" dirty="0"/>
              <a:t>2014.2</a:t>
            </a:r>
            <a:r>
              <a:rPr lang="zh-CN" altLang="en-US" dirty="0"/>
              <a:t>版</a:t>
            </a:r>
          </a:p>
        </p:txBody>
      </p:sp>
    </p:spTree>
    <p:extLst>
      <p:ext uri="{BB962C8B-B14F-4D97-AF65-F5344CB8AC3E}">
        <p14:creationId xmlns:p14="http://schemas.microsoft.com/office/powerpoint/2010/main" val="1561525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FD5786E-090D-4613-9F4D-2159EAA58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905" y="1625456"/>
            <a:ext cx="6044190" cy="457893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7DE5E14-D6D5-4830-9727-12AEE9E83752}"/>
              </a:ext>
            </a:extLst>
          </p:cNvPr>
          <p:cNvSpPr txBox="1"/>
          <p:nvPr/>
        </p:nvSpPr>
        <p:spPr>
          <a:xfrm>
            <a:off x="989840" y="962122"/>
            <a:ext cx="9142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 Agree</a:t>
            </a:r>
            <a:r>
              <a:rPr lang="zh-CN" altLang="en-US" dirty="0"/>
              <a:t>，</a:t>
            </a:r>
            <a:r>
              <a:rPr lang="en-US" altLang="zh-CN" dirty="0"/>
              <a:t>I Agree</a:t>
            </a:r>
            <a:r>
              <a:rPr lang="zh-CN" altLang="en-US" dirty="0"/>
              <a:t>，</a:t>
            </a:r>
            <a:r>
              <a:rPr lang="en-US" altLang="zh-CN" dirty="0"/>
              <a:t>I Agree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8988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FE2954C-1DD1-4ED2-A037-C832A8FAE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465" y="1422255"/>
            <a:ext cx="6256627" cy="473986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E4651FF-E53D-4F75-9917-A6669361C32C}"/>
              </a:ext>
            </a:extLst>
          </p:cNvPr>
          <p:cNvSpPr txBox="1"/>
          <p:nvPr/>
        </p:nvSpPr>
        <p:spPr>
          <a:xfrm>
            <a:off x="651173" y="852056"/>
            <a:ext cx="914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版本的选择</a:t>
            </a:r>
          </a:p>
        </p:txBody>
      </p:sp>
    </p:spTree>
    <p:extLst>
      <p:ext uri="{BB962C8B-B14F-4D97-AF65-F5344CB8AC3E}">
        <p14:creationId xmlns:p14="http://schemas.microsoft.com/office/powerpoint/2010/main" val="1701388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5BFEB16-D065-4AF8-898B-0C29BCE05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774" y="1412249"/>
            <a:ext cx="6375159" cy="482966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99071C2-B89A-400B-A008-74A37D7F4AE8}"/>
              </a:ext>
            </a:extLst>
          </p:cNvPr>
          <p:cNvSpPr txBox="1"/>
          <p:nvPr/>
        </p:nvSpPr>
        <p:spPr>
          <a:xfrm>
            <a:off x="651173" y="852056"/>
            <a:ext cx="914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除了默认的选项以外，还要勾选</a:t>
            </a:r>
            <a:r>
              <a:rPr lang="en-US" altLang="zh-CN" dirty="0"/>
              <a:t>Software Development Kit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0585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8522EE-B2EE-48C3-BFB5-DDED9EC30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301" y="1376074"/>
            <a:ext cx="6579899" cy="498477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06D743B-BDE3-4EDE-BC7A-477B2167F80E}"/>
              </a:ext>
            </a:extLst>
          </p:cNvPr>
          <p:cNvSpPr txBox="1"/>
          <p:nvPr/>
        </p:nvSpPr>
        <p:spPr>
          <a:xfrm>
            <a:off x="651173" y="852056"/>
            <a:ext cx="914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选择软件安装路径，因为软件很大，建议不要装在</a:t>
            </a:r>
            <a:r>
              <a:rPr lang="en-US" altLang="zh-CN" dirty="0"/>
              <a:t>C</a:t>
            </a:r>
            <a:r>
              <a:rPr lang="zh-CN" altLang="en-US" dirty="0"/>
              <a:t>盘</a:t>
            </a:r>
          </a:p>
        </p:txBody>
      </p:sp>
    </p:spTree>
    <p:extLst>
      <p:ext uri="{BB962C8B-B14F-4D97-AF65-F5344CB8AC3E}">
        <p14:creationId xmlns:p14="http://schemas.microsoft.com/office/powerpoint/2010/main" val="1733345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160073B-49E7-419C-A291-4CE3D8B0A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170" y="1754909"/>
            <a:ext cx="5056794" cy="468283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5E71971-9BD8-407B-91E0-574D0885FB9A}"/>
              </a:ext>
            </a:extLst>
          </p:cNvPr>
          <p:cNvSpPr txBox="1"/>
          <p:nvPr/>
        </p:nvSpPr>
        <p:spPr>
          <a:xfrm>
            <a:off x="845135" y="999838"/>
            <a:ext cx="914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选择</a:t>
            </a:r>
            <a:r>
              <a:rPr lang="en-US" altLang="zh-CN" dirty="0"/>
              <a:t>load license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890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3A02C87-3B40-483A-8536-DCA0F57F5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189" y="1450109"/>
            <a:ext cx="5374612" cy="49771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4970593-C97B-4EC9-9DE6-71B3AC399CA1}"/>
              </a:ext>
            </a:extLst>
          </p:cNvPr>
          <p:cNvSpPr txBox="1"/>
          <p:nvPr/>
        </p:nvSpPr>
        <p:spPr>
          <a:xfrm>
            <a:off x="651173" y="852056"/>
            <a:ext cx="914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找到我拷给你们的</a:t>
            </a:r>
            <a:r>
              <a:rPr lang="pt-BR" altLang="zh-CN" dirty="0"/>
              <a:t>xilinx_ise_vivado_2017.lic</a:t>
            </a:r>
            <a:r>
              <a:rPr lang="zh-CN" altLang="en-US" dirty="0"/>
              <a:t>，选择其路径即可</a:t>
            </a:r>
          </a:p>
        </p:txBody>
      </p:sp>
    </p:spTree>
    <p:extLst>
      <p:ext uri="{BB962C8B-B14F-4D97-AF65-F5344CB8AC3E}">
        <p14:creationId xmlns:p14="http://schemas.microsoft.com/office/powerpoint/2010/main" val="312870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96</Words>
  <Application>Microsoft Office PowerPoint</Application>
  <PresentationFormat>宽屏</PresentationFormat>
  <Paragraphs>10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Vivado2014.2安装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Vivado2014.2安装</dc:title>
  <dc:creator>苏潮阳</dc:creator>
  <cp:lastModifiedBy>苏潮阳</cp:lastModifiedBy>
  <cp:revision>2</cp:revision>
  <dcterms:created xsi:type="dcterms:W3CDTF">2017-11-13T09:07:25Z</dcterms:created>
  <dcterms:modified xsi:type="dcterms:W3CDTF">2017-11-13T09:16:12Z</dcterms:modified>
</cp:coreProperties>
</file>