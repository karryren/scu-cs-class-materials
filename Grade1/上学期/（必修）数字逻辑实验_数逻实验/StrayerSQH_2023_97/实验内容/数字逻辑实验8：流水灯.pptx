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2" r:id="rId2"/>
    <p:sldId id="266" r:id="rId3"/>
    <p:sldId id="302" r:id="rId4"/>
    <p:sldId id="285" r:id="rId5"/>
    <p:sldId id="308" r:id="rId6"/>
    <p:sldId id="311" r:id="rId7"/>
    <p:sldId id="269" r:id="rId8"/>
    <p:sldId id="278" r:id="rId9"/>
    <p:sldId id="279" r:id="rId10"/>
    <p:sldId id="281" r:id="rId11"/>
  </p:sldIdLst>
  <p:sldSz cx="12192000" cy="6858000"/>
  <p:notesSz cx="7104063" cy="10234613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7">
          <p15:clr>
            <a:srgbClr val="A4A3A4"/>
          </p15:clr>
        </p15:guide>
        <p15:guide id="2" pos="2882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/>
    <p:restoredTop sz="94660"/>
  </p:normalViewPr>
  <p:slideViewPr>
    <p:cSldViewPr snapToGrid="0" showGuides="1">
      <p:cViewPr varScale="1">
        <p:scale>
          <a:sx n="86" d="100"/>
          <a:sy n="86" d="100"/>
        </p:scale>
        <p:origin x="514" y="62"/>
      </p:cViewPr>
      <p:guideLst>
        <p:guide orient="horz" pos="2167"/>
        <p:guide pos="28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13" Type="http://schemas.openxmlformats.org/officeDocument/2006/relationships/image" Target="../media/image1.png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tags" Target="../tags/tag17.xml"/><Relationship Id="rId5" Type="http://schemas.openxmlformats.org/officeDocument/2006/relationships/tags" Target="../tags/tag11.xml"/><Relationship Id="rId10" Type="http://schemas.openxmlformats.org/officeDocument/2006/relationships/tags" Target="../tags/tag16.xml"/><Relationship Id="rId4" Type="http://schemas.openxmlformats.org/officeDocument/2006/relationships/tags" Target="../tags/tag10.xml"/><Relationship Id="rId9" Type="http://schemas.openxmlformats.org/officeDocument/2006/relationships/tags" Target="../tags/tag15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image" Target="../media/image2.png"/><Relationship Id="rId10" Type="http://schemas.openxmlformats.org/officeDocument/2006/relationships/tags" Target="../tags/tag27.xml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13" Type="http://schemas.openxmlformats.org/officeDocument/2006/relationships/tags" Target="../tags/tag43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12" Type="http://schemas.openxmlformats.org/officeDocument/2006/relationships/tags" Target="../tags/tag42.xml"/><Relationship Id="rId17" Type="http://schemas.openxmlformats.org/officeDocument/2006/relationships/tags" Target="../tags/tag47.xml"/><Relationship Id="rId2" Type="http://schemas.openxmlformats.org/officeDocument/2006/relationships/tags" Target="../tags/tag32.xml"/><Relationship Id="rId16" Type="http://schemas.openxmlformats.org/officeDocument/2006/relationships/tags" Target="../tags/tag46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tags" Target="../tags/tag41.xml"/><Relationship Id="rId5" Type="http://schemas.openxmlformats.org/officeDocument/2006/relationships/tags" Target="../tags/tag35.xml"/><Relationship Id="rId15" Type="http://schemas.openxmlformats.org/officeDocument/2006/relationships/tags" Target="../tags/tag45.xml"/><Relationship Id="rId10" Type="http://schemas.openxmlformats.org/officeDocument/2006/relationships/tags" Target="../tags/tag40.xml"/><Relationship Id="rId19" Type="http://schemas.openxmlformats.org/officeDocument/2006/relationships/image" Target="../media/image3.png"/><Relationship Id="rId4" Type="http://schemas.openxmlformats.org/officeDocument/2006/relationships/tags" Target="../tags/tag34.xml"/><Relationship Id="rId9" Type="http://schemas.openxmlformats.org/officeDocument/2006/relationships/tags" Target="../tags/tag39.xml"/><Relationship Id="rId14" Type="http://schemas.openxmlformats.org/officeDocument/2006/relationships/tags" Target="../tags/tag44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13" Type="http://schemas.openxmlformats.org/officeDocument/2006/relationships/tags" Target="../tags/tag60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12" Type="http://schemas.openxmlformats.org/officeDocument/2006/relationships/tags" Target="../tags/tag59.xml"/><Relationship Id="rId2" Type="http://schemas.openxmlformats.org/officeDocument/2006/relationships/tags" Target="../tags/tag49.xml"/><Relationship Id="rId16" Type="http://schemas.openxmlformats.org/officeDocument/2006/relationships/image" Target="../media/image2.png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1" Type="http://schemas.openxmlformats.org/officeDocument/2006/relationships/tags" Target="../tags/tag58.xml"/><Relationship Id="rId5" Type="http://schemas.openxmlformats.org/officeDocument/2006/relationships/tags" Target="../tags/tag52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57.xml"/><Relationship Id="rId4" Type="http://schemas.openxmlformats.org/officeDocument/2006/relationships/tags" Target="../tags/tag51.xml"/><Relationship Id="rId9" Type="http://schemas.openxmlformats.org/officeDocument/2006/relationships/tags" Target="../tags/tag56.xml"/><Relationship Id="rId14" Type="http://schemas.openxmlformats.org/officeDocument/2006/relationships/tags" Target="../tags/tag6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69.xml"/><Relationship Id="rId13" Type="http://schemas.openxmlformats.org/officeDocument/2006/relationships/tags" Target="../tags/tag74.xml"/><Relationship Id="rId18" Type="http://schemas.openxmlformats.org/officeDocument/2006/relationships/image" Target="../media/image2.png"/><Relationship Id="rId3" Type="http://schemas.openxmlformats.org/officeDocument/2006/relationships/tags" Target="../tags/tag64.xml"/><Relationship Id="rId7" Type="http://schemas.openxmlformats.org/officeDocument/2006/relationships/tags" Target="../tags/tag68.xml"/><Relationship Id="rId12" Type="http://schemas.openxmlformats.org/officeDocument/2006/relationships/tags" Target="../tags/tag73.xml"/><Relationship Id="rId17" Type="http://schemas.openxmlformats.org/officeDocument/2006/relationships/slideMaster" Target="../slideMasters/slideMaster1.xml"/><Relationship Id="rId2" Type="http://schemas.openxmlformats.org/officeDocument/2006/relationships/tags" Target="../tags/tag63.xml"/><Relationship Id="rId16" Type="http://schemas.openxmlformats.org/officeDocument/2006/relationships/tags" Target="../tags/tag77.xml"/><Relationship Id="rId1" Type="http://schemas.openxmlformats.org/officeDocument/2006/relationships/tags" Target="../tags/tag62.xml"/><Relationship Id="rId6" Type="http://schemas.openxmlformats.org/officeDocument/2006/relationships/tags" Target="../tags/tag67.xml"/><Relationship Id="rId11" Type="http://schemas.openxmlformats.org/officeDocument/2006/relationships/tags" Target="../tags/tag72.xml"/><Relationship Id="rId5" Type="http://schemas.openxmlformats.org/officeDocument/2006/relationships/tags" Target="../tags/tag66.xml"/><Relationship Id="rId15" Type="http://schemas.openxmlformats.org/officeDocument/2006/relationships/tags" Target="../tags/tag76.xml"/><Relationship Id="rId10" Type="http://schemas.openxmlformats.org/officeDocument/2006/relationships/tags" Target="../tags/tag71.xml"/><Relationship Id="rId4" Type="http://schemas.openxmlformats.org/officeDocument/2006/relationships/tags" Target="../tags/tag65.xml"/><Relationship Id="rId9" Type="http://schemas.openxmlformats.org/officeDocument/2006/relationships/tags" Target="../tags/tag70.xml"/><Relationship Id="rId14" Type="http://schemas.openxmlformats.org/officeDocument/2006/relationships/tags" Target="../tags/tag75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85.xml"/><Relationship Id="rId13" Type="http://schemas.openxmlformats.org/officeDocument/2006/relationships/image" Target="../media/image1.png"/><Relationship Id="rId3" Type="http://schemas.openxmlformats.org/officeDocument/2006/relationships/tags" Target="../tags/tag80.xml"/><Relationship Id="rId7" Type="http://schemas.openxmlformats.org/officeDocument/2006/relationships/tags" Target="../tags/tag84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11" Type="http://schemas.openxmlformats.org/officeDocument/2006/relationships/tags" Target="../tags/tag88.xml"/><Relationship Id="rId5" Type="http://schemas.openxmlformats.org/officeDocument/2006/relationships/tags" Target="../tags/tag82.xml"/><Relationship Id="rId10" Type="http://schemas.openxmlformats.org/officeDocument/2006/relationships/tags" Target="../tags/tag87.xml"/><Relationship Id="rId4" Type="http://schemas.openxmlformats.org/officeDocument/2006/relationships/tags" Target="../tags/tag81.xml"/><Relationship Id="rId9" Type="http://schemas.openxmlformats.org/officeDocument/2006/relationships/tags" Target="../tags/tag86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99.xml"/><Relationship Id="rId13" Type="http://schemas.openxmlformats.org/officeDocument/2006/relationships/tags" Target="../tags/tag104.xml"/><Relationship Id="rId3" Type="http://schemas.openxmlformats.org/officeDocument/2006/relationships/tags" Target="../tags/tag94.xml"/><Relationship Id="rId7" Type="http://schemas.openxmlformats.org/officeDocument/2006/relationships/tags" Target="../tags/tag98.xml"/><Relationship Id="rId12" Type="http://schemas.openxmlformats.org/officeDocument/2006/relationships/tags" Target="../tags/tag103.xml"/><Relationship Id="rId2" Type="http://schemas.openxmlformats.org/officeDocument/2006/relationships/tags" Target="../tags/tag93.xml"/><Relationship Id="rId16" Type="http://schemas.openxmlformats.org/officeDocument/2006/relationships/image" Target="../media/image2.png"/><Relationship Id="rId1" Type="http://schemas.openxmlformats.org/officeDocument/2006/relationships/tags" Target="../tags/tag92.xml"/><Relationship Id="rId6" Type="http://schemas.openxmlformats.org/officeDocument/2006/relationships/tags" Target="../tags/tag97.xml"/><Relationship Id="rId11" Type="http://schemas.openxmlformats.org/officeDocument/2006/relationships/tags" Target="../tags/tag102.xml"/><Relationship Id="rId5" Type="http://schemas.openxmlformats.org/officeDocument/2006/relationships/tags" Target="../tags/tag96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101.xml"/><Relationship Id="rId4" Type="http://schemas.openxmlformats.org/officeDocument/2006/relationships/tags" Target="../tags/tag95.xml"/><Relationship Id="rId9" Type="http://schemas.openxmlformats.org/officeDocument/2006/relationships/tags" Target="../tags/tag100.xml"/><Relationship Id="rId14" Type="http://schemas.openxmlformats.org/officeDocument/2006/relationships/tags" Target="../tags/tag105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113.xml"/><Relationship Id="rId13" Type="http://schemas.openxmlformats.org/officeDocument/2006/relationships/tags" Target="../tags/tag118.xml"/><Relationship Id="rId3" Type="http://schemas.openxmlformats.org/officeDocument/2006/relationships/tags" Target="../tags/tag108.xml"/><Relationship Id="rId7" Type="http://schemas.openxmlformats.org/officeDocument/2006/relationships/tags" Target="../tags/tag112.xml"/><Relationship Id="rId12" Type="http://schemas.openxmlformats.org/officeDocument/2006/relationships/tags" Target="../tags/tag117.xml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6" Type="http://schemas.openxmlformats.org/officeDocument/2006/relationships/tags" Target="../tags/tag111.xml"/><Relationship Id="rId11" Type="http://schemas.openxmlformats.org/officeDocument/2006/relationships/tags" Target="../tags/tag116.xml"/><Relationship Id="rId5" Type="http://schemas.openxmlformats.org/officeDocument/2006/relationships/tags" Target="../tags/tag110.xml"/><Relationship Id="rId15" Type="http://schemas.openxmlformats.org/officeDocument/2006/relationships/image" Target="../media/image2.png"/><Relationship Id="rId10" Type="http://schemas.openxmlformats.org/officeDocument/2006/relationships/tags" Target="../tags/tag115.xml"/><Relationship Id="rId4" Type="http://schemas.openxmlformats.org/officeDocument/2006/relationships/tags" Target="../tags/tag109.xml"/><Relationship Id="rId9" Type="http://schemas.openxmlformats.org/officeDocument/2006/relationships/tags" Target="../tags/tag114.xml"/><Relationship Id="rId1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126.xml"/><Relationship Id="rId3" Type="http://schemas.openxmlformats.org/officeDocument/2006/relationships/tags" Target="../tags/tag121.xml"/><Relationship Id="rId7" Type="http://schemas.openxmlformats.org/officeDocument/2006/relationships/tags" Target="../tags/tag125.xml"/><Relationship Id="rId2" Type="http://schemas.openxmlformats.org/officeDocument/2006/relationships/tags" Target="../tags/tag120.xml"/><Relationship Id="rId1" Type="http://schemas.openxmlformats.org/officeDocument/2006/relationships/tags" Target="../tags/tag119.xml"/><Relationship Id="rId6" Type="http://schemas.openxmlformats.org/officeDocument/2006/relationships/tags" Target="../tags/tag124.xml"/><Relationship Id="rId11" Type="http://schemas.openxmlformats.org/officeDocument/2006/relationships/image" Target="../media/image4.png"/><Relationship Id="rId5" Type="http://schemas.openxmlformats.org/officeDocument/2006/relationships/tags" Target="../tags/tag123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22.xml"/><Relationship Id="rId9" Type="http://schemas.openxmlformats.org/officeDocument/2006/relationships/tags" Target="../tags/tag127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35.xml"/><Relationship Id="rId13" Type="http://schemas.openxmlformats.org/officeDocument/2006/relationships/tags" Target="../tags/tag140.xml"/><Relationship Id="rId3" Type="http://schemas.openxmlformats.org/officeDocument/2006/relationships/tags" Target="../tags/tag130.xml"/><Relationship Id="rId7" Type="http://schemas.openxmlformats.org/officeDocument/2006/relationships/tags" Target="../tags/tag134.xml"/><Relationship Id="rId12" Type="http://schemas.openxmlformats.org/officeDocument/2006/relationships/tags" Target="../tags/tag139.xml"/><Relationship Id="rId2" Type="http://schemas.openxmlformats.org/officeDocument/2006/relationships/tags" Target="../tags/tag129.xml"/><Relationship Id="rId1" Type="http://schemas.openxmlformats.org/officeDocument/2006/relationships/tags" Target="../tags/tag128.xml"/><Relationship Id="rId6" Type="http://schemas.openxmlformats.org/officeDocument/2006/relationships/tags" Target="../tags/tag133.xml"/><Relationship Id="rId11" Type="http://schemas.openxmlformats.org/officeDocument/2006/relationships/tags" Target="../tags/tag138.xml"/><Relationship Id="rId5" Type="http://schemas.openxmlformats.org/officeDocument/2006/relationships/tags" Target="../tags/tag132.xml"/><Relationship Id="rId10" Type="http://schemas.openxmlformats.org/officeDocument/2006/relationships/tags" Target="../tags/tag137.xml"/><Relationship Id="rId4" Type="http://schemas.openxmlformats.org/officeDocument/2006/relationships/tags" Target="../tags/tag131.xml"/><Relationship Id="rId9" Type="http://schemas.openxmlformats.org/officeDocument/2006/relationships/tags" Target="../tags/tag136.xml"/><Relationship Id="rId1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43.xml"/><Relationship Id="rId7" Type="http://schemas.openxmlformats.org/officeDocument/2006/relationships/tags" Target="../tags/tag147.xml"/><Relationship Id="rId2" Type="http://schemas.openxmlformats.org/officeDocument/2006/relationships/tags" Target="../tags/tag142.xml"/><Relationship Id="rId1" Type="http://schemas.openxmlformats.org/officeDocument/2006/relationships/tags" Target="../tags/tag141.xml"/><Relationship Id="rId6" Type="http://schemas.openxmlformats.org/officeDocument/2006/relationships/tags" Target="../tags/tag146.xml"/><Relationship Id="rId5" Type="http://schemas.openxmlformats.org/officeDocument/2006/relationships/tags" Target="../tags/tag145.xml"/><Relationship Id="rId4" Type="http://schemas.openxmlformats.org/officeDocument/2006/relationships/tags" Target="../tags/tag144.xml"/><Relationship Id="rId9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50.xml"/><Relationship Id="rId7" Type="http://schemas.openxmlformats.org/officeDocument/2006/relationships/tags" Target="../tags/tag154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tags" Target="../tags/tag153.xml"/><Relationship Id="rId5" Type="http://schemas.openxmlformats.org/officeDocument/2006/relationships/tags" Target="../tags/tag152.xml"/><Relationship Id="rId4" Type="http://schemas.openxmlformats.org/officeDocument/2006/relationships/tags" Target="../tags/tag151.xml"/><Relationship Id="rId9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62.xml"/><Relationship Id="rId13" Type="http://schemas.openxmlformats.org/officeDocument/2006/relationships/tags" Target="../tags/tag167.xml"/><Relationship Id="rId3" Type="http://schemas.openxmlformats.org/officeDocument/2006/relationships/tags" Target="../tags/tag157.xml"/><Relationship Id="rId7" Type="http://schemas.openxmlformats.org/officeDocument/2006/relationships/tags" Target="../tags/tag161.xml"/><Relationship Id="rId12" Type="http://schemas.openxmlformats.org/officeDocument/2006/relationships/tags" Target="../tags/tag166.xml"/><Relationship Id="rId17" Type="http://schemas.openxmlformats.org/officeDocument/2006/relationships/image" Target="../media/image2.png"/><Relationship Id="rId2" Type="http://schemas.openxmlformats.org/officeDocument/2006/relationships/tags" Target="../tags/tag156.xml"/><Relationship Id="rId16" Type="http://schemas.openxmlformats.org/officeDocument/2006/relationships/slideMaster" Target="../slideMasters/slideMaster1.xml"/><Relationship Id="rId1" Type="http://schemas.openxmlformats.org/officeDocument/2006/relationships/tags" Target="../tags/tag155.xml"/><Relationship Id="rId6" Type="http://schemas.openxmlformats.org/officeDocument/2006/relationships/tags" Target="../tags/tag160.xml"/><Relationship Id="rId11" Type="http://schemas.openxmlformats.org/officeDocument/2006/relationships/tags" Target="../tags/tag165.xml"/><Relationship Id="rId5" Type="http://schemas.openxmlformats.org/officeDocument/2006/relationships/tags" Target="../tags/tag159.xml"/><Relationship Id="rId15" Type="http://schemas.openxmlformats.org/officeDocument/2006/relationships/tags" Target="../tags/tag169.xml"/><Relationship Id="rId10" Type="http://schemas.openxmlformats.org/officeDocument/2006/relationships/tags" Target="../tags/tag164.xml"/><Relationship Id="rId4" Type="http://schemas.openxmlformats.org/officeDocument/2006/relationships/tags" Target="../tags/tag158.xml"/><Relationship Id="rId9" Type="http://schemas.openxmlformats.org/officeDocument/2006/relationships/tags" Target="../tags/tag163.xml"/><Relationship Id="rId14" Type="http://schemas.openxmlformats.org/officeDocument/2006/relationships/tags" Target="../tags/tag168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77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72.xml"/><Relationship Id="rId7" Type="http://schemas.openxmlformats.org/officeDocument/2006/relationships/tags" Target="../tags/tag176.xml"/><Relationship Id="rId12" Type="http://schemas.openxmlformats.org/officeDocument/2006/relationships/tags" Target="../tags/tag181.xml"/><Relationship Id="rId2" Type="http://schemas.openxmlformats.org/officeDocument/2006/relationships/tags" Target="../tags/tag171.xml"/><Relationship Id="rId1" Type="http://schemas.openxmlformats.org/officeDocument/2006/relationships/tags" Target="../tags/tag170.xml"/><Relationship Id="rId6" Type="http://schemas.openxmlformats.org/officeDocument/2006/relationships/tags" Target="../tags/tag175.xml"/><Relationship Id="rId11" Type="http://schemas.openxmlformats.org/officeDocument/2006/relationships/tags" Target="../tags/tag180.xml"/><Relationship Id="rId5" Type="http://schemas.openxmlformats.org/officeDocument/2006/relationships/tags" Target="../tags/tag174.xml"/><Relationship Id="rId10" Type="http://schemas.openxmlformats.org/officeDocument/2006/relationships/tags" Target="../tags/tag179.xml"/><Relationship Id="rId4" Type="http://schemas.openxmlformats.org/officeDocument/2006/relationships/tags" Target="../tags/tag173.xml"/><Relationship Id="rId9" Type="http://schemas.openxmlformats.org/officeDocument/2006/relationships/tags" Target="../tags/tag178.xml"/><Relationship Id="rId1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89.xml"/><Relationship Id="rId13" Type="http://schemas.openxmlformats.org/officeDocument/2006/relationships/tags" Target="../tags/tag194.xml"/><Relationship Id="rId3" Type="http://schemas.openxmlformats.org/officeDocument/2006/relationships/tags" Target="../tags/tag184.xml"/><Relationship Id="rId7" Type="http://schemas.openxmlformats.org/officeDocument/2006/relationships/tags" Target="../tags/tag188.xml"/><Relationship Id="rId12" Type="http://schemas.openxmlformats.org/officeDocument/2006/relationships/tags" Target="../tags/tag193.xml"/><Relationship Id="rId2" Type="http://schemas.openxmlformats.org/officeDocument/2006/relationships/tags" Target="../tags/tag183.xml"/><Relationship Id="rId1" Type="http://schemas.openxmlformats.org/officeDocument/2006/relationships/tags" Target="../tags/tag182.xml"/><Relationship Id="rId6" Type="http://schemas.openxmlformats.org/officeDocument/2006/relationships/tags" Target="../tags/tag187.xml"/><Relationship Id="rId11" Type="http://schemas.openxmlformats.org/officeDocument/2006/relationships/tags" Target="../tags/tag192.xml"/><Relationship Id="rId5" Type="http://schemas.openxmlformats.org/officeDocument/2006/relationships/tags" Target="../tags/tag186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191.xml"/><Relationship Id="rId4" Type="http://schemas.openxmlformats.org/officeDocument/2006/relationships/tags" Target="../tags/tag185.xml"/><Relationship Id="rId9" Type="http://schemas.openxmlformats.org/officeDocument/2006/relationships/tags" Target="../tags/tag190.xml"/><Relationship Id="rId14" Type="http://schemas.openxmlformats.org/officeDocument/2006/relationships/tags" Target="../tags/tag195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203.xml"/><Relationship Id="rId13" Type="http://schemas.openxmlformats.org/officeDocument/2006/relationships/tags" Target="../tags/tag208.xml"/><Relationship Id="rId3" Type="http://schemas.openxmlformats.org/officeDocument/2006/relationships/tags" Target="../tags/tag198.xml"/><Relationship Id="rId7" Type="http://schemas.openxmlformats.org/officeDocument/2006/relationships/tags" Target="../tags/tag202.xml"/><Relationship Id="rId12" Type="http://schemas.openxmlformats.org/officeDocument/2006/relationships/tags" Target="../tags/tag207.xml"/><Relationship Id="rId2" Type="http://schemas.openxmlformats.org/officeDocument/2006/relationships/tags" Target="../tags/tag197.xml"/><Relationship Id="rId16" Type="http://schemas.openxmlformats.org/officeDocument/2006/relationships/image" Target="../media/image4.png"/><Relationship Id="rId1" Type="http://schemas.openxmlformats.org/officeDocument/2006/relationships/tags" Target="../tags/tag196.xml"/><Relationship Id="rId6" Type="http://schemas.openxmlformats.org/officeDocument/2006/relationships/tags" Target="../tags/tag201.xml"/><Relationship Id="rId11" Type="http://schemas.openxmlformats.org/officeDocument/2006/relationships/tags" Target="../tags/tag206.xml"/><Relationship Id="rId5" Type="http://schemas.openxmlformats.org/officeDocument/2006/relationships/tags" Target="../tags/tag200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205.xml"/><Relationship Id="rId4" Type="http://schemas.openxmlformats.org/officeDocument/2006/relationships/tags" Target="../tags/tag199.xml"/><Relationship Id="rId9" Type="http://schemas.openxmlformats.org/officeDocument/2006/relationships/tags" Target="../tags/tag204.xml"/><Relationship Id="rId14" Type="http://schemas.openxmlformats.org/officeDocument/2006/relationships/tags" Target="../tags/tag209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217.xml"/><Relationship Id="rId13" Type="http://schemas.openxmlformats.org/officeDocument/2006/relationships/tags" Target="../tags/tag222.xml"/><Relationship Id="rId18" Type="http://schemas.openxmlformats.org/officeDocument/2006/relationships/tags" Target="../tags/tag227.xml"/><Relationship Id="rId3" Type="http://schemas.openxmlformats.org/officeDocument/2006/relationships/tags" Target="../tags/tag212.xml"/><Relationship Id="rId7" Type="http://schemas.openxmlformats.org/officeDocument/2006/relationships/tags" Target="../tags/tag216.xml"/><Relationship Id="rId12" Type="http://schemas.openxmlformats.org/officeDocument/2006/relationships/tags" Target="../tags/tag221.xml"/><Relationship Id="rId17" Type="http://schemas.openxmlformats.org/officeDocument/2006/relationships/tags" Target="../tags/tag226.xml"/><Relationship Id="rId2" Type="http://schemas.openxmlformats.org/officeDocument/2006/relationships/tags" Target="../tags/tag211.xml"/><Relationship Id="rId16" Type="http://schemas.openxmlformats.org/officeDocument/2006/relationships/tags" Target="../tags/tag225.xml"/><Relationship Id="rId20" Type="http://schemas.openxmlformats.org/officeDocument/2006/relationships/slideMaster" Target="../slideMasters/slideMaster1.xml"/><Relationship Id="rId1" Type="http://schemas.openxmlformats.org/officeDocument/2006/relationships/tags" Target="../tags/tag210.xml"/><Relationship Id="rId6" Type="http://schemas.openxmlformats.org/officeDocument/2006/relationships/tags" Target="../tags/tag215.xml"/><Relationship Id="rId11" Type="http://schemas.openxmlformats.org/officeDocument/2006/relationships/tags" Target="../tags/tag220.xml"/><Relationship Id="rId5" Type="http://schemas.openxmlformats.org/officeDocument/2006/relationships/tags" Target="../tags/tag214.xml"/><Relationship Id="rId15" Type="http://schemas.openxmlformats.org/officeDocument/2006/relationships/tags" Target="../tags/tag224.xml"/><Relationship Id="rId10" Type="http://schemas.openxmlformats.org/officeDocument/2006/relationships/tags" Target="../tags/tag219.xml"/><Relationship Id="rId19" Type="http://schemas.openxmlformats.org/officeDocument/2006/relationships/tags" Target="../tags/tag228.xml"/><Relationship Id="rId4" Type="http://schemas.openxmlformats.org/officeDocument/2006/relationships/tags" Target="../tags/tag213.xml"/><Relationship Id="rId9" Type="http://schemas.openxmlformats.org/officeDocument/2006/relationships/tags" Target="../tags/tag218.xml"/><Relationship Id="rId14" Type="http://schemas.openxmlformats.org/officeDocument/2006/relationships/tags" Target="../tags/tag22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23940"/>
            <a:ext cx="8611200" cy="3734060"/>
          </a:xfrm>
          <a:prstGeom prst="rect">
            <a:avLst/>
          </a:prstGeom>
        </p:spPr>
      </p:pic>
      <p:sp>
        <p:nvSpPr>
          <p:cNvPr id="8" name="Shape 1875"/>
          <p:cNvSpPr/>
          <p:nvPr>
            <p:custDataLst>
              <p:tags r:id="rId2"/>
            </p:custDataLst>
          </p:nvPr>
        </p:nvSpPr>
        <p:spPr>
          <a:xfrm>
            <a:off x="9906000" y="6098877"/>
            <a:ext cx="762000" cy="762001"/>
          </a:xfrm>
          <a:prstGeom prst="rect">
            <a:avLst/>
          </a:prstGeom>
          <a:solidFill>
            <a:schemeClr val="accent6">
              <a:hueOff val="-2214564"/>
              <a:satOff val="-18422"/>
              <a:lumOff val="-82897"/>
              <a:alpha val="4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defTabSz="410845" hangingPunct="0">
              <a:defRPr sz="3000">
                <a:solidFill>
                  <a:srgbClr val="53585F"/>
                </a:solidFill>
              </a:defRPr>
            </a:pPr>
            <a:endParaRPr sz="1500" kern="0">
              <a:solidFill>
                <a:srgbClr val="53585F"/>
              </a:solidFill>
              <a:cs typeface="+mn-ea"/>
              <a:sym typeface="+mn-lt"/>
            </a:endParaRPr>
          </a:p>
        </p:txBody>
      </p:sp>
      <p:sp>
        <p:nvSpPr>
          <p:cNvPr id="9" name="Shape 1876"/>
          <p:cNvSpPr/>
          <p:nvPr>
            <p:custDataLst>
              <p:tags r:id="rId3"/>
            </p:custDataLst>
          </p:nvPr>
        </p:nvSpPr>
        <p:spPr>
          <a:xfrm>
            <a:off x="10668000" y="6096000"/>
            <a:ext cx="762000" cy="762000"/>
          </a:xfrm>
          <a:prstGeom prst="rect">
            <a:avLst/>
          </a:prstGeom>
          <a:solidFill>
            <a:schemeClr val="accent6">
              <a:hueOff val="-2214564"/>
              <a:satOff val="-18422"/>
              <a:lumOff val="-82897"/>
              <a:alpha val="14998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defTabSz="410845" hangingPunct="0">
              <a:defRPr sz="3000">
                <a:solidFill>
                  <a:srgbClr val="53585F"/>
                </a:solidFill>
              </a:defRPr>
            </a:pPr>
            <a:endParaRPr sz="1500" kern="0">
              <a:solidFill>
                <a:srgbClr val="53585F"/>
              </a:solidFill>
              <a:cs typeface="+mn-ea"/>
              <a:sym typeface="+mn-lt"/>
            </a:endParaRPr>
          </a:p>
        </p:txBody>
      </p:sp>
      <p:sp>
        <p:nvSpPr>
          <p:cNvPr id="10" name="Shape 1877"/>
          <p:cNvSpPr/>
          <p:nvPr>
            <p:custDataLst>
              <p:tags r:id="rId4"/>
            </p:custDataLst>
          </p:nvPr>
        </p:nvSpPr>
        <p:spPr>
          <a:xfrm>
            <a:off x="762000" y="0"/>
            <a:ext cx="762000" cy="762001"/>
          </a:xfrm>
          <a:prstGeom prst="rect">
            <a:avLst/>
          </a:prstGeom>
          <a:solidFill>
            <a:schemeClr val="accent1">
              <a:alpha val="4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defTabSz="410845" hangingPunct="0">
              <a:defRPr sz="3000">
                <a:solidFill>
                  <a:srgbClr val="53585F"/>
                </a:solidFill>
              </a:defRPr>
            </a:pPr>
            <a:endParaRPr sz="1500" kern="0">
              <a:solidFill>
                <a:srgbClr val="53585F"/>
              </a:solidFill>
              <a:cs typeface="+mn-ea"/>
              <a:sym typeface="+mn-lt"/>
            </a:endParaRPr>
          </a:p>
        </p:txBody>
      </p:sp>
      <p:sp>
        <p:nvSpPr>
          <p:cNvPr id="11" name="Shape 1878"/>
          <p:cNvSpPr/>
          <p:nvPr>
            <p:custDataLst>
              <p:tags r:id="rId5"/>
            </p:custDataLst>
          </p:nvPr>
        </p:nvSpPr>
        <p:spPr>
          <a:xfrm>
            <a:off x="11430000" y="762000"/>
            <a:ext cx="762000" cy="762000"/>
          </a:xfrm>
          <a:prstGeom prst="rect">
            <a:avLst/>
          </a:prstGeom>
          <a:solidFill>
            <a:schemeClr val="accent6">
              <a:hueOff val="-2214564"/>
              <a:satOff val="-18422"/>
              <a:lumOff val="-82897"/>
              <a:alpha val="2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defTabSz="410845" hangingPunct="0">
              <a:defRPr sz="3000">
                <a:solidFill>
                  <a:srgbClr val="53585F"/>
                </a:solidFill>
              </a:defRPr>
            </a:pPr>
            <a:endParaRPr sz="1500" kern="0">
              <a:solidFill>
                <a:srgbClr val="53585F"/>
              </a:solidFill>
              <a:cs typeface="+mn-ea"/>
              <a:sym typeface="+mn-lt"/>
            </a:endParaRPr>
          </a:p>
        </p:txBody>
      </p:sp>
      <p:sp>
        <p:nvSpPr>
          <p:cNvPr id="12" name="Shape 1875"/>
          <p:cNvSpPr/>
          <p:nvPr>
            <p:custDataLst>
              <p:tags r:id="rId6"/>
            </p:custDataLst>
          </p:nvPr>
        </p:nvSpPr>
        <p:spPr>
          <a:xfrm>
            <a:off x="9906000" y="6095999"/>
            <a:ext cx="762000" cy="762001"/>
          </a:xfrm>
          <a:prstGeom prst="rect">
            <a:avLst/>
          </a:prstGeom>
          <a:solidFill>
            <a:schemeClr val="accent1">
              <a:alpha val="4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defTabSz="410845" hangingPunct="0">
              <a:defRPr sz="3000">
                <a:solidFill>
                  <a:srgbClr val="53585F"/>
                </a:solidFill>
              </a:defRPr>
            </a:pPr>
            <a:endParaRPr sz="1500" kern="0">
              <a:solidFill>
                <a:srgbClr val="53585F"/>
              </a:solidFill>
              <a:cs typeface="+mn-ea"/>
              <a:sym typeface="+mn-lt"/>
            </a:endParaRPr>
          </a:p>
        </p:txBody>
      </p:sp>
      <p:sp>
        <p:nvSpPr>
          <p:cNvPr id="13" name="Shape 1876"/>
          <p:cNvSpPr/>
          <p:nvPr>
            <p:custDataLst>
              <p:tags r:id="rId7"/>
            </p:custDataLst>
          </p:nvPr>
        </p:nvSpPr>
        <p:spPr>
          <a:xfrm>
            <a:off x="10668000" y="6093122"/>
            <a:ext cx="762000" cy="762000"/>
          </a:xfrm>
          <a:prstGeom prst="rect">
            <a:avLst/>
          </a:prstGeom>
          <a:solidFill>
            <a:schemeClr val="accent1">
              <a:alpha val="14998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defTabSz="410845" hangingPunct="0">
              <a:defRPr sz="3000">
                <a:solidFill>
                  <a:srgbClr val="53585F"/>
                </a:solidFill>
              </a:defRPr>
            </a:pPr>
            <a:endParaRPr sz="1500" kern="0">
              <a:solidFill>
                <a:srgbClr val="53585F"/>
              </a:solidFill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"/>
            </p:custDataLst>
          </p:nvPr>
        </p:nvSpPr>
        <p:spPr>
          <a:xfrm>
            <a:off x="2192316" y="2475241"/>
            <a:ext cx="7807369" cy="1678919"/>
          </a:xfrm>
        </p:spPr>
        <p:txBody>
          <a:bodyPr lIns="90000" tIns="46800" rIns="90000" bIns="46800" anchor="ctr" anchorCtr="0">
            <a:normAutofit/>
          </a:bodyPr>
          <a:lstStyle>
            <a:lvl1pPr algn="ctr">
              <a:defRPr sz="6600" u="none" strike="noStrike" kern="1200" cap="none" spc="6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>
            <p:custDataLst>
              <p:tags r:id="rId1"/>
            </p:custDataLst>
          </p:nvPr>
        </p:nvGrpSpPr>
        <p:grpSpPr>
          <a:xfrm>
            <a:off x="0" y="-3810"/>
            <a:ext cx="12191365" cy="6866255"/>
            <a:chOff x="0" y="-3810"/>
            <a:chExt cx="12191365" cy="6866255"/>
          </a:xfrm>
        </p:grpSpPr>
        <p:pic>
          <p:nvPicPr>
            <p:cNvPr id="14" name="Picture 1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455920"/>
              <a:ext cx="3241040" cy="1406525"/>
            </a:xfrm>
            <a:prstGeom prst="rect">
              <a:avLst/>
            </a:prstGeom>
          </p:spPr>
        </p:pic>
        <p:grpSp>
          <p:nvGrpSpPr>
            <p:cNvPr id="15" name="组合 14"/>
            <p:cNvGrpSpPr/>
            <p:nvPr userDrawn="1"/>
          </p:nvGrpSpPr>
          <p:grpSpPr>
            <a:xfrm>
              <a:off x="11217275" y="-3810"/>
              <a:ext cx="974090" cy="907415"/>
              <a:chOff x="11217275" y="-3810"/>
              <a:chExt cx="974090" cy="907415"/>
            </a:xfrm>
          </p:grpSpPr>
          <p:sp>
            <p:nvSpPr>
              <p:cNvPr id="16" name="矩形 15"/>
              <p:cNvSpPr/>
              <p:nvPr userDrawn="1">
                <p:custDataLst>
                  <p:tags r:id="rId8"/>
                </p:custDataLst>
              </p:nvPr>
            </p:nvSpPr>
            <p:spPr>
              <a:xfrm flipV="1">
                <a:off x="11685270" y="455930"/>
                <a:ext cx="271780" cy="23304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矩形 16"/>
              <p:cNvSpPr/>
              <p:nvPr userDrawn="1">
                <p:custDataLst>
                  <p:tags r:id="rId9"/>
                </p:custDataLst>
              </p:nvPr>
            </p:nvSpPr>
            <p:spPr>
              <a:xfrm flipV="1">
                <a:off x="11957685" y="231140"/>
                <a:ext cx="233680" cy="23368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/>
              <p:cNvSpPr/>
              <p:nvPr userDrawn="1">
                <p:custDataLst>
                  <p:tags r:id="rId10"/>
                </p:custDataLst>
              </p:nvPr>
            </p:nvSpPr>
            <p:spPr>
              <a:xfrm flipV="1">
                <a:off x="11957050" y="669925"/>
                <a:ext cx="234315" cy="2336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矩形 18"/>
              <p:cNvSpPr/>
              <p:nvPr userDrawn="1">
                <p:custDataLst>
                  <p:tags r:id="rId11"/>
                </p:custDataLst>
              </p:nvPr>
            </p:nvSpPr>
            <p:spPr>
              <a:xfrm flipV="1">
                <a:off x="11450955" y="229235"/>
                <a:ext cx="234315" cy="2336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矩形 19"/>
              <p:cNvSpPr/>
              <p:nvPr userDrawn="1">
                <p:custDataLst>
                  <p:tags r:id="rId12"/>
                </p:custDataLst>
              </p:nvPr>
            </p:nvSpPr>
            <p:spPr>
              <a:xfrm flipV="1">
                <a:off x="11685270" y="-3810"/>
                <a:ext cx="271780" cy="23304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矩形 20"/>
              <p:cNvSpPr/>
              <p:nvPr userDrawn="1">
                <p:custDataLst>
                  <p:tags r:id="rId13"/>
                </p:custDataLst>
              </p:nvPr>
            </p:nvSpPr>
            <p:spPr>
              <a:xfrm flipV="1">
                <a:off x="11217275" y="-2540"/>
                <a:ext cx="233680" cy="23368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14775"/>
            <a:ext cx="6788150" cy="2946400"/>
          </a:xfrm>
          <a:prstGeom prst="rect">
            <a:avLst/>
          </a:prstGeom>
        </p:spPr>
      </p:pic>
      <p:sp>
        <p:nvSpPr>
          <p:cNvPr id="8" name="Shape 31"/>
          <p:cNvSpPr/>
          <p:nvPr>
            <p:custDataLst>
              <p:tags r:id="rId2"/>
            </p:custDataLst>
          </p:nvPr>
        </p:nvSpPr>
        <p:spPr>
          <a:xfrm>
            <a:off x="9906000" y="6098877"/>
            <a:ext cx="762000" cy="762001"/>
          </a:xfrm>
          <a:prstGeom prst="rect">
            <a:avLst/>
          </a:prstGeom>
          <a:solidFill>
            <a:schemeClr val="accent6">
              <a:hueOff val="-2214564"/>
              <a:satOff val="-18422"/>
              <a:lumOff val="-82897"/>
              <a:alpha val="4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lnSpc>
                <a:spcPct val="100000"/>
              </a:lnSpc>
              <a:defRPr sz="3000">
                <a:solidFill>
                  <a:srgbClr val="53585F"/>
                </a:solidFill>
              </a:defRPr>
            </a:pPr>
            <a:endParaRPr sz="1500">
              <a:cs typeface="+mn-ea"/>
              <a:sym typeface="+mn-lt"/>
            </a:endParaRPr>
          </a:p>
        </p:txBody>
      </p:sp>
      <p:sp>
        <p:nvSpPr>
          <p:cNvPr id="9" name="Shape 32"/>
          <p:cNvSpPr/>
          <p:nvPr>
            <p:custDataLst>
              <p:tags r:id="rId3"/>
            </p:custDataLst>
          </p:nvPr>
        </p:nvSpPr>
        <p:spPr>
          <a:xfrm>
            <a:off x="6858000" y="5334000"/>
            <a:ext cx="762000" cy="762000"/>
          </a:xfrm>
          <a:prstGeom prst="rect">
            <a:avLst/>
          </a:prstGeom>
          <a:solidFill>
            <a:schemeClr val="accent6">
              <a:hueOff val="-2214564"/>
              <a:satOff val="-18422"/>
              <a:lumOff val="-82897"/>
              <a:alpha val="2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lnSpc>
                <a:spcPct val="100000"/>
              </a:lnSpc>
              <a:defRPr sz="3000">
                <a:solidFill>
                  <a:srgbClr val="53585F"/>
                </a:solidFill>
              </a:defRPr>
            </a:pPr>
            <a:endParaRPr sz="1500">
              <a:cs typeface="+mn-ea"/>
              <a:sym typeface="+mn-lt"/>
            </a:endParaRPr>
          </a:p>
        </p:txBody>
      </p:sp>
      <p:sp>
        <p:nvSpPr>
          <p:cNvPr id="10" name="Shape 33"/>
          <p:cNvSpPr/>
          <p:nvPr>
            <p:custDataLst>
              <p:tags r:id="rId4"/>
            </p:custDataLst>
          </p:nvPr>
        </p:nvSpPr>
        <p:spPr>
          <a:xfrm>
            <a:off x="10668000" y="6096000"/>
            <a:ext cx="762000" cy="762000"/>
          </a:xfrm>
          <a:prstGeom prst="rect">
            <a:avLst/>
          </a:prstGeom>
          <a:solidFill>
            <a:schemeClr val="accent6">
              <a:hueOff val="-2214564"/>
              <a:satOff val="-18422"/>
              <a:lumOff val="-82897"/>
              <a:alpha val="14998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lnSpc>
                <a:spcPct val="100000"/>
              </a:lnSpc>
              <a:defRPr sz="3000">
                <a:solidFill>
                  <a:srgbClr val="53585F"/>
                </a:solidFill>
              </a:defRPr>
            </a:pPr>
            <a:endParaRPr sz="1500">
              <a:cs typeface="+mn-ea"/>
              <a:sym typeface="+mn-lt"/>
            </a:endParaRPr>
          </a:p>
        </p:txBody>
      </p:sp>
      <p:sp>
        <p:nvSpPr>
          <p:cNvPr id="11" name="Shape 36"/>
          <p:cNvSpPr/>
          <p:nvPr>
            <p:custDataLst>
              <p:tags r:id="rId5"/>
            </p:custDataLst>
          </p:nvPr>
        </p:nvSpPr>
        <p:spPr>
          <a:xfrm>
            <a:off x="-1" y="762000"/>
            <a:ext cx="762001" cy="762000"/>
          </a:xfrm>
          <a:prstGeom prst="rect">
            <a:avLst/>
          </a:prstGeom>
          <a:solidFill>
            <a:schemeClr val="accent6">
              <a:hueOff val="-2214564"/>
              <a:satOff val="-18422"/>
              <a:lumOff val="-82897"/>
              <a:alpha val="4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lnSpc>
                <a:spcPct val="100000"/>
              </a:lnSpc>
              <a:defRPr sz="3000">
                <a:solidFill>
                  <a:srgbClr val="53585F"/>
                </a:solidFill>
              </a:defRPr>
            </a:pPr>
            <a:endParaRPr sz="1500">
              <a:cs typeface="+mn-ea"/>
              <a:sym typeface="+mn-lt"/>
            </a:endParaRPr>
          </a:p>
        </p:txBody>
      </p:sp>
      <p:sp>
        <p:nvSpPr>
          <p:cNvPr id="12" name="Shape 38"/>
          <p:cNvSpPr/>
          <p:nvPr>
            <p:custDataLst>
              <p:tags r:id="rId6"/>
            </p:custDataLst>
          </p:nvPr>
        </p:nvSpPr>
        <p:spPr>
          <a:xfrm flipV="1">
            <a:off x="4419600" y="2512933"/>
            <a:ext cx="0" cy="1270001"/>
          </a:xfrm>
          <a:prstGeom prst="line">
            <a:avLst/>
          </a:prstGeom>
          <a:ln w="25400">
            <a:solidFill>
              <a:schemeClr val="accent6">
                <a:hueOff val="-2214564"/>
                <a:satOff val="-18422"/>
                <a:lumOff val="-82897"/>
                <a:alpha val="19618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algn="ctr">
              <a:lnSpc>
                <a:spcPct val="100000"/>
              </a:lnSpc>
              <a:defRPr sz="3200">
                <a:solidFill>
                  <a:schemeClr val="accent6">
                    <a:hueOff val="-2214564"/>
                    <a:satOff val="-18422"/>
                    <a:lumOff val="-82897"/>
                  </a:schemeClr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>
              <a:cs typeface="+mn-ea"/>
              <a:sym typeface="+mn-lt"/>
            </a:endParaRPr>
          </a:p>
        </p:txBody>
      </p:sp>
      <p:sp>
        <p:nvSpPr>
          <p:cNvPr id="13" name="Shape 1883"/>
          <p:cNvSpPr/>
          <p:nvPr>
            <p:custDataLst>
              <p:tags r:id="rId7"/>
            </p:custDataLst>
          </p:nvPr>
        </p:nvSpPr>
        <p:spPr>
          <a:xfrm>
            <a:off x="9906001" y="6098877"/>
            <a:ext cx="762000" cy="762001"/>
          </a:xfrm>
          <a:prstGeom prst="rect">
            <a:avLst/>
          </a:prstGeom>
          <a:solidFill>
            <a:schemeClr val="accent1">
              <a:alpha val="4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4" name="Shape 1884"/>
          <p:cNvSpPr/>
          <p:nvPr>
            <p:custDataLst>
              <p:tags r:id="rId8"/>
            </p:custDataLst>
          </p:nvPr>
        </p:nvSpPr>
        <p:spPr>
          <a:xfrm>
            <a:off x="6858001" y="5334000"/>
            <a:ext cx="762000" cy="762000"/>
          </a:xfrm>
          <a:prstGeom prst="rect">
            <a:avLst/>
          </a:prstGeom>
          <a:solidFill>
            <a:schemeClr val="accent1">
              <a:alpha val="2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5" name="Shape 1885"/>
          <p:cNvSpPr/>
          <p:nvPr>
            <p:custDataLst>
              <p:tags r:id="rId9"/>
            </p:custDataLst>
          </p:nvPr>
        </p:nvSpPr>
        <p:spPr>
          <a:xfrm>
            <a:off x="10668001" y="6096000"/>
            <a:ext cx="762000" cy="762000"/>
          </a:xfrm>
          <a:prstGeom prst="rect">
            <a:avLst/>
          </a:prstGeom>
          <a:solidFill>
            <a:schemeClr val="accent1">
              <a:alpha val="14998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6" name="Shape 1888"/>
          <p:cNvSpPr/>
          <p:nvPr>
            <p:custDataLst>
              <p:tags r:id="rId10"/>
            </p:custDataLst>
          </p:nvPr>
        </p:nvSpPr>
        <p:spPr>
          <a:xfrm>
            <a:off x="0" y="762000"/>
            <a:ext cx="762001" cy="762000"/>
          </a:xfrm>
          <a:prstGeom prst="rect">
            <a:avLst/>
          </a:prstGeom>
          <a:solidFill>
            <a:schemeClr val="accent1">
              <a:alpha val="4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7" name="Shape 1889"/>
          <p:cNvSpPr/>
          <p:nvPr>
            <p:custDataLst>
              <p:tags r:id="rId11"/>
            </p:custDataLst>
          </p:nvPr>
        </p:nvSpPr>
        <p:spPr>
          <a:xfrm>
            <a:off x="11430001" y="2286000"/>
            <a:ext cx="762000" cy="762000"/>
          </a:xfrm>
          <a:prstGeom prst="rect">
            <a:avLst/>
          </a:prstGeom>
          <a:solidFill>
            <a:schemeClr val="accent6">
              <a:hueOff val="-2214564"/>
              <a:satOff val="-18422"/>
              <a:lumOff val="-82897"/>
              <a:alpha val="2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8" name="Shape 1890"/>
          <p:cNvSpPr/>
          <p:nvPr>
            <p:custDataLst>
              <p:tags r:id="rId12"/>
            </p:custDataLst>
          </p:nvPr>
        </p:nvSpPr>
        <p:spPr>
          <a:xfrm flipV="1">
            <a:off x="4419601" y="2512933"/>
            <a:ext cx="0" cy="1270001"/>
          </a:xfrm>
          <a:prstGeom prst="line">
            <a:avLst/>
          </a:prstGeom>
          <a:ln w="25400">
            <a:solidFill>
              <a:schemeClr val="accent1">
                <a:alpha val="20000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ctr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>
                <a:solidFill>
                  <a:srgbClr val="DCD5CB">
                    <a:hueOff val="-2214564"/>
                    <a:satOff val="-18422"/>
                    <a:lumOff val="-82897"/>
                  </a:srgbClr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DCD5CB">
                  <a:hueOff val="-2214564"/>
                  <a:satOff val="-18422"/>
                  <a:lumOff val="-82897"/>
                </a:srgb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3"/>
            </p:custDataLst>
          </p:nvPr>
        </p:nvSpPr>
        <p:spPr>
          <a:xfrm>
            <a:off x="4629151" y="2247900"/>
            <a:ext cx="5448297" cy="928376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800" u="none" strike="noStrike" kern="1200" cap="none" spc="3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4629146" y="3220085"/>
            <a:ext cx="5448297" cy="1470025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>
            <p:custDataLst>
              <p:tags r:id="rId1"/>
            </p:custDataLst>
          </p:nvPr>
        </p:nvGrpSpPr>
        <p:grpSpPr>
          <a:xfrm>
            <a:off x="0" y="-3810"/>
            <a:ext cx="12191365" cy="6866255"/>
            <a:chOff x="0" y="-3810"/>
            <a:chExt cx="12191365" cy="6866255"/>
          </a:xfrm>
        </p:grpSpPr>
        <p:pic>
          <p:nvPicPr>
            <p:cNvPr id="9" name="Picture 1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455920"/>
              <a:ext cx="3241040" cy="1406525"/>
            </a:xfrm>
            <a:prstGeom prst="rect">
              <a:avLst/>
            </a:prstGeom>
          </p:spPr>
        </p:pic>
        <p:grpSp>
          <p:nvGrpSpPr>
            <p:cNvPr id="10" name="组合 9"/>
            <p:cNvGrpSpPr/>
            <p:nvPr userDrawn="1"/>
          </p:nvGrpSpPr>
          <p:grpSpPr>
            <a:xfrm>
              <a:off x="11217275" y="-3810"/>
              <a:ext cx="974090" cy="907415"/>
              <a:chOff x="11217275" y="-3810"/>
              <a:chExt cx="974090" cy="907415"/>
            </a:xfrm>
          </p:grpSpPr>
          <p:sp>
            <p:nvSpPr>
              <p:cNvPr id="11" name="矩形 10"/>
              <p:cNvSpPr/>
              <p:nvPr userDrawn="1">
                <p:custDataLst>
                  <p:tags r:id="rId9"/>
                </p:custDataLst>
              </p:nvPr>
            </p:nvSpPr>
            <p:spPr>
              <a:xfrm flipV="1">
                <a:off x="11685270" y="455930"/>
                <a:ext cx="271780" cy="23304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矩形 11"/>
              <p:cNvSpPr/>
              <p:nvPr userDrawn="1">
                <p:custDataLst>
                  <p:tags r:id="rId10"/>
                </p:custDataLst>
              </p:nvPr>
            </p:nvSpPr>
            <p:spPr>
              <a:xfrm flipV="1">
                <a:off x="11957685" y="231140"/>
                <a:ext cx="233680" cy="23368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矩形 12"/>
              <p:cNvSpPr/>
              <p:nvPr userDrawn="1">
                <p:custDataLst>
                  <p:tags r:id="rId11"/>
                </p:custDataLst>
              </p:nvPr>
            </p:nvSpPr>
            <p:spPr>
              <a:xfrm flipV="1">
                <a:off x="11957050" y="669925"/>
                <a:ext cx="234315" cy="2336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/>
              <p:cNvSpPr/>
              <p:nvPr userDrawn="1">
                <p:custDataLst>
                  <p:tags r:id="rId12"/>
                </p:custDataLst>
              </p:nvPr>
            </p:nvSpPr>
            <p:spPr>
              <a:xfrm flipV="1">
                <a:off x="11450955" y="229235"/>
                <a:ext cx="234315" cy="2336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矩形 14"/>
              <p:cNvSpPr/>
              <p:nvPr userDrawn="1">
                <p:custDataLst>
                  <p:tags r:id="rId13"/>
                </p:custDataLst>
              </p:nvPr>
            </p:nvSpPr>
            <p:spPr>
              <a:xfrm flipV="1">
                <a:off x="11685270" y="-3810"/>
                <a:ext cx="271780" cy="23304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矩形 15"/>
              <p:cNvSpPr/>
              <p:nvPr userDrawn="1">
                <p:custDataLst>
                  <p:tags r:id="rId14"/>
                </p:custDataLst>
              </p:nvPr>
            </p:nvSpPr>
            <p:spPr>
              <a:xfrm flipV="1">
                <a:off x="11217275" y="-2540"/>
                <a:ext cx="233680" cy="23368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Autofit/>
          </a:bodyPr>
          <a:lstStyle>
            <a:lvl1pPr>
              <a:defRPr sz="16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6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6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6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6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>
            <p:custDataLst>
              <p:tags r:id="rId1"/>
            </p:custDataLst>
          </p:nvPr>
        </p:nvGrpSpPr>
        <p:grpSpPr>
          <a:xfrm>
            <a:off x="0" y="-3810"/>
            <a:ext cx="12191365" cy="6866255"/>
            <a:chOff x="0" y="-3810"/>
            <a:chExt cx="12191365" cy="6866255"/>
          </a:xfrm>
        </p:grpSpPr>
        <p:pic>
          <p:nvPicPr>
            <p:cNvPr id="11" name="Picture 1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455920"/>
              <a:ext cx="3241040" cy="1406525"/>
            </a:xfrm>
            <a:prstGeom prst="rect">
              <a:avLst/>
            </a:prstGeom>
          </p:spPr>
        </p:pic>
        <p:grpSp>
          <p:nvGrpSpPr>
            <p:cNvPr id="12" name="组合 11"/>
            <p:cNvGrpSpPr/>
            <p:nvPr userDrawn="1"/>
          </p:nvGrpSpPr>
          <p:grpSpPr>
            <a:xfrm>
              <a:off x="11217275" y="-3810"/>
              <a:ext cx="974090" cy="907415"/>
              <a:chOff x="11217275" y="-3810"/>
              <a:chExt cx="974090" cy="907415"/>
            </a:xfrm>
          </p:grpSpPr>
          <p:sp>
            <p:nvSpPr>
              <p:cNvPr id="13" name="矩形 12"/>
              <p:cNvSpPr/>
              <p:nvPr userDrawn="1">
                <p:custDataLst>
                  <p:tags r:id="rId11"/>
                </p:custDataLst>
              </p:nvPr>
            </p:nvSpPr>
            <p:spPr>
              <a:xfrm flipV="1">
                <a:off x="11685270" y="455930"/>
                <a:ext cx="271780" cy="23304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/>
              <p:cNvSpPr/>
              <p:nvPr userDrawn="1">
                <p:custDataLst>
                  <p:tags r:id="rId12"/>
                </p:custDataLst>
              </p:nvPr>
            </p:nvSpPr>
            <p:spPr>
              <a:xfrm flipV="1">
                <a:off x="11957685" y="231140"/>
                <a:ext cx="233680" cy="23368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矩形 14"/>
              <p:cNvSpPr/>
              <p:nvPr userDrawn="1">
                <p:custDataLst>
                  <p:tags r:id="rId13"/>
                </p:custDataLst>
              </p:nvPr>
            </p:nvSpPr>
            <p:spPr>
              <a:xfrm flipV="1">
                <a:off x="11957050" y="669925"/>
                <a:ext cx="234315" cy="2336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矩形 15"/>
              <p:cNvSpPr/>
              <p:nvPr userDrawn="1">
                <p:custDataLst>
                  <p:tags r:id="rId14"/>
                </p:custDataLst>
              </p:nvPr>
            </p:nvSpPr>
            <p:spPr>
              <a:xfrm flipV="1">
                <a:off x="11450955" y="229235"/>
                <a:ext cx="234315" cy="2336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矩形 16"/>
              <p:cNvSpPr/>
              <p:nvPr userDrawn="1">
                <p:custDataLst>
                  <p:tags r:id="rId15"/>
                </p:custDataLst>
              </p:nvPr>
            </p:nvSpPr>
            <p:spPr>
              <a:xfrm flipV="1">
                <a:off x="11685270" y="-3810"/>
                <a:ext cx="271780" cy="23304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/>
              <p:cNvSpPr/>
              <p:nvPr userDrawn="1">
                <p:custDataLst>
                  <p:tags r:id="rId16"/>
                </p:custDataLst>
              </p:nvPr>
            </p:nvSpPr>
            <p:spPr>
              <a:xfrm flipV="1">
                <a:off x="11217275" y="-2540"/>
                <a:ext cx="233680" cy="23368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278"/>
          <p:cNvSpPr/>
          <p:nvPr>
            <p:custDataLst>
              <p:tags r:id="rId1"/>
            </p:custDataLst>
          </p:nvPr>
        </p:nvSpPr>
        <p:spPr>
          <a:xfrm>
            <a:off x="4568825" y="6985"/>
            <a:ext cx="7620000" cy="6861810"/>
          </a:xfrm>
          <a:prstGeom prst="rect">
            <a:avLst/>
          </a:prstGeom>
          <a:solidFill>
            <a:schemeClr val="bg2">
              <a:lumMod val="95000"/>
              <a:alpha val="50000"/>
            </a:scheme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>
              <a:lnSpc>
                <a:spcPct val="100000"/>
              </a:lnSpc>
              <a:defRPr sz="3000">
                <a:solidFill>
                  <a:schemeClr val="accent6">
                    <a:hueOff val="-2214564"/>
                    <a:satOff val="-18422"/>
                    <a:lumOff val="-82897"/>
                    <a:alpha val="70145"/>
                  </a:schemeClr>
                </a:solidFill>
              </a:defRPr>
            </a:pPr>
            <a:endParaRPr sz="1500">
              <a:cs typeface="+mn-ea"/>
              <a:sym typeface="+mn-lt"/>
            </a:endParaRPr>
          </a:p>
        </p:txBody>
      </p:sp>
      <p:pic>
        <p:nvPicPr>
          <p:cNvPr id="7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23940"/>
            <a:ext cx="8611200" cy="3734060"/>
          </a:xfrm>
          <a:prstGeom prst="rect">
            <a:avLst/>
          </a:prstGeom>
        </p:spPr>
      </p:pic>
      <p:sp>
        <p:nvSpPr>
          <p:cNvPr id="8" name="Shape 1924"/>
          <p:cNvSpPr/>
          <p:nvPr>
            <p:custDataLst>
              <p:tags r:id="rId3"/>
            </p:custDataLst>
          </p:nvPr>
        </p:nvSpPr>
        <p:spPr>
          <a:xfrm>
            <a:off x="9906000" y="6135339"/>
            <a:ext cx="762000" cy="762001"/>
          </a:xfrm>
          <a:prstGeom prst="rect">
            <a:avLst/>
          </a:prstGeom>
          <a:solidFill>
            <a:schemeClr val="accent3">
              <a:alpha val="4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9" name="Shape 1926"/>
          <p:cNvSpPr/>
          <p:nvPr>
            <p:custDataLst>
              <p:tags r:id="rId4"/>
            </p:custDataLst>
          </p:nvPr>
        </p:nvSpPr>
        <p:spPr>
          <a:xfrm>
            <a:off x="10668000" y="6132462"/>
            <a:ext cx="762000" cy="762000"/>
          </a:xfrm>
          <a:prstGeom prst="rect">
            <a:avLst/>
          </a:prstGeom>
          <a:solidFill>
            <a:schemeClr val="accent1">
              <a:alpha val="14998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" name="Shape 1929"/>
          <p:cNvSpPr/>
          <p:nvPr>
            <p:custDataLst>
              <p:tags r:id="rId5"/>
            </p:custDataLst>
          </p:nvPr>
        </p:nvSpPr>
        <p:spPr>
          <a:xfrm>
            <a:off x="0" y="763439"/>
            <a:ext cx="762001" cy="762000"/>
          </a:xfrm>
          <a:prstGeom prst="rect">
            <a:avLst/>
          </a:prstGeom>
          <a:solidFill>
            <a:schemeClr val="accent5">
              <a:alpha val="4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1" name="Shape 1930"/>
          <p:cNvSpPr/>
          <p:nvPr>
            <p:custDataLst>
              <p:tags r:id="rId6"/>
            </p:custDataLst>
          </p:nvPr>
        </p:nvSpPr>
        <p:spPr>
          <a:xfrm>
            <a:off x="11430001" y="2299690"/>
            <a:ext cx="762000" cy="762000"/>
          </a:xfrm>
          <a:prstGeom prst="rect">
            <a:avLst/>
          </a:prstGeom>
          <a:solidFill>
            <a:schemeClr val="accent6">
              <a:hueOff val="-2214564"/>
              <a:satOff val="-18422"/>
              <a:lumOff val="-82897"/>
              <a:alpha val="2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2" name="Shape 1925"/>
          <p:cNvSpPr/>
          <p:nvPr>
            <p:custDataLst>
              <p:tags r:id="rId7"/>
            </p:custDataLst>
          </p:nvPr>
        </p:nvSpPr>
        <p:spPr>
          <a:xfrm>
            <a:off x="6854382" y="5350617"/>
            <a:ext cx="762000" cy="762000"/>
          </a:xfrm>
          <a:prstGeom prst="rect">
            <a:avLst/>
          </a:prstGeom>
          <a:solidFill>
            <a:schemeClr val="accent6">
              <a:hueOff val="-2214564"/>
              <a:satOff val="-18422"/>
              <a:lumOff val="-82897"/>
              <a:alpha val="2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>
            <p:custDataLst>
              <p:tags r:id="rId1"/>
            </p:custDataLst>
          </p:nvPr>
        </p:nvGrpSpPr>
        <p:grpSpPr>
          <a:xfrm>
            <a:off x="0" y="-3810"/>
            <a:ext cx="12191365" cy="6866255"/>
            <a:chOff x="0" y="-3810"/>
            <a:chExt cx="12191365" cy="6866255"/>
          </a:xfrm>
        </p:grpSpPr>
        <p:pic>
          <p:nvPicPr>
            <p:cNvPr id="9" name="Picture 1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455920"/>
              <a:ext cx="3241040" cy="1406525"/>
            </a:xfrm>
            <a:prstGeom prst="rect">
              <a:avLst/>
            </a:prstGeom>
          </p:spPr>
        </p:pic>
        <p:grpSp>
          <p:nvGrpSpPr>
            <p:cNvPr id="10" name="组合 9"/>
            <p:cNvGrpSpPr/>
            <p:nvPr userDrawn="1"/>
          </p:nvGrpSpPr>
          <p:grpSpPr>
            <a:xfrm>
              <a:off x="11217275" y="-3810"/>
              <a:ext cx="974090" cy="907415"/>
              <a:chOff x="11217275" y="-3810"/>
              <a:chExt cx="974090" cy="907415"/>
            </a:xfrm>
          </p:grpSpPr>
          <p:sp>
            <p:nvSpPr>
              <p:cNvPr id="11" name="矩形 10"/>
              <p:cNvSpPr/>
              <p:nvPr userDrawn="1">
                <p:custDataLst>
                  <p:tags r:id="rId9"/>
                </p:custDataLst>
              </p:nvPr>
            </p:nvSpPr>
            <p:spPr>
              <a:xfrm flipV="1">
                <a:off x="11685270" y="455930"/>
                <a:ext cx="271780" cy="23304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矩形 11"/>
              <p:cNvSpPr/>
              <p:nvPr userDrawn="1">
                <p:custDataLst>
                  <p:tags r:id="rId10"/>
                </p:custDataLst>
              </p:nvPr>
            </p:nvSpPr>
            <p:spPr>
              <a:xfrm flipV="1">
                <a:off x="11957685" y="231140"/>
                <a:ext cx="233680" cy="23368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矩形 12"/>
              <p:cNvSpPr/>
              <p:nvPr userDrawn="1">
                <p:custDataLst>
                  <p:tags r:id="rId11"/>
                </p:custDataLst>
              </p:nvPr>
            </p:nvSpPr>
            <p:spPr>
              <a:xfrm flipV="1">
                <a:off x="11957050" y="669925"/>
                <a:ext cx="234315" cy="2336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/>
              <p:cNvSpPr/>
              <p:nvPr userDrawn="1">
                <p:custDataLst>
                  <p:tags r:id="rId12"/>
                </p:custDataLst>
              </p:nvPr>
            </p:nvSpPr>
            <p:spPr>
              <a:xfrm flipV="1">
                <a:off x="11450955" y="229235"/>
                <a:ext cx="234315" cy="2336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矩形 14"/>
              <p:cNvSpPr/>
              <p:nvPr userDrawn="1">
                <p:custDataLst>
                  <p:tags r:id="rId13"/>
                </p:custDataLst>
              </p:nvPr>
            </p:nvSpPr>
            <p:spPr>
              <a:xfrm flipV="1">
                <a:off x="11685270" y="-3810"/>
                <a:ext cx="271780" cy="23304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矩形 15"/>
              <p:cNvSpPr/>
              <p:nvPr userDrawn="1">
                <p:custDataLst>
                  <p:tags r:id="rId14"/>
                </p:custDataLst>
              </p:nvPr>
            </p:nvSpPr>
            <p:spPr>
              <a:xfrm flipV="1">
                <a:off x="11217275" y="-2540"/>
                <a:ext cx="233680" cy="23368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2022/12/14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>
            <p:custDataLst>
              <p:tags r:id="rId1"/>
            </p:custDataLst>
          </p:nvPr>
        </p:nvGrpSpPr>
        <p:grpSpPr>
          <a:xfrm>
            <a:off x="0" y="-3810"/>
            <a:ext cx="12191365" cy="6866255"/>
            <a:chOff x="0" y="-3810"/>
            <a:chExt cx="12191365" cy="6866255"/>
          </a:xfrm>
        </p:grpSpPr>
        <p:pic>
          <p:nvPicPr>
            <p:cNvPr id="8" name="Picture 1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455920"/>
              <a:ext cx="3241040" cy="1406525"/>
            </a:xfrm>
            <a:prstGeom prst="rect">
              <a:avLst/>
            </a:prstGeom>
          </p:spPr>
        </p:pic>
        <p:grpSp>
          <p:nvGrpSpPr>
            <p:cNvPr id="9" name="组合 8"/>
            <p:cNvGrpSpPr/>
            <p:nvPr userDrawn="1"/>
          </p:nvGrpSpPr>
          <p:grpSpPr>
            <a:xfrm>
              <a:off x="11217275" y="-3810"/>
              <a:ext cx="974090" cy="907415"/>
              <a:chOff x="11217275" y="-3810"/>
              <a:chExt cx="974090" cy="907415"/>
            </a:xfrm>
          </p:grpSpPr>
          <p:sp>
            <p:nvSpPr>
              <p:cNvPr id="10" name="矩形 9"/>
              <p:cNvSpPr/>
              <p:nvPr userDrawn="1">
                <p:custDataLst>
                  <p:tags r:id="rId8"/>
                </p:custDataLst>
              </p:nvPr>
            </p:nvSpPr>
            <p:spPr>
              <a:xfrm flipV="1">
                <a:off x="11685270" y="455930"/>
                <a:ext cx="271780" cy="23304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矩形 10"/>
              <p:cNvSpPr/>
              <p:nvPr userDrawn="1">
                <p:custDataLst>
                  <p:tags r:id="rId9"/>
                </p:custDataLst>
              </p:nvPr>
            </p:nvSpPr>
            <p:spPr>
              <a:xfrm flipV="1">
                <a:off x="11957685" y="231140"/>
                <a:ext cx="233680" cy="23368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矩形 11"/>
              <p:cNvSpPr/>
              <p:nvPr userDrawn="1">
                <p:custDataLst>
                  <p:tags r:id="rId10"/>
                </p:custDataLst>
              </p:nvPr>
            </p:nvSpPr>
            <p:spPr>
              <a:xfrm flipV="1">
                <a:off x="11957050" y="669925"/>
                <a:ext cx="234315" cy="2336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矩形 12"/>
              <p:cNvSpPr/>
              <p:nvPr userDrawn="1">
                <p:custDataLst>
                  <p:tags r:id="rId11"/>
                </p:custDataLst>
              </p:nvPr>
            </p:nvSpPr>
            <p:spPr>
              <a:xfrm flipV="1">
                <a:off x="11450955" y="229235"/>
                <a:ext cx="234315" cy="2336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/>
              <p:cNvSpPr/>
              <p:nvPr userDrawn="1">
                <p:custDataLst>
                  <p:tags r:id="rId12"/>
                </p:custDataLst>
              </p:nvPr>
            </p:nvSpPr>
            <p:spPr>
              <a:xfrm flipV="1">
                <a:off x="11685270" y="-3810"/>
                <a:ext cx="271780" cy="23304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矩形 14"/>
              <p:cNvSpPr/>
              <p:nvPr userDrawn="1">
                <p:custDataLst>
                  <p:tags r:id="rId13"/>
                </p:custDataLst>
              </p:nvPr>
            </p:nvSpPr>
            <p:spPr>
              <a:xfrm flipV="1">
                <a:off x="11217275" y="-2540"/>
                <a:ext cx="233680" cy="23368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>
            <p:custDataLst>
              <p:tags r:id="rId1"/>
            </p:custDataLst>
          </p:nvPr>
        </p:nvGrpSpPr>
        <p:grpSpPr>
          <a:xfrm>
            <a:off x="-635" y="3598545"/>
            <a:ext cx="12191780" cy="3253740"/>
            <a:chOff x="-635" y="3598545"/>
            <a:chExt cx="12191780" cy="3253740"/>
          </a:xfrm>
        </p:grpSpPr>
        <p:pic>
          <p:nvPicPr>
            <p:cNvPr id="8" name="Picture 1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35" y="5125720"/>
              <a:ext cx="3977005" cy="1726565"/>
            </a:xfrm>
            <a:prstGeom prst="rect">
              <a:avLst/>
            </a:prstGeom>
          </p:spPr>
        </p:pic>
        <p:grpSp>
          <p:nvGrpSpPr>
            <p:cNvPr id="9" name="组合 8"/>
            <p:cNvGrpSpPr/>
            <p:nvPr userDrawn="1"/>
          </p:nvGrpSpPr>
          <p:grpSpPr>
            <a:xfrm>
              <a:off x="11892280" y="3598545"/>
              <a:ext cx="298865" cy="1209455"/>
              <a:chOff x="11892280" y="3598545"/>
              <a:chExt cx="298865" cy="1209455"/>
            </a:xfrm>
          </p:grpSpPr>
          <p:sp>
            <p:nvSpPr>
              <p:cNvPr id="10" name="矩形 9"/>
              <p:cNvSpPr/>
              <p:nvPr userDrawn="1">
                <p:custDataLst>
                  <p:tags r:id="rId7"/>
                </p:custDataLst>
              </p:nvPr>
            </p:nvSpPr>
            <p:spPr>
              <a:xfrm>
                <a:off x="11892280" y="4054222"/>
                <a:ext cx="298865" cy="29976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矩形 10"/>
              <p:cNvSpPr/>
              <p:nvPr userDrawn="1">
                <p:custDataLst>
                  <p:tags r:id="rId8"/>
                </p:custDataLst>
              </p:nvPr>
            </p:nvSpPr>
            <p:spPr>
              <a:xfrm>
                <a:off x="11892280" y="3598545"/>
                <a:ext cx="298865" cy="29976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矩形 11"/>
              <p:cNvSpPr/>
              <p:nvPr userDrawn="1">
                <p:custDataLst>
                  <p:tags r:id="rId9"/>
                </p:custDataLst>
              </p:nvPr>
            </p:nvSpPr>
            <p:spPr>
              <a:xfrm>
                <a:off x="11892280" y="4508235"/>
                <a:ext cx="298865" cy="299765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2972"/>
          <p:cNvSpPr/>
          <p:nvPr>
            <p:custDataLst>
              <p:tags r:id="rId1"/>
            </p:custDataLst>
          </p:nvPr>
        </p:nvSpPr>
        <p:spPr>
          <a:xfrm>
            <a:off x="9906000" y="6098877"/>
            <a:ext cx="762000" cy="762001"/>
          </a:xfrm>
          <a:prstGeom prst="rect">
            <a:avLst/>
          </a:prstGeom>
          <a:solidFill>
            <a:schemeClr val="accent6">
              <a:hueOff val="-2214564"/>
              <a:satOff val="-18422"/>
              <a:lumOff val="-82897"/>
              <a:alpha val="4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" name="Shape 2973"/>
          <p:cNvSpPr/>
          <p:nvPr>
            <p:custDataLst>
              <p:tags r:id="rId2"/>
            </p:custDataLst>
          </p:nvPr>
        </p:nvSpPr>
        <p:spPr>
          <a:xfrm>
            <a:off x="10668000" y="6096000"/>
            <a:ext cx="762000" cy="762000"/>
          </a:xfrm>
          <a:prstGeom prst="rect">
            <a:avLst/>
          </a:prstGeom>
          <a:solidFill>
            <a:schemeClr val="accent6">
              <a:hueOff val="-2214564"/>
              <a:satOff val="-18422"/>
              <a:lumOff val="-82897"/>
              <a:alpha val="14998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8" name="Shape 2974"/>
          <p:cNvSpPr/>
          <p:nvPr>
            <p:custDataLst>
              <p:tags r:id="rId3"/>
            </p:custDataLst>
          </p:nvPr>
        </p:nvSpPr>
        <p:spPr>
          <a:xfrm>
            <a:off x="762000" y="0"/>
            <a:ext cx="762000" cy="762001"/>
          </a:xfrm>
          <a:prstGeom prst="rect">
            <a:avLst/>
          </a:prstGeom>
          <a:solidFill>
            <a:schemeClr val="accent6">
              <a:hueOff val="-2214564"/>
              <a:satOff val="-18422"/>
              <a:lumOff val="-82897"/>
              <a:alpha val="4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9" name="Shape 2975"/>
          <p:cNvSpPr/>
          <p:nvPr>
            <p:custDataLst>
              <p:tags r:id="rId4"/>
            </p:custDataLst>
          </p:nvPr>
        </p:nvSpPr>
        <p:spPr>
          <a:xfrm>
            <a:off x="11430000" y="762000"/>
            <a:ext cx="762000" cy="762000"/>
          </a:xfrm>
          <a:prstGeom prst="rect">
            <a:avLst/>
          </a:prstGeom>
          <a:solidFill>
            <a:schemeClr val="accent6">
              <a:hueOff val="-2214564"/>
              <a:satOff val="-18422"/>
              <a:lumOff val="-82897"/>
              <a:alpha val="2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" name="Shape 2972"/>
          <p:cNvSpPr/>
          <p:nvPr>
            <p:custDataLst>
              <p:tags r:id="rId5"/>
            </p:custDataLst>
          </p:nvPr>
        </p:nvSpPr>
        <p:spPr>
          <a:xfrm>
            <a:off x="9906000" y="6098877"/>
            <a:ext cx="762000" cy="762001"/>
          </a:xfrm>
          <a:prstGeom prst="rect">
            <a:avLst/>
          </a:prstGeom>
          <a:solidFill>
            <a:schemeClr val="accent1">
              <a:alpha val="4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1" name="Shape 2973"/>
          <p:cNvSpPr/>
          <p:nvPr>
            <p:custDataLst>
              <p:tags r:id="rId6"/>
            </p:custDataLst>
          </p:nvPr>
        </p:nvSpPr>
        <p:spPr>
          <a:xfrm>
            <a:off x="10668000" y="6096000"/>
            <a:ext cx="762000" cy="762000"/>
          </a:xfrm>
          <a:prstGeom prst="rect">
            <a:avLst/>
          </a:prstGeom>
          <a:solidFill>
            <a:schemeClr val="accent1">
              <a:alpha val="14998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2" name="Shape 2974"/>
          <p:cNvSpPr/>
          <p:nvPr>
            <p:custDataLst>
              <p:tags r:id="rId7"/>
            </p:custDataLst>
          </p:nvPr>
        </p:nvSpPr>
        <p:spPr>
          <a:xfrm>
            <a:off x="762000" y="0"/>
            <a:ext cx="762000" cy="762001"/>
          </a:xfrm>
          <a:prstGeom prst="rect">
            <a:avLst/>
          </a:prstGeom>
          <a:solidFill>
            <a:schemeClr val="accent1">
              <a:alpha val="4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3" name="Shape 2975"/>
          <p:cNvSpPr/>
          <p:nvPr>
            <p:custDataLst>
              <p:tags r:id="rId8"/>
            </p:custDataLst>
          </p:nvPr>
        </p:nvSpPr>
        <p:spPr>
          <a:xfrm>
            <a:off x="11430000" y="762000"/>
            <a:ext cx="762000" cy="762000"/>
          </a:xfrm>
          <a:prstGeom prst="rect">
            <a:avLst/>
          </a:prstGeom>
          <a:solidFill>
            <a:schemeClr val="accent6">
              <a:hueOff val="-2214564"/>
              <a:satOff val="-18422"/>
              <a:lumOff val="-82897"/>
              <a:alpha val="2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4" name="Shape 2977"/>
          <p:cNvSpPr/>
          <p:nvPr>
            <p:custDataLst>
              <p:tags r:id="rId9"/>
            </p:custDataLst>
          </p:nvPr>
        </p:nvSpPr>
        <p:spPr>
          <a:xfrm>
            <a:off x="4317851" y="1650851"/>
            <a:ext cx="3556298" cy="3556298"/>
          </a:xfrm>
          <a:prstGeom prst="ellipse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DCD5CB">
                    <a:hueOff val="-2214564"/>
                    <a:satOff val="-18422"/>
                    <a:lumOff val="-82897"/>
                    <a:alpha val="70145"/>
                  </a:srgbClr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DCD5CB">
                  <a:hueOff val="-2214564"/>
                  <a:satOff val="-18422"/>
                  <a:lumOff val="-82897"/>
                  <a:alpha val="70145"/>
                </a:srgb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4317851" y="2114551"/>
            <a:ext cx="3556298" cy="264795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8000" b="1" i="0" u="none" strike="noStrike" kern="1200" cap="none" spc="6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</a:t>
            </a:r>
            <a:br>
              <a:rPr lang="en-US" altLang="zh-CN" dirty="0">
                <a:sym typeface="+mn-ea"/>
              </a:rPr>
            </a:br>
            <a:r>
              <a:rPr dirty="0">
                <a:sym typeface="+mn-ea"/>
              </a:rPr>
              <a:t>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lIns="90000" tIns="46800" rIns="90000" bIns="46800"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>
                <a:sym typeface="+mn-ea"/>
              </a:rPr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8" name="组合 7"/>
          <p:cNvGrpSpPr/>
          <p:nvPr>
            <p:custDataLst>
              <p:tags r:id="rId5"/>
            </p:custDataLst>
          </p:nvPr>
        </p:nvGrpSpPr>
        <p:grpSpPr>
          <a:xfrm>
            <a:off x="-635" y="5125720"/>
            <a:ext cx="12192635" cy="1726565"/>
            <a:chOff x="-635" y="5125720"/>
            <a:chExt cx="12192635" cy="1726565"/>
          </a:xfrm>
        </p:grpSpPr>
        <p:pic>
          <p:nvPicPr>
            <p:cNvPr id="6" name="Picture 1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35" y="5125720"/>
              <a:ext cx="3977005" cy="1726565"/>
            </a:xfrm>
            <a:prstGeom prst="rect">
              <a:avLst/>
            </a:prstGeom>
          </p:spPr>
        </p:pic>
        <p:pic>
          <p:nvPicPr>
            <p:cNvPr id="7" name="Picture 1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214995" y="5125720"/>
              <a:ext cx="3977005" cy="1726565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14775"/>
            <a:ext cx="6788150" cy="2946400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281600" y="1249200"/>
            <a:ext cx="9626400" cy="723600"/>
          </a:xfrm>
        </p:spPr>
        <p:txBody>
          <a:bodyPr lIns="90000" tIns="46800" rIns="90000" bIns="46800" anchor="ctr">
            <a:normAutofit/>
          </a:bodyPr>
          <a:lstStyle>
            <a:lvl1pPr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281113" y="2163600"/>
            <a:ext cx="9626600" cy="3445200"/>
          </a:xfrm>
        </p:spPr>
        <p:txBody>
          <a:bodyPr lIns="90000" tIns="46800" rIns="90000" bIns="46800"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-1" y="-3810"/>
            <a:ext cx="4866885" cy="6866255"/>
          </a:xfrm>
          <a:prstGeom prst="rect">
            <a:avLst/>
          </a:prstGeom>
          <a:solidFill>
            <a:schemeClr val="tx2">
              <a:alpha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477080" y="770255"/>
            <a:ext cx="4115435" cy="882015"/>
          </a:xfrm>
          <a:noFill/>
        </p:spPr>
        <p:txBody>
          <a:bodyPr lIns="90000" tIns="46800" rIns="90000" bIns="46800" anchor="ctr">
            <a:normAutofit/>
          </a:bodyPr>
          <a:lstStyle>
            <a:lvl1pPr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480890" y="1764030"/>
            <a:ext cx="4111625" cy="4093210"/>
          </a:xfrm>
          <a:noFill/>
        </p:spPr>
        <p:txBody>
          <a:bodyPr lIns="90000" tIns="46800" rIns="90000" bIns="46800"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5101200" y="769938"/>
            <a:ext cx="6480000" cy="5087937"/>
          </a:xfrm>
        </p:spPr>
        <p:txBody>
          <a:bodyPr lIns="90000" tIns="46800" rIns="90000" bIns="46800"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grpSp>
        <p:nvGrpSpPr>
          <p:cNvPr id="12" name="组合 11"/>
          <p:cNvGrpSpPr/>
          <p:nvPr>
            <p:custDataLst>
              <p:tags r:id="rId8"/>
            </p:custDataLst>
          </p:nvPr>
        </p:nvGrpSpPr>
        <p:grpSpPr>
          <a:xfrm>
            <a:off x="0" y="-3810"/>
            <a:ext cx="12191365" cy="6866255"/>
            <a:chOff x="0" y="-3810"/>
            <a:chExt cx="12191365" cy="6866255"/>
          </a:xfrm>
        </p:grpSpPr>
        <p:pic>
          <p:nvPicPr>
            <p:cNvPr id="6" name="Picture 1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455920"/>
              <a:ext cx="3241040" cy="1406525"/>
            </a:xfrm>
            <a:prstGeom prst="rect">
              <a:avLst/>
            </a:prstGeom>
          </p:spPr>
        </p:pic>
        <p:grpSp>
          <p:nvGrpSpPr>
            <p:cNvPr id="11" name="组合 10"/>
            <p:cNvGrpSpPr/>
            <p:nvPr userDrawn="1"/>
          </p:nvGrpSpPr>
          <p:grpSpPr>
            <a:xfrm>
              <a:off x="11217275" y="-3810"/>
              <a:ext cx="974090" cy="907415"/>
              <a:chOff x="11217275" y="-3810"/>
              <a:chExt cx="974090" cy="907415"/>
            </a:xfrm>
          </p:grpSpPr>
          <p:sp>
            <p:nvSpPr>
              <p:cNvPr id="13" name="矩形 12"/>
              <p:cNvSpPr/>
              <p:nvPr userDrawn="1">
                <p:custDataLst>
                  <p:tags r:id="rId10"/>
                </p:custDataLst>
              </p:nvPr>
            </p:nvSpPr>
            <p:spPr>
              <a:xfrm flipV="1">
                <a:off x="11685270" y="455930"/>
                <a:ext cx="271780" cy="23304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矩形 9"/>
              <p:cNvSpPr/>
              <p:nvPr userDrawn="1">
                <p:custDataLst>
                  <p:tags r:id="rId11"/>
                </p:custDataLst>
              </p:nvPr>
            </p:nvSpPr>
            <p:spPr>
              <a:xfrm flipV="1">
                <a:off x="11957685" y="231140"/>
                <a:ext cx="233680" cy="23368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/>
              <p:cNvSpPr/>
              <p:nvPr userDrawn="1">
                <p:custDataLst>
                  <p:tags r:id="rId12"/>
                </p:custDataLst>
              </p:nvPr>
            </p:nvSpPr>
            <p:spPr>
              <a:xfrm flipV="1">
                <a:off x="11957050" y="669925"/>
                <a:ext cx="234315" cy="2336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矩形 15"/>
              <p:cNvSpPr/>
              <p:nvPr userDrawn="1">
                <p:custDataLst>
                  <p:tags r:id="rId13"/>
                </p:custDataLst>
              </p:nvPr>
            </p:nvSpPr>
            <p:spPr>
              <a:xfrm flipV="1">
                <a:off x="11450955" y="229235"/>
                <a:ext cx="234315" cy="2336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矩形 18"/>
              <p:cNvSpPr/>
              <p:nvPr userDrawn="1">
                <p:custDataLst>
                  <p:tags r:id="rId14"/>
                </p:custDataLst>
              </p:nvPr>
            </p:nvSpPr>
            <p:spPr>
              <a:xfrm flipV="1">
                <a:off x="11685270" y="-3810"/>
                <a:ext cx="271780" cy="23304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矩形 20"/>
              <p:cNvSpPr/>
              <p:nvPr userDrawn="1">
                <p:custDataLst>
                  <p:tags r:id="rId15"/>
                </p:custDataLst>
              </p:nvPr>
            </p:nvSpPr>
            <p:spPr>
              <a:xfrm flipV="1">
                <a:off x="11217275" y="-2540"/>
                <a:ext cx="233680" cy="23368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-635" y="0"/>
            <a:ext cx="12192000" cy="2664000"/>
          </a:xfrm>
          <a:prstGeom prst="rect">
            <a:avLst/>
          </a:prstGeom>
          <a:solidFill>
            <a:schemeClr val="tx2">
              <a:alpha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2000" y="619200"/>
            <a:ext cx="10976400" cy="788400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12000" y="1659600"/>
            <a:ext cx="10975975" cy="828000"/>
          </a:xfrm>
        </p:spPr>
        <p:txBody>
          <a:bodyPr lIns="90000" tIns="46800" rIns="90000" bIns="46800">
            <a:normAutofit/>
          </a:bodyPr>
          <a:lstStyle>
            <a:lvl1pPr algn="ctr"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612775" y="2808000"/>
            <a:ext cx="10965600" cy="3430800"/>
          </a:xfrm>
        </p:spPr>
        <p:txBody>
          <a:bodyPr lIns="90000" tIns="46800" rIns="90000" bIns="46800"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grpSp>
        <p:nvGrpSpPr>
          <p:cNvPr id="12" name="组合 11"/>
          <p:cNvGrpSpPr/>
          <p:nvPr>
            <p:custDataLst>
              <p:tags r:id="rId8"/>
            </p:custDataLst>
          </p:nvPr>
        </p:nvGrpSpPr>
        <p:grpSpPr>
          <a:xfrm>
            <a:off x="-635" y="3598545"/>
            <a:ext cx="12191780" cy="3253740"/>
            <a:chOff x="-635" y="3598545"/>
            <a:chExt cx="12191780" cy="3253740"/>
          </a:xfrm>
        </p:grpSpPr>
        <p:pic>
          <p:nvPicPr>
            <p:cNvPr id="6" name="Picture 1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35" y="5125720"/>
              <a:ext cx="3977005" cy="1726565"/>
            </a:xfrm>
            <a:prstGeom prst="rect">
              <a:avLst/>
            </a:prstGeom>
          </p:spPr>
        </p:pic>
        <p:grpSp>
          <p:nvGrpSpPr>
            <p:cNvPr id="11" name="组合 10"/>
            <p:cNvGrpSpPr/>
            <p:nvPr userDrawn="1"/>
          </p:nvGrpSpPr>
          <p:grpSpPr>
            <a:xfrm>
              <a:off x="11892280" y="3598545"/>
              <a:ext cx="298865" cy="1209455"/>
              <a:chOff x="11892280" y="3598545"/>
              <a:chExt cx="298865" cy="1209455"/>
            </a:xfrm>
          </p:grpSpPr>
          <p:sp>
            <p:nvSpPr>
              <p:cNvPr id="13" name="矩形 12"/>
              <p:cNvSpPr/>
              <p:nvPr userDrawn="1">
                <p:custDataLst>
                  <p:tags r:id="rId10"/>
                </p:custDataLst>
              </p:nvPr>
            </p:nvSpPr>
            <p:spPr>
              <a:xfrm>
                <a:off x="11892280" y="4054222"/>
                <a:ext cx="298865" cy="29976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矩形 7"/>
              <p:cNvSpPr/>
              <p:nvPr userDrawn="1">
                <p:custDataLst>
                  <p:tags r:id="rId11"/>
                </p:custDataLst>
              </p:nvPr>
            </p:nvSpPr>
            <p:spPr>
              <a:xfrm>
                <a:off x="11892280" y="3598545"/>
                <a:ext cx="298865" cy="29976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/>
              <p:cNvSpPr/>
              <p:nvPr userDrawn="1">
                <p:custDataLst>
                  <p:tags r:id="rId12"/>
                </p:custDataLst>
              </p:nvPr>
            </p:nvSpPr>
            <p:spPr>
              <a:xfrm>
                <a:off x="11892280" y="4508235"/>
                <a:ext cx="298865" cy="299765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>
              <a:alpha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4800" y="462915"/>
            <a:ext cx="10976400" cy="771885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604837" y="1681200"/>
            <a:ext cx="10990800" cy="3211200"/>
          </a:xfrm>
        </p:spPr>
        <p:txBody>
          <a:bodyPr lIns="90000" tIns="46800" rIns="90000" bIns="46800"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7"/>
            </p:custDataLst>
          </p:nvPr>
        </p:nvSpPr>
        <p:spPr>
          <a:xfrm>
            <a:off x="594000" y="5180400"/>
            <a:ext cx="11001600" cy="1011600"/>
          </a:xfrm>
        </p:spPr>
        <p:txBody>
          <a:bodyPr lIns="90000" tIns="46800" rIns="90000" bIns="46800"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grpSp>
        <p:nvGrpSpPr>
          <p:cNvPr id="16" name="组合 15"/>
          <p:cNvGrpSpPr/>
          <p:nvPr>
            <p:custDataLst>
              <p:tags r:id="rId8"/>
            </p:custDataLst>
          </p:nvPr>
        </p:nvGrpSpPr>
        <p:grpSpPr>
          <a:xfrm>
            <a:off x="11217275" y="-3810"/>
            <a:ext cx="974090" cy="907415"/>
            <a:chOff x="11217275" y="-3810"/>
            <a:chExt cx="974090" cy="907415"/>
          </a:xfrm>
        </p:grpSpPr>
        <p:sp>
          <p:nvSpPr>
            <p:cNvPr id="17" name="矩形 16"/>
            <p:cNvSpPr/>
            <p:nvPr userDrawn="1">
              <p:custDataLst>
                <p:tags r:id="rId9"/>
              </p:custDataLst>
            </p:nvPr>
          </p:nvSpPr>
          <p:spPr>
            <a:xfrm flipV="1">
              <a:off x="11685270" y="455930"/>
              <a:ext cx="271780" cy="23304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 userDrawn="1">
              <p:custDataLst>
                <p:tags r:id="rId10"/>
              </p:custDataLst>
            </p:nvPr>
          </p:nvSpPr>
          <p:spPr>
            <a:xfrm flipV="1">
              <a:off x="11957685" y="231140"/>
              <a:ext cx="233680" cy="23368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 userDrawn="1">
              <p:custDataLst>
                <p:tags r:id="rId11"/>
              </p:custDataLst>
            </p:nvPr>
          </p:nvSpPr>
          <p:spPr>
            <a:xfrm flipV="1">
              <a:off x="11957050" y="669925"/>
              <a:ext cx="234315" cy="2336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 userDrawn="1">
              <p:custDataLst>
                <p:tags r:id="rId12"/>
              </p:custDataLst>
            </p:nvPr>
          </p:nvSpPr>
          <p:spPr>
            <a:xfrm flipV="1">
              <a:off x="11450955" y="229235"/>
              <a:ext cx="234315" cy="2336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>
              <p:custDataLst>
                <p:tags r:id="rId13"/>
              </p:custDataLst>
            </p:nvPr>
          </p:nvSpPr>
          <p:spPr>
            <a:xfrm flipV="1">
              <a:off x="11685270" y="-3810"/>
              <a:ext cx="271780" cy="23304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 userDrawn="1">
              <p:custDataLst>
                <p:tags r:id="rId14"/>
              </p:custDataLst>
            </p:nvPr>
          </p:nvSpPr>
          <p:spPr>
            <a:xfrm flipV="1">
              <a:off x="11217275" y="-2540"/>
              <a:ext cx="233680" cy="23368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>
              <a:alpha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79600" y="133095"/>
            <a:ext cx="11037600" cy="670167"/>
          </a:xfrm>
        </p:spPr>
        <p:txBody>
          <a:bodyPr lIns="90000" tIns="46800" rIns="90000" bIns="46800">
            <a:normAutofit/>
          </a:bodyPr>
          <a:lstStyle>
            <a:lvl1pPr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579600" y="1663200"/>
            <a:ext cx="5342400" cy="2894400"/>
          </a:xfrm>
        </p:spPr>
        <p:txBody>
          <a:bodyPr lIns="90000" tIns="46800" rIns="90000" bIns="46800"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6242400" y="1663200"/>
            <a:ext cx="5367600" cy="2894400"/>
          </a:xfrm>
        </p:spPr>
        <p:txBody>
          <a:bodyPr lIns="90000" tIns="46800" rIns="90000" bIns="46800"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8"/>
            </p:custDataLst>
          </p:nvPr>
        </p:nvSpPr>
        <p:spPr>
          <a:xfrm>
            <a:off x="572400" y="4816800"/>
            <a:ext cx="5342400" cy="781200"/>
          </a:xfrm>
        </p:spPr>
        <p:txBody>
          <a:bodyPr lIns="90000" tIns="46800" rIns="90000" bIns="46800"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9"/>
            </p:custDataLst>
          </p:nvPr>
        </p:nvSpPr>
        <p:spPr>
          <a:xfrm>
            <a:off x="6253200" y="4813200"/>
            <a:ext cx="5367600" cy="781200"/>
          </a:xfrm>
        </p:spPr>
        <p:txBody>
          <a:bodyPr lIns="90000" tIns="46800" rIns="90000" bIns="46800"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grpSp>
        <p:nvGrpSpPr>
          <p:cNvPr id="12" name="组合 11"/>
          <p:cNvGrpSpPr/>
          <p:nvPr>
            <p:custDataLst>
              <p:tags r:id="rId10"/>
            </p:custDataLst>
          </p:nvPr>
        </p:nvGrpSpPr>
        <p:grpSpPr>
          <a:xfrm>
            <a:off x="-635" y="1598295"/>
            <a:ext cx="12192415" cy="5253990"/>
            <a:chOff x="-635" y="1598295"/>
            <a:chExt cx="12192415" cy="5253990"/>
          </a:xfrm>
        </p:grpSpPr>
        <p:pic>
          <p:nvPicPr>
            <p:cNvPr id="6" name="Picture 1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35" y="5125720"/>
              <a:ext cx="3977005" cy="1726565"/>
            </a:xfrm>
            <a:prstGeom prst="rect">
              <a:avLst/>
            </a:prstGeom>
          </p:spPr>
        </p:pic>
        <p:grpSp>
          <p:nvGrpSpPr>
            <p:cNvPr id="8" name="组合 7"/>
            <p:cNvGrpSpPr/>
            <p:nvPr userDrawn="1"/>
          </p:nvGrpSpPr>
          <p:grpSpPr>
            <a:xfrm>
              <a:off x="11892915" y="1598295"/>
              <a:ext cx="298865" cy="1209455"/>
              <a:chOff x="11892915" y="1598295"/>
              <a:chExt cx="298865" cy="1209455"/>
            </a:xfrm>
          </p:grpSpPr>
          <p:sp>
            <p:nvSpPr>
              <p:cNvPr id="23" name="矩形 22"/>
              <p:cNvSpPr/>
              <p:nvPr userDrawn="1">
                <p:custDataLst>
                  <p:tags r:id="rId12"/>
                </p:custDataLst>
              </p:nvPr>
            </p:nvSpPr>
            <p:spPr>
              <a:xfrm>
                <a:off x="11892915" y="2053972"/>
                <a:ext cx="298865" cy="29976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矩形 23"/>
              <p:cNvSpPr/>
              <p:nvPr userDrawn="1">
                <p:custDataLst>
                  <p:tags r:id="rId13"/>
                </p:custDataLst>
              </p:nvPr>
            </p:nvSpPr>
            <p:spPr>
              <a:xfrm>
                <a:off x="11892915" y="1598295"/>
                <a:ext cx="298865" cy="29976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矩形 24"/>
              <p:cNvSpPr/>
              <p:nvPr userDrawn="1">
                <p:custDataLst>
                  <p:tags r:id="rId14"/>
                </p:custDataLst>
              </p:nvPr>
            </p:nvSpPr>
            <p:spPr>
              <a:xfrm>
                <a:off x="11892915" y="2507985"/>
                <a:ext cx="298865" cy="299765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522800" y="1339200"/>
            <a:ext cx="9144000" cy="2386800"/>
          </a:xfrm>
        </p:spPr>
        <p:txBody>
          <a:bodyPr lIns="90000" tIns="46800" rIns="90000" bIns="46800" anchor="b">
            <a:normAutofit/>
          </a:bodyPr>
          <a:lstStyle>
            <a:lvl1pPr algn="ctr">
              <a:defRPr sz="60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522413" y="3862800"/>
            <a:ext cx="9144000" cy="1656000"/>
          </a:xfrm>
        </p:spPr>
        <p:txBody>
          <a:bodyPr lIns="90000" tIns="46800" rIns="90000" bIns="46800">
            <a:normAutofit/>
          </a:bodyPr>
          <a:lstStyle>
            <a:lvl1pPr algn="ctr"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grpSp>
        <p:nvGrpSpPr>
          <p:cNvPr id="17" name="组合 16"/>
          <p:cNvGrpSpPr/>
          <p:nvPr>
            <p:custDataLst>
              <p:tags r:id="rId7"/>
            </p:custDataLst>
          </p:nvPr>
        </p:nvGrpSpPr>
        <p:grpSpPr>
          <a:xfrm>
            <a:off x="-116657" y="2726286"/>
            <a:ext cx="12414798" cy="1240236"/>
            <a:chOff x="-116657" y="2726286"/>
            <a:chExt cx="12414798" cy="1240236"/>
          </a:xfrm>
        </p:grpSpPr>
        <p:grpSp>
          <p:nvGrpSpPr>
            <p:cNvPr id="16" name="组合 15"/>
            <p:cNvGrpSpPr/>
            <p:nvPr userDrawn="1"/>
          </p:nvGrpSpPr>
          <p:grpSpPr>
            <a:xfrm>
              <a:off x="-116657" y="2726286"/>
              <a:ext cx="577659" cy="1240236"/>
              <a:chOff x="-116657" y="2874445"/>
              <a:chExt cx="577659" cy="1240236"/>
            </a:xfrm>
          </p:grpSpPr>
          <p:sp>
            <p:nvSpPr>
              <p:cNvPr id="37" name="任意多边形: 形状 36"/>
              <p:cNvSpPr/>
              <p:nvPr userDrawn="1">
                <p:custDataLst>
                  <p:tags r:id="rId14"/>
                </p:custDataLst>
              </p:nvPr>
            </p:nvSpPr>
            <p:spPr>
              <a:xfrm rot="13620000" flipH="1">
                <a:off x="-128691" y="3543424"/>
                <a:ext cx="271780" cy="233045"/>
              </a:xfrm>
              <a:custGeom>
                <a:avLst/>
                <a:gdLst>
                  <a:gd name="connsiteX0" fmla="*/ 0 w 271780"/>
                  <a:gd name="connsiteY0" fmla="*/ 233045 h 233045"/>
                  <a:gd name="connsiteX1" fmla="*/ 271780 w 271780"/>
                  <a:gd name="connsiteY1" fmla="*/ 233045 h 233045"/>
                  <a:gd name="connsiteX2" fmla="*/ 271780 w 271780"/>
                  <a:gd name="connsiteY2" fmla="*/ 0 h 233045"/>
                  <a:gd name="connsiteX3" fmla="*/ 232653 w 271780"/>
                  <a:gd name="connsiteY3" fmla="*/ 0 h 233045"/>
                  <a:gd name="connsiteX4" fmla="*/ 0 w 271780"/>
                  <a:gd name="connsiteY4" fmla="*/ 216952 h 233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1780" h="233045">
                    <a:moveTo>
                      <a:pt x="0" y="233045"/>
                    </a:moveTo>
                    <a:lnTo>
                      <a:pt x="271780" y="233045"/>
                    </a:lnTo>
                    <a:lnTo>
                      <a:pt x="271780" y="0"/>
                    </a:lnTo>
                    <a:lnTo>
                      <a:pt x="232653" y="0"/>
                    </a:lnTo>
                    <a:lnTo>
                      <a:pt x="0" y="216952"/>
                    </a:lnTo>
                    <a:close/>
                  </a:path>
                </a:pathLst>
              </a:cu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矩形 27"/>
              <p:cNvSpPr/>
              <p:nvPr userDrawn="1">
                <p:custDataLst>
                  <p:tags r:id="rId15"/>
                </p:custDataLst>
              </p:nvPr>
            </p:nvSpPr>
            <p:spPr>
              <a:xfrm rot="13620000" flipH="1">
                <a:off x="227322" y="3575316"/>
                <a:ext cx="233680" cy="23368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任意多边形: 形状 40"/>
              <p:cNvSpPr/>
              <p:nvPr userDrawn="1">
                <p:custDataLst>
                  <p:tags r:id="rId16"/>
                </p:custDataLst>
              </p:nvPr>
            </p:nvSpPr>
            <p:spPr>
              <a:xfrm rot="13587297" flipH="1">
                <a:off x="-113169" y="3880684"/>
                <a:ext cx="234315" cy="233680"/>
              </a:xfrm>
              <a:custGeom>
                <a:avLst/>
                <a:gdLst>
                  <a:gd name="connsiteX0" fmla="*/ 0 w 234315"/>
                  <a:gd name="connsiteY0" fmla="*/ 233680 h 233680"/>
                  <a:gd name="connsiteX1" fmla="*/ 234315 w 234315"/>
                  <a:gd name="connsiteY1" fmla="*/ 233680 h 233680"/>
                  <a:gd name="connsiteX2" fmla="*/ 234315 w 234315"/>
                  <a:gd name="connsiteY2" fmla="*/ 0 h 233680"/>
                  <a:gd name="connsiteX3" fmla="*/ 216839 w 234315"/>
                  <a:gd name="connsiteY3" fmla="*/ 0 h 233680"/>
                  <a:gd name="connsiteX4" fmla="*/ 0 w 234315"/>
                  <a:gd name="connsiteY4" fmla="*/ 206097 h 233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4315" h="233680">
                    <a:moveTo>
                      <a:pt x="0" y="233680"/>
                    </a:moveTo>
                    <a:lnTo>
                      <a:pt x="234315" y="233680"/>
                    </a:lnTo>
                    <a:lnTo>
                      <a:pt x="234315" y="0"/>
                    </a:lnTo>
                    <a:lnTo>
                      <a:pt x="216839" y="0"/>
                    </a:lnTo>
                    <a:lnTo>
                      <a:pt x="0" y="206097"/>
                    </a:ln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任意多边形: 形状 34"/>
              <p:cNvSpPr/>
              <p:nvPr userDrawn="1">
                <p:custDataLst>
                  <p:tags r:id="rId17"/>
                </p:custDataLst>
              </p:nvPr>
            </p:nvSpPr>
            <p:spPr>
              <a:xfrm rot="13620000" flipH="1">
                <a:off x="-116975" y="3203650"/>
                <a:ext cx="234315" cy="233680"/>
              </a:xfrm>
              <a:custGeom>
                <a:avLst/>
                <a:gdLst>
                  <a:gd name="connsiteX0" fmla="*/ 0 w 234315"/>
                  <a:gd name="connsiteY0" fmla="*/ 233680 h 233680"/>
                  <a:gd name="connsiteX1" fmla="*/ 234315 w 234315"/>
                  <a:gd name="connsiteY1" fmla="*/ 233680 h 233680"/>
                  <a:gd name="connsiteX2" fmla="*/ 234315 w 234315"/>
                  <a:gd name="connsiteY2" fmla="*/ 0 h 233680"/>
                  <a:gd name="connsiteX3" fmla="*/ 224549 w 234315"/>
                  <a:gd name="connsiteY3" fmla="*/ 0 h 233680"/>
                  <a:gd name="connsiteX4" fmla="*/ 0 w 234315"/>
                  <a:gd name="connsiteY4" fmla="*/ 209395 h 233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4315" h="233680">
                    <a:moveTo>
                      <a:pt x="0" y="233680"/>
                    </a:moveTo>
                    <a:lnTo>
                      <a:pt x="234315" y="233680"/>
                    </a:lnTo>
                    <a:lnTo>
                      <a:pt x="234315" y="0"/>
                    </a:lnTo>
                    <a:lnTo>
                      <a:pt x="224549" y="0"/>
                    </a:lnTo>
                    <a:lnTo>
                      <a:pt x="0" y="209395"/>
                    </a:lnTo>
                    <a:close/>
                  </a:path>
                </a:pathLst>
              </a:cu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矩形 30"/>
              <p:cNvSpPr/>
              <p:nvPr userDrawn="1">
                <p:custDataLst>
                  <p:tags r:id="rId18"/>
                </p:custDataLst>
              </p:nvPr>
            </p:nvSpPr>
            <p:spPr>
              <a:xfrm rot="13620000" flipH="1">
                <a:off x="207541" y="3229882"/>
                <a:ext cx="271780" cy="23304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任意多边形: 形状 22"/>
              <p:cNvSpPr/>
              <p:nvPr userDrawn="1">
                <p:custDataLst>
                  <p:tags r:id="rId19"/>
                </p:custDataLst>
              </p:nvPr>
            </p:nvSpPr>
            <p:spPr>
              <a:xfrm rot="13620000" flipH="1">
                <a:off x="-106734" y="2874445"/>
                <a:ext cx="233680" cy="233680"/>
              </a:xfrm>
              <a:custGeom>
                <a:avLst/>
                <a:gdLst>
                  <a:gd name="connsiteX0" fmla="*/ 0 w 233680"/>
                  <a:gd name="connsiteY0" fmla="*/ 233680 h 233680"/>
                  <a:gd name="connsiteX1" fmla="*/ 233680 w 233680"/>
                  <a:gd name="connsiteY1" fmla="*/ 233680 h 233680"/>
                  <a:gd name="connsiteX2" fmla="*/ 233680 w 233680"/>
                  <a:gd name="connsiteY2" fmla="*/ 0 h 233680"/>
                  <a:gd name="connsiteX3" fmla="*/ 209681 w 233680"/>
                  <a:gd name="connsiteY3" fmla="*/ 0 h 233680"/>
                  <a:gd name="connsiteX4" fmla="*/ 0 w 233680"/>
                  <a:gd name="connsiteY4" fmla="*/ 195531 h 233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3680" h="233680">
                    <a:moveTo>
                      <a:pt x="0" y="233680"/>
                    </a:moveTo>
                    <a:lnTo>
                      <a:pt x="233680" y="233680"/>
                    </a:lnTo>
                    <a:lnTo>
                      <a:pt x="233680" y="0"/>
                    </a:lnTo>
                    <a:lnTo>
                      <a:pt x="209681" y="0"/>
                    </a:lnTo>
                    <a:lnTo>
                      <a:pt x="0" y="195531"/>
                    </a:ln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2" name="组合 41"/>
            <p:cNvGrpSpPr/>
            <p:nvPr userDrawn="1"/>
          </p:nvGrpSpPr>
          <p:grpSpPr>
            <a:xfrm flipH="1">
              <a:off x="11720482" y="2726286"/>
              <a:ext cx="577659" cy="1240236"/>
              <a:chOff x="-116657" y="2874445"/>
              <a:chExt cx="577659" cy="1240236"/>
            </a:xfrm>
          </p:grpSpPr>
          <p:sp>
            <p:nvSpPr>
              <p:cNvPr id="43" name="任意多边形: 形状 42"/>
              <p:cNvSpPr/>
              <p:nvPr userDrawn="1">
                <p:custDataLst>
                  <p:tags r:id="rId8"/>
                </p:custDataLst>
              </p:nvPr>
            </p:nvSpPr>
            <p:spPr>
              <a:xfrm rot="13620000" flipH="1">
                <a:off x="-128691" y="3543424"/>
                <a:ext cx="271780" cy="233045"/>
              </a:xfrm>
              <a:custGeom>
                <a:avLst/>
                <a:gdLst>
                  <a:gd name="connsiteX0" fmla="*/ 0 w 271780"/>
                  <a:gd name="connsiteY0" fmla="*/ 233045 h 233045"/>
                  <a:gd name="connsiteX1" fmla="*/ 271780 w 271780"/>
                  <a:gd name="connsiteY1" fmla="*/ 233045 h 233045"/>
                  <a:gd name="connsiteX2" fmla="*/ 271780 w 271780"/>
                  <a:gd name="connsiteY2" fmla="*/ 0 h 233045"/>
                  <a:gd name="connsiteX3" fmla="*/ 232653 w 271780"/>
                  <a:gd name="connsiteY3" fmla="*/ 0 h 233045"/>
                  <a:gd name="connsiteX4" fmla="*/ 0 w 271780"/>
                  <a:gd name="connsiteY4" fmla="*/ 216952 h 233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1780" h="233045">
                    <a:moveTo>
                      <a:pt x="0" y="233045"/>
                    </a:moveTo>
                    <a:lnTo>
                      <a:pt x="271780" y="233045"/>
                    </a:lnTo>
                    <a:lnTo>
                      <a:pt x="271780" y="0"/>
                    </a:lnTo>
                    <a:lnTo>
                      <a:pt x="232653" y="0"/>
                    </a:lnTo>
                    <a:lnTo>
                      <a:pt x="0" y="216952"/>
                    </a:lnTo>
                    <a:close/>
                  </a:path>
                </a:pathLst>
              </a:cu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矩形 43"/>
              <p:cNvSpPr/>
              <p:nvPr userDrawn="1">
                <p:custDataLst>
                  <p:tags r:id="rId9"/>
                </p:custDataLst>
              </p:nvPr>
            </p:nvSpPr>
            <p:spPr>
              <a:xfrm rot="13620000" flipH="1">
                <a:off x="227322" y="3575316"/>
                <a:ext cx="233680" cy="23368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任意多边形: 形状 44"/>
              <p:cNvSpPr/>
              <p:nvPr userDrawn="1">
                <p:custDataLst>
                  <p:tags r:id="rId10"/>
                </p:custDataLst>
              </p:nvPr>
            </p:nvSpPr>
            <p:spPr>
              <a:xfrm rot="13587297" flipH="1">
                <a:off x="-113169" y="3880684"/>
                <a:ext cx="234315" cy="233680"/>
              </a:xfrm>
              <a:custGeom>
                <a:avLst/>
                <a:gdLst>
                  <a:gd name="connsiteX0" fmla="*/ 0 w 234315"/>
                  <a:gd name="connsiteY0" fmla="*/ 233680 h 233680"/>
                  <a:gd name="connsiteX1" fmla="*/ 234315 w 234315"/>
                  <a:gd name="connsiteY1" fmla="*/ 233680 h 233680"/>
                  <a:gd name="connsiteX2" fmla="*/ 234315 w 234315"/>
                  <a:gd name="connsiteY2" fmla="*/ 0 h 233680"/>
                  <a:gd name="connsiteX3" fmla="*/ 216839 w 234315"/>
                  <a:gd name="connsiteY3" fmla="*/ 0 h 233680"/>
                  <a:gd name="connsiteX4" fmla="*/ 0 w 234315"/>
                  <a:gd name="connsiteY4" fmla="*/ 206097 h 233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4315" h="233680">
                    <a:moveTo>
                      <a:pt x="0" y="233680"/>
                    </a:moveTo>
                    <a:lnTo>
                      <a:pt x="234315" y="233680"/>
                    </a:lnTo>
                    <a:lnTo>
                      <a:pt x="234315" y="0"/>
                    </a:lnTo>
                    <a:lnTo>
                      <a:pt x="216839" y="0"/>
                    </a:lnTo>
                    <a:lnTo>
                      <a:pt x="0" y="206097"/>
                    </a:ln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任意多边形: 形状 45"/>
              <p:cNvSpPr/>
              <p:nvPr userDrawn="1">
                <p:custDataLst>
                  <p:tags r:id="rId11"/>
                </p:custDataLst>
              </p:nvPr>
            </p:nvSpPr>
            <p:spPr>
              <a:xfrm rot="13620000" flipH="1">
                <a:off x="-116975" y="3203650"/>
                <a:ext cx="234315" cy="233680"/>
              </a:xfrm>
              <a:custGeom>
                <a:avLst/>
                <a:gdLst>
                  <a:gd name="connsiteX0" fmla="*/ 0 w 234315"/>
                  <a:gd name="connsiteY0" fmla="*/ 233680 h 233680"/>
                  <a:gd name="connsiteX1" fmla="*/ 234315 w 234315"/>
                  <a:gd name="connsiteY1" fmla="*/ 233680 h 233680"/>
                  <a:gd name="connsiteX2" fmla="*/ 234315 w 234315"/>
                  <a:gd name="connsiteY2" fmla="*/ 0 h 233680"/>
                  <a:gd name="connsiteX3" fmla="*/ 224549 w 234315"/>
                  <a:gd name="connsiteY3" fmla="*/ 0 h 233680"/>
                  <a:gd name="connsiteX4" fmla="*/ 0 w 234315"/>
                  <a:gd name="connsiteY4" fmla="*/ 209395 h 233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4315" h="233680">
                    <a:moveTo>
                      <a:pt x="0" y="233680"/>
                    </a:moveTo>
                    <a:lnTo>
                      <a:pt x="234315" y="233680"/>
                    </a:lnTo>
                    <a:lnTo>
                      <a:pt x="234315" y="0"/>
                    </a:lnTo>
                    <a:lnTo>
                      <a:pt x="224549" y="0"/>
                    </a:lnTo>
                    <a:lnTo>
                      <a:pt x="0" y="209395"/>
                    </a:lnTo>
                    <a:close/>
                  </a:path>
                </a:pathLst>
              </a:cu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矩形 46"/>
              <p:cNvSpPr/>
              <p:nvPr userDrawn="1">
                <p:custDataLst>
                  <p:tags r:id="rId12"/>
                </p:custDataLst>
              </p:nvPr>
            </p:nvSpPr>
            <p:spPr>
              <a:xfrm rot="13620000" flipH="1">
                <a:off x="207541" y="3229882"/>
                <a:ext cx="271780" cy="23304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任意多边形: 形状 47"/>
              <p:cNvSpPr/>
              <p:nvPr userDrawn="1">
                <p:custDataLst>
                  <p:tags r:id="rId13"/>
                </p:custDataLst>
              </p:nvPr>
            </p:nvSpPr>
            <p:spPr>
              <a:xfrm rot="13620000" flipH="1">
                <a:off x="-106734" y="2874445"/>
                <a:ext cx="233680" cy="233680"/>
              </a:xfrm>
              <a:custGeom>
                <a:avLst/>
                <a:gdLst>
                  <a:gd name="connsiteX0" fmla="*/ 0 w 233680"/>
                  <a:gd name="connsiteY0" fmla="*/ 233680 h 233680"/>
                  <a:gd name="connsiteX1" fmla="*/ 233680 w 233680"/>
                  <a:gd name="connsiteY1" fmla="*/ 233680 h 233680"/>
                  <a:gd name="connsiteX2" fmla="*/ 233680 w 233680"/>
                  <a:gd name="connsiteY2" fmla="*/ 0 h 233680"/>
                  <a:gd name="connsiteX3" fmla="*/ 209681 w 233680"/>
                  <a:gd name="connsiteY3" fmla="*/ 0 h 233680"/>
                  <a:gd name="connsiteX4" fmla="*/ 0 w 233680"/>
                  <a:gd name="connsiteY4" fmla="*/ 195531 h 233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3680" h="233680">
                    <a:moveTo>
                      <a:pt x="0" y="233680"/>
                    </a:moveTo>
                    <a:lnTo>
                      <a:pt x="233680" y="233680"/>
                    </a:lnTo>
                    <a:lnTo>
                      <a:pt x="233680" y="0"/>
                    </a:lnTo>
                    <a:lnTo>
                      <a:pt x="209681" y="0"/>
                    </a:lnTo>
                    <a:lnTo>
                      <a:pt x="0" y="195531"/>
                    </a:ln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7B400-BDC3-4630-8C09-4784A53BC788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D8896-DE39-423B-BDBD-3425063AD67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ags" Target="../tags/tag3.xml"/><Relationship Id="rId30" Type="http://schemas.openxmlformats.org/officeDocument/2006/relationships/tags" Target="../tags/tag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5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6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7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8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9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3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22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tags" Target="../tags/tag232.xml"/><Relationship Id="rId7" Type="http://schemas.openxmlformats.org/officeDocument/2006/relationships/oleObject" Target="../embeddings/oleObject2.bin"/><Relationship Id="rId2" Type="http://schemas.openxmlformats.org/officeDocument/2006/relationships/tags" Target="../tags/tag231.xml"/><Relationship Id="rId1" Type="http://schemas.openxmlformats.org/officeDocument/2006/relationships/tags" Target="../tags/tag230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7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3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13" Type="http://schemas.openxmlformats.org/officeDocument/2006/relationships/oleObject" Target="../embeddings/oleObject9.bin"/><Relationship Id="rId18" Type="http://schemas.openxmlformats.org/officeDocument/2006/relationships/image" Target="../media/image15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12.wmf"/><Relationship Id="rId17" Type="http://schemas.openxmlformats.org/officeDocument/2006/relationships/oleObject" Target="../embeddings/oleObject11.bin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14.wmf"/><Relationship Id="rId20" Type="http://schemas.openxmlformats.org/officeDocument/2006/relationships/image" Target="../media/image16.wmf"/><Relationship Id="rId1" Type="http://schemas.openxmlformats.org/officeDocument/2006/relationships/tags" Target="../tags/tag233.xml"/><Relationship Id="rId6" Type="http://schemas.openxmlformats.org/officeDocument/2006/relationships/image" Target="../media/image9.e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5" Type="http://schemas.openxmlformats.org/officeDocument/2006/relationships/oleObject" Target="../embeddings/oleObject10.bin"/><Relationship Id="rId10" Type="http://schemas.openxmlformats.org/officeDocument/2006/relationships/image" Target="../media/image11.wmf"/><Relationship Id="rId19" Type="http://schemas.openxmlformats.org/officeDocument/2006/relationships/oleObject" Target="../embeddings/oleObject12.bin"/><Relationship Id="rId4" Type="http://schemas.openxmlformats.org/officeDocument/2006/relationships/image" Target="../media/image8.e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13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13" Type="http://schemas.openxmlformats.org/officeDocument/2006/relationships/oleObject" Target="../embeddings/oleObject18.bin"/><Relationship Id="rId18" Type="http://schemas.openxmlformats.org/officeDocument/2006/relationships/image" Target="../media/image24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21.wmf"/><Relationship Id="rId17" Type="http://schemas.openxmlformats.org/officeDocument/2006/relationships/oleObject" Target="../embeddings/oleObject20.bin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23.wmf"/><Relationship Id="rId1" Type="http://schemas.openxmlformats.org/officeDocument/2006/relationships/tags" Target="../tags/tag234.xml"/><Relationship Id="rId6" Type="http://schemas.openxmlformats.org/officeDocument/2006/relationships/image" Target="../media/image18.e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4.bin"/><Relationship Id="rId15" Type="http://schemas.openxmlformats.org/officeDocument/2006/relationships/oleObject" Target="../embeddings/oleObject19.bin"/><Relationship Id="rId10" Type="http://schemas.openxmlformats.org/officeDocument/2006/relationships/image" Target="../media/image20.emf"/><Relationship Id="rId4" Type="http://schemas.openxmlformats.org/officeDocument/2006/relationships/image" Target="../media/image17.emf"/><Relationship Id="rId9" Type="http://schemas.openxmlformats.org/officeDocument/2006/relationships/oleObject" Target="../embeddings/oleObject16.bin"/><Relationship Id="rId14" Type="http://schemas.openxmlformats.org/officeDocument/2006/relationships/image" Target="../media/image22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3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36.xml"/><Relationship Id="rId6" Type="http://schemas.openxmlformats.org/officeDocument/2006/relationships/image" Target="../media/image27.e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6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37.xml"/><Relationship Id="rId6" Type="http://schemas.openxmlformats.org/officeDocument/2006/relationships/image" Target="../media/image29.e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8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38.xml"/><Relationship Id="rId6" Type="http://schemas.openxmlformats.org/officeDocument/2006/relationships/image" Target="../media/image31.e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30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39.xml"/><Relationship Id="rId4" Type="http://schemas.openxmlformats.org/officeDocument/2006/relationships/image" Target="../media/image3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1938376" y="2402540"/>
            <a:ext cx="8315247" cy="71228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dirty="0"/>
              <a:t>数字逻辑实验</a:t>
            </a:r>
            <a:r>
              <a:rPr lang="en-US" altLang="zh-CN" sz="4000" dirty="0"/>
              <a:t>8</a:t>
            </a:r>
            <a:r>
              <a:rPr lang="zh-CN" altLang="en-US" sz="4000" dirty="0"/>
              <a:t>：流水灯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实验要求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69925" y="952500"/>
            <a:ext cx="6632575" cy="5388610"/>
          </a:xfrm>
        </p:spPr>
        <p:txBody>
          <a:bodyPr/>
          <a:lstStyle/>
          <a:p>
            <a:r>
              <a:rPr lang="zh-CN" altLang="en-US" dirty="0"/>
              <a:t>内容</a:t>
            </a:r>
          </a:p>
          <a:p>
            <a:pPr lvl="1"/>
            <a:r>
              <a:rPr sz="1400" dirty="0"/>
              <a:t>使用尽可能少的 D 触发器设计一个</a:t>
            </a:r>
            <a:r>
              <a:rPr sz="1400" dirty="0">
                <a:solidFill>
                  <a:srgbClr val="FF0000"/>
                </a:solidFill>
              </a:rPr>
              <a:t> 4 位流水灯</a:t>
            </a:r>
          </a:p>
          <a:p>
            <a:pPr lvl="2"/>
            <a:r>
              <a:rPr lang="zh-CN" altLang="en-US" sz="1200" dirty="0"/>
              <a:t>4 盏灯一字排列，从右到左，灯依次点亮熄灭，前一盏灯熄灭后，后一盏灯点亮。用 1 表示点亮，0 表示熄灭的话，那么 LED 灯呈现 </a:t>
            </a:r>
            <a:r>
              <a:rPr lang="zh-CN" altLang="en-US" sz="1200" dirty="0">
                <a:solidFill>
                  <a:srgbClr val="FF0000"/>
                </a:solidFill>
              </a:rPr>
              <a:t>0001-&gt;0010-&gt;0100-&gt;1000-&gt;0001</a:t>
            </a:r>
            <a:r>
              <a:rPr lang="zh-CN" altLang="en-US" sz="1200" dirty="0"/>
              <a:t> 的循环。该电路还应该有一个</a:t>
            </a:r>
            <a:r>
              <a:rPr lang="zh-CN" altLang="en-US" sz="1200" dirty="0">
                <a:solidFill>
                  <a:srgbClr val="FF0000"/>
                </a:solidFill>
              </a:rPr>
              <a:t>使能开关</a:t>
            </a:r>
            <a:r>
              <a:rPr lang="zh-CN" altLang="en-US" sz="1200" dirty="0"/>
              <a:t>，当开关闭合时，电路开始工作，否则电路保持在 0000。</a:t>
            </a:r>
          </a:p>
          <a:p>
            <a:pPr lvl="1"/>
            <a:endParaRPr lang="zh-CN" altLang="en-US" sz="1200" dirty="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1. </a:t>
            </a:r>
            <a:r>
              <a:rPr dirty="0">
                <a:sym typeface="+mn-ea"/>
              </a:rPr>
              <a:t>状态转换</a:t>
            </a:r>
            <a:r>
              <a:rPr lang="zh-CN" altLang="en-US" dirty="0">
                <a:sym typeface="+mn-ea"/>
              </a:rPr>
              <a:t>和状态转换真值表</a:t>
            </a:r>
            <a:endParaRPr lang="en-US" altLang="zh-CN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状态转换</a:t>
            </a:r>
            <a:endParaRPr lang="en-US" altLang="zh-CN" dirty="0">
              <a:sym typeface="+mn-ea"/>
            </a:endParaRPr>
          </a:p>
          <a:p>
            <a:r>
              <a:rPr sz="1400" dirty="0">
                <a:sym typeface="+mn-ea"/>
              </a:rPr>
              <a:t>输出与输入无关，只与当前状态有关。</a:t>
            </a:r>
          </a:p>
          <a:p>
            <a:pPr lvl="1"/>
            <a:endParaRPr lang="zh-CN" altLang="en-US" sz="1400" dirty="0">
              <a:sym typeface="+mn-ea"/>
            </a:endParaRPr>
          </a:p>
          <a:p>
            <a:pPr lvl="1"/>
            <a:endParaRPr lang="zh-CN" altLang="en-US" sz="1400" dirty="0">
              <a:sym typeface="+mn-ea"/>
            </a:endParaRPr>
          </a:p>
          <a:p>
            <a:pPr lvl="1"/>
            <a:endParaRPr lang="zh-CN" altLang="en-US" sz="1400" dirty="0">
              <a:sym typeface="+mn-ea"/>
            </a:endParaRPr>
          </a:p>
          <a:p>
            <a:pPr lvl="1"/>
            <a:endParaRPr lang="zh-CN" altLang="en-US" sz="1400" dirty="0">
              <a:sym typeface="+mn-ea"/>
            </a:endParaRPr>
          </a:p>
          <a:p>
            <a:pPr lvl="1"/>
            <a:endParaRPr lang="zh-CN" altLang="en-US" sz="1400" dirty="0">
              <a:sym typeface="+mn-ea"/>
            </a:endParaRPr>
          </a:p>
          <a:p>
            <a:pPr lvl="1"/>
            <a:endParaRPr lang="zh-CN" altLang="en-US" sz="1400" dirty="0">
              <a:sym typeface="+mn-ea"/>
            </a:endParaRPr>
          </a:p>
          <a:p>
            <a:pPr lvl="1"/>
            <a:endParaRPr lang="zh-CN" altLang="en-US" sz="1400" dirty="0">
              <a:sym typeface="+mn-ea"/>
            </a:endParaRPr>
          </a:p>
          <a:p>
            <a:pPr lvl="0"/>
            <a:endParaRPr lang="zh-CN" altLang="en-US" sz="1400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  <p:graphicFrame>
        <p:nvGraphicFramePr>
          <p:cNvPr id="8" name="表格 7"/>
          <p:cNvGraphicFramePr/>
          <p:nvPr>
            <p:custDataLst>
              <p:tags r:id="rId2"/>
            </p:custDataLst>
          </p:nvPr>
        </p:nvGraphicFramePr>
        <p:xfrm>
          <a:off x="471805" y="4425950"/>
          <a:ext cx="4490720" cy="23806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3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4485"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en-US" altLang="zh-CN" sz="1400" baseline="-250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400" baseline="-250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10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/>
                        <a:t>Reset=0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ym typeface="+mn-ea"/>
                        </a:rPr>
                        <a:t>Reset=1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8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/>
                        <a:t>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/>
                        <a:t>001/0000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/>
                        <a:t>000/0000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8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/>
                        <a:t>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/>
                        <a:t>010/0001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ym typeface="+mn-ea"/>
                        </a:rPr>
                        <a:t>000/0001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1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/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/>
                        <a:t>011/00</a:t>
                      </a:r>
                      <a:r>
                        <a:rPr lang="en-US" altLang="zh-CN" sz="1400">
                          <a:sym typeface="+mn-ea"/>
                        </a:rPr>
                        <a:t>1</a:t>
                      </a:r>
                      <a:r>
                        <a:rPr lang="en-US" altLang="zh-CN" sz="14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/>
                        <a:t>000/</a:t>
                      </a:r>
                      <a:r>
                        <a:rPr lang="en-US" altLang="zh-CN" sz="1400">
                          <a:sym typeface="+mn-ea"/>
                        </a:rPr>
                        <a:t>0010</a:t>
                      </a:r>
                      <a:endParaRPr lang="en-US" altLang="zh-C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/>
                        <a:t>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/>
                        <a:t>100/0</a:t>
                      </a:r>
                      <a:r>
                        <a:rPr lang="en-US" altLang="zh-CN" sz="1400">
                          <a:sym typeface="+mn-ea"/>
                        </a:rPr>
                        <a:t>1</a:t>
                      </a:r>
                      <a:r>
                        <a:rPr lang="en-US" altLang="zh-CN" sz="140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/>
                        <a:t>000</a:t>
                      </a:r>
                      <a:r>
                        <a:rPr lang="en-US" altLang="zh-CN" sz="1400">
                          <a:sym typeface="+mn-ea"/>
                        </a:rPr>
                        <a:t>/0100</a:t>
                      </a:r>
                      <a:endParaRPr lang="en-US" altLang="zh-C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48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/>
                        <a:t>001</a:t>
                      </a:r>
                      <a:r>
                        <a:rPr lang="en-US" altLang="zh-CN" sz="1400" dirty="0">
                          <a:sym typeface="+mn-ea"/>
                        </a:rPr>
                        <a:t>/1000</a:t>
                      </a:r>
                      <a:endParaRPr lang="en-US" altLang="zh-C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/>
                        <a:t>000</a:t>
                      </a:r>
                      <a:r>
                        <a:rPr lang="en-US" altLang="zh-CN" sz="1400" dirty="0">
                          <a:sym typeface="+mn-ea"/>
                        </a:rPr>
                        <a:t>/1000</a:t>
                      </a:r>
                      <a:endParaRPr lang="en-US" altLang="zh-C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对象 8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717165" y="4425950"/>
          <a:ext cx="140589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079500" imgH="241300" progId="Equation.KSEE3">
                  <p:embed/>
                </p:oleObj>
              </mc:Choice>
              <mc:Fallback>
                <p:oleObj r:id="rId5" imgW="1079500" imgH="2413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17165" y="4425950"/>
                        <a:ext cx="1405890" cy="314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906780" y="4638675"/>
          <a:ext cx="69469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533400" imgH="241300" progId="Equation.KSEE3">
                  <p:embed/>
                </p:oleObj>
              </mc:Choice>
              <mc:Fallback>
                <p:oleObj r:id="rId7" imgW="533400" imgH="2413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06780" y="4638675"/>
                        <a:ext cx="694690" cy="314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516912" y="1555115"/>
          <a:ext cx="5083810" cy="280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5791200" imgH="3213100" progId="Visio.Drawing.11">
                  <p:embed/>
                </p:oleObj>
              </mc:Choice>
              <mc:Fallback>
                <p:oleObj r:id="rId9" imgW="5791200" imgH="3213100" progId="Visio.Drawing.11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16912" y="1555115"/>
                        <a:ext cx="5083810" cy="2803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表格 -1"/>
          <p:cNvGraphicFramePr/>
          <p:nvPr>
            <p:custDataLst>
              <p:tags r:id="rId3"/>
            </p:custDataLst>
          </p:nvPr>
        </p:nvGraphicFramePr>
        <p:xfrm>
          <a:off x="6238919" y="1439545"/>
          <a:ext cx="5283200" cy="53670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1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19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13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00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13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06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879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00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8133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3307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1" i="1" dirty="0">
                          <a:solidFill>
                            <a:srgbClr val="3D557F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Q</a:t>
                      </a:r>
                      <a:r>
                        <a:rPr lang="en-US" altLang="zh-CN" sz="1400" b="1" i="1" baseline="-25000" dirty="0">
                          <a:solidFill>
                            <a:srgbClr val="3D557F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1400" b="1" i="1" baseline="-25000" dirty="0">
                        <a:solidFill>
                          <a:srgbClr val="3D557F"/>
                        </a:solidFill>
                        <a:latin typeface="Times New Roman" panose="02020603050405020304" charset="0"/>
                        <a:ea typeface="Calibri" panose="020F0502020204030204" pitchFamily="34" charset="0"/>
                        <a:cs typeface="Times New Roman" panose="02020603050405020304" charset="0"/>
                      </a:endParaRP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D557F"/>
                      </a:solidFill>
                      <a:prstDash val="solid"/>
                    </a:lnT>
                    <a:lnB w="19050">
                      <a:solidFill>
                        <a:srgbClr val="3D557F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1" i="1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Q</a:t>
                      </a:r>
                      <a:r>
                        <a:rPr lang="en-US" altLang="zh-CN" sz="1400" b="1" i="1" baseline="-2500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D557F"/>
                      </a:solidFill>
                      <a:prstDash val="solid"/>
                    </a:lnT>
                    <a:lnB w="19050">
                      <a:solidFill>
                        <a:srgbClr val="3D557F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1" i="1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Q</a:t>
                      </a:r>
                      <a:r>
                        <a:rPr lang="en-US" altLang="zh-CN" sz="1400" b="1" i="1" baseline="-2500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2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D557F"/>
                      </a:solidFill>
                      <a:prstDash val="solid"/>
                    </a:lnT>
                    <a:lnB w="19050">
                      <a:solidFill>
                        <a:srgbClr val="3D557F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1" i="1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Reset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D557F"/>
                      </a:solidFill>
                      <a:prstDash val="solid"/>
                    </a:lnT>
                    <a:lnB w="19050">
                      <a:solidFill>
                        <a:srgbClr val="3D557F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1" i="1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Q</a:t>
                      </a:r>
                      <a:r>
                        <a:rPr lang="en-US" altLang="zh-CN" sz="1400" b="1" i="1" baseline="-2500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  <a:r>
                        <a:rPr lang="en-US" altLang="zh-CN" sz="1400" b="1" i="1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*</a:t>
                      </a:r>
                    </a:p>
                    <a:p>
                      <a:pPr indent="0" algn="ctr">
                        <a:buNone/>
                      </a:pPr>
                      <a:r>
                        <a:rPr lang="en-US" altLang="zh-CN" sz="1400" b="1" i="1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(D</a:t>
                      </a:r>
                      <a:r>
                        <a:rPr lang="en-US" altLang="zh-CN" sz="1400" b="1" i="1" baseline="-2500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  <a:r>
                        <a:rPr lang="en-US" altLang="zh-CN" sz="1400" b="1" i="1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)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D557F"/>
                      </a:solidFill>
                      <a:prstDash val="solid"/>
                    </a:lnT>
                    <a:lnB w="19050">
                      <a:solidFill>
                        <a:srgbClr val="3D557F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1" i="1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Q</a:t>
                      </a:r>
                      <a:r>
                        <a:rPr lang="en-US" altLang="zh-CN" sz="1400" b="1" i="1" baseline="-2500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  <a:r>
                        <a:rPr lang="en-US" altLang="zh-CN" sz="1400" b="1" i="1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*</a:t>
                      </a:r>
                    </a:p>
                    <a:p>
                      <a:pPr indent="0" algn="ctr">
                        <a:buNone/>
                      </a:pPr>
                      <a:r>
                        <a:rPr lang="en-US" altLang="zh-CN" sz="1400" b="1" i="1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(D</a:t>
                      </a:r>
                      <a:r>
                        <a:rPr lang="en-US" altLang="zh-CN" sz="1400" b="1" i="1" baseline="-2500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  <a:r>
                        <a:rPr lang="en-US" altLang="zh-CN" sz="1400" b="1" i="1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)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D557F"/>
                      </a:solidFill>
                      <a:prstDash val="solid"/>
                    </a:lnT>
                    <a:lnB w="19050">
                      <a:solidFill>
                        <a:srgbClr val="3D557F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1" i="1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Q</a:t>
                      </a:r>
                      <a:r>
                        <a:rPr lang="en-US" altLang="zh-CN" sz="1400" b="1" i="1" baseline="-2500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2</a:t>
                      </a:r>
                      <a:r>
                        <a:rPr lang="en-US" altLang="zh-CN" sz="1400" b="1" i="1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*</a:t>
                      </a:r>
                    </a:p>
                    <a:p>
                      <a:pPr indent="0" algn="ctr">
                        <a:buNone/>
                      </a:pPr>
                      <a:r>
                        <a:rPr lang="en-US" altLang="zh-CN" sz="1400" b="1" i="1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(D</a:t>
                      </a:r>
                      <a:r>
                        <a:rPr lang="en-US" altLang="zh-CN" sz="1400" b="1" i="1" baseline="-2500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2</a:t>
                      </a:r>
                      <a:r>
                        <a:rPr lang="en-US" altLang="zh-CN" sz="1400" b="1" i="1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)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D557F"/>
                      </a:solidFill>
                      <a:prstDash val="solid"/>
                    </a:lnT>
                    <a:lnB w="19050">
                      <a:solidFill>
                        <a:srgbClr val="3D557F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1" i="1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Y</a:t>
                      </a:r>
                      <a:r>
                        <a:rPr lang="en-US" altLang="zh-CN" sz="1400" b="1" i="1" baseline="-2500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D557F"/>
                      </a:solidFill>
                      <a:prstDash val="solid"/>
                    </a:lnT>
                    <a:lnB w="19050">
                      <a:solidFill>
                        <a:srgbClr val="3D557F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1" i="1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Y</a:t>
                      </a:r>
                      <a:r>
                        <a:rPr lang="en-US" altLang="zh-CN" sz="1400" b="1" i="1" baseline="-2500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D557F"/>
                      </a:solidFill>
                      <a:prstDash val="solid"/>
                    </a:lnT>
                    <a:lnB w="19050">
                      <a:solidFill>
                        <a:srgbClr val="3D557F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1" i="1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Y</a:t>
                      </a:r>
                      <a:r>
                        <a:rPr lang="en-US" altLang="zh-CN" sz="1400" b="1" i="1" baseline="-2500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2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D557F"/>
                      </a:solidFill>
                      <a:prstDash val="solid"/>
                    </a:lnT>
                    <a:lnB w="19050">
                      <a:solidFill>
                        <a:srgbClr val="3D557F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1" i="1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Y</a:t>
                      </a:r>
                      <a:r>
                        <a:rPr lang="en-US" altLang="zh-CN" sz="1400" b="1" i="1" baseline="-2500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3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D557F"/>
                      </a:solidFill>
                      <a:prstDash val="solid"/>
                    </a:lnT>
                    <a:lnB w="19050">
                      <a:solidFill>
                        <a:srgbClr val="3D557F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D557F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D557F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D557F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D557F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D557F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D557F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D557F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D557F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D557F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D557F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D557F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x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x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x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x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x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x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x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x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x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x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x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x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x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x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x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x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x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x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x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x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x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x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x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x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x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x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x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x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x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x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x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x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x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x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x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3D557F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3D557F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3D557F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3D557F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x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3D557F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x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3D557F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x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3D557F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x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3D557F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x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3D557F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x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3D557F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rgbClr val="3D557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x</a:t>
                      </a:r>
                    </a:p>
                  </a:txBody>
                  <a:tcPr marL="0" marR="0" marT="0" marB="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3D557F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DB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en-US" altLang="zh-CN" dirty="0">
                <a:sym typeface="+mn-ea"/>
              </a:rPr>
              <a:t>. </a:t>
            </a:r>
            <a:r>
              <a:rPr dirty="0">
                <a:sym typeface="+mn-ea"/>
              </a:rPr>
              <a:t>状态方程和激励方程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/>
            <a:r>
              <a:t>状态方程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pPr lvl="1"/>
            <a:endParaRPr sz="140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007110" y="1395730"/>
          <a:ext cx="2040485" cy="21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663700" imgH="1765300" progId="Visio.Drawing.11">
                  <p:embed/>
                </p:oleObj>
              </mc:Choice>
              <mc:Fallback>
                <p:oleObj r:id="rId3" imgW="1663700" imgH="1765300" progId="Visio.Drawing.11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07110" y="1395730"/>
                        <a:ext cx="2040485" cy="216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618355" y="1395730"/>
          <a:ext cx="2040474" cy="21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663700" imgH="1765300" progId="Visio.Drawing.11">
                  <p:embed/>
                </p:oleObj>
              </mc:Choice>
              <mc:Fallback>
                <p:oleObj r:id="rId5" imgW="1663700" imgH="1765300" progId="Visio.Drawing.11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18355" y="1395730"/>
                        <a:ext cx="2040474" cy="216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8891689" y="1395730"/>
          <a:ext cx="2011579" cy="21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663700" imgH="1790700" progId="Visio.Drawing.11">
                  <p:embed/>
                </p:oleObj>
              </mc:Choice>
              <mc:Fallback>
                <p:oleObj r:id="rId7" imgW="1663700" imgH="1790700" progId="Visio.Drawing.11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891689" y="1395730"/>
                        <a:ext cx="2011579" cy="216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640205" y="3556000"/>
          <a:ext cx="1214755" cy="398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774065" imgH="254000" progId="Equation.KSEE3">
                  <p:embed/>
                </p:oleObj>
              </mc:Choice>
              <mc:Fallback>
                <p:oleObj r:id="rId9" imgW="774065" imgH="2540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40205" y="3556000"/>
                        <a:ext cx="1214755" cy="3987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039599" y="3543030"/>
          <a:ext cx="3827145" cy="379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2438400" imgH="241300" progId="Equation.KSEE3">
                  <p:embed/>
                </p:oleObj>
              </mc:Choice>
              <mc:Fallback>
                <p:oleObj r:id="rId11" imgW="2438400" imgH="2413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039599" y="3543030"/>
                        <a:ext cx="3827145" cy="3790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9528263" y="3555730"/>
          <a:ext cx="995680" cy="379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634365" imgH="241300" progId="Equation.KSEE3">
                  <p:embed/>
                </p:oleObj>
              </mc:Choice>
              <mc:Fallback>
                <p:oleObj r:id="rId13" imgW="634365" imgH="2413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528263" y="3555730"/>
                        <a:ext cx="995680" cy="3790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096557" y="4691157"/>
          <a:ext cx="1713230" cy="398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1091565" imgH="254000" progId="Equation.KSEE3">
                  <p:embed/>
                </p:oleObj>
              </mc:Choice>
              <mc:Fallback>
                <p:oleObj r:id="rId15" imgW="1091565" imgH="2540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096557" y="4691157"/>
                        <a:ext cx="1713230" cy="3987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096557" y="5173440"/>
          <a:ext cx="2571750" cy="379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1638300" imgH="241300" progId="Equation.KSEE3">
                  <p:embed/>
                </p:oleObj>
              </mc:Choice>
              <mc:Fallback>
                <p:oleObj r:id="rId17" imgW="1638300" imgH="2413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096557" y="5173440"/>
                        <a:ext cx="2571750" cy="3790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096557" y="5690330"/>
          <a:ext cx="1515110" cy="379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9" imgW="965200" imgH="241300" progId="Equation.KSEE3">
                  <p:embed/>
                </p:oleObj>
              </mc:Choice>
              <mc:Fallback>
                <p:oleObj r:id="rId19" imgW="965200" imgH="2413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096557" y="5690330"/>
                        <a:ext cx="1515110" cy="3790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4. </a:t>
            </a:r>
            <a:r>
              <a:rPr>
                <a:sym typeface="+mn-ea"/>
              </a:rPr>
              <a:t>输出方程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输出方程</a:t>
            </a:r>
            <a:endParaRPr dirty="0"/>
          </a:p>
        </p:txBody>
      </p:sp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899160" y="1472565"/>
          <a:ext cx="2182351" cy="151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663700" imgH="1168400" progId="Visio.Drawing.11">
                  <p:embed/>
                </p:oleObj>
              </mc:Choice>
              <mc:Fallback>
                <p:oleObj r:id="rId3" imgW="1663700" imgH="1168400" progId="Visio.Drawing.11">
                  <p:embed/>
                  <p:pic>
                    <p:nvPicPr>
                      <p:cNvPr id="0" name="图片 3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99160" y="1472565"/>
                        <a:ext cx="2182351" cy="151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/>
        </p:nvGraphicFramePr>
        <p:xfrm>
          <a:off x="899088" y="3486817"/>
          <a:ext cx="2182495" cy="1511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663700" imgH="1168400" progId="Visio.Drawing.11">
                  <p:embed/>
                </p:oleObj>
              </mc:Choice>
              <mc:Fallback>
                <p:oleObj r:id="rId5" imgW="1663700" imgH="1168400" progId="Visio.Drawing.11">
                  <p:embed/>
                  <p:pic>
                    <p:nvPicPr>
                      <p:cNvPr id="0" name="图片 3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99088" y="3486817"/>
                        <a:ext cx="2182495" cy="15119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/>
        </p:nvGraphicFramePr>
        <p:xfrm>
          <a:off x="3612515" y="1626870"/>
          <a:ext cx="2182351" cy="151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663700" imgH="1168400" progId="Visio.Drawing.11">
                  <p:embed/>
                </p:oleObj>
              </mc:Choice>
              <mc:Fallback>
                <p:oleObj r:id="rId7" imgW="1663700" imgH="1168400" progId="Visio.Drawing.11">
                  <p:embed/>
                  <p:pic>
                    <p:nvPicPr>
                      <p:cNvPr id="0" name="图片 3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12515" y="1626870"/>
                        <a:ext cx="2182351" cy="151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/>
          <p:cNvGraphicFramePr>
            <a:graphicFrameLocks noChangeAspect="1"/>
          </p:cNvGraphicFramePr>
          <p:nvPr/>
        </p:nvGraphicFramePr>
        <p:xfrm>
          <a:off x="3641725" y="3519805"/>
          <a:ext cx="2311395" cy="151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765300" imgH="1168400" progId="Visio.Drawing.11">
                  <p:embed/>
                </p:oleObj>
              </mc:Choice>
              <mc:Fallback>
                <p:oleObj r:id="rId9" imgW="1765300" imgH="1168400" progId="Visio.Drawing.11">
                  <p:embed/>
                  <p:pic>
                    <p:nvPicPr>
                      <p:cNvPr id="0" name="图片 3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641725" y="3519805"/>
                        <a:ext cx="2311395" cy="151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840230" y="3138805"/>
          <a:ext cx="80391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482600" imgH="228600" progId="Equation.KSEE3">
                  <p:embed/>
                </p:oleObj>
              </mc:Choice>
              <mc:Fallback>
                <p:oleObj r:id="rId11" imgW="4826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840230" y="3138805"/>
                        <a:ext cx="80391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533265" y="3248978"/>
          <a:ext cx="994410" cy="360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596900" imgH="215900" progId="Equation.KSEE3">
                  <p:embed/>
                </p:oleObj>
              </mc:Choice>
              <mc:Fallback>
                <p:oleObj r:id="rId13" imgW="5969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533265" y="3248978"/>
                        <a:ext cx="994410" cy="3600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564640" y="5306696"/>
          <a:ext cx="1079500" cy="402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647700" imgH="241300" progId="Equation.KSEE3">
                  <p:embed/>
                </p:oleObj>
              </mc:Choice>
              <mc:Fallback>
                <p:oleObj r:id="rId15" imgW="647700" imgH="2413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64640" y="5306696"/>
                        <a:ext cx="1079500" cy="4025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289425" y="5396231"/>
          <a:ext cx="1016000" cy="424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609600" imgH="254000" progId="Equation.KSEE3">
                  <p:embed/>
                </p:oleObj>
              </mc:Choice>
              <mc:Fallback>
                <p:oleObj r:id="rId17" imgW="609600" imgH="2540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289425" y="5396231"/>
                        <a:ext cx="1016000" cy="4241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3" y="443234"/>
            <a:ext cx="6689706" cy="441964"/>
          </a:xfrm>
        </p:spPr>
        <p:txBody>
          <a:bodyPr/>
          <a:lstStyle/>
          <a:p>
            <a:r>
              <a:rPr lang="en-US" altLang="zh-CN">
                <a:sym typeface="+mn-ea"/>
              </a:rPr>
              <a:t>4. </a:t>
            </a:r>
            <a:r>
              <a:rPr>
                <a:sym typeface="+mn-ea"/>
              </a:rPr>
              <a:t>电路图</a:t>
            </a:r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06284" y="1498600"/>
            <a:ext cx="10579432" cy="466963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附录</a:t>
            </a:r>
            <a:r>
              <a:rPr lang="en-US" altLang="zh-CN"/>
              <a:t>1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t>基本逻辑门</a:t>
            </a:r>
            <a:r>
              <a:rPr lang="en-US" altLang="zh-CN"/>
              <a:t>IP</a:t>
            </a:r>
            <a:r>
              <a:t>实例</a:t>
            </a:r>
          </a:p>
          <a:p>
            <a:endParaRPr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667510" y="1573530"/>
          <a:ext cx="2263140" cy="4678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292600" imgH="8813800" progId="Visio.Drawing.11">
                  <p:embed/>
                </p:oleObj>
              </mc:Choice>
              <mc:Fallback>
                <p:oleObj r:id="rId3" imgW="4292600" imgH="8813800" progId="Visio.Drawing.11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67510" y="1573530"/>
                        <a:ext cx="2263140" cy="4678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内容占位符 1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/>
              <a:t>双击</a:t>
            </a:r>
            <a:r>
              <a:rPr lang="en-US" altLang="zh-CN"/>
              <a:t>IP</a:t>
            </a:r>
            <a:r>
              <a:rPr lang="zh-CN" altLang="en-US"/>
              <a:t>实例进行配置</a:t>
            </a:r>
          </a:p>
          <a:p>
            <a:pPr lvl="1"/>
            <a:r>
              <a:rPr lang="zh-CN" altLang="en-US" sz="1400"/>
              <a:t>与门</a:t>
            </a:r>
            <a:r>
              <a:rPr lang="en-US" altLang="zh-CN" sz="1400"/>
              <a:t>IP</a:t>
            </a:r>
            <a:r>
              <a:rPr lang="zh-CN" altLang="en-US" sz="1400"/>
              <a:t>实例</a:t>
            </a:r>
          </a:p>
          <a:p>
            <a:pPr lvl="2"/>
            <a:r>
              <a:rPr lang="en-US" altLang="zh-CN" sz="1400"/>
              <a:t>Number of Input Ports (2, 3, 4 ……)</a:t>
            </a:r>
            <a:endParaRPr lang="zh-CN" altLang="en-US" sz="1400"/>
          </a:p>
          <a:p>
            <a:endParaRPr lang="zh-CN" altLang="en-US" sz="1400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6476365" y="2355850"/>
          <a:ext cx="4808220" cy="3599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0160000" imgH="7607300" progId="Visio.Drawing.11">
                  <p:embed/>
                </p:oleObj>
              </mc:Choice>
              <mc:Fallback>
                <p:oleObj r:id="rId5" imgW="10160000" imgH="7607300" progId="Visio.Drawing.11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76365" y="2355850"/>
                        <a:ext cx="4808220" cy="35998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附录</a:t>
            </a:r>
            <a:r>
              <a:rPr lang="en-US" altLang="zh-CN">
                <a:sym typeface="+mn-ea"/>
              </a:rPr>
              <a:t>2</a:t>
            </a:r>
            <a:br>
              <a:rPr lang="en-US" altLang="zh-CN">
                <a:sym typeface="+mn-ea"/>
              </a:rPr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>
                <a:sym typeface="+mn-ea"/>
              </a:rPr>
              <a:t>基本触发器</a:t>
            </a:r>
            <a:r>
              <a:rPr lang="en-US" altLang="zh-CN">
                <a:sym typeface="+mn-ea"/>
              </a:rPr>
              <a:t>IP</a:t>
            </a:r>
            <a:r>
              <a:rPr>
                <a:sym typeface="+mn-ea"/>
              </a:rPr>
              <a:t>实例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双击</a:t>
            </a:r>
            <a:r>
              <a:rPr lang="en-US" altLang="zh-CN">
                <a:sym typeface="+mn-ea"/>
              </a:rPr>
              <a:t>IP</a:t>
            </a:r>
            <a:r>
              <a:rPr lang="zh-CN" altLang="en-US">
                <a:sym typeface="+mn-ea"/>
              </a:rPr>
              <a:t>实例进行配置</a:t>
            </a:r>
          </a:p>
          <a:p>
            <a:pPr lvl="1"/>
            <a:r>
              <a:rPr lang="en-US" altLang="zh-CN" sz="1400"/>
              <a:t>D</a:t>
            </a:r>
            <a:r>
              <a:rPr lang="zh-CN" altLang="en-US" sz="1400"/>
              <a:t>触发器</a:t>
            </a:r>
          </a:p>
          <a:p>
            <a:pPr lvl="2"/>
            <a:r>
              <a:rPr lang="en-US" altLang="zh-CN" sz="1200"/>
              <a:t>Active Clk Edge</a:t>
            </a:r>
          </a:p>
          <a:p>
            <a:pPr lvl="2"/>
            <a:r>
              <a:rPr lang="en-US" altLang="zh-CN" sz="1200"/>
              <a:t>Clear Port</a:t>
            </a:r>
          </a:p>
          <a:p>
            <a:pPr lvl="2"/>
            <a:r>
              <a:rPr lang="en-US" altLang="zh-CN" sz="1200">
                <a:sym typeface="+mn-ea"/>
              </a:rPr>
              <a:t>Preset Port</a:t>
            </a:r>
            <a:endParaRPr lang="en-US" altLang="zh-CN" sz="120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141095" y="1880870"/>
          <a:ext cx="2277110" cy="3532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162300" imgH="4876800" progId="Visio.Drawing.11">
                  <p:embed/>
                </p:oleObj>
              </mc:Choice>
              <mc:Fallback>
                <p:oleObj r:id="rId3" imgW="3162300" imgH="4876800" progId="Visio.Drawing.11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41095" y="1880870"/>
                        <a:ext cx="2277110" cy="3532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139180" y="2854325"/>
          <a:ext cx="5041900" cy="380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0160000" imgH="7670800" progId="Visio.Drawing.11">
                  <p:embed/>
                </p:oleObj>
              </mc:Choice>
              <mc:Fallback>
                <p:oleObj r:id="rId5" imgW="10160000" imgH="7670800" progId="Visio.Drawing.11">
                  <p:embed/>
                  <p:pic>
                    <p:nvPicPr>
                      <p:cNvPr id="0" name="图片 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39180" y="2854325"/>
                        <a:ext cx="5041900" cy="3800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附录</a:t>
            </a:r>
            <a:r>
              <a:rPr lang="en-US" altLang="zh-CN">
                <a:sym typeface="+mn-ea"/>
              </a:rPr>
              <a:t>3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>
                <a:sym typeface="+mn-ea"/>
              </a:rPr>
              <a:t>特殊</a:t>
            </a:r>
            <a:r>
              <a:rPr lang="en-US" altLang="zh-CN">
                <a:sym typeface="+mn-ea"/>
              </a:rPr>
              <a:t>IP</a:t>
            </a:r>
            <a:r>
              <a:rPr>
                <a:sym typeface="+mn-ea"/>
              </a:rPr>
              <a:t>实例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zh-CN"/>
              <a:t>mux</a:t>
            </a:r>
          </a:p>
          <a:p>
            <a:pPr lvl="1"/>
            <a:r>
              <a:rPr lang="en-US" altLang="zh-CN" sz="1400">
                <a:sym typeface="+mn-ea"/>
              </a:rPr>
              <a:t>2</a:t>
            </a:r>
            <a:r>
              <a:rPr lang="zh-CN" altLang="en-US" sz="1400">
                <a:sym typeface="+mn-ea"/>
              </a:rPr>
              <a:t>选</a:t>
            </a:r>
            <a:r>
              <a:rPr lang="en-US" altLang="zh-CN" sz="1400">
                <a:sym typeface="+mn-ea"/>
              </a:rPr>
              <a:t>1</a:t>
            </a:r>
            <a:endParaRPr lang="en-US" altLang="zh-CN" sz="1400"/>
          </a:p>
          <a:p>
            <a:pPr lvl="1"/>
            <a:r>
              <a:rPr lang="en-US" altLang="zh-CN" sz="1400"/>
              <a:t>4</a:t>
            </a:r>
            <a:r>
              <a:rPr lang="zh-CN" altLang="en-US" sz="1400"/>
              <a:t>选</a:t>
            </a:r>
            <a:r>
              <a:rPr lang="en-US" altLang="zh-CN" sz="1400"/>
              <a:t>1</a:t>
            </a:r>
          </a:p>
          <a:p>
            <a:pPr lvl="1"/>
            <a:r>
              <a:rPr lang="en-US" altLang="zh-CN" sz="1400"/>
              <a:t>8</a:t>
            </a:r>
            <a:r>
              <a:rPr lang="zh-CN" altLang="en-US" sz="1400"/>
              <a:t>选</a:t>
            </a:r>
            <a:r>
              <a:rPr lang="en-US" altLang="zh-CN" sz="1400"/>
              <a:t>1</a:t>
            </a:r>
            <a:endParaRPr lang="en-US" altLang="zh-CN"/>
          </a:p>
          <a:p>
            <a:pPr lvl="0"/>
            <a:r>
              <a:rPr lang="en-US" altLang="zh-CN"/>
              <a:t>lab_clk</a:t>
            </a:r>
          </a:p>
          <a:p>
            <a:pPr lvl="1"/>
            <a:r>
              <a:rPr lang="zh-CN" altLang="en-US" sz="1400"/>
              <a:t>输入时钟频率</a:t>
            </a:r>
            <a:endParaRPr lang="zh-CN" altLang="en-US"/>
          </a:p>
          <a:p>
            <a:pPr lvl="2"/>
            <a:r>
              <a:rPr lang="en-US" altLang="zh-CN" sz="1200"/>
              <a:t>100MHz(</a:t>
            </a:r>
            <a:r>
              <a:rPr lang="zh-CN" altLang="en-US" sz="1200"/>
              <a:t>通过</a:t>
            </a:r>
            <a:r>
              <a:rPr lang="en-US" altLang="zh-CN" sz="1200"/>
              <a:t>W5</a:t>
            </a:r>
            <a:r>
              <a:rPr lang="zh-CN" altLang="en-US" sz="1200"/>
              <a:t>引脚输入</a:t>
            </a:r>
            <a:r>
              <a:rPr lang="en-US" altLang="zh-CN" sz="1200"/>
              <a:t>)</a:t>
            </a:r>
            <a:endParaRPr lang="en-US" altLang="zh-CN"/>
          </a:p>
          <a:p>
            <a:pPr lvl="1"/>
            <a:r>
              <a:rPr lang="zh-CN" altLang="en-US" sz="1400"/>
              <a:t>输出时钟频率</a:t>
            </a:r>
            <a:endParaRPr lang="zh-CN" altLang="en-US"/>
          </a:p>
          <a:p>
            <a:pPr lvl="2"/>
            <a:r>
              <a:rPr lang="en-US" altLang="zh-CN" sz="1200"/>
              <a:t>1Hz</a:t>
            </a:r>
            <a:r>
              <a:rPr lang="zh-CN" altLang="en-US" sz="1200"/>
              <a:t>，</a:t>
            </a:r>
            <a:r>
              <a:rPr lang="en-US" altLang="zh-CN" sz="1200"/>
              <a:t>2Hz</a:t>
            </a:r>
            <a:r>
              <a:rPr lang="zh-CN" altLang="en-US" sz="1200"/>
              <a:t>，</a:t>
            </a:r>
            <a:r>
              <a:rPr lang="en-US" altLang="zh-CN" sz="1200"/>
              <a:t>3Hz</a:t>
            </a:r>
            <a:r>
              <a:rPr lang="zh-CN" altLang="en-US" sz="1200"/>
              <a:t>，</a:t>
            </a:r>
            <a:r>
              <a:rPr lang="en-US" altLang="zh-CN" sz="1200"/>
              <a:t>……</a:t>
            </a:r>
            <a:r>
              <a:rPr lang="zh-CN" altLang="en-US" sz="1200"/>
              <a:t>，</a:t>
            </a:r>
            <a:r>
              <a:rPr lang="en-US" altLang="zh-CN" sz="1200"/>
              <a:t>100MHz</a:t>
            </a:r>
          </a:p>
        </p:txBody>
      </p:sp>
      <p:graphicFrame>
        <p:nvGraphicFramePr>
          <p:cNvPr id="5" name="对象 4"/>
          <p:cNvGraphicFramePr/>
          <p:nvPr/>
        </p:nvGraphicFramePr>
        <p:xfrm>
          <a:off x="1097280" y="1569720"/>
          <a:ext cx="1038225" cy="1997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435100" imgH="2717800" progId="Visio.Drawing.11">
                  <p:embed/>
                </p:oleObj>
              </mc:Choice>
              <mc:Fallback>
                <p:oleObj r:id="rId3" imgW="1435100" imgH="2717800" progId="Visio.Drawing.11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97280" y="1569720"/>
                        <a:ext cx="1038225" cy="1997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/>
          <p:nvPr/>
        </p:nvGraphicFramePr>
        <p:xfrm>
          <a:off x="2609850" y="1569720"/>
          <a:ext cx="1038225" cy="1387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435100" imgH="1905000" progId="Visio.Drawing.11">
                  <p:embed/>
                </p:oleObj>
              </mc:Choice>
              <mc:Fallback>
                <p:oleObj r:id="rId5" imgW="1435100" imgH="1905000" progId="Visio.Drawing.11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09850" y="1569720"/>
                        <a:ext cx="1038225" cy="1387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/>
          <p:nvPr/>
        </p:nvGraphicFramePr>
        <p:xfrm>
          <a:off x="2609850" y="3567430"/>
          <a:ext cx="1038225" cy="1099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435100" imgH="1511300" progId="Visio.Drawing.11">
                  <p:embed/>
                </p:oleObj>
              </mc:Choice>
              <mc:Fallback>
                <p:oleObj r:id="rId7" imgW="1435100" imgH="1511300" progId="Visio.Drawing.11">
                  <p:embed/>
                  <p:pic>
                    <p:nvPicPr>
                      <p:cNvPr id="0" name="图片 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09850" y="3567430"/>
                        <a:ext cx="1038225" cy="10991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附录</a:t>
            </a:r>
            <a:r>
              <a:rPr lang="en-US" altLang="zh-CN">
                <a:sym typeface="+mn-ea"/>
              </a:rPr>
              <a:t>3(</a:t>
            </a:r>
            <a:r>
              <a:rPr>
                <a:sym typeface="+mn-ea"/>
              </a:rPr>
              <a:t>续</a:t>
            </a:r>
            <a:r>
              <a:rPr lang="en-US" altLang="zh-CN">
                <a:sym typeface="+mn-ea"/>
              </a:rPr>
              <a:t>)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>
                <a:sym typeface="+mn-ea"/>
              </a:rPr>
              <a:t>特殊</a:t>
            </a:r>
            <a:r>
              <a:rPr lang="en-US" altLang="zh-CN">
                <a:sym typeface="+mn-ea"/>
              </a:rPr>
              <a:t>IP</a:t>
            </a:r>
            <a:r>
              <a:rPr>
                <a:sym typeface="+mn-ea"/>
              </a:rPr>
              <a:t>实例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/>
            <a:r>
              <a:rPr lang="en-US" altLang="zh-CN">
                <a:sym typeface="+mn-ea"/>
              </a:rPr>
              <a:t>seg7_drv</a:t>
            </a:r>
            <a:endParaRPr lang="en-US" altLang="zh-CN"/>
          </a:p>
          <a:p>
            <a:pPr lvl="1"/>
            <a:r>
              <a:rPr lang="en-US" altLang="zh-CN" sz="1400"/>
              <a:t>Input Bit Strobe</a:t>
            </a:r>
          </a:p>
          <a:p>
            <a:pPr lvl="2"/>
            <a:r>
              <a:rPr lang="en-US" altLang="zh-CN" sz="1200"/>
              <a:t>yes/no</a:t>
            </a:r>
          </a:p>
          <a:p>
            <a:pPr lvl="1"/>
            <a:r>
              <a:rPr lang="en-US" altLang="zh-CN" sz="1400"/>
              <a:t>Base Number</a:t>
            </a:r>
            <a:endParaRPr lang="zh-CN" altLang="en-US" sz="1400"/>
          </a:p>
          <a:p>
            <a:pPr lvl="2" algn="l">
              <a:buClrTx/>
              <a:buSzTx/>
            </a:pPr>
            <a:r>
              <a:rPr lang="en-US" altLang="zh-CN" sz="1200">
                <a:sym typeface="+mn-ea"/>
              </a:rPr>
              <a:t>Hex，Dec，Oct，Bin</a:t>
            </a:r>
          </a:p>
          <a:p>
            <a:pPr lvl="1" algn="l" defTabSz="914400">
              <a:buClrTx/>
              <a:buSzTx/>
              <a:tabLst>
                <a:tab pos="1609725" algn="l"/>
              </a:tabLst>
            </a:pPr>
            <a:r>
              <a:rPr lang="en-US" altLang="zh-CN" sz="1400"/>
              <a:t>Segs Common Pole</a:t>
            </a:r>
          </a:p>
          <a:p>
            <a:pPr lvl="2" algn="l">
              <a:buClrTx/>
              <a:buSzTx/>
            </a:pPr>
            <a:r>
              <a:rPr lang="en-US" altLang="zh-CN" sz="1200"/>
              <a:t>Common Anode</a:t>
            </a:r>
          </a:p>
          <a:p>
            <a:pPr lvl="2" algn="l">
              <a:buClrTx/>
              <a:buSzTx/>
            </a:pPr>
            <a:r>
              <a:rPr lang="en-US" altLang="zh-CN" sz="1200"/>
              <a:t>Common Cathode</a:t>
            </a:r>
          </a:p>
          <a:p>
            <a:pPr lvl="1" algn="l" defTabSz="914400">
              <a:buClrTx/>
              <a:buSzTx/>
              <a:tabLst>
                <a:tab pos="1609725" algn="l"/>
              </a:tabLst>
            </a:pPr>
            <a:r>
              <a:rPr lang="en-US" altLang="zh-CN" sz="1400">
                <a:sym typeface="+mn-ea"/>
              </a:rPr>
              <a:t>Bits Common Pole</a:t>
            </a:r>
          </a:p>
          <a:p>
            <a:pPr lvl="2" algn="l">
              <a:buClrTx/>
              <a:buSzTx/>
            </a:pPr>
            <a:r>
              <a:rPr lang="en-US" altLang="zh-CN" sz="1200">
                <a:sym typeface="+mn-ea"/>
              </a:rPr>
              <a:t>Common Anode</a:t>
            </a:r>
            <a:endParaRPr lang="en-US" altLang="zh-CN" sz="1200"/>
          </a:p>
          <a:p>
            <a:pPr lvl="2" algn="l">
              <a:buClrTx/>
              <a:buSzTx/>
            </a:pPr>
            <a:r>
              <a:rPr lang="en-US" altLang="zh-CN" sz="1200">
                <a:sym typeface="+mn-ea"/>
              </a:rPr>
              <a:t>Common Cathode</a:t>
            </a:r>
            <a:endParaRPr lang="en-US" altLang="zh-CN" sz="120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817245" y="1659255"/>
          <a:ext cx="5544185" cy="474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0160000" imgH="7670800" progId="Visio.Drawing.11">
                  <p:embed/>
                </p:oleObj>
              </mc:Choice>
              <mc:Fallback>
                <p:oleObj r:id="rId3" imgW="10160000" imgH="7670800" progId="Visio.Drawing.11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17245" y="1659255"/>
                        <a:ext cx="5544185" cy="474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20261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20261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0"/>
  <p:tag name="KSO_WM_TEMPLATE_MASTER_TYPE" val="1"/>
  <p:tag name="KSO_WM_TEMPLATE_COLOR_TYPE" val="1"/>
  <p:tag name="KSO_WM_TEMPLATE_MASTER_THUMB_INDEX" val="18"/>
  <p:tag name="KSO_WM_UNIT_SHOW_EDIT_AREA_INDICATION" val="0"/>
  <p:tag name="KSO_WM_TAG_VERSION" val="1.0"/>
  <p:tag name="KSO_WM_BEAUTIFY_FLAG" val="#wm#"/>
  <p:tag name="KSO_WM_TEMPLATE_CATEGORY" val="custom"/>
  <p:tag name="KSO_WM_TEMPLATE_INDEX" val="20202612"/>
  <p:tag name="KSO_WM_TEMPLATE_THUMBS_INDEX" val="1、3、7、1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UNIT_BK_DARK_LIGHT" val="2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general"/>
  <p:tag name="KSO_WM_SLIDE_BK_DARK_LIGHT" val="2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general"/>
  <p:tag name="KSO_WM_SLIDE_BK_DARK_LIGHT" val="2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general"/>
  <p:tag name="KSO_WM_SLIDE_BK_DARK_LIGHT" val="2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frame"/>
  <p:tag name="KSO_WM_SLIDE_BK_DARK_LIGHT" val="2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2"/>
  <p:tag name="KSO_WM_UNIT_BK_DARK_LIGHT" val="2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leftRight"/>
  <p:tag name="KSO_WM_SLIDE_BK_DARK_LIGHT" val="2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leftRight"/>
  <p:tag name="KSO_WM_SLIDE_BK_DARK_LIGHT" val="2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leftRight"/>
  <p:tag name="KSO_WM_SLIDE_BK_DARK_LIGHT" val="2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leftRight"/>
  <p:tag name="KSO_WM_SLIDE_BK_DARK_LIGHT" val="2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leftRight"/>
  <p:tag name="KSO_WM_SLIDE_BK_DARK_LIGHT" val="2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leftRight"/>
  <p:tag name="KSO_WM_SLIDE_BK_DARK_LIGHT" val="2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leftRight"/>
  <p:tag name="KSO_WM_SLIDE_BK_DARK_LIGHT" val="2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7"/>
  <p:tag name="KSO_WM_UNIT_LAYERLEVEL" val="1"/>
  <p:tag name="KSO_WM_TAG_VERSION" val="1.0"/>
  <p:tag name="KSO_WM_BEAUTIFY_FLAG" val="#wm#"/>
  <p:tag name="KSO_WM_UNIT_TYPE" val="i"/>
  <p:tag name="KSO_WM_UNIT_INDEX" val="7"/>
  <p:tag name="KSO_WM_SLIDE_BACKGROUND_TYPE" val="leftRight"/>
  <p:tag name="KSO_WM_SLIDE_BK_DARK_LIGHT" val="2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8"/>
  <p:tag name="KSO_WM_UNIT_LAYERLEVEL" val="1"/>
  <p:tag name="KSO_WM_TAG_VERSION" val="1.0"/>
  <p:tag name="KSO_WM_BEAUTIFY_FLAG" val="#wm#"/>
  <p:tag name="KSO_WM_UNIT_TYPE" val="i"/>
  <p:tag name="KSO_WM_UNIT_INDEX" val="8"/>
  <p:tag name="KSO_WM_SLIDE_BACKGROUND_TYPE" val="leftRight"/>
  <p:tag name="KSO_WM_SLIDE_BK_DARK_LIGHT" val="2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topBottom"/>
  <p:tag name="KSO_WM_SLIDE_BK_DARK_LIGHT" val="2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topBottom"/>
  <p:tag name="KSO_WM_SLIDE_BK_DARK_LIGHT" val="2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topBottom"/>
  <p:tag name="KSO_WM_SLIDE_BK_DARK_LIGHT" val="2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topBottom"/>
  <p:tag name="KSO_WM_SLIDE_BK_DARK_LIGHT" val="2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topBottom"/>
  <p:tag name="KSO_WM_SLIDE_BK_DARK_LIGHT" val="2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topBottom"/>
  <p:tag name="KSO_WM_SLIDE_BK_DARK_LIGHT" val="2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ottomTop"/>
  <p:tag name="KSO_WM_SLIDE_BK_DARK_LIGHT" val="2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ottomTop"/>
  <p:tag name="KSO_WM_SLIDE_BK_DARK_LIGHT" val="2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bottomTop"/>
  <p:tag name="KSO_WM_SLIDE_BK_DARK_LIGHT" val="2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bottomTop"/>
  <p:tag name="KSO_WM_SLIDE_BK_DARK_LIGHT" val="2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bottomTop"/>
  <p:tag name="KSO_WM_SLIDE_BK_DARK_LIGHT" val="2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bottomTop"/>
  <p:tag name="KSO_WM_SLIDE_BK_DARK_LIGHT" val="2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bottomTop"/>
  <p:tag name="KSO_WM_SLIDE_BK_DARK_LIGHT" val="2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7"/>
  <p:tag name="KSO_WM_UNIT_LAYERLEVEL" val="1"/>
  <p:tag name="KSO_WM_TAG_VERSION" val="1.0"/>
  <p:tag name="KSO_WM_BEAUTIFY_FLAG" val="#wm#"/>
  <p:tag name="KSO_WM_UNIT_TYPE" val="i"/>
  <p:tag name="KSO_WM_UNIT_INDEX" val="7"/>
  <p:tag name="KSO_WM_SLIDE_BACKGROUND_TYPE" val="bottomTop"/>
  <p:tag name="KSO_WM_SLIDE_BK_DARK_LIGHT" val="2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navigation"/>
  <p:tag name="KSO_WM_SLIDE_BK_DARK_LIGHT" val="2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navigation"/>
  <p:tag name="KSO_WM_SLIDE_BK_DARK_LIGHT" val="2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navigation"/>
  <p:tag name="KSO_WM_SLIDE_BK_DARK_LIGHT" val="2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navigation"/>
  <p:tag name="KSO_WM_SLIDE_BK_DARK_LIGHT" val="2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navigation"/>
  <p:tag name="KSO_WM_SLIDE_BK_DARK_LIGHT" val="2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navigation"/>
  <p:tag name="KSO_WM_SLIDE_BK_DARK_LIGHT" val="2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elt"/>
  <p:tag name="KSO_WM_SLIDE_BK_DARK_LIGHT" val="2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elt"/>
  <p:tag name="KSO_WM_SLIDE_BK_DARK_LIGHT" val="2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8"/>
  <p:tag name="KSO_WM_UNIT_LAYERLEVEL" val="1"/>
  <p:tag name="KSO_WM_TAG_VERSION" val="1.0"/>
  <p:tag name="KSO_WM_BEAUTIFY_FLAG" val="#wm#"/>
  <p:tag name="KSO_WM_UNIT_TYPE" val="i"/>
  <p:tag name="KSO_WM_UNIT_INDEX" val="8"/>
  <p:tag name="KSO_WM_SLIDE_BACKGROUND_TYPE" val="belt"/>
  <p:tag name="KSO_WM_SLIDE_BK_DARK_LIGHT" val="2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9"/>
  <p:tag name="KSO_WM_UNIT_LAYERLEVEL" val="1"/>
  <p:tag name="KSO_WM_TAG_VERSION" val="1.0"/>
  <p:tag name="KSO_WM_BEAUTIFY_FLAG" val="#wm#"/>
  <p:tag name="KSO_WM_UNIT_TYPE" val="i"/>
  <p:tag name="KSO_WM_UNIT_INDEX" val="9"/>
  <p:tag name="KSO_WM_SLIDE_BACKGROUND_TYPE" val="belt"/>
  <p:tag name="KSO_WM_SLIDE_BK_DARK_LIGHT" val="2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0"/>
  <p:tag name="KSO_WM_UNIT_LAYERLEVEL" val="1"/>
  <p:tag name="KSO_WM_TAG_VERSION" val="1.0"/>
  <p:tag name="KSO_WM_BEAUTIFY_FLAG" val="#wm#"/>
  <p:tag name="KSO_WM_UNIT_TYPE" val="i"/>
  <p:tag name="KSO_WM_UNIT_INDEX" val="10"/>
  <p:tag name="KSO_WM_SLIDE_BACKGROUND_TYPE" val="belt"/>
  <p:tag name="KSO_WM_SLIDE_BK_DARK_LIGHT" val="2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1"/>
  <p:tag name="KSO_WM_UNIT_LAYERLEVEL" val="1"/>
  <p:tag name="KSO_WM_TAG_VERSION" val="1.0"/>
  <p:tag name="KSO_WM_BEAUTIFY_FLAG" val="#wm#"/>
  <p:tag name="KSO_WM_UNIT_TYPE" val="i"/>
  <p:tag name="KSO_WM_UNIT_INDEX" val="11"/>
  <p:tag name="KSO_WM_SLIDE_BACKGROUND_TYPE" val="belt"/>
  <p:tag name="KSO_WM_SLIDE_BK_DARK_LIGHT" val="2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2"/>
  <p:tag name="KSO_WM_UNIT_LAYERLEVEL" val="1"/>
  <p:tag name="KSO_WM_TAG_VERSION" val="1.0"/>
  <p:tag name="KSO_WM_BEAUTIFY_FLAG" val="#wm#"/>
  <p:tag name="KSO_WM_UNIT_TYPE" val="i"/>
  <p:tag name="KSO_WM_UNIT_INDEX" val="12"/>
  <p:tag name="KSO_WM_SLIDE_BACKGROUND_TYPE" val="belt"/>
  <p:tag name="KSO_WM_SLIDE_BK_DARK_LIGHT" val="2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3"/>
  <p:tag name="KSO_WM_UNIT_LAYERLEVEL" val="1"/>
  <p:tag name="KSO_WM_TAG_VERSION" val="1.0"/>
  <p:tag name="KSO_WM_BEAUTIFY_FLAG" val="#wm#"/>
  <p:tag name="KSO_WM_UNIT_TYPE" val="i"/>
  <p:tag name="KSO_WM_UNIT_INDEX" val="13"/>
  <p:tag name="KSO_WM_SLIDE_BACKGROUND_TYPE" val="belt"/>
  <p:tag name="KSO_WM_SLIDE_BK_DARK_LIGHT" val="2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belt"/>
  <p:tag name="KSO_WM_SLIDE_BK_DARK_LIGHT" val="2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belt"/>
  <p:tag name="KSO_WM_SLIDE_BK_DARK_LIGHT" val="2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belt"/>
  <p:tag name="KSO_WM_SLIDE_BK_DARK_LIGHT" val="2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belt"/>
  <p:tag name="KSO_WM_SLIDE_BK_DARK_LIGHT" val="2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belt"/>
  <p:tag name="KSO_WM_SLIDE_BK_DARK_LIGHT" val="2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7"/>
  <p:tag name="KSO_WM_UNIT_LAYERLEVEL" val="1"/>
  <p:tag name="KSO_WM_TAG_VERSION" val="1.0"/>
  <p:tag name="KSO_WM_BEAUTIFY_FLAG" val="#wm#"/>
  <p:tag name="KSO_WM_UNIT_TYPE" val="i"/>
  <p:tag name="KSO_WM_UNIT_INDEX" val="7"/>
  <p:tag name="KSO_WM_SLIDE_BACKGROUND_TYPE" val="belt"/>
  <p:tag name="KSO_WM_SLIDE_BK_DARK_LIGHT" val="2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2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2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9f194024-76a4-446c-a0be-26b403d5d98b}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6b16f85d-b1b9-4b71-bdbc-92ac4076f7b1}"/>
  <p:tag name="TABLE_SKINIDX" val="4"/>
  <p:tag name="TABLE_ENCOLOR" val="#FFFFFF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2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2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2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2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2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2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2"/>
</p:tagLst>
</file>

<file path=ppt/theme/theme1.xml><?xml version="1.0" encoding="utf-8"?>
<a:theme xmlns:a="http://schemas.openxmlformats.org/drawingml/2006/main" name="Office 主题​​">
  <a:themeElements>
    <a:clrScheme name="自定义 45">
      <a:dk1>
        <a:srgbClr val="000000"/>
      </a:dk1>
      <a:lt1>
        <a:srgbClr val="FFFFFF"/>
      </a:lt1>
      <a:dk2>
        <a:srgbClr val="B5C0BD"/>
      </a:dk2>
      <a:lt2>
        <a:srgbClr val="F2F2F2"/>
      </a:lt2>
      <a:accent1>
        <a:srgbClr val="5E8286"/>
      </a:accent1>
      <a:accent2>
        <a:srgbClr val="667C86"/>
      </a:accent2>
      <a:accent3>
        <a:srgbClr val="6C7284"/>
      </a:accent3>
      <a:accent4>
        <a:srgbClr val="766C84"/>
      </a:accent4>
      <a:accent5>
        <a:srgbClr val="7C6381"/>
      </a:accent5>
      <a:accent6>
        <a:srgbClr val="5E8786"/>
      </a:accent6>
      <a:hlink>
        <a:srgbClr val="2E2AC6"/>
      </a:hlink>
      <a:folHlink>
        <a:srgbClr val="6F2B84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466</Words>
  <Application>Microsoft Office PowerPoint</Application>
  <PresentationFormat>宽屏</PresentationFormat>
  <Paragraphs>268</Paragraphs>
  <Slides>10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Helvetica Light</vt:lpstr>
      <vt:lpstr>微软雅黑</vt:lpstr>
      <vt:lpstr>Arial</vt:lpstr>
      <vt:lpstr>Calibri</vt:lpstr>
      <vt:lpstr>Times New Roman</vt:lpstr>
      <vt:lpstr>Office 主题​​</vt:lpstr>
      <vt:lpstr>Equation.KSEE3</vt:lpstr>
      <vt:lpstr>Visio.Drawing.11</vt:lpstr>
      <vt:lpstr>PowerPoint 演示文稿</vt:lpstr>
      <vt:lpstr>实验要求</vt:lpstr>
      <vt:lpstr>1. 状态转换和状态转换真值表</vt:lpstr>
      <vt:lpstr>2. 状态方程和激励方程</vt:lpstr>
      <vt:lpstr>4. 输出方程</vt:lpstr>
      <vt:lpstr>4. 电路图</vt:lpstr>
      <vt:lpstr>附录1</vt:lpstr>
      <vt:lpstr>附录2 </vt:lpstr>
      <vt:lpstr>附录3</vt:lpstr>
      <vt:lpstr>附录3(续)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wen lu</cp:lastModifiedBy>
  <cp:revision>209</cp:revision>
  <dcterms:created xsi:type="dcterms:W3CDTF">2017-11-13T01:05:00Z</dcterms:created>
  <dcterms:modified xsi:type="dcterms:W3CDTF">2022-12-14T08:12:47Z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2052-11.1.0.11045</vt:lpwstr>
  </property>
  <property fmtid="{D5CDD505-2E9C-101B-9397-08002B2CF9AE}" pid="3" name="ICV">
    <vt:lpwstr>851F0D9ED97B41C392D836ABB27E3F9C</vt:lpwstr>
  </property>
</Properties>
</file>