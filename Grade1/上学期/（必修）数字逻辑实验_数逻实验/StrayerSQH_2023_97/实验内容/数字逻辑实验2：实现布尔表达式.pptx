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1" r:id="rId4"/>
    <p:sldId id="272" r:id="rId5"/>
    <p:sldId id="273" r:id="rId6"/>
    <p:sldId id="274" r:id="rId7"/>
    <p:sldId id="275" r:id="rId8"/>
    <p:sldId id="276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58" autoAdjust="0"/>
    <p:restoredTop sz="94707" autoAdjust="0"/>
  </p:normalViewPr>
  <p:slideViewPr>
    <p:cSldViewPr snapToGrid="0">
      <p:cViewPr varScale="1">
        <p:scale>
          <a:sx n="81" d="100"/>
          <a:sy n="81" d="100"/>
        </p:scale>
        <p:origin x="108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9154719F-3AC2-48E8-9CAB-7FE04A4D188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81C4A3DB-C069-4966-A67B-3EB24EC15DCD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1478211" y="1586753"/>
            <a:ext cx="9458730" cy="153703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数字逻辑实验</a:t>
            </a:r>
            <a:r>
              <a:rPr lang="en-US" altLang="zh-CN" sz="4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4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：实现布尔表达式</a:t>
            </a:r>
            <a:endParaRPr lang="zh-CN" altLang="en-US" sz="4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1697636" y="3429000"/>
            <a:ext cx="9019880" cy="12597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defRPr>
            </a:lvl1pPr>
          </a:lstStyle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任课教师：吕泽均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日期：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2023-11-01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dirty="0">
                <a:cs typeface="+mn-cs"/>
              </a:rPr>
              <a:t>确认驱动正常</a:t>
            </a:r>
            <a:endParaRPr lang="zh-CN" altLang="en-US" sz="2400" dirty="0"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401" y="2548039"/>
            <a:ext cx="1343025" cy="390525"/>
          </a:xfrm>
          <a:prstGeom prst="rect">
            <a:avLst/>
          </a:prstGeom>
        </p:spPr>
      </p:pic>
      <p:pic>
        <p:nvPicPr>
          <p:cNvPr id="7" name="图片 6" descr="手机屏幕截图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545" y="4244975"/>
            <a:ext cx="5105400" cy="2247900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>
            <a:off x="3217333" y="2772569"/>
            <a:ext cx="299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7893698" y="4042833"/>
            <a:ext cx="1688841" cy="1406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/>
        </p:nvGrpSpPr>
        <p:grpSpPr>
          <a:xfrm>
            <a:off x="6359229" y="1834296"/>
            <a:ext cx="4994571" cy="2208537"/>
            <a:chOff x="6359229" y="1834296"/>
            <a:chExt cx="4994571" cy="2208537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59229" y="1834296"/>
              <a:ext cx="4994571" cy="2208537"/>
            </a:xfrm>
            <a:prstGeom prst="rect">
              <a:avLst/>
            </a:prstGeom>
          </p:spPr>
        </p:pic>
        <p:sp>
          <p:nvSpPr>
            <p:cNvPr id="15" name="矩形 14"/>
            <p:cNvSpPr/>
            <p:nvPr/>
          </p:nvSpPr>
          <p:spPr>
            <a:xfrm>
              <a:off x="6530837" y="3286970"/>
              <a:ext cx="2267929" cy="2773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0" y="1630362"/>
            <a:ext cx="6034390" cy="3597275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4868863" y="1837268"/>
            <a:ext cx="6034390" cy="3597275"/>
            <a:chOff x="4386263" y="1862667"/>
            <a:chExt cx="6034390" cy="3597275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6263" y="1862667"/>
              <a:ext cx="6034390" cy="3597275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4760613" y="4512734"/>
              <a:ext cx="1481666" cy="3048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039906" y="69924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设备可以读到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39906" y="699247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一、布尔表达式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3379008" y="2928892"/>
                <a:ext cx="359604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200" i="1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3200" i="1">
                          <a:latin typeface="Cambria Math" panose="02040503050406030204" pitchFamily="18" charset="0"/>
                        </a:rPr>
                        <m:t>𝐴𝐶</m:t>
                      </m:r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32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sz="32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9008" y="2928892"/>
                <a:ext cx="3596049" cy="584775"/>
              </a:xfrm>
              <a:prstGeom prst="rect">
                <a:avLst/>
              </a:prstGeom>
              <a:blipFill rotWithShape="1">
                <a:blip r:embed="rId1"/>
                <a:stretch>
                  <a:fillRect l="-5" t="-47" r="6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箭头连接符 5"/>
          <p:cNvCxnSpPr>
            <a:endCxn id="11" idx="0"/>
          </p:cNvCxnSpPr>
          <p:nvPr/>
        </p:nvCxnSpPr>
        <p:spPr>
          <a:xfrm flipH="1">
            <a:off x="4196387" y="1743558"/>
            <a:ext cx="931334" cy="889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>
            <a:endCxn id="12" idx="0"/>
          </p:cNvCxnSpPr>
          <p:nvPr/>
        </p:nvCxnSpPr>
        <p:spPr>
          <a:xfrm>
            <a:off x="5127721" y="1743558"/>
            <a:ext cx="852863" cy="9168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642389" y="263255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布尔代数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42002" y="26604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卡诺图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14"/>
              <p:cNvSpPr/>
              <p:nvPr/>
            </p:nvSpPr>
            <p:spPr>
              <a:xfrm>
                <a:off x="1158979" y="3429000"/>
                <a:ext cx="362573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200" i="1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3200" i="1">
                          <a:latin typeface="Cambria Math" panose="02040503050406030204" pitchFamily="18" charset="0"/>
                        </a:rPr>
                        <m:t>𝐴𝐶</m:t>
                      </m:r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3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zh-CN" altLang="en-US" sz="32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sz="32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979" y="3429000"/>
                <a:ext cx="3625736" cy="584775"/>
              </a:xfrm>
              <a:prstGeom prst="rect">
                <a:avLst/>
              </a:prstGeom>
              <a:blipFill rotWithShape="1">
                <a:blip r:embed="rId2"/>
                <a:stretch>
                  <a:fillRect l="-3" r="17" b="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 15"/>
              <p:cNvSpPr/>
              <p:nvPr/>
            </p:nvSpPr>
            <p:spPr>
              <a:xfrm>
                <a:off x="1158979" y="3950588"/>
                <a:ext cx="396557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3200" i="1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sz="3200" i="1">
                          <a:latin typeface="Cambria Math" panose="02040503050406030204" pitchFamily="18" charset="0"/>
                        </a:rPr>
                        <m:t>𝐴𝐶</m:t>
                      </m:r>
                    </m:oMath>
                  </m:oMathPara>
                </a14:m>
                <a:endParaRPr lang="en-US" altLang="zh-CN" sz="32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979" y="3950588"/>
                <a:ext cx="3965573" cy="584775"/>
              </a:xfrm>
              <a:prstGeom prst="rect">
                <a:avLst/>
              </a:prstGeom>
              <a:blipFill rotWithShape="1">
                <a:blip r:embed="rId3"/>
                <a:stretch>
                  <a:fillRect l="-3" t="-43" r="3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矩形 16"/>
              <p:cNvSpPr/>
              <p:nvPr/>
            </p:nvSpPr>
            <p:spPr>
              <a:xfrm>
                <a:off x="1158979" y="4510021"/>
                <a:ext cx="368928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32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sz="3200" i="1">
                          <a:latin typeface="Cambria Math" panose="02040503050406030204" pitchFamily="18" charset="0"/>
                        </a:rPr>
                        <m:t>𝐴𝐶</m:t>
                      </m:r>
                    </m:oMath>
                  </m:oMathPara>
                </a14:m>
                <a:endParaRPr lang="en-US" altLang="zh-CN" sz="32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979" y="4510021"/>
                <a:ext cx="3689280" cy="584775"/>
              </a:xfrm>
              <a:prstGeom prst="rect">
                <a:avLst/>
              </a:prstGeom>
              <a:blipFill rotWithShape="1">
                <a:blip r:embed="rId4"/>
                <a:stretch>
                  <a:fillRect l="-3" t="-43" r="1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/>
              <p:cNvSpPr/>
              <p:nvPr/>
            </p:nvSpPr>
            <p:spPr>
              <a:xfrm>
                <a:off x="1158978" y="5094796"/>
                <a:ext cx="365439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zh-CN" altLang="en-US" sz="32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CN" sz="3200" b="0" i="0" smtClean="0">
                              <a:latin typeface="Cambria Math" panose="02040503050406030204" pitchFamily="18" charset="0"/>
                            </a:rPr>
                            <m:t>AC</m:t>
                          </m:r>
                        </m:e>
                      </m:d>
                      <m: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sz="32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978" y="5094796"/>
                <a:ext cx="3654397" cy="584775"/>
              </a:xfrm>
              <a:prstGeom prst="rect">
                <a:avLst/>
              </a:prstGeom>
              <a:blipFill rotWithShape="1">
                <a:blip r:embed="rId5"/>
                <a:stretch>
                  <a:fillRect l="-3" t="-33" r="2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/>
              <p:cNvSpPr/>
              <p:nvPr/>
            </p:nvSpPr>
            <p:spPr>
              <a:xfrm>
                <a:off x="1188962" y="5654229"/>
                <a:ext cx="233070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sz="32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962" y="5654229"/>
                <a:ext cx="2330703" cy="584775"/>
              </a:xfrm>
              <a:prstGeom prst="rect">
                <a:avLst/>
              </a:prstGeom>
              <a:blipFill rotWithShape="1">
                <a:blip r:embed="rId6"/>
                <a:stretch>
                  <a:fillRect l="-10" t="-32" r="21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图片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286" y="3600436"/>
            <a:ext cx="6120789" cy="1855287"/>
          </a:xfrm>
          <a:prstGeom prst="rect">
            <a:avLst/>
          </a:prstGeom>
        </p:spPr>
      </p:pic>
      <p:cxnSp>
        <p:nvCxnSpPr>
          <p:cNvPr id="21" name="直接箭头连接符 20"/>
          <p:cNvCxnSpPr>
            <a:stCxn id="20" idx="2"/>
            <a:endCxn id="23" idx="0"/>
          </p:cNvCxnSpPr>
          <p:nvPr/>
        </p:nvCxnSpPr>
        <p:spPr>
          <a:xfrm>
            <a:off x="8925681" y="5455723"/>
            <a:ext cx="46488" cy="1985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矩形 22"/>
              <p:cNvSpPr/>
              <p:nvPr/>
            </p:nvSpPr>
            <p:spPr>
              <a:xfrm>
                <a:off x="7806817" y="5654228"/>
                <a:ext cx="233070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sz="32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6817" y="5654228"/>
                <a:ext cx="2330703" cy="584775"/>
              </a:xfrm>
              <a:prstGeom prst="rect">
                <a:avLst/>
              </a:prstGeom>
              <a:blipFill rotWithShape="1">
                <a:blip r:embed="rId6"/>
                <a:stretch>
                  <a:fillRect l="-5" t="-32" r="16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07407E-6 L 0.00144 -0.2437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-121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4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5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2" grpId="0"/>
      <p:bldP spid="15" grpId="0"/>
      <p:bldP spid="16" grpId="0"/>
      <p:bldP spid="17" grpId="0"/>
      <p:bldP spid="18" grpId="0"/>
      <p:bldP spid="19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39906" y="699247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Y=A+B’   BD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4190" y="2168813"/>
            <a:ext cx="7456397" cy="19321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416424" y="1452282"/>
            <a:ext cx="772519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之后的步骤与上一个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PPT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完全相同。这里简单复述一遍。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保存约束后，点击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Run Synthesis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2.Run Implementation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3.Generate Bitstream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4.Open Hardware Manager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找到设备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6.Program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device 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688002" y="1042128"/>
                <a:ext cx="61078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二、使用</a:t>
                </a:r>
                <a:r>
                  <a:rPr lang="zh-CN" altLang="en-US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与非门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实现表达式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002" y="1042128"/>
                <a:ext cx="6107826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5" t="-25" r="1" b="1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6818" y="2345020"/>
            <a:ext cx="2138363" cy="179546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GM1YWRlZGY4YmYxY2JjOWFlNWZjMTNkOGRhOTVjMD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</Words>
  <Application>WPS 演示</Application>
  <PresentationFormat>宽屏</PresentationFormat>
  <Paragraphs>43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Times New Roman</vt:lpstr>
      <vt:lpstr>Cambria Math</vt:lpstr>
      <vt:lpstr>微软雅黑</vt:lpstr>
      <vt:lpstr>Arial Unicode MS</vt:lpstr>
      <vt:lpstr>Calibri</vt:lpstr>
      <vt:lpstr>等线</vt:lpstr>
      <vt:lpstr>Office 主题​​</vt:lpstr>
      <vt:lpstr>PowerPoint 演示文稿</vt:lpstr>
      <vt:lpstr>确认驱动正常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苏潮阳</dc:creator>
  <cp:lastModifiedBy>孜孜</cp:lastModifiedBy>
  <cp:revision>41</cp:revision>
  <dcterms:created xsi:type="dcterms:W3CDTF">2017-11-09T12:00:00Z</dcterms:created>
  <dcterms:modified xsi:type="dcterms:W3CDTF">2023-10-31T10:16:01Z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13705C066F864187B49800ADD8ACD31D</vt:lpwstr>
  </property>
  <property fmtid="{D5CDD505-2E9C-101B-9397-08002B2CF9AE}" pid="3" name="KSOProductBuildVer">
    <vt:lpwstr>2052-12.1.0.15712</vt:lpwstr>
  </property>
</Properties>
</file>