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7" r:id="rId4"/>
    <p:sldId id="400" r:id="rId5"/>
    <p:sldId id="401" r:id="rId6"/>
    <p:sldId id="259" r:id="rId7"/>
    <p:sldId id="258" r:id="rId8"/>
    <p:sldId id="284" r:id="rId9"/>
    <p:sldId id="285" r:id="rId10"/>
    <p:sldId id="260" r:id="rId11"/>
    <p:sldId id="261" r:id="rId12"/>
    <p:sldId id="279" r:id="rId13"/>
    <p:sldId id="270" r:id="rId14"/>
    <p:sldId id="262" r:id="rId15"/>
    <p:sldId id="263" r:id="rId16"/>
    <p:sldId id="264" r:id="rId17"/>
    <p:sldId id="265" r:id="rId18"/>
    <p:sldId id="266" r:id="rId19"/>
    <p:sldId id="267" r:id="rId20"/>
    <p:sldId id="370" r:id="rId21"/>
    <p:sldId id="268" r:id="rId22"/>
    <p:sldId id="269" r:id="rId23"/>
    <p:sldId id="272" r:id="rId24"/>
    <p:sldId id="271" r:id="rId25"/>
    <p:sldId id="273" r:id="rId26"/>
    <p:sldId id="274" r:id="rId27"/>
    <p:sldId id="275" r:id="rId28"/>
    <p:sldId id="276" r:id="rId29"/>
    <p:sldId id="277" r:id="rId30"/>
    <p:sldId id="278" r:id="rId31"/>
    <p:sldId id="280" r:id="rId32"/>
    <p:sldId id="281" r:id="rId33"/>
    <p:sldId id="282" r:id="rId34"/>
    <p:sldId id="283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402" r:id="rId48"/>
    <p:sldId id="300" r:id="rId49"/>
    <p:sldId id="301" r:id="rId50"/>
    <p:sldId id="304" r:id="rId51"/>
    <p:sldId id="305" r:id="rId52"/>
    <p:sldId id="306" r:id="rId53"/>
    <p:sldId id="365" r:id="rId54"/>
    <p:sldId id="307" r:id="rId55"/>
    <p:sldId id="308" r:id="rId56"/>
    <p:sldId id="311" r:id="rId57"/>
    <p:sldId id="310" r:id="rId58"/>
    <p:sldId id="328" r:id="rId59"/>
    <p:sldId id="312" r:id="rId60"/>
    <p:sldId id="371" r:id="rId61"/>
    <p:sldId id="329" r:id="rId62"/>
    <p:sldId id="372" r:id="rId63"/>
    <p:sldId id="403" r:id="rId64"/>
    <p:sldId id="366" r:id="rId65"/>
    <p:sldId id="374" r:id="rId66"/>
    <p:sldId id="377" r:id="rId67"/>
    <p:sldId id="375" r:id="rId68"/>
    <p:sldId id="376" r:id="rId69"/>
    <p:sldId id="382" r:id="rId70"/>
    <p:sldId id="367" r:id="rId71"/>
    <p:sldId id="378" r:id="rId72"/>
    <p:sldId id="379" r:id="rId73"/>
    <p:sldId id="380" r:id="rId74"/>
    <p:sldId id="383" r:id="rId75"/>
    <p:sldId id="384" r:id="rId76"/>
    <p:sldId id="385" r:id="rId77"/>
    <p:sldId id="331" r:id="rId78"/>
    <p:sldId id="313" r:id="rId79"/>
    <p:sldId id="315" r:id="rId80"/>
    <p:sldId id="314" r:id="rId81"/>
    <p:sldId id="317" r:id="rId82"/>
    <p:sldId id="316" r:id="rId83"/>
    <p:sldId id="335" r:id="rId84"/>
    <p:sldId id="318" r:id="rId85"/>
    <p:sldId id="319" r:id="rId86"/>
    <p:sldId id="320" r:id="rId87"/>
    <p:sldId id="321" r:id="rId88"/>
    <p:sldId id="322" r:id="rId89"/>
    <p:sldId id="323" r:id="rId90"/>
    <p:sldId id="324" r:id="rId91"/>
    <p:sldId id="325" r:id="rId92"/>
    <p:sldId id="405" r:id="rId93"/>
    <p:sldId id="334" r:id="rId94"/>
    <p:sldId id="326" r:id="rId95"/>
    <p:sldId id="327" r:id="rId96"/>
    <p:sldId id="368" r:id="rId97"/>
    <p:sldId id="332" r:id="rId98"/>
    <p:sldId id="369" r:id="rId99"/>
    <p:sldId id="386" r:id="rId100"/>
    <p:sldId id="336" r:id="rId101"/>
    <p:sldId id="337" r:id="rId102"/>
    <p:sldId id="338" r:id="rId103"/>
    <p:sldId id="339" r:id="rId104"/>
    <p:sldId id="340" r:id="rId105"/>
    <p:sldId id="341" r:id="rId106"/>
    <p:sldId id="359" r:id="rId107"/>
    <p:sldId id="342" r:id="rId108"/>
    <p:sldId id="360" r:id="rId109"/>
    <p:sldId id="361" r:id="rId110"/>
    <p:sldId id="343" r:id="rId111"/>
    <p:sldId id="362" r:id="rId112"/>
    <p:sldId id="344" r:id="rId113"/>
    <p:sldId id="346" r:id="rId114"/>
    <p:sldId id="345" r:id="rId115"/>
    <p:sldId id="347" r:id="rId116"/>
    <p:sldId id="355" r:id="rId117"/>
    <p:sldId id="348" r:id="rId118"/>
    <p:sldId id="349" r:id="rId119"/>
    <p:sldId id="356" r:id="rId120"/>
    <p:sldId id="358" r:id="rId121"/>
    <p:sldId id="350" r:id="rId122"/>
    <p:sldId id="351" r:id="rId123"/>
    <p:sldId id="352" r:id="rId124"/>
    <p:sldId id="353" r:id="rId125"/>
    <p:sldId id="363" r:id="rId1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91" autoAdjust="0"/>
    <p:restoredTop sz="94660"/>
  </p:normalViewPr>
  <p:slideViewPr>
    <p:cSldViewPr showGuides="1">
      <p:cViewPr varScale="1">
        <p:scale>
          <a:sx n="90" d="100"/>
          <a:sy n="90" d="100"/>
        </p:scale>
        <p:origin x="792" y="42"/>
      </p:cViewPr>
      <p:guideLst>
        <p:guide orient="horz" pos="21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17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52 652,'0'0'2838,"4"1"-365,-4-1-2306,0 1 0,0-1 1,0 1-1,1 0 1,-1-1-1,0 1 1,0-1-1,1 1 0,-1-1 1,0 1-1,1-1 1,-1 1-1,0-1 1,1 1-1,-1-1 0,2 1 1,5 10 4514,-7-10-4423,0-1-1,0 0 1,0 1-1,0-1 1,0 1 0,0-1-1,0 0 1,0 1-1,0-1 1,0 0-1,1 1 1,-1-1-1,0 1 1,0-1-1,0 0 1,1 0 0,-1 1-1,0-1 1,0 0-1,1 1 1,-1-1-1,0 0 1,1 0-1,-1 1 1,0-1-1,1 0 1,-1 0 0,0 0-1,1 0 1,-1 1-1,0-1 1,1 0-1,-1 0 1,1 0-1,-1 0 1,0 0-1,1 0 1,14-9 2416,-2 0-2128,-8 6-399,26-12 553,0 0 0,38-11 0,-62 25-632,-1-1-1,0 1 1,0 1 0,0-1 0,1 1 0,-1 0 0,0 0 0,1 1 0,-1 0 0,0 0 0,0 0 0,0 1 0,0 0 0,0 0 0,0 0-1,0 1 1,-1 0 0,1 0 0,-1 1 0,8 6 0,-7-5 40,0 0 1,0-1-1,0 1 0,0-1 1,0-1-1,12 6 1,-9-6 87,1-1 1,-1 0 0,0-1 0,0 0 0,16 0 0,48-7-8,1 0-173,-37 7 76,68 12 0,-30 7-27,-59-19-43,-1-1-1,0 0 0,0-1 0,28-5 1,-9 1-16,-21 3-7,0-1 0,14-6 0,-14 5 0,1 0 0,23-4 0,-34 8 0,1 0 0,0 0 0,0 0 0,0 0 0,0 0 0,-1 1 0,1-1 0,0 1 0,0 0 0,-1 0 0,1 1 0,-1-1 0,1 1 0,4 2 0,11 8 0,2-1 0,25 10 0,-40-19 0,0 0 0,0-1 0,0 1 0,1-1 0,-1-1 0,7 1 0,4 0 0,27 2 0,0-3 0,79-8 0,-112 8 0,0 0 0,0 0 0,0 1 0,0 1 0,0 0 0,0 1 0,-1 0 0,20 8 0,-17-7 0,0-1 0,1 0 0,-1 0 0,0-2 0,1 0 0,0 0 0,-1-1 0,1-1 0,-1-1 0,1 1 0,25-8 0,-33 6 0,0 0 0,0 0 0,-1 0 0,1 0 0,-1-1 0,0 0 0,0 0 0,0-1 0,0 1 0,-1-1 0,7-8 0,10-11 0,-19 22 0,0 0 0,0 0 0,0 1 0,0-1 0,1 0 0,-1 1 0,1-1 0,-1 1 0,1 0 0,0 0 0,-1 0 0,1 0 0,0 1 0,0-1 0,0 0 0,2 1 0,0 0 0,-1 1 0,1-1 0,-1 1 0,0 0 0,1 0 0,-1 0 0,0 1 0,0 0 0,0-1 0,4 4 0,20 12-71,19 11 77,-43-26-302,0-1 1,-1 1-1,1-1 1,0 1 0,0-1-1,0-1 1,0 1-1,0 0 1,1-1-1,3 0 1,-6 0-345,0-1 0,0 0 0,0 1 0,0-1 0,0 0 0,0 0 0,0 0 0,0 0 0,0 0 0,-1 0 0,1-1 0,0 1 0,-1-1 0,1 1 0,-1-1 0,0 1 0,1-1 0,-1 0 0,1-2 0,3-5-3210,0 0 0,6-17 1,-8 18 2544,5-14-1397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0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42 796,'-4'-3'1738,"3"2"-1319,1 0 0,-1 0 0,0 1 0,0-1 0,0 0 0,1 0 0,-1 0 0,0 0 0,1 0 0,-1 0 0,1 0 0,-1 0 0,1 0 0,-1 0 0,1 0 0,0 0 0,0 0 0,-1 0 0,1-1 0,-3-6 4792,2 8-4775,1-1 0,-1 1 0,1-1 1,-1 0-1,1 1 0,0-1 0,-1 1 0,1-1 0,0 0 0,0 1 0,-1-1 0,1-3 4058,10 21-3675,-2-5-1172,0 1 0,-1 0 0,-1 1 0,5 14 0,-11-28 187,0 1-1,0-1 0,0 0 0,0 1 0,0-1 1,0 1-1,0-1 0,0 1 0,0-1 1,0 1-1,0-1 0,0 0 0,0 1 1,0-1-1,-1 1 0,1-1 0,0 1 1,0-1-1,0 0 0,-1 1 0,1-1 0,0 0 1,-1 1-1,1-1 0,0 0 0,-1 1 1,1-1-1,0 0 0,-1 1 0,1-1 1,0 0-1,-1 0 0,1 0 0,-1 1 1,1-1-1,-1 0 0,1 0 0,-23 5-6591,11-3 5589,-6 4 1456,2 1 1,-1 0-1,-16 11 1,-26 11 9036,46-25-5293,9-6-1103,7-4-1566,1 2-1279,1 0 0,0 1 0,0-1 1,0 1-1,1 0 0,10-4 0,-12 6-61,36-16 18,2 1 1,0 3 0,64-13-1,-70 22-33,-24 3-7,0-1 0,21-5 1,-21 6-224,-21 4-2356,-4 1-699,1 0 1,1 1 0,-1 0 0,-18 11 0,3-2-2855,13-5 3757,-1-1 511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1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0 624,'-5'10'3175,"0"3"6033,21 4-6086,-14-15-3317,0 0 0,0 1 0,-1 0 0,1-1-1,-1 1 1,1 0 0,-1 0 0,0 0-1,0 0 1,-1 0 0,2 3 0,4 14-7930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1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61 112,'-12'-5'20753,"14"4"-20475,1-1 0,0 1 0,0-1 0,0 1 0,0 0 0,0 0 0,0 0 0,0 1 0,5-1 0,14-4 278,13-12 222,-27 12-676,1 1-1,0 0 1,13-4 0,-21 7-105,1 1 0,0 0 0,0 0 0,-1-1 1,1 1-1,0 0 0,-1 0 0,1 0 0,0 1 0,-1-1 1,4 1-1,-5-1-5,0 0 0,1 0 0,-1 1 0,0-1 1,1 0-1,-1 0 0,0 0 0,0 1 0,1-1 0,-1 0 1,0 0-1,0 1 0,1-1 0,-1 0 0,0 1 0,0-1 0,0 0 1,0 1-1,1-1 0,-1 0 0,0 1 0,0-1 0,0 1-25,0 0 0,0 0-1,0 0 1,0 0-1,-1 0 1,1 0-1,0 0 1,0 0-1,-1 0 1,1-1-1,-1 1 1,0 1-1,-7 10-369,-1-2 1,0 1-1,-1-1 0,-17 13 0,22-18 293,-61 43-328,66-48 438,-1 1 1,1-1 0,-1 0 0,1 1 0,-1-1 0,1 1 0,0-1 0,-1 0 0,1 1 1,-1-1-1,1 1 0,0-1 0,0 1 0,-1-1 0,1 1 0,0-1 0,-1 2 0,21-7 938,61-11-176,-77 15-796,1 0 0,0 1 0,-1-1 1,1-1-1,-1 1 0,0-1 0,6-2 0,-11 3-293,0 1 0,0-1 0,0 1 0,0 0 1,0 0-1,-1 0 0,1-1 0,0 1 0,0 0 0,-2 1 1,-6 1-1422,1 0 1,0 1 0,0 0 0,0 0 0,1 1-1,-1 0 1,1 1 0,-7 5 0,-12 6-1393,14-8 2003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1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0 996,'-14'30'9117,"14"-30"-8640,-1 1-1,1 0 1,0 0 0,0-1-1,0 1 1,0 0 0,0 0 0,0 0-1,0-1 1,0 1 0,0 0-1,1 0 1,-1-1 0,0 2 0,7 14 2279,-2-4-1807,20 77-575,-24-88-560,2 15-714,-4-9-1156,1-7 1963,0 0 0,0 0-1,0 0 1,0 0 0,0 0 0,0 0 0,0 1 0,0-1-1,0 0 1,-2 1-2236,2-1 2236,0 0 0,0 0-1,0 0 1,0 0 0,0 0 0,0-1 0,0 1 0,0 0-1,-1 0 1,1 0 0,0 0 0,-4-7-6144,-1-10 1338,4 14 4063,-1-5-426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2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6 151 636,'-3'-20'4192,"2"16"-3266,0 0 1,1 1-1,0-1 0,-1 0 0,2-5 0,-1 8-537,0 0 1,0-1-1,1 1 0,-1 0 1,1 0-1,-1-1 1,1 1-1,-1 0 0,1 0 1,0 0-1,0 0 0,0 0 1,-1 0-1,1 0 0,0 0 1,0 0-1,0 0 1,0 0-1,3 0 0,27-14 4404,22 1-2184,-23 7-1596,86-19 289,-97 20-1139,-10 3-22,0 1-1,1-1 0,-1 2 0,16-2 0,-24 3-137,1 0 0,-1 1 0,0-1 0,1 0 0,-1 1 0,0 0-1,1-1 1,-1 1 0,0 0 0,0-1 0,0 1 0,1 0 0,-1 0 0,0 0-1,0 0 1,0 0 0,-1 0 0,1 0 0,0 1 0,0-1 0,0 0 0,-1 0-1,1 1 1,-1-1 0,1 0 0,0 2 0,1 6 7,1 0 0,2 16 0,-5-24-9,11 79 12,21 109-74,-31-186 59,0 0 0,0 0 0,-1 0 0,1 1 0,-1-1 0,0 0 0,0 0-1,0 0 1,0 0 0,-1 4 0,1-7-3,0 0 1,-1 0-1,1 0 0,0 0 0,0 0 0,0 0 0,-1 1 1,1-1-1,0 0 0,0 0 0,-1 0 0,1 0 1,0 0-1,0 0 0,-1 0 0,1 0 0,0 0 0,0-1 1,-1 1-1,1 0 0,0 0 0,0 0 0,-1 0 0,1 0 1,0 0-1,0 0 0,0 0 0,-1-1 0,1 1 0,0 0 1,0 0-1,0 0 0,-1-1 0,-7-6-121,7 6 86,-19-16-868,0 0 1,0 2-1,-2 0 1,0 2-1,0 0 1,-27-10-1,21 10-2198,21 9 1427,-1 0 0,0 1 0,-8-2 0,5 0-619,10 5 2215,0-1 0,0 0 1,0 1-1,0-1 0,0 1 0,0-1 1,0 1-1,-1 0 0,1 0 1,0-1-1,0 1 0,0 0 0,-1 0 1,1 0-1,0 0 0,0 0 1,0 0-1,0 1 0,-1-1 0,0 1 1,1 0 140,0 0 0,0 1-1,0-1 1,1 1 0,-1-1 0,0 1 0,1-1 0,-1 1 0,1-1 0,0 1 0,0 0 0,-1-1-1,1 1 1,0 0 0,1 2 0,-2 0-1761,-2-19 136,-11-45 3572,14 59-1888,-1 1 0,1 0 0,0-1 0,0 1 0,0-1 0,0 1 1,0 0-1,0-1 0,0 1 0,0-1 0,0 1 0,0 0 0,0-1 0,0 1 0,0-1 0,0 1 0,0 0 0,0-1 0,0 1 0,0-1 1,0 1-1,0 0 0,1-1 0,-1 1 0,0-1 0,0 1 0,1 0 0,-1-1 0,0 1 0,0 0 0,1 0 0,-1-1 0,0 1 0,1 0 0,-1 0 1,0-1-1,1 1 0,-1 0 0,1 0 0,-1 0 0,0 0 0,1 0 0,-1-1 0,1 1 0,-1 0 0,0 0 0,1 0 0,0 0 0,24 3 4187,-16-2-2914,-5-2-1210,0 1-1,-1-1 0,1 0 1,0 0-1,-1 0 0,1-1 0,-1 1 1,0-1-1,4-2 0,16-7 30,-23 11-209,0 0 1,1 0-1,-1 0 1,1 0-1,-1 0 1,1 0-1,-1 0 0,1 0 1,-1 0-1,1 0 1,-1 0-1,0 1 1,1-1-1,-1 0 1,1 0-1,-1 0 0,0 1 1,1-1-1,-1 0 1,0 0-1,1 1 1,-1-1-1,0 0 1,1 1-1,-1-1 0,0 1 1,1-1-1,-1 0 1,0 1-1,0-1 1,0 1-1,1-1 1,-1 0-1,0 1 0,0-1 1,0 1-1,0-1 1,0 1-1,0-1 1,0 1-1,0-1 0,0 3-2,1-1-1,-1 1 0,0-1 0,0 0 0,0 1 1,0-1-1,-1 4 0,-3 10-303,3-12-259,1 0-1,-1 0 0,0-1 0,0 1 0,-1-1 0,1 1 1,-1-1-1,0 1 0,1-1 0,-2 0 0,1 0 0,-3 3 1,-2 5-2696,-8 8-650,14-19 3989,1 1 1,-1-1-1,1 1 0,-1-1 1,1 1-1,-1-1 1,1 0-1,-1 1 1,1-1-1,-1 0 1,1 1-1,-1-1 1,0 0-1,1 0 1,-1 1-1,1-1 0,-1 0 1,0 0-1,1 0 1,-1 0-1,0 0 1,1 0-1,-1 0 1,0 0-1,1 0 1,-1 0-1,0-1 0,0 1 267,1 0-1,0 0 0,-1 0 1,1 0-1,0 0 0,-1 0 0,1-1 1,0 1-1,-1 0 0,1 0 1,0 0-1,-1-1 689,1 1-689,-1-1 0,1 1 0,0 0 1,0-1-1,0 1 0,-1 0 1,1-1-1,0 1 0,0 0 0,0-1 1,0 1-1,0 0 0,0-1 1,0 1-1,-1-1 0,1 1 0,0-1 1,1 0-143,-1 1 1,1-1-1,0 0 1,-1 1 0,1-1-1,-1 0 1,1 1-1,0-1 1,-1 1-1,1-1 1,0 1 0,0 0-1,1-1 1,28-8-609,-8 4 99,82-18-19417,-87 19 17772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3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1 336,'-5'9'6731,"5"2"-3713,7 13-2752,-1-1 375,0 16 479,-3-22-2151,1 29 0,-7-59-6600,2 1 6204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4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63 616,'8'0'9143,"11"-5"-4502,-6 1-1434,31-7 1372,-15 2-2957,36-12 358,-32 9-1809,-32 12-169,-1 0 0,1 0 0,-1 0 0,0 0 0,1 0 1,-1 0-1,0 0 0,1 0 0,-1 0 0,1 0 0,-1 0 0,0 0 0,1 1 0,-1-1 0,0 0 0,1 0 0,-1 0 0,0 1 1,0-1-1,1 0 0,-1 0 0,0 1 0,0-1 0,1 0 0,-1 1 0,0-1 0,0 0 0,0 1 0,1-1 0,-1 0 1,0 1-1,0-1 0,0 1 0,0-1 0,0 0 0,0 1 0,0 0 0,3 17 23,-3-15-21,12 79-253,24 91 1,-34-168 140,2 15-109,-4-20 199,1 1 0,-1-1 0,0 1 0,0-1 0,0 1 0,0-1 1,0 1-1,0-1 0,0 1 0,0-1 0,0 1 0,0-1 0,0 1 0,0-1 0,0 1 0,-1-1 0,1 1 0,0-1 0,0 0 0,-1 1 0,1-1 1,0 1-1,0-1 0,-1 0 0,1 1 0,0-1 0,-1 0 0,0 1 0,-1-1-99,0-1 0,-1 0 0,1 1 0,0-1 0,0 0 0,0 0 0,0-1 0,0 1 0,-4-3 0,5 3 79,-183-130-7651,182 130 7688,-41-25-207,12 13 3551,27 11-1502,5 0-789,15 1-563,21 2-729,0 7 213,-31-6 0,1-1 0,-1 1-1,0-1 1,0 0 0,1 0-1,-1-1 1,0 0 0,1 0-1,-1 0 1,12-3 0,-15 2-65,-5 2-200,-8 5-358,-59 56-4815,0-1 5432,68-60 330,0 0 1,1 0-1,-1 0 1,0 0 0,0 0-1,1 0 1,-1 0-1,0 0 1,1 0-1,-1 2 1,1-3-215,0 0 1,-1 0-1,1 1 1,0-1-1,0 0 1,1 0-1,-1 1 1,0-1-1,0 0 1,0 0-1,0 1 1,0-1-1,0 0 1,0 0-1,0 1 1,0-1-1,0 0 1,1 0-1,-1 0 1,0 1-1,0-1 1,0 0-1,0 0 1,1 0-1,-1 0 1,0 0-1,0 1 1,0-1-1,1 0 1,-1 0-1,0 0 1,3 1 225,0 0 1,0-1 0,0 0-1,0 1 1,0-1 0,4 0-1,-2 0-507,14-1 345,-1-1-1,27-6 0,-10 2-126,-5-1 5,-22 5-420,0 0 0,0 0-1,13 0 1,-32-19-19478,10 19 19597,-5-4-1389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4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15 804,'-8'-15'14055,"8"16"-13898,1-1 0,-1 0 0,0 1 0,1-1 0,-1 0 0,1 1 0,-1-1 0,1 0 0,-1 1 0,0-1 0,1 1-1,-1-1 1,0 1 0,0-1 0,1 1 0,-1-1 0,0 1 0,0-1 0,0 1 0,1-1 0,-1 1 0,0-1 0,0 1 0,0 0-1,0-1 1,0 1 0,0 0 0,1 19 1915,-1-18-1936,0 51 577,16 99 0,-9-105-711,-5-24-9,2 0 0,12 41 0,-14-58 7,0 0 0,1 0 0,0 0 0,0 0 0,0-1 0,1 1 0,-1-1 1,2 0-1,-1 0 0,0 0 0,1-1 0,0 1 0,0-1 0,10 6 0,-10-7 29,1-1 0,0 0 0,0 0 0,0 0-1,0-1 1,0 1 0,13 0 0,47-3 783,-34 1-154,-9 1 105,0 1 0,0 1 0,0 1 0,40 12 0,-60-15-652,0 0 1,0 0 0,-1-1-1,1 1 1,0-1-1,0 0 1,0 0 0,0 0-1,0 0 1,4-1 0,-6 1-78,0 0 0,0-1 0,-1 1 1,1-1-1,0 1 0,0-1 0,0 0 0,0 1 1,-1-1-1,1 0 0,0 1 0,-1-1 0,1 0 1,-1 0-1,1 0 0,-1 1 0,1-1 0,-1 0 1,1 0-1,-1 0 0,0 0 0,1 0 0,-1 0 1,0 0-1,0 0 0,0 0 0,0 0 0,0 0 1,0 0-1,0 0 0,0 0 0,-1-2 0,0-10-128,-2 1 0,0-1-1,0 0 1,-1 1 0,-10-22-1,-36-57-6633,30 58 1152,7 11 1232,5 10 759,1-1 0,-8-20 0,8 12 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5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50 964,'-10'8'23187,"16"-10"-23332,3 0 264,0 0 1,0-1-1,0 0 0,-1 0 1,1-1-1,-1-1 0,0 1 0,0-1 1,0-1-1,11-9 0,-14 11-2173,-16 12-4515,-12 9-3986,8-5 6278,7-6 2578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5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1624,'-1'4'1108,"0"-1"255,0-1 0,1 1-1,-1 0 1,1-1-1,0 1 1,0 0 0,0 2-1,0-4-1028,0 0-1,0-1 0,0 1 1,1 0-1,-1-1 0,0 1 1,0-1-1,1 1 0,-1 0 1,1-1-1,-1 1 1,0-1-1,1 1 0,-1-1 1,2 2-1,8 3 136,-7-5-626,0 1 0,-1-1-1,1 1 1,0-1 0,0 0-1,4 0 1,-3-1-1116,0 0 1,0 0-1,0 0 0,0 0 1,0-1-1,0 0 1,-1 1-1,1-1 0,-1-1 1,1 1-1,4-4 1,0-1-568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5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0 1040,'-2'12'13423,"8"-7"-12925,-5-4-449,1 0 0,-1 0 0,0 0 1,0 0-1,0 1 0,0-1 0,0 0 1,0 0-1,0 1 0,0-1 0,-1 1 0,1-1 1,0 1-1,-1-1 0,1 1 0,-1-1 1,0 1-1,1 0 0,-1-1 0,0 1 0,0 0 1,0-1-1,0 1 0,-1-1 0,1 1 1,0 0-1,-1 1 0,0 2-52,-1-1 1,1 0-1,-1 1 1,0-1-1,0 0 1,0 0-1,-1-1 1,-3 6-1,-13 12-1745,-39 36 0,47-48 1699,-1 0 1,0-1-1,0-1 0,-1 0 1,-21 9-1,19-9 1441,-24 14-1,3-1 3639,36-20-4952,1 0 1,-1 0 0,0 0-1,0 0 1,0 0 0,0 0-1,0 0 1,0 0 0,0 0 0,0 0-1,0 0 1,0 0 0,0 0-1,1 1 1,-1-1 0,0 0 0,0 0-1,0 0 1,0 0 0,0 0-1,0 0 1,0 0 0,0 0-1,0 0 1,0 1 0,0-1 0,0 0-1,0 0 1,0 0 0,0 0-1,0 0 1,0 0 0,0 0-1,0 0 1,0 1 0,0-1 0,0 0-1,0 0 1,0 0 0,0 0-1,0 0 1,-1 0 0,1 0 0,0 0-1,0 0 1,0 0 0,0 1-1,20-2 1308,28-5-605,74-31-347,-45 11-415,-8 3-15,-52 17-18,-14 5 5,0-1-1,0 1 1,1 0-1,-1 0 0,0 1 1,7-2-1,-10 2-72,0 0-92,0 1 0,0-1 0,0 0-1,0 0 1,0 1 0,-1-1 0,1 0 0,0 0-1,0 1 1,0-1 0,-1 0 0,1 0 0,0 0-1,0 0 1,-1 1 0,1-1 0,0 0 0,-1 0-1,1 0 1,0 0 0,0 0 0,-1 0 0,1 0 0,0 0-1,-1 0 1,1 0 0,0 0 0,-1 0 0,-16 0-4536,-18-6-5229,15-2 5542,11 3 2727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5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1 436,'-12'1'20758,"12"-2"-20481,0 1-208,1 0 0,-1 0-1,1 0 1,-1 0 0,1 0 0,-1 0 0,1 0 0,-1 1 0,1-1 0,-1 0 0,1 0 0,-1 0 0,1 0 0,-1 1 0,1-1 0,-1 0 0,1 0 0,-1 1 0,0-1 0,1 0 0,0 1-1,1 2-29,0 0-1,0 0 1,0 0-1,0 1 0,-1-1 1,1 0-1,-1 1 1,0-1-1,2 7 0,4 36 116,-6-38-151,39 319-343,-36-285 328,-2-19 23,7 38-1,-9-61-30,0 1 0,0-1 0,0 1 0,1-1 0,-1 1 0,0-1 0,0 1-1,0-1 1,0 1 0,1-1 0,-1 1 0,0-1 0,1 0 0,-1 1 0,0-1-1,1 1 1,-1-1 0,0 0 0,1 1 0,0-1 0,-1 0-109,0-1 1,0 1-1,0-1 1,0 1-1,0-1 1,0 1-1,0-1 1,0 1-1,0-1 1,0 1-1,0-1 1,0 1-1,0-1 1,0 1-1,0-1 1,0 1-1,-1 0 1,1-1-1,0 1 1,0-1-1,-1 1 1,1-1-1,-27-66-16158,21 51 14151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7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11 1196,'-6'-11'20892,"13"12"-20353,-5 0-509,-1-1 1,1 1-1,-1 0 1,1 0-1,-1 0 0,0 1 1,1-1-1,-1 0 1,0 0-1,0 1 1,0-1-1,0 1 0,0-1 1,0 1-1,0-1 1,-1 1-1,1-1 1,-1 1-1,1 1 1,4 17-1280,-4-3-5275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9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 53 76,'7'-2'20700,"-3"-1"-20894,38-15 3568,-2-1-2281,-21 9-928,-19 10-165,0 0 0,0 0 0,0 0 1,1 0-1,-1 0 0,0 0 0,0 0 1,0 0-1,0 0 0,1 0 0,-1 0 0,0 0 1,0 0-1,0 0 0,1 0 0,-1 0 1,0 1-1,0-1 0,0 0 0,0 0 1,1 0-1,-1 0 0,0 0 0,0 1 1,0-1-1,0 0 0,0 0 0,0 0 0,0 0 1,0 1-1,1-1 0,-1 0 0,0 0 1,0 0-1,0 1 0,0-1 0,0 0 1,0 0-1,0 1 0,3 8 23,17 93-428,-17-85-43,-1-10-292,0 0 0,-1 0 0,0 0 0,-1 0 0,0 1 0,-1 7-1,1-14 595,0-1 0,0 1 0,0-1-1,0 1 1,0-1 0,0 0 0,0 1 0,0-1-1,0 1 1,0-1 0,-1 0 0,1 1-1,0-1 1,0 0 0,0 1 0,-1-1-1,1 0 1,0 1 0,0-1 0,-1 0-1,1 1 1,0-1 0,-1 0 0,1 0-1,0 0 1,-1 1 0,1-1 0,-1 0 0,1 0-1,0 0 1,-1 0 0,1 0 0,-1 0-1,1 1 1,0-1 0,-1 0 0,1 0-1,-1 0 1,1 0 0,-1-1 0,1 1-1,0 0 1,-1 0 0,1 0 0,-1 0 0,1 0-1,0 0 1,-1-1 0,1 1 0,0 0-1,-1-1 1,-21-16-1766,14 10 1508,3 3 369,-1 0 0,1 0 0,-1 0 0,0 1 0,-1 0 0,1 1 1,0-1-1,-1 1 0,1 0 0,-9-1 0,-19-5 1902,14-4 7869,19 12-9642,10-2 868,12 2-1450,-8 0 618,-1 1 1,13 4 0,7 0-1585,-10-4-2934,-20-1 3938,0 0-1,-1 0 1,1 1-1,0-1 0,0 1 1,-1-1-1,1 1 1,0-1-1,-1 1 0,1 0 1,-1 0-1,4 2 1,-25 8 215,10-6 140,-10 6-291,-24 9 0,2-1 972,39-17-489,3-2-91,0 0 0,0 0 1,0 0-1,0 0 0,0 0 0,0 0 0,0 0 0,1 0 1,-1 0-1,0 0 0,0 0 0,0 0 0,0 0 0,0 0 1,0 1-1,0-1 0,0 0 0,0 0 0,0 0 0,0 0 1,0 0-1,0 0 0,0 0 0,0 0 0,0 0 0,0 0 1,0 0-1,0 0 0,0 1 0,0-1 0,0 0 0,0 0 1,0 0-1,0 0 0,0 0 0,-1 0 0,1 0 0,0 0 1,0 0-1,8 2 0,0 1-4,0-1 1,1-1-1,-1 0 0,1 0 1,-1-1-1,1 0 1,0 0-1,-1-1 1,1 0-1,-1 0 1,1-1-1,-1 0 1,15-7-1,-7 5-11,-11 6-24,-7 5-67,-1-3-78,-1 0 0,1 0-1,-1 0 1,0 0 0,0-1-1,0 0 1,0 0 0,-1 0-1,-4 3 1,-10 3 142,-20 7 0,-14 6 940,38-14 121,-32 9 0,33-13 2037,1 1 0,-26 13 0,32-13 895,7-5-3849,12 0 124,47-3 248,-1-3 1,98-23 0,-100 19-459,-30 6-44,44-13 0,-58 11-66,-21 8-1126,-35 15-9745,-67 16 0,97-29 9511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29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0 772,'-2'3'1217,"0"0"0,1-1-1,-1 1 1,0 0 0,1 0 0,0 0-1,0 0 1,0 0 0,0 0 0,0 1 0,0 3-1,2 14 1436,4 4-921,0 0-1959,-4-8-4041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0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15 176,'5'-2'7899,"-1"-2"-4019,-3 3-3829,-1 1 1,0-1-1,1 1 0,-1-1 1,1 0-1,-1 1 1,1 0-1,-1-1 0,1 1 1,-1-1-1,1 1 1,0-1-1,-1 1 1,1 0-1,0 0 0,-1-1 1,1 1-1,0 0 1,-1 0-1,1 0 0,0 0 1,1-1-1,-2 1-45,1 0 0,0 0 0,0 0 0,-1 0 0,1 0 1,0 1-1,0-1 0,-1 0 0,1 0 0,0 0 0,-1 1 0,1-1 0,0 0 0,-1 0 0,1 1 0,0-1 0,-1 1 0,1-1 0,0 1 0,4 14 161,-3-9-157,22 132-350,-18-92 308,15 72-555,-21-115-334,-2-8 202,-5-15-264,2 7 465,-2-3-220,-31-72-3108,32 76 3259,0 1 0,-1 0 0,-1 0-1,0 0 1,-10-10 0,1 7 961,15 12 21,0 1 0,0 1 0,0-1 0,-1 0 0,1 0 0,0 1 0,0-1 0,0 1 0,-1 0 0,1-1 0,-3 1 0,-5 3 1522,8-2-955,7 0-703,62 9-2380,-67-10 2094,0 0 1,0 0-1,0 0 1,1 1-1,-1-1 1,0 0 0,0 0-1,0 0 1,1 0-1,-1 0 1,0 0-1,0 0 1,0 0 0,1 0-1,-1 0 1,0 0-1,0 0 1,0 0-1,1 0 1,-1 0 0,0-1-1,0 1 1,0 0-1,0 0 1,1 0-1,-1 0 1,0 0-1,0 0 1,0 0 0,0 0-1,0-1 1,1 1-1,-1 0 1,0 0-1,0 0 1,0 0 0,0-1-1,0 1 1,0 0-1,0 0 1,0 0-1,1 0 1,-1-1 0,0 1-1,0 0 1,0 0-1,0 0 1,0-1-1,0 1 1,0 0-1,0 0 1,0-1 0,-1 1-25,1 0 1,0 0 0,-1 0-1,1 0 1,0 0 0,0-1-1,-1 1 1,1 0 0,0 0 0,-1 0-1,1 0 1,0 0 0,-1 0-1,1 0 1,0 0 0,0 0-1,-1 0 1,1 0 0,0 0 0,-1 0-1,1 1 1,0-1 0,-1 0-1,1 0 1,0 0 0,0 0-1,-1 0 1,1 1 0,0-1 0,0 0-1,-1 0 1,1 0 0,0 1-1,0-1 1,0 0 0,-1 1-1,-49 53 107,45-50-48,5-4 37,-1 0 1,1 0-1,0 0 1,-1 0-1,1 1 0,0-1 1,-1 0-1,1 0 1,0 1-1,0-1 1,-1 0-1,1 1 0,0-1 1,0 0-1,-1 1 1,1-1-1,0 0 1,0 1-1,0-1 0,0 0 1,0 1-1,-1-1 1,1 1-1,0-1 1,0 0-1,0 1 0,0 0 1146,19 5-799,-5-4-397,-13-1 4,1-1 0,0 0 0,-1 1 0,1-1 0,0 0 0,-1 0 0,1 0 0,0 0 0,-1 0 0,1-1 1,2 0-1,-1 0 1,-1 1 2,-1 0 0,1-1 0,-1 1 0,0-1 0,1 1 0,-1-1 0,0 0 0,1 1 0,-1-1 0,0 0 0,0 0 0,0 0 0,0 0 0,0 0 0,0 0 0,0 0 0,2-2 0,-3 3-3,0 0 1,0-1-1,0 1 1,0 0-1,0 0 1,0 0 0,0 0-1,0 0 1,0 0-1,0 0 1,0 0-1,0 0 1,0 0 0,0 0-1,0-1 1,0 1-1,0 0 1,0 0-1,0 0 1,0 0 0,0 0-1,0 0 1,0 0-1,0 0 1,0 0-1,0 0 1,0-1 0,0 1-1,0 0 1,0 0-1,0 0 1,0 0-1,0 0 1,0 0 0,0 0-1,0 0 1,0 0-1,0 0 1,-1 0-1,1 0 1,0 0 0,0-1-1,0 1 1,0 0-1,0 0 1,0 0-1,0 0 1,0 0 0,0 0-1,-1 0 1,-5 1-136,-8 6-412,-3 10 238,1 1-1,0 1 1,-20 31-1,24-39 6272,20-18-5090,15-9-222,-10 6-1233,0 1 1,13-14 0,15-25-5488,-28 31 3560,-6 7 1125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0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47 160,'-10'3'11629,"10"-3"-11443,0 0 0,0 0 0,0 0 0,0-1 0,4-2 4477,8 0-2005,-12 3-2541,17-4 1465,-13 4-1404,0-1 1,0 0-1,0 0 1,0 0-1,0 0 1,0-1-1,0 0 1,6-4-1,-6 3-152,-1 1 0,0-1 0,1 1 0,0 0 0,-1 0 0,1 1 0,0-1 0,0 1 0,0-1 0,0 1 0,0 0 0,0 1 0,0-1 0,5 1 0,-13 18 75,-1 1-125,-1 0 0,0-1-1,-1 0 1,-1 0 0,-1-1-1,-17 26 1,21-36-553,0 1-1,0 0 0,-1-1 1,-13 12-1,15-16-369,1 0 0,-1 0 0,0 0 0,0-1 0,0 0 0,-1 0-1,1 0 1,0 0 0,-1-1 0,1 1 0,-9 0 0,11-2 508,0 1 1,1-1-1,-1 0 1,0-1-1,0 1 1,1 0-1,-1 0 1,0-1 0,0 1-1,1-1 1,-1 0-1,0 1 1,1-1-1,-2-1 1,-6-4-1238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0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1 336,'21'18'12640,"1"-1"-5453,-11-10-5543,0 2 0,-1-1 0,14 16-1,-7-3-734,0-1 1,2-1-1,34 28 0,-46-42-1253,1 0 0,-1-1 0,1 0-1,0 0 1,0 0 0,13 2 0,-16-4-618,1-1-1,0 0 0,0 0 0,0-1 0,0 0 1,0 0-1,0-1 0,0 1 0,0-1 0,9-3 1,-2-1-2624,0 0 1,0-1-1,20-13 1,-30 17 3227,18-11-1810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1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1 1364,'7'0'21036,"-4"2"-20789,-1-1-27,-1 1 0,0 0 1,-1 0-1,1-1 0,0 1 0,0 0 1,0 4-1,2 4 98,-1-3-181,0 0 0,0 0 0,0 9 0,2 9 8,7 46-26,-7-33-103,6 110-24,-7-79 16,-2-47 1,0 0 1,-5 43-1,4-65-31,-1 1 0,1-1 0,0 1 1,0-1-1,0 1 0,0-1 0,0 1 0,0-1 0,-1 1 0,1-1 1,0 0-1,0 1 0,-1-1 0,1 1 0,0-1 0,-1 1 0,1-1 0,0 0 1,-1 1-1,1-1 0,0 0 0,-1 0 0,1 1 0,-1-1 0,1 0 1,-1 0-1,1 1 0,-1-1 0,1 0 0,-1 0 0,0 0 0,0 0-130,-1 0 0,1 0 0,-1 0 0,1-1-1,-1 1 1,1-1 0,0 1 0,-1-1 0,1 1 0,-3-2-1,-3-2-900,1-1-1,-1 0 1,-5-5-1,-6-7-2092,2-1 1,0 0-1,1-1 0,-16-27 0,14 19 1248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1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0 964,'1'2'1145,"0"-1"0,0 0 0,-1 0 0,1 1 0,0-1 0,0 0 0,-1 1 0,1-1 0,0 3 0,1 15 6395,-4 1-4017,-4-3-4239,-14 18-62,6-22-1976,-4-3-3766,18-10 6343,0 0 1,0 0 0,0 0-1,0 0 1,-1 0 0,1 0 0,0 0-1,0 0 1,0 0 0,0 0-1,-1 0 1,1-1 0,0 1 0,0 0-1,0 0 1,0 0 0,-2-2-2645,0-7-908,1 9 3643,1-7-1718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1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1 508,'20'15'5401,"10"5"11653,-15-13-13059,27 11-938,-34-12-3241,-7-2-1797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2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0 312,'0'1'209,"0"-1"1,0 0-1,0 0 1,0 1-1,0-1 1,0 0-1,1 0 1,-1 1-1,0-1 1,0 0-1,0 0 1,1 0-1,-1 1 1,0-1-1,0 0 0,0 0 1,1 0-1,-1 0 1,0 0-1,0 0 1,1 1-1,-1-1 1,0 0-1,0 0 1,1 0-1,-1 0 1,0 0-1,0 0 0,1 0 1,-1 0-1,0 0 1,0 0-1,1 0 1,-1 0-1,0 0 1,0 0-1,1-1 1,-1 1-1,7-1 6603,-5 4-6254,0 0-1,-1 1 0,1-1 0,-1 1 0,0-1 1,2 5-1,-2 0-328,0-5-228,0 1-1,0-1 0,-1 0 1,1 0-1,-1 1 1,0-1-1,0 0 0,0 0 1,0 1-1,0-1 0,-1 0 1,0 0-1,-1 6 0,-1-5-375,1 0 0,0-1 0,-1 1 0,0-1 0,1 0-1,-2 0 1,1 0 0,0 0 0,-4 2 0,-35 19 254,32-20 696,4-1 3158,17-2-2570,-1 0-1162,-7-1-1,0 0 0,0 0 1,0 0-1,0 0 1,-1-1-1,1 1 1,0-1-1,0 1 0,3-2 1,-5 1-66,0 1-1,-1-1 1,1 1 0,0 0-1,-1-1 1,1 1-1,0 0 1,-1 0 0,1-1-1,0 1 1,-1 0 0,1 0-1,0 0 1,0 0 0,-1 0-1,1 0 1,0 0 0,0 0-1,-1 1 1,2-1 0,-2 0 9,1 1 0,-1-1 0,0 1 0,1-1 0,-1 0 0,0 1 0,0-1 0,1 1 0,-1-1 0,0 1 0,0-1 0,0 0 0,0 1 0,1-1 0,-1 1 0,0-1 0,0 1 0,0-1 0,0 1 0,0-1 1,0 1-1,-1 0 0,1 4-195,-2 0 1,1-1-1,0 1 1,-3 5-1,4-10 259,-14 22-3428,12-19 2884,-1 0 0,1 0 0,1 0 0,-1 0 0,0 0 0,-2 7 0,-8 17 316,11-27 248,0 9 865,2-9-886,-1 0 0,0 0-1,1 0 1,-1 1 0,0-1-1,1 0 1,-1 0-1,0 0 1,1 0 0,-1 0-1,1 0 1,-1 0 0,0 0-1,1 0 1,-1 0-1,1 0 1,-1 0 0,0 0-1,1 0 1,-1 0 0,0 0-1,1-1 1,-1 1-1,1 0 1,-1 0 0,1-1-1,5-1-268,0-1 1,0 0-1,11-7 0,-13 6-408,-6 16-7841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3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1 112 648,'0'54'13918,"0"-54"-13743,0 0 1,0 0-1,0 0 1,1 0 0,-1 0-1,0 0 1,0 0-1,0 0 1,0 0 0,1 0-1,7-4 3090,7-8-2200,-7 2-934,-5 7-625,0 0 0,0-1 0,-1 0 0,1 1-1,-1-1 1,0 0 0,0 0 0,0 0 0,0-1-1,-1 1 1,2-6 0,-1 0-1983,1 0 0,5-11 1,4-17-3186,-10 30 4446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3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23 160,'2'-23'27143,"-1"35"-27043,1 1 0,2 12-1,0-3-94,4 70-1756,-8-60-2361,0-2-4728,-1-37 2801,-2-10 2667,-1-5 1506,2 8 903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3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1 119 852,'4'-30'12120,"8"0"-4165,-10 26-7124,1 0 1,0-1 0,0 1 0,5-4 0,-5 5-727,0 0 1,0 0 0,1 1 0,-1-1 0,6-2 0,-5 3 66,0 0 0,1 0 0,-1 0 0,0 0-1,0 1 1,1 0 0,-1 0 0,1 0 0,7 0 0,-11 2-164,0-1 0,-1 0 0,1 1-1,0-1 1,-1 1 0,1 0 0,0-1 0,-1 1 0,1 0 0,-1-1 0,1 1 0,-1 0 0,1-1 0,-1 1-1,1 0 1,-1 0 0,0 0 0,1-1 0,-1 3 0,9 23 123,-7-17-86,6 20 7,8 50 1,-10-40-53,38 169-486,-11-53-275,-31-148 724,13 56-315,-26-78-986,-64-113-10513,19 37 731,48 74 9694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4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1 564,'-8'4'13019,"42"0"-11413,9 0-2446,-42-4 637,-1 0 1,1 0 0,0 0-1,-1 0 1,1 0-1,-1 0 1,1 1 0,0-1-1,-1 0 1,1 0 0,-1 0-1,1 1 1,0-1-1,-1 0 1,1 1 0,-1-1-1,1 0 1,-1 1 0,1-1-1,-1 1 1,0-1-1,1 1 1,-1-1 0,1 1-1,-1-1 1,0 1 0,0-1-1,1 2 1,-1-2 166,0 1 0,0-1 0,0 1 0,0-1 0,0 1-1,0-1 1,0 1 0,0-1 0,0 1 0,0-1 0,0 0 0,-1 1 0,1-1 0,0 1 0,0-1 0,0 1 0,-1-1 0,1 1 0,0-1 0,-1 0 0,1 1 0,-1 0 0,-3 3 31,0 2 1,0-1-1,0 0 1,-4 10-1,-8 11 79,-4-5 65,19-21-130,1 0-1,0 1 0,0-1 0,-1 0 0,1 1 0,0-1 1,0 0-1,0 0 0,0 1 0,-1-1 0,1 0 0,0 1 1,0-1-1,0 0 0,0 1 0,0-1 0,0 0 0,0 1 1,0-1-1,0 0 0,0 1 0,0-1 0,0 0 0,0 1 1,0-1-1,0 0 0,0 1 0,1-1 0,-1 0 0,0 1 1,0-1-1,0 0 0,0 1 0,1-1 0,-1 0 0,1 1 1,9 6 259,-2-6-244,0 1 0,0-1 0,1-1 0,-1 0 0,16-1 0,3 0-44,-27 1 13,0-1 1,1 1-1,-1 0 0,0 0 0,0 0 0,0 0 1,0 0-1,1 0 0,-1 0 0,0 0 0,0 0 1,0 0-1,0 1 0,1-1 0,-1 0 0,0 0 1,0 0-1,0 0 0,0 0 0,1 0 1,-1 0-1,0 0 0,0 0 0,0 0 0,0 1 1,0-1-1,0 0 0,1 0 0,-1 0 0,0 0 1,0 0-1,0 1 0,0-1 0,-3 6-283,-12 8-321,9-10 364,-14 16 60,0-1 0,-2-1 0,-31 20 0,41-30 720,-18 10 3370,9-9 3255,35-10-1510,26-2-4491,-12 2-479,58-6 61,58-3-432,-106 9-275,68 8-1,-62 1 50,-40-7 34,-1 1 0,1-1 0,-1 0 1,1 1-1,-1 0 0,1 0 0,-1 0 0,0 0 0,4 4 0,-7-6-112,0 0 0,0 0 0,0 1 0,0-1 0,0 0 0,0 0 0,0 0 0,0 1 0,0-1 0,-1 0 0,1 0 0,0 1 0,0-1 0,0 0 0,0 0-1,0 0 1,0 1 0,0-1 0,0 0 0,-1 0 0,1 0 0,0 0 0,0 1 0,0-1 0,0 0 0,-1 0 0,1 0 0,0 0 0,0 0 0,0 0 0,0 0 0,-1 1 0,1-1 0,0 0 0,0 0 0,-1 0-1,1 0 1,0 0 0,0 0 0,0 0 0,-1 0 0,1 0 0,-12 2-825,-12-3-2139,1-3-3510,20 3 5521,1 0-1,-1 0 1,1-1 0,-1 1 0,1 0 0,0-1 0,-1 1 0,1-1-1,0 0 1,0 0 0,0 0 0,1 0 0,-1 0 0,0 0 0,-2-4 0,1-5-1128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5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24 120 568,'-1'0'618,"0"1"-1,0 0 1,1-1-1,-1 1 1,0-1-1,0 1 1,0-1-1,0 0 1,0 1-1,0-1 1,1 0 0,-1 1-1,0-1 1,-1 0-1,1 0-291,1 0-1,0 0 1,-1 0-1,1 0 0,0 0 1,-1 0-1,1 0 1,0 0-1,-1 0 1,1 0-1,0 0 1,-4-3 3905,4 3-3906,0 0 0,0-1 1,0 1-1,-1 0 1,1-1-1,0 1 1,0 0-1,0 0 1,0-1-1,0 1 1,0 0-1,0-1 1,0 1-1,0-1 0,1 0-98,-1 0 0,1 0-1,0 0 1,0 0 0,0 0-1,0 1 1,0-1 0,0 0-1,1 1 1,-1-1 0,0 0-1,0 1 1,0-1 0,1 1-1,0-1 1,3 0 365,121-53 2053,-111 48-2706,0 0-1,17-2 1,-18 4-1401,0 0 0,22-10-1,-68 11-15403,11 0 11020,12 0 4076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5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1 1548,'-3'1'1252,"-7"6"10357,9-2-5763,4 1-4832,0-2-885,-1-1 1,0 1 0,0 0-1,-1 0 1,1 0 0,-1 0-1,0 0 1,0 1 0,0-1-1,0 0 1,-1 1-1,0-1 1,0 0 0,0 1-1,0-1 1,-2 8 0,0-4-90,-1-1 0,1 1 0,-1 0-1,-1-1 1,0 0 0,0 0 0,-9 13 0,-4 3-282,-35 34 0,42-48-1391,1-1-1,-1-1 1,-16 11 0,26-18 1383,0 0 1,0 0-1,0 1 0,-1-1 1,1 0-250,0 0 249,0 0 1,-1 1-1,1-1 0,0 0 1,0 0-1,-1 0 1,1 0-1,0 0 0,0 0 1,-1 1-1,1-1 1,0 0-1,-1 0 0,1 0 1,0 0-1,0 0 1,-1 0-1,1 0 0,0 0 1,0 0-1,-1 0 1,1-1-1,0 1 0,-1 0 1,1 0-1,0 0 1,0 0-1,-1 0 0,1 0 1,0-1-1,-1 1 1,2-6-5506,2 0 6189,1-4-1966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5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1268,'27'14'11976,"3"-3"-6319,9 5-3937,-14-6-1726,-4-1-3371,-33-19-8943,-1 2 8776,5 8 2218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5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1 964,'-3'4'2008,"1"3"3898,10-4-3528,-1 0-3992,5 0-876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5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0 664,'-1'3'2103,"0"-1"0,0 1 0,-1-1 0,1 0 0,-1 1 0,1-1 0,-3 2 0,-4 7 4475,4-3-8407,0 0 1830,-1-1 0,1 0 0,-1-1 0,-1 1 0,1-1 0,-1 0 0,-7 6 0,1 0-96,6-7-356,-1 1 0,1-1 1,-1 0-1,-9 4 0,-13 7-8677,25-14 6706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6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1376,'6'4'4347,"15"12"12362,-10 1-15948,-8-9-488,1-1 0,0 0 0,0 0 1,0 0-1,1 0 0,0-1 0,0 0 0,1 0 1,-1 0-1,1 0 0,1-1 0,8 6 0,-4-5-269,0 0-1,1-1 1,0 0 0,0 0-1,1-1 1,-1-1-1,1 0 1,0-1-1,-1 0 1,1-1-1,0-1 1,0 0-1,24-3 1,-16-1 10,0 0 1,-1-2 0,26-9-1,-40 12-23,-5 2 5,-1 1 1,1-1 0,0 1 0,0 0 0,0-1 0,0 1 0,0 0-1,0 0 1,0 0 0,0-1 0,0 1 0,2 0 0,-14-8-1357,-19-9-1748,-111-67-16554,124 72 17954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6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3 1192,'-8'-1'18166,"14"0"-16929,-4 1-1314,0 0 0,0 1 0,0-1-1,0 1 1,0 0 0,0-1 0,3 3-1,7 1-8875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6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1816,'10'9'22285,"5"0"-18431,4 4-7728,-13-7 4946,-11-31-20678,4 12 16554,-3-1 977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7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36 212,'10'2'22136,"-20"-2"-23923,8 0 1007,-1 0 0,1-1 0,0 1-1,0-1 1,0 1 0,0-1 0,0 0 0,0 1 0,0-1 0,0 0 0,0 0 0,0-1 0,0 1 0,0 0 0,1-1 0,-1 1 0,1-1 0,-1 1 0,1-1 0,-1 0 0,1 1 0,-2-5 0,-1-4-1132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8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 0 12,'5'1'10788,"1"2"-4437,7 7-2473,5 11-4602,-17-19 721,0 1 0,0-1 0,0 0 0,-1 0 0,1 0 0,0 1-1,-1-1 1,0 0 0,1 1 0,-1-1 0,0 1 0,0-1 0,-1 0 0,1 1 0,0-1-1,-1 0 1,1 1 0,-1-1 0,0 0 0,0 0 0,0 0 0,0 0 0,0 1 0,-2 2 0,-1 0-35,1 0 1,-1 0-1,0 0 1,0-1 0,-1 1-1,0-1 1,1 0 0,-7 4-1,4-5-32,1 0 0,0 0 0,-11 3 0,-10 4-93,2 0 122,20-9 251,0 1-1,0 0 1,0 0 0,-7 4-1,4-3 1285,6-7 655,20 1-1656,-12 3-387,-1-1-1,1 1 1,9-4-1,-9 3-91,-1-1-1,1 1 1,11 0 0,-17 1-10,1 0 1,-1 0-1,1 1 1,-1-1 0,1 0-1,-1 0 1,1 1-1,-1-1 1,0 0 0,1 1-1,-1-1 1,1 1 0,-1-1-1,0 0 1,1 1-1,-1-1 1,0 1 0,0-1-1,1 1 1,-1-1-1,0 1 1,0-1 0,0 1-1,0 0 1,1-1-1,-1 1 1,0 0 0,2 19 110,-1-15-109,39 238-512,-37-227-1476,-6-26-4142,1-3 2744,0-1 1,1 0 0,2-22-1,1 13 1420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9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0 324,'0'1'338,"1"-1"1,-1 1-1,0-1 1,1 1-1,-1-1 1,1 0-1,-1 1 1,0-1-1,1 1 1,-1-1-1,1 0 0,-1 0 1,1 1-1,-1-1 1,1 0-1,-1 0 1,1 0-1,-1 0 1,1 1-1,0-1 1,-1 0-1,1 0 0,-1 0 1,1 0-1,-1 0 1,1 0-1,-1 0 1,1-1-1,0 1 1,9-1 5137,-9 5-1155,-3 6-3285,-3 9-1111,3-15-98,-1 0 0,1 0-1,0 0 1,-1 0 0,0-1 0,0 1 0,0-1-1,0 0 1,-6 4 0,-2 2-3147,-22 11 0,-7 5-1355,12-5 3589,15-12 1744,0 2-1,-15 13 0,28-22-465,-1-1 0,1 1 0,-1-1 0,1 0 0,-1 1 0,1-1 0,-1 1 0,1-1 0,-1 1 0,1 0 0,0-1 0,-1 1 0,1-1 0,0 1 0,0 0 0,-1-1 0,1 1 0,0 0 0,0-1 0,0 1 0,0 0 0,0-1 0,0 1 0,0 0 0,0 0 0,0-1 0,0 1 0,0 0 0,0-1 0,0 1 0,1 0 0,-1-1 0,0 1 0,0-1 0,1 2 0,0-1 57,1 0 0,-1 0 0,0-1 0,0 1 0,1 0 1,-1 0-1,1-1 0,-1 1 0,0-1 0,1 0 0,-1 1 0,1-1 0,-1 0 0,1 0 0,-1 1 0,3-2 0,6 1-220,-7 0-13,0 0-1,-1 0 1,1 0-1,0 0 1,0 0-1,-1 1 1,6 1-1,-7-2-12,-1 1 0,1-1-1,0 1 1,0-1 0,0 1-1,-1 0 1,1 0 0,0-1-1,-1 1 1,1 0 0,-1 0-1,1 0 1,-1-1-1,1 1 1,-1 0 0,0 0-1,1 0 1,-1 0 0,0 0-1,0 0 1,0 0 0,0 0-1,0 0 1,0 0 0,0 0-1,0 1 1,-1 50-8,-1-30-1,2 1 0,0-1 0,7 43 0,6-32-8,-13-33 14,0 0 1,0 0 0,0 1 0,0-1 0,0 0 0,0 0 0,0 0 0,0 0 0,0 0 0,0 1 0,0-1 0,0 0 0,0 0 0,0 0 0,1 0 0,-1 0 0,0 1-1,0-1 1,0 0 0,0 0 0,0 0 0,1 0 0,-1 0 0,0 0 0,0 0 0,0 0 0,0 0 0,0 0 0,1 1 0,-1-1 0,0 0 0,0 0 0,0 0 0,1 0-1,-1 0 1,0 0 0,0 0 0,7-5 43,3-10-19,-10 14-31,2-3-189,0 1-1,-1-1 0,1 0 1,-1 0-1,2-9 1,-2 8-713,-1 0 0,1-1 0,-1 1 0,-1-7 0,0 3-1106,-1 0 0,0 1 0,0-1 0,-1 1 0,-5-13 0,3 10 450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9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0 111 208,'8'9'19352,"-6"-8"-18707,5-3 2555,-3 0-4816,11-2 1585,-1-1-1,0-1 1,-1-1-1,1 0 1,-1 0-1,-1-2 1,15-10-1,-25 16-632,0 1 0,0 0 0,0-1 0,0 1-1,0-1 1,1-3 0,-2 4-585,0 0 0,0-1 0,0 1 0,0 0 0,0-1 0,-1 1 0,1-1 0,-1-3 0,-1 2-2262,0 4 2987,-1-3-920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39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27 708,'0'0'336,"-1"0"1,0 0-1,1 0 0,-1-1 0,1 1 1,-1 0-1,1 0 0,-1-1 0,1 1 1,-1 0-1,1-1 0,-1 1 0,1-1 1,-1 1-1,1-1 0,-1 1 0,1-1 1,0 1-1,-1-1 0,1 1 0,0-1 1,0 1-1,-1-2 0,1 1-68,-1 0-1,1 0 1,0 0-1,0 0 1,-1 0 0,1 1-1,0-1 1,0 0-1,0 0 1,0 0-1,0 0 1,0 0 0,0 0-1,0 0 1,1-1-1,-1 2-83,0 0 0,1 0-1,-1 0 1,0 0 0,1 0 0,-1 0-1,0 0 1,0 0 0,1 0-1,-1 0 1,0 0 0,0 0 0,0 0-1,1 0 1,-1 0 0,0 0 0,0 0-1,1 0 1,-1 1 0,0-1-1,0 0 1,0 0 0,1 0 0,-1 0-1,0 1 1,0-1 0,0 0 0,0 0-1,1 0 1,-1 1 0,0-1-1,0 0 1,0 0 0,0 1 0,0-1-1,0 0 1,0 0 0,0 1 0,0-1-1,7 13 1435,-7-13-1531,8 17 171,-2 1 0,0 0 0,5 29 0,9 27-270,-14-55 3,18 34 1,-20-47 3,0 0 0,0 0 1,0 0-1,1-1 1,-1 0-1,1 0 1,1 0-1,-1 0 1,7 3-1,-3-2 9,0-1-1,1 0 1,0 0-1,0-1 1,14 4-1,-19-7 6,0 0 1,0 0-1,0 0 0,1 0 1,-1-1-1,0 0 1,1 0-1,-1 0 0,0-1 1,0 0-1,1 0 0,8-3 1,-13 3-5,1 0 1,0 0-1,0 0 1,-1-1-1,1 1 1,0-1-1,-1 1 1,0-1 0,1 0-1,-1 1 1,0-1-1,0 0 1,0 0-1,0 0 1,0 0-1,0 0 1,-1 0-1,1 0 1,0 0-1,-1-1 1,0 1-1,1-2 1,-1 1-73,0 0-1,0 0 1,0 1 0,0-1 0,0 0-1,-1 1 1,1-1 0,-1 0 0,1 1-1,-1-1 1,0 1 0,0-1 0,0 1-1,-1-1 1,1 1 0,-4-5 0,4 6-347,0 0 1,0 0 0,-1 0-1,1 0 1,-1 1-1,1-1 1,-1 0 0,1 0-1,-1 1 1,0-1 0,1 1-1,-1 0 1,0-1-1,1 1 1,-4 0 0,-26 4-8415,16-2 4785,5 0 2159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0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1208,'4'9'3863,"4"7"9624,1-9-11278,-5-3-2153,1 1 586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0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0 436,'1'4'16118,"2"3"-11405,0 2-3887,6 13-1327,-7-15 226,1 4 404,-5-7-2734,-4-3-3703,3-14-5669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1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72 12,'8'-9'8627,"-8"8"-8126,1-1 0,0 1 0,0 0 0,0 0 1,-1 0-1,1 0 0,0 0 0,1 0 0,-1 0 1,0 1-1,0-1 0,0 0 0,0 1 0,1-1 1,-1 1-1,0-1 0,3 0 0,6-1 1592,-1-1 0,18-8-1,34-15 1373,-59 25-3448,0 0 1,-1 1 0,1-1 0,0 1 0,0-1 0,0 1-1,0 0 1,0 0 0,-1 0 0,1 0 0,0 0 0,0 0-1,0 0 1,0 0 0,2 2 0,-2-2-4,-1 0 0,0 1 1,0-1-1,0 1 0,0-1 1,0 1-1,0 0 0,0-1 0,0 1 1,0 0-1,0 0 0,0 0 1,0 0-1,0 0 0,-1 0 1,1 0-1,0 0 0,-1 0 0,1 0 1,-1 0-1,1 0 0,0 2 1,25 167-609,-13-96-741,-13-74 1311,0 1 0,0-1 0,1 1 0,-1-1 0,0 1 0,0-1 0,0 1 0,0-1 0,0 1 0,0-1 1,0 1-1,0-1 0,0 1 0,0 0 0,-1-1 0,1 1 0,0-1 0,0 1 0,0-1 0,-1 1 0,1-1 0,0 1 0,0-1 0,-1 0 1,0 1-1,1-1-28,-1 0 0,1 1 0,-1-1 1,1 0-1,-1 0 0,1 0 0,-1-1 0,0 1 1,1 0-1,-1 0 0,1 0 0,-1 0 1,1 0-1,-1-1 0,1 1 0,-1 0 1,1 0-1,-1-1 0,0 0 0,-3-2-327,0 0 1,1 0-1,-1 0 0,-4-6 0,-8-10-1377,-1 1 0,0 0 0,-1 2 0,-1 0 0,-23-14 0,9 13 2015,10 9 2841,15 6 689,11 1-1379,13 3-1757,3 0-616,0 0 0,36-4 0,-10 1-730,-45 1 395,-15 14-3720,-50 43-1312,-6-7 4723,69-48 940,0 0 0,0 0 1,0 0-1,0 0 0,0 0 1,0 1-1,1-1 0,-1 1 1,0 2-1,1-4-168,1-1 1,-1 1-1,1-1 1,0 1-1,-1 0 1,1-1-1,0 1 1,0 0-1,0-1 1,-1 1-1,1 0 1,0-1-1,0 1 1,0 0-1,0-1 1,0 1-1,0 0 1,0 0-1,0-1 1,1 1-1,-1 0 1,0-1-1,0 1 1,1 0-1,-1-1 1,0 1-1,1-1 1,-1 1-1,0 0 0,1-1 1,-1 1-1,1-1 1,-1 1-1,1-1 1,-1 0-1,1 1 1,-1-1-1,1 1 1,0-1-1,-1 0 1,2 1-1,3 0 30,1-1 0,-1 0-1,0 0 1,0 0-1,1 0 1,-1-1 0,0 0-1,0 0 1,10-4 0,8 0-142,60-15-39,-80 19-163,-1 1 0,1-1 1,-1 0-1,1 0 0,-1 0 1,0 0-1,5-3 0,-7 4-174,1-1-1,-1 0 1,1 1-1,-1-1 0,1 1 1,-1-1-1,0 0 1,1 0-1,-1 1 0,0-1 1,1 0-1,-1 0 1,0 1-1,0-1 0,0 0 1,0 0-1,0 0 1,0 1-1,0-1 0,0 0 1,0 0-1,0 0 0,0 1 1,-1-1-1,1 0 1,0 0-1,-1 1 0,1-1 1,-1-1-1,-15-33-10756,11 27 9441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1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1260,'2'-4'13878,"1"11"-9639,2 14-2655,6 85 9,3 30-1570,-7-77-20,-4-33-9,0-1 0,1 0 1,9 27-1,-7-36 3,10 23 1,-13-33-2,0 0 1,1-1-1,-1 0 0,1 1 1,1-1-1,-1-1 0,6 6 1,-4-5 9,1 0 0,-1 0 0,1-1 1,0 0-1,0 0 0,0-1 0,1 0 1,-1 0-1,15 3 0,-2-3 255,0-1 0,35-1-1,-30 0 544,29 6 0,-30-4 551,29 1 0,-52-4-1282,0 0 0,0 0 0,0 0 0,1 0-1,-1 0 1,0 0 0,0 0 0,0-1 0,0 1 0,0 0 0,0-1-1,0 1 1,0-1 0,0 1 0,0-1 0,0 0 0,0 1 0,0-1-1,0 0 1,0 1 0,-1-1 0,1 0 0,0 0 0,-1 0-1,1 0 1,0 0 0,-1 0 0,1 0 0,-1 0 0,1 0 0,-1 0-1,0 0 1,0 0 0,1 0 0,-1 0 0,0 0 0,0-1 0,0 1-1,0 0 1,0 0 0,0 0 0,0 0 0,-1-2 0,0-5 35,-1-1 0,-1 1 0,1 0 0,-6-12 1,6 16-124,-14-30-1723,-29-45 0,22 39-1283,13 23 1383,-34-64-8213,38 69 7602,1-1-1,0 0 1,1 0 0,-4-21-1,6 14 298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2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44 536,'-12'19'23417,"24"-24"-20364,8-2-1450,-7 2-1079,19-9 0,26-18-1764,-66 39-5643,-9 10 722,3-4 1459,-20 17-3342,22-20 6201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2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1 252,'6'10'4492,"6"4"8092,2-7-10471,7-1-2325,-19-6-701,0 0 0,0 1 0,1-1 0,-1 0 0,0 0 0,0-1 0,1 1 0,-1 0 0,0-1 1,0 1-1,0-1 0,1 0 0,-1 0 0,0 0 0,0 0 0,0 0 0,0 0 0,3-3 1,1 0-704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3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312 1 764,'6'15'15157,"-1"-11"-13124,-2-2-1824,0 0 0,0 0 1,0 0-1,-1 0 0,1 1 0,-1-1 0,1 1 0,-1-1 0,0 1 0,2 4 0,-3-5-195,-1-1 1,1 1-1,-1 0 0,1-1 1,-1 1-1,0 0 0,0-1 0,0 1 1,0 0-1,0 0 0,0-1 1,-1 1-1,1 0 0,-1-1 1,1 1-1,-1 0 0,1-1 0,-1 1 1,0-1-1,0 1 0,0-1 1,0 1-1,-2 1 0,-5 10-111,-2-1 0,0 0 0,0-1 0,-1 0 0,-1-1 0,1 0 0,-2-1 0,1 0 0,-1-1 0,-1 0 0,1-1 0,-25 9 0,-77 21 1126,61-18 2011,99-26 1387,12-1-4030,102-15-201,-15 2-370,-102 8-36,-23 6 84,-22 7-739,-1 0 1,1 1 0,0-2 0,0 1-1,-1 0 1,1-1 0,-5-1 0,-35-9-6294,25 6 3032,-28-13-3181,42 17 6831,-13-7-1182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3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8 1616,'-9'-6'18861,"9"6"-18711,0 0 0,0 0 0,1 0 1,-1-1-106,1 1 0,0 0 1,0 0-1,-1 0 1,1 0-1,0 0 0,0-1 1,-1 1-1,1 1 0,0-1 1,0 0-1,-1 0 1,1 0-1,0 0 0,-1 0 1,1 1-1,0-1 0,-1 0 1,1 1-1,0-1 0,-1 0 1,1 1-1,0-1 1,-1 1-1,1-1 0,-1 1 1,1-1-1,0 2 0,3 4 49,-1 0 0,1 0-1,-1 0 1,-1 0-1,1 0 1,-1 1-1,2 11 1,6 52-80,-7-37 0,27 239-1104,-26-239 955,-1 80-779,-17-154-9433,4 17 3202,5 11 5070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4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27 736,'-10'-14'5918,"8"2"3843,4 17-8692,15 36-205,-15-38-1274,0 3-1066,-4-2-3026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5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32 1272,'18'-3'10779,"2"-1"-3278,-12 4-6837,0-1 0,0 0-1,0 0 1,14-4 0,-19 4-607,-1-1-1,1 1 1,-1 0 0,1-1-1,-1 1 1,1-1 0,-1 0 0,3-2-1,-5 3 149,3 18-328,1 12-82,0 43 1,-4-29-4876,0-41 4817,0-2-4,0 1 0,-1-1 0,1 0 1,0 1-1,0-1 0,0 1 0,-1-1 0,1 0 0,0 1 1,0-1-1,-1 0 0,1 1 0,0-1 0,-1 0 0,1 1 1,0-1-1,-1 0 0,1 0 0,-1 1 0,1-1 0,0 0 1,-1 0-1,1 0 0,-1 0 0,1 1 0,-1-1 0,1 0 1,0 0-1,-1 0 0,1 0 0,-1 0 0,1 0 0,-1 0 0,-14-2-3411,12 1 3401,0-1-1,0 0 0,0 0 0,1 0 1,-1 0-1,1 0 0,-5-5 0,-3-3-524,2 3 280,-14-10 1347,20 16-432,0 0 0,0 0 0,0 0 1,0 0-1,0 0 0,0 1 1,0-1-1,0 1 0,0-1 0,-4 1 1,-7-4 5064,13 4-5338,0 0 0,0 0-1,-1 0 1,1 0-1,0 0 1,0 0-1,0 0 1,0 0 0,0 0-1,0 0 1,-1-1-1,1 1 1,0 0-1,0 0 1,0 0 0,0 0-1,0 0 1,0 0-1,0 0 1,-1 0 0,1-1-1,0 1 1,0 0-1,0 0 1,0 0-1,0 0 1,0 0 0,0-1-1,0 1 1,0 0-1,0 0 1,0 0-1,0 0 1,0 0 0,0-1-1,0 1 1,0 0-1,0 0 1,0 0 0,0 0-1,0 0 1,0-1-1,0 1 1,0 0-1,0 0 1,0 0 0,0 0-1,1 0 1,-1 0-1,0-1 1,0 1-1,0 0 1,0 0 0,0 0-1,1 0 1,2-1-139,0 0 0,1 0 1,-1 1-1,1 0 1,-1 0-1,1 0 0,-1 0 1,1 0-1,3 1 0,12 0-1052,-18 0 856,0-1-1,-1 0 1,1 0-1,0 1 1,0-1-1,-1 0 1,1 1-1,0-1 1,0 1-1,-1-1 1,1 1-1,-1-1 1,1 1-1,0-1 1,-1 1-1,1 0 1,-1-1-1,1 1 1,-1 0-1,0-1 1,1 1-1,-1 0 1,0 0-1,1-1 1,-1 1-1,0 0 1,0 0-1,0 0 1,0-1-1,0 1 1,0 0-1,0 0 1,0 0-1,0 0 1,0-1-1,0 1 1,0 1-1,0-1 42,-1 1 1,1-1-1,0 1 0,0-1 0,0 0 1,-1 1-1,1-1 0,-1 0 0,1 1 0,-1-1 1,1 0-1,-1 1 0,0-1 0,0 0 0,0 0 1,1 0-1,-1 0 0,0 0 0,0 0 0,-1 0 1,0 1-1,-1 0 90,0-1-1,0 1 1,0 0 0,1 0 0,-1 0 0,1 0 0,-1 1-1,1-1 1,0 0 0,0 1 0,0 0 0,-3 4 0,2-3 219,0 1 1,0-1-1,-1 0 1,-4 4-1,2-3 88,4-3-102,1 0-1,-1-1 0,0 1 1,0-1-1,0 1 1,0-1-1,0 0 0,0 0 1,0 0-1,-4 1 1,6-2-52,19 2 659,-1-3-649,-1 0-1,29-8 1,-36 7-60,-9 2-80,1 0 1,-1-1 0,0 0 0,1 1-1,-1-1 1,0 0 0,0 0-1,0 0 1,0 1 0,2-3-1,-3 3 37,0 0 0,0 0 0,0 0-1,-1 0 1,1 0 0,0 0 0,0 0-1,0 0 1,0 0 0,0 0-1,0 0 1,0 0 0,0 0 0,0 0-1,0 0 1,0 0 0,0 0 0,0 0-1,0-1 1,0 1 0,0 0 0,0 0-1,0 0 1,0 0 0,0 0-1,0 0 1,0 0 0,0 0 0,0 0-1,0 0 1,0 0 0,0 0 0,0 0-1,0 0 1,0 0 0,0 0 0,0 0-1,0 0 1,0 0 0,0-1-1,0 1 1,0 0 0,0 0 0,0 0-1,0 0 1,0 0 0,0 0 0,0 0-1,0 0 1,0 0 0,0 0-1,0 0 1,0 0 0,0 0 0,0 0-1,0 0 1,0 0 0,0 0 0,0 0-1,1 0 1,-1 0 0,0 0 0,0 0-1,-11 6-1267,-16 10-1947,19-14 2530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6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24 112,'-14'14'2396,"0"-1"1,-1-1-1,-24 15 1,38-26-1912,0 0 0,0-1 0,0 1 1,0-1-1,1 0 0,-1 1 1,0-1-1,-5 0 6563,15-1-5977,-5 1-858,0-1 1,0 0-1,0 1 1,0-1-1,3-2 1,10-2 175,123-24 1096,-10 1-1174,-87 20-282,-16 2-85,1 2 0,41-2 0,-68 6-75,-16 2-1664,5 0 544,-22 2-4764,0 2-1,-38 11 1,51-11 4371,0-1 253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6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1116,'-1'2'1123,"0"0"-1,0 0 1,1 0 0,-1 0-1,1 1 1,0-1 0,0 0-1,-1 0 1,1 1 0,1-1 0,-1 0-1,0 0 1,0 1 0,2 1-1,4 12 953,-6-15-2250,2 5 170,0 0 1,0 0 0,-1 0-1,0 0 1,0 0 0,0 10-1,-1-15-105,0-1-1,0 0 1,0 0 0,0 1 0,0-1-1,0 0 1,-1 0 0,1 1-1,0-1 1,0 0 0,0 0-1,0 0 1,-1 0 0,1 1-1,0-1 1,0 0 0,-1 0-1,1 0 1,0 0 0,0 0-1,-1 1 1,1-1 0,0 0-1,0 0 1,-1 0 0,1 0-1,0 0 1,0 0 0,-1 0-1,1 0 1,0 0 0,-1 0-1,-8-2-7666,7-3 1811,2-1 4473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47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30 364,'5'-7'6731,"-4"-2"4380,-1 9-10996,1-1-2,0-1-1,0 1 1,1 0-1,-1 0 1,0 0-1,1 0 0,-1 0 1,0 1-1,1-1 1,-1 0-1,1 1 1,-1-1-1,1 1 1,2-1-1,-4 1-21,1 0-56,-1 0 0,1 1-1,0-1 1,-1 0 0,1 1-1,0-1 1,-1 1 0,1-1-1,-1 1 1,1-1 0,-1 1-1,1-1 1,-1 1 0,1-1-1,-1 1 1,1 1 0,6 24-31,-1 1 0,4 51 0,-5-34-230,-1 5-126,-2-25-660,8 43 1,-10-67 959,0 1-1,0-1 1,1 0 0,-1 0 0,0 0 0,0 1 0,0-1 0,0 0 0,0 0-1,0 1 1,0-1 0,0 0 0,0 0 0,0 1 0,0-1 0,0 0-1,0 0 1,0 1 0,0-1 0,0 0 0,0 0 0,0 1 0,0-1 0,0 0-1,0 0 1,0 0 0,-1 1 0,1-1 0,0 0 0,0 0 0,0 0 0,0 1-1,-1-1 1,1 0 0,-7-4-1991,-7-10-549,1-7 504,0 0 0,-10-26 1,15 29 1557,-1 0 0,-1 0 0,-21-29 0,27 42 571,1 3-143,1-1-1,0 0 1,0 0 0,0 0-1,-3-5 1,5 7 158,0 1 0,0-1-1,-1 1 1,1-1 0,0 0 0,0 1 0,0-1 0,0 0 0,0 1 0,0-1 0,0 1 0,0-1 0,0 0 0,0 1 0,0-1 0,1 0 0,-1 1 0,0-1 0,0 1 0,1-1 0,-1 1 0,0-1-1,1 0 1,-1 1 0,0-1 0,1 1 0,-1 0 0,1-1 0,-1 1 0,1-1 0,-1 1 0,1 0 0,-1-1 0,1 1 0,-1 0 0,1-1 0,0 1 0,0-1-11,0 1 1,-1 0 0,1-1-1,0 1 1,0 0-1,-1 0 1,1-1 0,0 1-1,0 0 1,0 0-1,-1 0 1,1 0-1,0 0 1,0 0 0,0 0-1,0 0 1,-1 0-1,1 0 1,0 1 0,0-1-1,-1 0 1,2 1-1,10 12 1751,-11-11-1680,0-1 0,1 1 1,-1 0-1,0-1 0,0 0 0,1 1 0,-1-1 1,1 0-1,-1 1 0,1-1 0,0 0 1,3 1-1,5 0-942,-2-1-973,-8 0 1766,0-1 0,0 0 0,0 0 0,0 1 0,0-1 0,0 0 0,0 0 0,-1 0 0,1 1 0,0-1 0,0 0 0,0 0 0,0 1 0,0-1 0,0 0 0,-1 0 1,1 0-1,0 0 0,0 1 0,0-1 0,-1 0 0,1 0 0,0 0 0,0 0 0,0 0 0,-1 0 0,1 0 0,0 1 0,0-1 0,-1 0 0,1 0 0,0 0 0,0 0 0,-1 0 0,-23 9-2540,21-8 2586,-1 0 0,1 0 0,0 1 0,-1-1 0,1 1 0,0-1 0,0 1 0,0 0 0,0 1 0,1-1 0,-1 0 0,-3 4 0,4-2 183,-1-1 1,1 0-1,-1 0 1,0-1-1,0 1 1,0 0-1,0-1 1,0 0 0,-5 3 884,29-3-124,-13-2-855,-4 0-91,-1 1-1,1-1 1,0 0-1,0-1 0,-1 1 1,1 0-1,0-1 1,-1 0-1,1 0 1,-1 0-1,1-1 0,-1 1 1,6-4-1,-5 2-6,9-5 2,-13 8-12,-4 15-24,-3-6-453,1 1 0,-1-2 1,-1 1-1,0-1 0,0 0 0,-16 11 0,-10 6 2332,24-18 806,16-8 829,20-10 1588,-20 8-5251,37-18 584,-8 3-4199,3 4-4327,-23 8 4674,-7 4 2104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1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19 76,'0'2'526,"1"4"4775,13-14 8893,1 10-13235,-13-1-830,1-1 1,-1 0-1,0 0 0,1 0 1,-1-1-1,1 1 0,-1 0 0,1-1 1,-1 1-1,0-1 0,1 0 1,-1 0-1,0 0 0,0 0 1,0 0-1,0-1 0,0 1 1,0-1-1,0 1 0,2-3 1,-4 4-127,0-1 0,1 1 1,-1 0-1,0 0 0,0-1 1,0 1-1,1 0 0,-1 0 1,0 0-1,0 0 0,0-1 1,1 1-1,-1 0 0,0 0 1,0 0-1,1 0 0,-1 0 1,0 0-1,0 0 0,1 0 1,-1-1-1,0 1 0,0 0 1,1 0-1,-1 0 0,0 0 1,0 0-1,1 1 0,-1-1 1,0 0-1,0 0 1,1 0-1,-1 0 0,0 0 1,0 0-1,1 0 0,-1 1 1,5 10 96,-4 19 42,-1-27-125,0 7 5,-1 1-1,-1 0 0,0-1 1,0 1-1,-1-1 1,-7 16-1,4-11-106,-1-1 0,-1 0 0,-16 23 0,22-33-235,0-1 0,-1 0 0,0 0 0,1-1 0,-1 1 0,0-1 1,-1 1-1,1-1 0,0 0 0,-1 0 0,-5 2 0,8-3-92,0-1-1,-1 0 1,1 0-1,-1 1 1,1-1-1,0 0 1,-1 0-1,1 0 0,-1 0 1,1 0-1,0-1 1,-1 1-1,1 0 1,-2-1-1,1 0-265,0 0-1,1 0 1,-1 0-1,1-1 1,-1 1-1,1 0 1,-1 0-1,1-1 0,0 1 1,0-1-1,0 1 1,0-1-1,-1-1 1,-2-5-1303,1-1 316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2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1120,'2'10'11430,"2"0"-4782,3 1-3199,7 5-3392,6 8 2007,-17-19-1779,1-1 0,0 1 0,0-1 0,5 4 0,2 2-64,5 5 442,1-1 0,0-1 0,1-1 0,30 16 0,-41-24-770,1 0-291,0 0 0,0-1 0,1 0 0,-1 0 0,12 2 0,2-2-4755,-1-3-4336,-17-1 8347,0 0 0,0 0 0,0-1-1,1 1 1,-1-1 0,0 0 0,-1 0-1,6-3 1,7-5-858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2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47 252,'-12'18'24596,"20"-21"-23517,1 0 1,0 0-1,11-2 0,11-3-951,-1-1-251,0 2 1,0 1 0,1 2 0,0 1 0,42 0-1,-73 3-253,-19 0-12736,16 0 11460,0 0 1,1-1 0,-1 1-1,0-1 1,0 0 0,-5-2-1,6 3 1253,-6-4-1601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1272,'1'4'8671,"5"4"-5910,-4-6-2359,0 1 0,0-1 0,0 1-1,-1 0 1,1 0 0,1 3 0,1 11 1225,0 1 1,2 23-1,-5-23-1247,0-1-1,-4 29 1,2-34-529,-1-1 1,0 0-1,0 0 1,-1 0-1,-1 0 1,0-1 0,0 1-1,-1-1 1,-1 0-1,0-1 1,0 1-1,-8 9 1,9-14-454,0 0 0,0-1 0,-1 0 0,1 0 0,-1 0 0,0 0 1,0-1-1,-8 3 0,-1 0-2904,0-2 0,-22 5 1,32-8 2103,-1-1 146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3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0 616,'1'1'731,"0"0"1,0 0-1,0 0 0,0-1 0,1 1 1,-1 0-1,0-1 0,0 1 0,1-1 1,-1 0-1,1 1 0,1-1 0,-2 0 30,1 0 1,-1 1-1,0-1 0,0 0 0,1 1 0,-1-1 0,0 0 0,0 1 1,0 0-1,0-1 0,0 1 0,2 1 0,7 6 2221,4 5-462,-7-4-1947,0 0 1,11 10-1,8 9 1026,-16-18-1267,0 0 1,1-1-1,1 0 1,-1 0-1,17 8 1,-21-13-200,-1 0 1,1-1-1,0 0 0,0 0 1,13 3-1,-11-5-1360,0 1 1,0-1-1,0-1 1,10 1-1,2-3-4419,0-1 1,0-1-1,28-8 0,-30 6 3361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4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0 676,'-3'2'11352,"-3"1"-5339,15 24-4684,-9-14-1361,0 1 68,-2 23 0,1-33-104,0 0 0,0 0 1,0 0-1,0 0 1,0 0-1,-1-1 1,0 1-1,0 0 0,0-1 1,-4 6-1,6-8 30,-2 2-12,0-1 0,-1 1 0,1-1 1,0 1-1,-1-1 0,1 0 1,-1 0-1,1 0 0,-1 0 0,0 0 1,0 0-1,0-1 0,0 0 0,-6 2 1,-7 1 49,13-4 98,0 1 0,0 0-1,0-1 1,0 1 0,0 0-1,0 1 1,1-1 0,-1 0-1,0 1 1,1 0 0,-6 3-1,2-1 1911,7-9 297,9-11-964,-8 15-1337,0-1 0,1 1 0,-1 0 0,1-1 0,-1 1 0,1 0-1,0 0 1,-1 1 0,1-1 0,0 0 0,-1 1 0,6-1 0,2 1-46,0 1-1,13 2 1,10 0-284,-32-3 231,0 0 0,0 0 0,0 0 1,0 0-1,0 0 0,0 0 0,0 0 0,0 0 1,0 1-1,0-1 0,0 0 0,-1 1 1,1-1-1,0 0 0,0 1 0,0-1 1,0 1-1,-1-1 0,1 1 0,0 0 1,0-1-1,0 2 0,-1-1 36,1 0-1,-1-1 1,0 1-1,0 0 1,0 0-1,0 0 1,0 0-1,0 0 1,0 0 0,0 0-1,0 0 1,0-1-1,0 1 1,0 0-1,-1 0 1,1 0-1,0 0 1,-1 1-1,-2 3-285,-1 1-1,1-1 0,-1 0 1,0 0-1,-6 6 0,3-5-901,-1 0-1,0 0 0,0-1 0,0 0 0,-14 6 1,16-8 516,5-2 645,-1 0 0,1 0 1,0 0-1,0 0 0,0 1 1,-1-1-1,1 0 0,0 1 0,0 1 1,7-6 74,0 0 0,0 1 0,1-1 0,-1 1 0,1 1 0,-1-1 0,1 1 0,11 0 1,-17-5-1499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4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0 155 1000,'0'2'880,"1"-1"-1,-1 1 0,1-1 1,-1 0-1,1 1 1,0-1-1,0 1 1,0-1-1,-1 0 1,3 2-1,-3-3-636,0 0 1,1 1-1,-1-1 0,0 0 0,1 0 0,-1 0 0,1 0 1,-1 0-1,0 0 0,1 0 0,-1 0 0,0 0 0,1 0 1,-1 0-1,1 0 0,-1 0 0,0 0 0,1 0 0,-1 0 1,0 0-1,1 0 0,0 0 0,8-6-111,0-1 87,18-17 0,-23 19-804,0 1 0,0-1 0,-1 0 0,0 0 0,0 0 1,3-8-1,2-4-1712,-3 7 578,-1 0 0,0 0 0,-1-1 0,2-12 1,-2 10 402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5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17 268,'1'0'452,"0"0"1,-1 1-1,1-1 1,0 0-1,-1 0 0,1 0 1,0 0-1,0 0 1,-1-1-1,1 1 0,0 0 1,-1 0-1,1 0 1,0-1-1,0 1 0,-1 0 1,1-1-1,-1 1 1,1 0-1,0-1 0,-1 1 1,1-1-1,-1 1 1,1-1-1,-1 1 0,1-1 1,-1 0-1,1 1 1,-1-1-1,0 1 0,1-1 1,-1 0-1,0 1 1,0-1-1,1 0 0,-1 0 1,0 1-1,0-4 3360,4 23-2858,0 14-482,-2 0-1,-2 38 1,0-37-2356,-1-3-3102,0-3-4251,3-55 2973,-4 15 5335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5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86 708,'12'-9'9489,"-10"8"-8569,-1 0-1,1-1 1,0 1-1,0 0 1,-1 0-1,1 0 1,3-1-1,14-8 2591,-17 8-3348,0 1 0,1-1 0,-1 1 1,0 0-1,1-1 0,3 0 0,-2 1 130,0 0-1,0 0 1,0 0 0,-1-1 0,1 1-1,0-1 1,-1 0 0,0 0-1,7-5 1,-7 4-137,0-1 0,-1 1 0,1 0 0,-1-1 0,3-5 0,10 73 1168,22 126-1326,-8-48-70,12 108-1263,-38-238 1189,-3-8-903,-5-13-422,-18-30-3295,9 13-2033,-28-37-1,18 32 3399,12 15 2085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6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11 664,'-14'1'19606,"20"-2"-19393,22 0 640,29-6 0,-3 5-1470,-51 2 250,-12 11-7603,4-6 6583,-2 6-236,4-5 1222,0 0 1,-1 0 0,0-1-1,0 1 1,-6 5 0,8-9 403,-1-1 1,1 1 0,-1 0-1,1-1 1,-1 1 0,0-1-1,1 0 1,-1 0 0,0 0-1,0 0 1,0-1 0,0 1-1,0-1 1,0 0 0,-4 0-1,6 1 26,1-1 0,0 0-1,-1 0 1,1 0 0,0 1-1,0-1 1,0 0 0,-1 0-1,1 1 1,0-1 0,0 0-1,0 0 1,0 1 0,-1-1-1,1 0 1,0 1 0,0-1-1,0 0 1,0 0 0,0 1-1,0-1 1,0 0 0,0 1-1,0-1 1,0 0 0,0 1-1,0-1 1,0 0 0,0 1-1,0-1 1,0 0-1,0 0 1,0 1 0,0-1-1,1 1 1,3 10 1927,2-9-1740,1 1 0,-1-1 1,1-1-1,10 2 0,-9-1-215,1 0 0,13 4-1,-18-4-213,-1-1 0,1 0-1,0 0 1,0 0 0,0 0-1,6 0 1,-10 0-300,-1 1-1,1 0 1,0-1-1,0 1 1,-1-1-1,1 1 1,-1-1-1,0 1 1,1-1 0,-2 3-1,-2 2 329,0 1-1,0-1 0,-1 0 1,0 0-1,0 0 1,0 0-1,-1-1 1,-11 9-1,-4 0 1269,-32 16 0,4-3 1295,-2 0 7219,33-18-3956,25-14-4068,-4 3-1412,1 0 1,-1 0-1,0 0 1,0 1-1,1-1 1,4-1-1,0 2 31,44-10 529,1 2 0,85-3 0,-111 12-714,-1 1-1,1 1 0,-1 1 0,0 2 1,0 1-1,43 14 0,-34-5 35,-35-15-47,0 0 1,1 0-1,-1 0 0,0 0 1,0 1-1,0-1 0,0 0 1,0 0-1,0 0 1,1 0-1,-1 0 0,0 0 1,0 0-1,0 0 0,0 0 1,0 0-1,0 0 0,0 0 1,0 0-1,1 1 0,-1-1 1,0 0-1,0 0 1,0 0-1,0 0 0,0 0 1,0 0-1,0 0 0,0 1 1,0-1-1,0 0 0,0 0 1,0 0-1,0 0 1,0 0-1,0 0 0,0 1 1,0-1-1,0 0 0,0 0 1,0 0-1,0 0 0,0 0 1,0 0-1,0 1 1,0-1-1,0 0 0,0 0 1,0 0-1,0 0 0,0 0 1,-1 0-1,1 0 0,0 0 1,0 1-1,0-1 1,0 0-1,0 0 0,0 0 1,0 0-1,-7 2-1149,-7 0-2584,-8 1-4202,21-3 7420,0 0-1,0 0 1,1 0 0,-1 0-1,0-1 1,0 1 0,0 0-1,0 0 1,1-1 0,-1 1-1,0 0 1,0-1 0,1 1-1,-1-1 1,0 1 0,1-1-1,-1 1 1,0-1 0,1 0-1,-1 1 1,0-2 0,-2-4-1857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7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86 660,'0'1'699,"0"0"-1,0 0 1,0-1-1,-1 1 1,1 0-1,0 0 1,-1-1-1,1 1 1,0 0 0,-1-1-1,1 1 1,-1-1-1,1 1 1,-3 2 1810,2-3-2147,1 0 0,0 0 0,-1 1 0,1-1 0,0 0 0,-1 0 0,1 0 0,0 0 0,-1 0 0,1 0 0,0 0 0,-1 1 0,1-1 0,-1 0 0,1 0 0,0 0 1,-1 0-1,1-1 0,0 1 0,-1 0 0,1 0 0,0 0 0,-1 0 0,1 0 0,0 0 0,-1 0 0,1-1 0,0 1 0,-1 0 0,1-1-264,0 1-1,-1-1 0,1 1 1,0 0-1,0-1 0,0 1 1,0-1-1,0 1 0,0-1 1,0 1-1,0-1 0,0 1 1,0 0-1,0-1 0,1 1 1,-1-1-1,0 1 0,0 0 1,0-1-1,0 1 0,1-1 1,-1 1-1,0 0 1,0-1-1,1 1 0,-1 0 1,0-1-1,1 1 0,-1 0 1,0-1-1,1 1 0,-1 0 1,1-1-1,14-10 833,-14 11-750,8-5 27,0 1-1,1 0 1,-1 0 0,1 1 0,0 0-1,0 1 1,0 0 0,17-1 0,29-7 422,-14 0-1078,29-9-797,-56 15-180,-11 3-320,-9 3-528,-1-1-323,0 0-1,0 0 1,1-1-1,-12 0 0,8 0-478,-14 0-1874,11 0 3165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7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 0 172,'-1'1'761,"0"-1"1,0 1-1,0-1 1,0 1-1,0-1 0,0 0 1,0 1-1,0-1 1,0 0-1,0 0 0,0 0 1,-2 0-1,-3 1 5337,10 5-3575,-3-5-2377,1 0 1,-1 0-1,0 1 0,0-1 0,0 1 1,0-1-1,0 1 0,-1-1 1,1 1-1,0 0 0,-1-1 1,1 1-1,-1 0 0,1-1 0,-1 4 1,2 27 854,-2-22-843,0 0-1,-1-1 1,-1 1-1,1 0 0,-2 0 1,1 0-1,-7 14 1,7-19-256,-1 0 1,0 0 0,0 0 0,0-1 0,0 1 0,-1-1 0,0 1 0,0-1 0,0 0 0,0-1 0,0 1 0,-1-1 0,0 0-1,0 0 1,-5 2 0,7-4-531,0 0-1,-1 0 1,1 0-1,0-1 1,-1 1-1,1-1 1,-6 0-1,7 0 130,1 0 0,0 0 0,0 0 0,-1 0 0,1-1 0,0 1 0,0 0 0,0-1 0,-1 1 0,1 0 1,0-1-1,0 1 0,0-1 0,0 0 0,0 1 0,0-1 0,0 0 0,0 0 0,0 0 0,0 0 0,0 0 0,1 0 0,-1 0 0,-1-1 0,2-2-1256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7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1772,'17'14'13629,"13"0"-7563,-22-11-5925,-1 1 0,0-1 0,9 7 0,-6-4-197,0 0-1,1 0 0,-1-2 0,20 7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7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0 568,'0'1'326,"0"0"-1,0-1 1,0 1-1,0-1 1,0 1-1,0 0 1,1-1-1,-1 1 1,0 0-1,0-1 1,0 1-1,0-1 1,1 1-1,-1 0 1,0-1 0,1 1-1,-1-1 1,0 1-1,1-1 1,-1 1-1,1-1 1,-1 1-1,1-1 1,-1 0-1,1 1 1,-1-1-1,1 0 1,0 1-1,19 0 3504,-11-1-5452,-17-2-8131,4 2 8286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7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0 812,'0'1'321,"0"-1"-1,0 1 1,0 0 0,0-1-1,0 1 1,0 0 0,0-1 0,0 1-1,-1-1 1,1 1 0,0 0-1,0-1 1,-1 1 0,1-1-1,0 1 1,-1-1 0,1 1-1,0-1 1,-1 1 0,0 0-1,-4 5 6454,2 10-1818,2-5-4185,-2-4-743,1-1-1,-2 1 0,1-1 1,-1 1-1,0-1 1,0-1-1,0 1 0,-1 0 1,0-1-1,-6 5 1,8-7-1341,-1-1 1,1 0-1,-1 0 1,0 0-1,0 0 1,-6 2-1,4-6-5454,1-4 3976,5 1 1300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8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0 164,'5'4'2545,"0"-1"0,0 1-1,-1 0 1,0 0 0,5 6 0,-6-6-1602,0 0 1,0 1 0,-1-1 0,1 1-1,-1 0 1,3 6 0,-4-7-812,1-1 0,-1 0 1,1 1-1,0-1 1,0 0-1,1 0 0,-1 0 1,6 4-1,24 19-34,-27-22-69,11 6 104,0-1 0,0 0 0,1-1 0,24 7 0,-11-3 404,-23-9-445,0-1 0,0 0-1,0 0 1,1-1 0,-1 1 0,0-2 0,1 1 0,-1-1 0,0 0-1,12-2 1,-13 1-84,-1 0 0,1-1 0,-1 1 0,0-1-1,1-1 1,-1 1 0,0-1 0,0 0 0,-1 0-1,1 0 1,-1-1 0,1 1 0,-1-1 0,4-5-1,-5 6 0,0-1 0,-1 1 0,1 0 0,-1-1 0,0 0 0,0 1 0,0-1 0,1-5 0,-3 8-85,1 0 1,-1 0-1,0-1 0,0 1 1,0 0-1,0 0 0,0 0 0,0 0 1,-1 0-1,1 0 0,0 0 0,-1 0 1,1 0-1,0 0 0,-1 0 0,1 0 1,-1 0-1,1 0 0,-1 0 0,0 0 1,0 1-1,1-1 0,-1 0 0,0 0 1,0 1-1,0-1 0,1 0 0,-1 1 1,0-1-1,0 1 0,0-1 0,0 1 1,0 0-1,0-1 0,0 1 1,-2-1-1,-20-6-4976,11 4 1268,0-1-1,1 0 1,-17-9 0,15 5 1896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8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1 224,'-2'6'4715,"2"-6"-4336,0 1 0,0-1 1,0 1-1,0-1 0,0 0 0,0 1 1,0-1-1,0 0 0,-1 1 1,1-1-1,0 1 0,0-1 0,1 0 1,-1 1-1,0-1 0,0 0 1,0 1-1,0-1 0,0 1 1,1-1-1,6 2 498,2 2-181,0 1-5093,-2-14-5019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1:58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56,'0'1'1293,"0"0"1,0 0-1,0 0 1,0 1-1,0-1 1,0 0-1,1 0 1,-1 0-1,0 0 0,0 0 1,1 0-1,0 2 1,5 1 4863,4 1-6676,-5-3 859,11 5-1769,-12-7-2588,-19-15-9559,9 8 11289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2:54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21 180,'0'-7'3527,"0"6"-3496,0 0 0,0 0 0,0 1 0,1-1 0,-1 0 0,0 0 0,0 1-1,1-1 1,-1 0 0,0 1 0,1-1 0,-1 0 0,1 1 0,-1-1 0,2 0 0,0 0 1118,-2 6-407,0-3-960,0-1 73,1 0 0,-1 1 0,0-1 0,0 0 0,0 0 0,0 0 0,0 0 0,-1 0 0,1 0-1,0 0 1,0 1 0,-1-1 0,1 0 0,-1 0 0,1 0 0,-1 0 0,1 0 0,-1 0 0,1 0 0,-1-1 0,0 1 0,0 0 0,1 0 0,-1 0-1,0-1 1,0 1 0,0 0 0,-2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2:59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558 3 332,'-11'-3'18128,"9"15"-15257,3 37-2229,9 65-1,-9-105-642,5 30 5,-1 0-1,-3 0 0,-1 40 1,-3 83 40,3-83-56,-1-48 25,-2 0 1,-2 0 0,0 0-1,-2-1 1,-2 0-1,-14 37 1,-21 84 7,14-63-32,4 9 15,-5 13 22,20-77 196,-11 59-1,19-80-184,-2 15-6,-2 0-1,0-1 0,-2 1 0,-16 38 0,16-48-22,-1-1-1,0 0 0,-2-1 0,1 0 0,-2 0 0,0-1 0,-14 13 0,-12 6 26,10-9-41,-39 42 0,49-43 12,10-12 6,-1-1 0,0 1-1,-17 13 1,14-18-46,9-4-149,12-1 63,17-1 109,0 0-1,0-2 0,42-8 1,-63 8 11,1 1 1,-1 0 0,0 0-1,0 0 1,1 1 0,-1 0-1,1 0 1,-1 0 0,0 1-1,1-1 1,-1 1-1,0 1 1,1-1 0,-1 1-1,0 0 1,0 0 0,0 0-1,-1 1 1,1 0 0,-1-1-1,7 7 1,-2-1 1,0 0 1,-1 1-1,0-1 1,-1 2-1,0-1 1,0 1-1,-1 0 1,-1 0-1,1 1 1,6 22-1,3 10 15,-7-23-5,5 24-1,-6-16 25,-4-16-31,0 1 1,2 17-1,6 96 4,8 55 27,-14-136-34,2 140 71,-7-171-64,-9 184 29,6-164-32,1 32-3,6 73-1,2 131 25,-6-249-25,-2 18 16,-10 62 0,5-63-36,-1 65 0,4 158 31,5-238-4,2 1-1,7 34 1,-3-25-10,-3-10 5,0 1 1,-2 0-1,0 0 0,-4 40 1,2-52-77,0-1 1,0 0 0,1 1-1,1-1 1,0 0 0,0 0-1,6 14 1,1 2-758,24 44 1,-19-45-1844,2 0 0,23 31 0,-28-43 853,1-1 0,0 0 1,1-1-1,1 0 0,18 12 1,-7-8 27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3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4 652,'-11'-4'19310,"15"10"-15743,18 19-1369,-12-13-3574,1-1-3293,3-19-13120,-12 4 16212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3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1 1332,'1'2'1653,"-1"1"0,1-1-1,-1 1 1,0-1 0,0 1 0,0-1-1,0 4 1,-1 6 4690,2-4-6045,6 12 38,1 5-257,-8-24-79,0 1-1,0-1 1,0 1 0,0-1 0,0 0 0,-1 1 0,1-1 0,0 1-1,-1-1 1,1 1 0,-1-1 0,0 0 0,1 1 0,-1-1 0,0 0-1,-1 2 1,-23 32-1179,20-26 492,0-1 0,-1 0 0,0-1 0,0 0 0,-1 0 0,-11 10 0,-21 6 1092,3-2 2668,32-19-2525,1 1-1,-1-1 1,0 0-1,1 0 1,-1 0-1,0-1 1,0 1-1,0-1 1,-6 1-1,27-10 877,43-15-1,-22 5-1381,46-16-1,-71 30-123,0 1 1,1 0-1,-1 1 1,1 0 0,20 1-1,-44 1-6123,-10-3 882,-36-17-8631,45 15 12563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4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1048,'0'-8'17257,"0"7"-17193,1 1 0,0 0 1,-1-1-1,1 1 0,0 0 0,-1 0 1,1 0-1,0 0 0,0-1 0,-1 1 1,1 0-1,0 0 0,0 0 0,-1 1 1,1-1-1,0 0 0,-1 0 0,1 0 1,0 0-1,-1 1 0,1-1 0,0 0 1,-1 1-1,2 0 0,-1 0-7,1 0 1,-1 0-1,0 1 0,0-1 0,0 0 1,0 1-1,0-1 0,0 1 0,1 2 1,1 4 103,0 0 0,-1-1 0,2 11 0,20 97 264,3 17-1103,-16-45-4044,-12-62 1340,0-24 2928,1 0 0,0 0 0,-1 0 0,1 0 0,-1 0 1,1 0-1,-1 1 0,1-1 0,-1 0 0,-1 1 0,1-3 21,-1 1 0,1-1 0,0 0 0,-1 0 0,1 1 0,0-1 0,0 0 0,0 0 0,0 0 0,0 0 0,0-1 0,0 1 0,-1-2-1,-4-5-745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4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17 688,'6'-17'17474,"-13"24"-15243,5-6-2319,-14 18 212,0-1-1901,-6-3-4769,22-15 6222,-1 0-1,1 0 1,0 0-1,0 0 1,-1 0-1,1 1 1,0-1-1,-1 0 0,1 0 1,0 0-1,0 0 1,-1 0-1,1-1 1,0 1-1,-1 0 0,1 0 1,0 0-1,0 0 1,-1 0-1,1 0 1,-4-6-3479,1 2 2411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4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0 652,'35'15'9768,"9"3"-801,1-3-7566,-15-10-3801,-44-12-6906,-5-1 5309,-2 6 878,7 2 1837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4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1 344,'-2'10'3286,"-4"5"10529,6-14-13582,0-1 0,0 1 0,0-1 0,0 1 0,0 0 0,0-1 0,0 1 0,0-1 0,0 1 1,0 0-1,0-1 0,0 1 0,0-1 0,0 1 0,1 0 0,8 17-114,-4-10 57,-3-2-167,-1 0 0,0 0 0,1 0 0,-2 0 0,1 0 0,-1 1 0,0-1 0,0 0 0,-1 0 0,-1 7 0,0 19-142,2-30 135,0-1 1,0 1-1,0-1 0,0 1 0,0-1 0,0 1 0,0-1 1,1 0-1,-1 1 0,1-1 0,-1 1 0,1-1 0,0 0 1,-1 1-1,1-1 0,0 0 0,0 1 0,0-1 0,0 0 1,0 0-1,0 0 0,0 0 0,0 0 0,1 0 0,-1 0 1,1 0-1,2 0 70,-1 0 1,0 0-1,1 0 1,-1-1-1,1 1 0,-1-1 1,1 0-1,-1 0 1,0 0-1,6-2 1,1 2-70,1-1 1,0 1-1,-1 1 0,1 0 1,0 0-1,-1 1 1,1 1-1,14 4 0,-21-5-231,11 5-785,-7-1-2538,-22-22-10675,10 11 12624,-2-3 277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5.1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48 600,'-3'-12'3091,"-2"-6"2801,2 0 5188,4 19-10967,0 0 1,0-1-1,0 1 1,-1-1-1,1 1 1,0 0-1,-1 0 1,1 0-1,-1-1 1,1 1-1,-1 0 1,1 0-1,-1 0 1,0 0-1,1 1 1,5 16 376,-3-5-381,0 0-1,-1 0 1,-1 0 0,0 1 0,-1-1 0,-1 14 0,0-21-421,0 0-1,-1-1 1,1 1 0,-1-1 0,0 1-1,-5 8 1,4-9-451,0-1-1,0 0 1,0 0-1,-1 0 1,1 0-1,-1-1 1,0 1-1,-7 4 1,7-6-38,-13 10-3276,-1-1 0,-22 10 0,25-14 2775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5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0 245 200,'10'-13'12137,"3"-5"-4695,-2 9-5700,21-11-1,38-17-1431,-42 24-149,65-38-1139,-63 32-2165,-1-2-3677,-26 18 5600,-1 0 1,0 1-1,1-1 1,-1 0-1,0-1 0,0 1 1,1-4-1,1 0-145,0-2-289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5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0 1044,'10'7'12789,"-3"-1"-9817,-3-3-2568,1 1-1,-1 0 1,0 0-1,0 0 1,-1 0 0,1 1-1,-1-1 1,0 1 0,0 0-1,-1 0 1,4 10 0,-5-13-474,0 1 0,0 0 0,-1 0 0,1 0 0,-1 0 0,0 0 0,0 0 1,0 0-1,0 0 0,0 0 0,-1 0 0,1 0 0,-1 0 0,0 0 1,0-1-1,0 1 0,0 0 0,-1 0 0,1-1 0,-1 1 0,1-1 0,-1 1 1,0-1-1,-3 3 0,-20 18-788,14-13 1169,0 1 1,-14 16-1,25-26-219,-1-1 0,0 1 1,1-1-1,-1 1 0,1 0 1,0-1-1,-1 1 0,1 0 1,-1-1-1,1 1 0,0 0 1,0 0-1,-1-1 0,1 1 1,0 0-1,0 0 0,0-1 1,0 1-1,0 0 0,0 0 1,0 0-1,0 1 0,1-2-64,-1 1-1,1-1 0,-1 0 1,1 1-1,-1-1 0,1 0 0,-1 1 1,1-1-1,-1 0 0,1 1 1,0-1-1,-1 0 0,1 0 0,-1 0 1,1 0-1,0 0 0,-1 0 1,1 0-1,0 0 0,-1 0 0,2 0 1,3 0-29,1-1 1,0 0-1,-1 0 1,11-4-1,92-38 52,-107 43-49,-1 0-1,0 0 1,0 0 0,0 0 0,1 0-1,-1 0 1,0 0 0,0 0-1,1 0 1,-1 0 0,0 1 0,0-1-1,0 0 1,1 0 0,-1 0-1,0 0 1,0 0 0,0 0-1,1 1 1,-1-1 0,0 0 0,0 0-1,0 0 1,0 0 0,0 1-1,0-1 1,1 0 0,-1 0 0,0 1-1,0-1 1,0 0 0,0 0-1,0 0 1,0 1 0,0-1-1,0 0 1,0 0 0,0 1 0,0-1-1,0 0 1,0 0 0,0 0-1,0 1 1,0-1 0,0 0 0,0 0-1,0 1 1,-1-1 0,1 0-1,-3 19 107,1-11 0,0 9 44,-1 0 0,-1-1 0,-1 1 0,0-1 0,-1 0 0,-1-1 0,0 1 0,-14 19 0,15-25-528,-2-1 0,1 1 0,-1-2 0,0 1 0,-14 10 0,15-14-1011,-1 0 0,0 0 0,0 0 0,0-1 0,-1 0 0,1-1 0,-14 4 0,21-6 1082,0-1 1,0 0-1,1 0 0,-1 1 0,0-1 1,1 0-1,-1 0 0,0 0 0,0 0 1,1 0-1,-1 0 0,0 0 0,0 0 1,0 0-1,1 0 0,-1 0 0,0-1 1,1 1-1,-1 0 0,0 0 0,0-1 1,1 1-1,-1-1 0,1 1 1,-1 0-1,0-1 0,1 1 0,-1-1 1,0 0-1,-3-5-1220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6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1 484,'1'2'1865,"1"-1"0,0 1-1,0-1 1,0 1 0,0-1 0,0 0-1,0 0 1,4 2 0,18 2 6542,-2-1-7620,-16-2-365,1 0 0,-1 1 0,1-1 0,-1 2 0,0-1 0,0 1 0,7 5 0,4 4 505,15 17 1,15 13-353,-36-34-775,0 0-244,0-1 0,0 0 0,22 10 0,-30-16-256,1 0 1,0-1-1,0 0 0,-1 0 1,1 0-1,0-1 0,6 1 0,-7-1-223,-1 0 0,1 0 0,-1-1 0,1 1 0,-1-1 0,1 1-1,-1-1 1,0 0 0,1 0 0,-1 0 0,0 0 0,4-3-1,4-4-2587,-1 0 0,10-11-1,-5 4 1578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6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93 1140,'-8'9'5901,"-3"-8"8034,28-16-9325,-5 5-3609,-5 4-1214,1-1-1,-1 1 0,1 1 1,0 0-1,14-8 1,-21 13-54,-1 0 1,0 0-1,1 0 1,-1 0 0,0 0-1,1-1 1,-1 1-1,0 0 1,0 0 0,1 0-1,-1-1 1,0 1-1,0 0 1,1 0 0,-1-1-1,0 1 1,0 0-1,0-1 1,0 1 0,1 0-1,-1 0 1,0-1-1,0 1 1,0 0 0,0-1-1,0 1 1,0 0-1,0-1 1,0 1 0,0-1-1,0 1 1,0 0-1,0-1 1,0 1 0,-8-12-10730,2 4 7717,3 2 1688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7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0 536,'-9'9'22523,"14"-3"-23262,-2-3 783,-1 0 0,0 0 0,-1 1 1,1-1-1,0 0 0,-1 0 0,0 1 0,0-1 0,0 1 0,0-1 0,0 1 1,-1 3-1,3 48 169,-3-54-211,2 37 6,7 39 0,-3-27-121,15 69-399,-7-44 311,-14-75 208,0 1-1,0-1 1,0 1-1,1-1 0,-1 1 1,0-1-1,0 1 0,0 0 1,0-1-1,0 1 1,-1-1-1,1 1 0,0-1 1,0 1-1,0-1 0,0 1 1,0-1-1,-1 1 1,1 0-1,-1-1-2,1 0 1,0 0-1,0 0 0,-1 0 1,1 0-1,0 0 0,-1 0 1,1 0-1,0 0 0,0 0 1,-1 0-1,1 0 0,0 0 0,-1 0 1,1 0-1,0 0 0,-1 0 1,1 0-1,0 0 0,0-1 1,-1 1-1,1 0 0,0 0 1,-1 0-1,-20-19 126,13 12-122,3 3-94,-1 1-1,0-1 0,0 1 0,-1 0 0,1 1 0,0-1 0,-13-1 0,6 1-535,-2 2-1,-23-1 0,32 3 721,1-1-1,-1-1 1,0 1 0,1-1 0,-1 0-1,1 0 1,-6-2 0,10 2-62,1 1 1,0 0 0,-1-1-1,1 1 1,0-1-1,0 1 1,-1-1-1,1 1 1,0-1 0,0 1-1,0-1 1,0 1-1,0-1 1,-1 1-1,1-1 1,0 1 0,0-1-1,0 1 1,0-1-1,1 0 1,-1 1-1,0-1 1,0 1 0,0-1-1,0 1 1,1-1-1,6-19 184,-4 14-132,0-3-67,1 0-1,0 0 0,1 1 0,0-1 0,1 1 0,-1 1 1,11-11-1,52-47-1633,-35 36-1625,4-2-3446,7-6-2126,-35 27 7182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7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31 1652,'-2'5'12794,"8"-9"-6290,1 1-7692,67-9 5017,-56 9-3262,26-9-1,-44 12-566,1 0 0,-1 0 0,0 0-1,1-1 1,-1 1 0,0 0 0,0 0 0,1 0 0,-1 0 0,0 0 0,1 0 0,-1 0 0,0 0 0,0 0 0,1 0 0,-1 0 0,0 0 0,1 0 0,-1 0 0,0 0 0,0 0 0,1 1 0,-1-1 0,0 0 0,1 0 0,-1 0 0,0 0 0,0 0 0,0 1 0,1-1 0,-1 0 0,0 0 0,0 1 0,1-1 0,-1 13 0,-9 13-4,8-25 3,-4 10-151,-1 0 0,0 0 0,-1-1 0,0 0 1,-10 10-1,5-4 35,9-11 116,0-1-1,0 0 1,0 0-1,-6 5 1,-3 5 21,12-13-21,0-1 1,-1 0-1,1 0 0,0 0 0,0 0 0,0 1 0,0-1 1,-1 0-1,1 0 0,0 1 0,0-1 0,0 0 0,0 0 0,0 0 1,0 1-1,0-1 0,0 0 0,0 0 0,0 1 0,0-1 1,0 0-1,0 0 0,0 1 0,0-1 0,0 0 0,0 0 1,0 1-1,0-1 0,0 0 0,0 0 0,0 1 0,0-1 1,0 0-1,0 0 0,1 0 0,-1 1 0,0-1 0,0 0 0,0 0 1,0 0-1,1 1 0,-1-1 0,0 0 0,0 0 0,0 0 1,1 0-1,-1 0 0,0 0 0,0 0 0,1 1 0,-1-1 1,0 0-1,0 0 0,1 0 0,-1 0 0,10-1 20,0 0 0,0-1 1,0 0-1,0 0 0,15-7 0,13-3-212,-38 12 128,0 0-1,0 0 1,0 0-1,0 0 1,0 0-1,0 0 1,-1 0-1,-10-5-7122,-13 1-117,-17 4 642,26-2 5157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7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0 1044,'0'10'17439,"8"-5"-17926,-5-2 643,1 0 1,-2 1-1,1-1 1,0 1-1,-1-1 1,1 1-1,-1 0 1,0 0-1,0 0 1,1 6 0,1 2 176,-1 0 0,3 19 0,-5-13-265,0 0 0,-1 0 0,-1 0 1,0 0-1,-1 0 0,-8 29 1,2-19-1003,-1-1 1,-1 0 0,-20 36 0,7-25-2694,20-35 2852,1 0 1,0 0-1,-1 0 1,1-1-1,-1 1 0,0-1 1,0 1-1,0-1 1,-6 3-1,9-5 611,-1 0-1,0 0 1,1 1 0,-1-1-1,0 0 1,1 0-1,-1 0 1,1 0-1,-1 0 1,0 0 0,1 0-1,-1-1 1,0 1-1,1 0 1,-1 0 0,1 0-1,-1-1 1,0 1-1,1 0 1,-1-1-1,1 1 1,-1 0 0,1-1-1,-1 1 1,1-1-1,-1 1 1,0-1-1,-3-4-1008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8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 1532,'9'-3'3897,"0"0"-1,0-1 1,10-6-1,21-8-1118,21 1-2357,14-5-491,-64 17 111,-5 0-3389,-6 5 3185,0-1-1,0 1 1,0 0 0,1 0 0,-1 0-1,0 0 1,0-1 0,0 1 0,0 0-1,0 0 1,0 0 0,0 0 0,0-1-1,0 1 1,0 0 0,0 0-1,0 0 1,-1-1 0,1 1 0,0 0-1,0 0 1,0 0 0,0 0 0,0-1-1,0 1 1,0 0 0,0 0-1,0 0 1,-1 0-163,1 0 162,0-1 1,-12-4-5914,-4 1 2242,7 3 2399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8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1 556,'-10'16'20177,"15"-13"-19545,-2-1-558,-1 0-1,0 0 0,1 1 1,-1-1-1,0 1 0,0-1 1,0 1-1,1 4 0,-1-1-93,0 0 0,-1-1 0,0 1 0,0 0 0,0 0 0,-1 0 0,0 0 0,0 0 0,-1 0 0,1 0-1,-3 6 1,-7 26-3875,-3-2-5965,1-13 3336,8-16 5119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8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1 476,'0'1'634,"0"1"-1,0-1 1,0 1 0,1-1-1,-1 1 1,0-1 0,1 1-1,-1-1 1,1 1 0,0-1-1,-1 1 1,1-1 0,1 2-1,14 12 3851,-13-14-4340,-1 1-1,1 0 1,-1 0 0,0 0-1,0 0 1,0 1 0,0-1-1,0 0 1,1 4-1,-3-7-249,0 1 0,0 0 1,-1 0-1,1 0 0,0 0 0,0 0 0,0 0 0,0 0 0,0 0 0,0 0 0,0 0 0,0 0 0,0 0 0,-1 1 0,1-1 0,0 0 0,0 0 0,-1 3-3602,-6-9-1487,4 0 3444,-1 2 217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8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13 796,'1'0'906,"1"0"-1,-1-1 1,0 1-1,1 0 1,-1-1-1,0 1 1,1-1-1,-1 1 1,0-1-1,2 0 1,-2 0-428,1 0 1,-1 1-1,0-1 0,1 0 1,-1 1-1,1-1 1,-1 1-1,1 0 1,-1 0-1,3-1 0,91 0 4589,0 0-4458,-97 23-564,2-14-154,-1 27 274,1-32-419,-1 0 0,1 0 1,-1-1-1,1 1 0,-1 0 0,0 0 0,0-1 0,0 1 1,-3 4-1,2-6-696,0 1 1,1-1-1,-1 1 0,0-1 1,0 0-1,-1 1 1,1-1-1,0 0 1,0 0-1,0-1 0,-1 1 1,1 0-1,0-1 1,-1 1-1,1-1 1,-5 0-1,0 0-909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8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32 1664,'-12'2'19843,"12"-2"-19663,2-2-44,0 1-1,0-1 1,1 1-1,-1 0 0,0 0 1,1 0-1,-1 0 1,1 0-1,-1 0 0,1 1 1,-1-1-1,6 0 1,-3 0-33,11-2-140,45-8 60,-18 9-2785,-20 3-2296,-15-1 1901,1 1 1,-1-1 0,15-2 0,-13 0 1016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09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56 1244,'-16'10'21608,"35"-22"-18254,-3 6-2576,26-5 0,-28 8-810,0-1 0,0 0 0,17-8 1,-30 12-68,-1 0 0,1 0 0,-1-1 0,1 1 0,-1 0 0,0 0 0,1 0 0,-1-1 0,1 1 1,-1 0-1,0 0 0,1-1 0,-1 1 0,0 0 0,1-1 0,-1 1 0,0 0 0,1-1 0,-1 1 0,0-1 1,0 1-1,1 0 0,-1-1 0,0 1 0,0-1 0,0 0-159,-1 1-1,1 0 1,0-1 0,-1 1-1,1 0 1,0-1 0,-1 1-1,1 0 1,-1 0-1,1 0 1,-1-1 0,1 1-1,-1 0 1,1 0 0,-1 0-1,1 0 1,-1 0 0,0 0-1,-4-1-2007,1 1 0,-1 0 0,1 0 0,-7 1 0,-22 7-4915,22-6 5662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0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1 320,'0'0'487,"0"1"0,0 0 0,0-1 0,0 1 0,0-1 0,-9 11 13209,9-10-13309,0-1 1,0 0 0,0 1-1,5 5 967,2 0-1145,-1-1-1,0 1 1,0 0-1,0 0 0,9 14 1,-14-17-204,0-1 0,0 0 0,0 1 0,0-1 1,-1 0-1,1 1 0,-1-1 0,0 1 1,0-1-1,1 1 0,-1-1 0,-1 1 0,1-1 1,-1 3-1,-10 36-3,4-21-14,5-12-231,-1 0 1,0 0-1,0 0 0,-5 7 0,6-12-21,0 0 1,0 1-1,0-1 0,-1 0 0,1-1 0,-1 1 0,0 0 0,0-1 0,0 1 0,0-1 0,-4 2 0,5-3 291,0 0 0,0-1 0,0 1-1,0-1 1,0 1 0,0-1 0,0 0 0,-3 1 0,5-1 197,-1 0 0,0-1 0,0 1 1,0 0-1,1 0 0,-1 0 1,0 0-1,0-1 0,1 1 0,-1 0 1,0 0-1,1-1 0,-1 1 1,-1-2-1,2 2-167,0 0 1,0-1 0,0 1-1,0-1 1,0 1 0,0 0-1,0-1 1,0 1-1,0-1 1,1 1 0,-1 0-1,0-1 1,0 1-1,0 0 1,1-1 0,-1 1-1,0 0 1,0-1 0,0 1-1,1 0 1,-1-1-1,0 1 1,1 0 0,-1 0-1,0-1 1,1 1-1,8-7 363,52-30 1379,-50 29-1682,1 0 0,-1 1 0,2 1 0,-1 0 0,1 0 0,-1 1 0,21-5 0,63-9 861,-80 15-642,-14 3-287,0 1 0,-1-1 1,1 1-1,0-1 1,-1 1-1,1 0 1,0 0-1,0 0 1,-1 0-1,1 0 1,0 0-1,-1 0 1,1 0-1,0 1 0,0-1 1,-1 1-1,3 0 1,-3 0-47,0 0 0,0 0 0,0 0 1,0 0-1,-1 0 0,1 0 0,0 0 1,-1 1-1,1-1 0,0 0 0,-1 0 0,1 1 1,-1-1-1,0 0 0,1 1 0,-1-1 0,0 0 1,0 2-1,1 30-12,-1-29 15,1 40-14,1-1 0,10 46 0,2 23-79,-15-96 118,1-16-29,0 1 1,0-1-1,0 1 1,-1-1-1,1 0 1,0 1-1,0-1 1,-1 0-1,1 1 1,0-1-1,0 0 1,-1 0-1,1 1 1,0-1-1,-1 0 1,1 0-1,-1 1 0,1-1 1,0 0-1,-1 0 1,0 0-1,-1 0 1,0 0 0,-1 0 0,1 0 0,0 0 0,-1-1 0,1 1 0,0-1 0,-5-1 0,-12-3-179,-61 1-3161,51 4-601,-29-4 1,32 0-668,0-1 1,-33-11-1,36 10 2916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0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59 908,'8'-1'14354,"12"-8"-7986,-15 7-5511,7-3-256,-1 2 0,1 0 1,0 0-1,13 0 1,12-4-110,87-15-145,-124 22-379,0 0 0,1 0 0,-1 0 0,0 0 0,1-1 0,-1 1 0,0 0 0,1 0 0,-1 0 1,0 0-1,1 0 0,-1 0 0,0 0 0,1 0 0,-1 0 0,0 0 0,1 0 0,-1 0 0,0 1 0,0-1 0,1 0 0,-1 0 0,0 0 0,1 0 0,-1 0 0,0 1 0,0-1 0,1 0 0,-1 0 0,0 0 0,0 1 0,1-1 1,-3 11-5076,1-9 3758,0 0 0,0 0 0,-1 0 0,1 0-1,0-1 1,-1 1 0,0 0 0,1-1 0,-3 3 0,-3-2-1519,1-2 523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3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43 720,'0'0'82,"0"0"0,0 0-1,0 0 1,0 0 0,-1 1 0,1-1-1,0 0 1,0 0 0,0 0 0,0 0 0,0 0-1,0 0 1,0 1 0,0-1 0,0 0-1,0 0 1,0 0 0,0 0 0,0 1 0,0-1-1,0 0 1,0 0 0,0 0 0,0 0-1,0 1 1,0-1 0,0 0 0,0 0-1,0 0 1,0 0 0,0 0 0,0 1 0,0-1-1,0 0 1,0 0 0,0 0 0,1 0-1,-1 0 1,0 0 0,0 1 0,0-1-1,0 0 1,0 0 0,0 0 0,1 0 0,-1 0-1,0 0 1,0 0 0,0 0 0,0 0-1,0 0 1,1 0 0,-1 0 0,0 0 0,0 0-1,0 0 1,0 0 0,1 0 0,-1 0-1,0 0 1,0 0 0,0 0 0,0 0-1,0 0 1,1 0 0,-9 5 4297,1-4 3393,20-7-1782,16-16-6412,-19 14 824,11-3 81,-6 3-1376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3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1124,'-5'11'18607,"12"-5"-17862,-6-5-682,1 0 0,-1 0 1,1 1-1,-1-1 0,0 1 0,0 0 0,1-1 1,-1 1-1,0 0 0,0 0 0,-1-1 0,1 1 1,0 0-1,0 3 0,5 31 247,-4-15-255,1-7-247,11 77-1259,-11-61-2319,-2 1-3430,-1-30 6950,0-1 0,0 1 0,0 0 0,0-1 1,0 1-1,0-1 0,0 1 0,0 0 0,0-1 1,-1 1-1,1-1 0,0 1 0,0-1 0,-1 1 0,1-1 1,0 1-1,-1-1 0,1 1 0,0-1 0,-1 1 1,1-1-1,-1 1 0,1-1 0,0 0 0,-1 1 1,1-1-1,-1 0 0,0 1 0,0-1 0,-5 2-1011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3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0 191 880,'1'1'281,"5"10"3596,-6-11-3727,0 0-1,1 0 1,-1 0-1,0 0 1,0 1-1,0-1 1,0 0-1,0 0 1,0 0-1,1 0 1,-1 0-1,0 0 1,0 1-1,0-1 1,0 0-1,1 0 1,-1 0-1,0 0 1,0 0 0,0 0-1,1 0 1,-1 0-1,0 0 1,0 0-1,0 0 1,0 0-1,1 0 1,-1 0-1,0 0 1,0 0-1,0 0 1,1 0-1,-1 0 1,0 0-1,0 0 1,0-1-1,0 1 1,1 0-1,-1 0 1,0 0-1,0 0 1,0 0-1,0 0 1,0 0 0,0-1-1,1 1 1,-1 0-1,0 0 1,0 0-1,0 0 1,0-1-1,0 1 1,0 0-1,0 0 1,0-1-1,9-6 5887,12-4-3436,-7 4-2298,-6 2-359,0 1 1,-1-2-1,0 1 1,0-1-1,9-10 1,-13 11-547,1 1 0,-1-1 1,0 0-1,-1 1 0,1-1 1,-1-1-1,0 1 0,0 0 0,0 0 1,1-8-1,1-6-3101,-3 14 2346,1 0-1,-1 0 1,0-1 0,-1 1-1,1 0 1,-1-8 0,-2 5-126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4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73 732,'13'2'16366,"2"-6"-9865,19-14-7850,-10 5 2714,-1 2-471,-12 6-472,0 0-1,12-4 1,-15 7-409,-1 0 0,1 0 0,-1 1-1,1 0 1,0 0 0,-1 0 0,1 1 0,0 1 0,7 0 0,-13 0-10,-1-1 0,0 1 0,0 0 0,1 0 0,-1-1 0,0 1 0,0 0 0,0 0 0,0 0 0,0 0 0,0 1 0,-1-1-1,1 0 1,0 0 0,0 0 0,-1 1 0,1-1 0,-1 0 0,1 1 0,-1-1 0,0 0 0,1 1 0,-1-1 0,0 1 0,0-1 0,0 0 0,0 3 0,0 7-34,-1-1 0,-2 18-1,2-22-24,0-4-26,1 0 1,0 0-1,-1 0 1,1 0-1,-1 0 1,1-1-1,-1 1 1,0 0-1,0 0 1,0-1-1,-2 4 1,2-5-258,1 1 0,-1 0 0,0-1 1,0 1-1,0 0 0,0-1 0,0 1 0,0-1 0,1 0 0,-1 1 1,0-1-1,0 0 0,0 1 0,0-1 0,0 0 0,-2 0 1,0 0-707,0 0 0,0-1 1,0 0-1,0 1 1,1-1-1,-1 0 1,0 0-1,0-1 0,1 1 1,-1-1-1,1 1 1,-1-1-1,1 0 1,-2-2-1,-4-2-870,3 2 425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4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32 1132,'0'-1'1028,"0"-1"0,0 1-1,-1-1 1,1 1 0,-1-1-1,1 1 1,-1 0 0,1-1 0,-2 0-1,1 0-91,1 1 0,-1 0-1,0-1 1,1 1 0,-1-1 0,1 1-1,0 0 1,-1-1 0,1-1 1207,2 5-2012,0 0 0,0 0 1,0 0-1,-1 0 0,1 1 0,-1-1 0,1 0 1,0 4-1,0-1-132,0 1 1,-1-1-1,0 0 1,0 1-1,0-1 1,0 0-1,-1 1 1,0-1-1,0 1 1,-1-1-1,0 1 1,0-1-1,-2 7 1,1-5-1237,0-1 0,0 0 0,-1 1 0,0-1 1,-8 11-1,4-1-4375,7-15 4937,0 0 0,-1 1 0,1-1 0,-1 1 0,0-1 0,1 1 0,-1-1 0,0 0 0,0 0 0,0 1 0,-2 1 0,-1-1-776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4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8 672,'9'-7'13042,"-1"6"-7458,-8 2-5508,1-1-1,0 0 0,-1 1 0,1-1 0,0 1 0,-1-1 1,1 1-1,-1 0 0,1-1 0,-1 1 0,1 0 0,-1-1 1,1 1-1,-1 0 0,0-1 0,1 1 0,-1 0 0,0 0 1,0-1-1,1 1 0,-1 0 0,0 1 0,4 23 475,0 41 0,1 2-504,-1-31-57,-2-15 2,0-1 0,2 0 0,0 0 0,1 0 0,11 27 0,-16-48 9,5 10-17,0 1 0,0-1 0,10 14 0,-12-21 19,-1 0 1,1-1-1,0 1 0,0 0 0,0-1 1,0 0-1,0 0 0,0 0 0,1 0 1,-1 0-1,1-1 0,-1 1 1,1-1-1,4 1 0,11 1 147,-1-2 1,1 0-1,-1-1 0,1-1 0,-1 0 1,24-6-1,-27 5 127,-9 1-146,12-2 663,0 1-1,0 0 0,1 2 0,25 1 0,-5 4 128,-38-5-864,-2-2-78,0-1 0,0 1-1,0 0 1,-1 0 0,1-1 0,-1 1 0,1 0 0,-1 0 0,-1-1-1,1 1-86,-39-46-3947,24 28-837,0 0 0,1 0 0,-18-33 0,26 34 2353,5 0 713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5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91 140,'-1'3'21566,"6"-8"-21064,-1 1-407,0 1 0,0 0 0,1 0 1,-1 1-1,1-1 0,-1 1 0,1 0 0,0 0 0,0 1 0,0-1 0,7 0 0,-4 0-276,0 0-1,0-1 0,11-4 1,-19 7-93,1-1 0,0 1 0,-1-1 0,1 1 0,0-1-1,-1 0 1,1 1 0,-1-1 0,1 0 0,-1 1 0,1-1 0,-1 0 0,0 0 0,1 1 0,-1-1 0,0 0 0,1 0 0,-1 0 0,0 0 0,0-1 0,0 1-356,1 0 0,-1-1 0,0 1 0,0 0 0,-1 0 0,1-1 0,0 1 0,0 0 0,0 0 0,-1 0 0,1-1 0,-1 1 0,1 0 0,-1 0 0,1 0 0,-1 0 0,0 0 0,1 0 0,-1 0 0,0 0 0,0 0 0,-1-1 0,-4 0-840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5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1104,'0'1'730,"0"0"-1,0 0 0,-1-1 1,1 1-1,0 0 1,0-1-1,0 1 0,-1 0 1,1 0-1,0-1 1,-1 1-1,1-1 1,0 1-1,-2 0 0,-1 7 8019,5-1-8592,1 1-26,-1 0 0,0 0 0,0 1-1,2 12 1,-1 0-63,2 7-1056,3 49-1,-8-55-3646,0 0-1,-7 40 1,6-59 3997,0 1 1,0-1-1,0 0 0,-1 1 0,1-1 0,-4 4 0,1 2-466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5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0 241 24,'6'6'1770,"-6"-6"-1175,0 1 0,1 0 0,-1-1-1,1 1 1,-1-1 0,1 1-1,-1-1 1,1 0 0,0 1 0,-1-1-1,1 1 1,-1-1 0,1 0-1,0 1 1,0-1 0,0 0-193,0 0 0,0-1 0,0 1 0,0 0 0,0-1 0,0 1 0,0-1 0,0 1 0,0-1 0,-1 0 0,1 1 0,0-1 0,0 0 0,-1 1 0,2-2 0,30-35 3378,-5-2-3458,-17 21-3104,-1 0 0,11-35 1,-8 24-2120,3-9-1401,-13 25 4762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6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10 392,'3'-3'11441,"6"-2"-7734,-9 4-3690,0 1 0,0 0 1,1 0-1,-1 0 0,0 0 1,0 0-1,1 0 0,-1 0 0,0 0 1,0 0-1,1 0 0,-1 0 1,0 0-1,0 0 0,1 0 0,-1 0 1,0 0-1,0 0 0,1 0 1,-1 1-1,0-1 0,0 0 1,1 0-1,-1 0 0,0 0 0,1 1 137,-1 0 0,0-1-1,1 1 1,-1 0-1,0-1 1,1 1 0,-1 0-1,0-1 1,0 1 0,0 0-1,0-1 1,0 1-1,0 0 1,0 1 0,1 10 684,0 0 0,6 21 1,-1-2-784,4 45-1104,-8-25-3195,-1-36 2045,0-11 1305,-1 0 0,1-1 0,-1 1 0,0 0 0,-1 0 0,1-1 0,0 1 0,-1 0 1,0-1-1,0 1 0,-2 5 0,-1-6-683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6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65 728,'3'0'820,"1"0"0,-1 0-1,0-1 1,1 0 0,-1 1 0,0-1-1,0-1 1,0 1 0,4-2-1,24-18 540,-27 18-1462,-3 3 10,-1 0-1,0-1 1,1 1 0,-1 0 0,0-1 0,1 1-1,-1 0 1,0-1 0,1 1 0,-1 0-1,0-1 1,1 1 0,-1-1 0,0 1-1,0-1 1,0 1 0,1 0 0,-1-1-1,0 1 1,0-1 0,0 1 0,0-1-1,0 1 1,0-1 0,0 1 0,0-1-1,0 1 1,0-1 0,0 1 0,0-1 0,-1 1-1,1-1 1,0 1 0,0-1 0,0 1-1,-1 0 1,1-1 0,0 1 0,-1-1-1,0-1-273,0 1 0,0 0 0,-1 0 0,1 0 0,0 0 0,-1 0 0,1 0 0,-1 0 0,1 1 0,-1-1 0,-1 0 0,-9-2-788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6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0 144,'-2'13'6398,"1"-2"1274,4-1-5771,6 7-718,-5-11-1071,-1 0 0,0 0 0,0 1-1,0 0 1,1 8 0,-2-5-130,-1-1-1,0 0 1,0 1 0,-1-1-1,0 0 1,-3 18 0,1-21-685,0 1 0,1-1 1,-2 0-1,-2 7 1,2-8-740,0 0 0,0 0 0,0-1 0,0 0 0,-6 7 1,1-5-1075,1 3 1868,5 1 7677,10-13 614,9-4-4297,33-9-1647,69-13 0,-96 25-1605,-1 1 1,0 1-1,1 1 0,-1 1 1,40 5-1,-39 2-58,-20-5-21,1-1-1,0 0 0,0 0 1,0 0-1,4 0 1,-7-1-15,-1 0 1,0 0 0,0 0 0,0 0-1,0 0 1,1 0 0,-1 0-1,0 0 1,0 0 0,0 0 0,0 0-1,1 0 1,-1 0 0,0 1-1,0-1 1,0 0 0,0 0 0,1 0-1,-1 0 1,0 0 0,0 0 0,0 0-1,0 0 1,0 0 0,1 1-1,-1-1 1,0 0 0,0 0 0,0 0-1,0 0 1,0 0 0,0 1 0,0-1-1,0 0 1,0 0 0,0 0-1,1 0 1,-1 1 0,0-1 0,-4 8-899,-7 6-3162,9-13 2943,1 0-1,-1 0 0,1 0 1,-1 0-1,1 0 0,-1 0 1,1 0-1,-1 0 1,0-1-1,0 1 0,1-1 1,-1 1-1,0-1 1,-3 1-1,3-3-843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7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3 444,'8'7'20003,"-2"-6"-16950,5-2-3728,0 0 1802,41-7 108,-51 8-1237,-1 1 1,0-1-1,1 0 0,-1 1 0,0-1 1,0 0-1,0 1 0,1-1 1,-1 1-1,0-1 0,0 0 0,0 1 1,0-1-1,0 1 0,0-1 1,1 1-1,-1-1 0,0 1 0,0-1 1,-1 0-1,1 1 0,0-1 1,0 1-1,0-1 0,0 1 0,0-1 1,-1 1-1,-3 14-206,-6-3 2,-1-1-1,0 0 1,-1-1-1,-16 11 1,4-3 205,-5 3 22,29-21-21,0 0 1,-1 0-1,1 0 1,0 0-1,0 0 0,0 0 1,-1 0-1,1 0 1,0 0-1,0 0 1,0 0-1,0 0 0,-1 0 1,1-1-1,0 1 1,0 0-1,0 0 1,0 0-1,0 0 1,-1 0-1,1-1 0,0 1 1,0 0-1,0 0 1,0 0-1,0 0 1,0-1-1,0 1 0,0 0 1,0 0-1,0 0 1,0-1-1,0 1 1,0 0-1,0 0 0,0 0 1,0-1-1,0 1 1,0 0-1,0 0 1,0 0-1,0-1 1,0 1-1,0 0 0,0 0 1,0 0-1,0 0 1,0-1-1,0 1 1,0 0-1,1 0 0,-1 0 1,0 0-1,0-1 1,0 1-1,1 0 1,2-1-1,1-1 1,0 1 0,0 1 0,0-1-1,0 0 1,0 1 0,0 0 0,0 0 0,6 1-1,-5-1 4,0 1 0,0-1 0,0-1 0,0 1 0,0-1 1,5-1-1,-2 0-5,-5 1 5,0 0 1,0 0-1,0 0 0,0 0 1,-1 0-1,1-1 0,0 1 1,4-4-1,-7 4-15,1 1 11,-1 1 0,0-1 0,0 0-1,0 0 1,1 1 0,-1-1 0,0 0 0,0 0 0,0 1 0,0-1 0,0 0 0,1 1-1,-1-1 1,0 0 0,0 1 0,0-1 0,0 0 0,0 0 0,0 1 0,0-1 0,0 0-1,0 1 1,0-1 0,0 0 0,0 1 0,-1-1 0,1 1 0,-2 10 22,2-9-20,-1 1-27,0 0 0,0 0 0,-1 0-1,1 0 1,-1 0 0,0 0 0,0-1 0,1 1-1,-2 0 1,1-1 0,0 1 0,-6 3 0,-3 3-101,-21 12 1,15-10 135,13-8 5,0 0-1,-1-1 1,1 1 0,-1-1-1,0 0 1,-5 2 0,10-4 39,0-1-51,0 0 0,1 0 1,-1 1-1,0-1 0,1 0 1,-1 1-1,1-1 0,0 0 1,-1 1-1,1-1 0,-1 1 1,1-1-1,0 1 0,-1-1 0,1 1 1,0-1-1,0 1 0,0-1 1,19-7-32,-18 7 33,13-4 236,-1 1 0,1 1 1,0 1-1,0 0 0,0 1 1,28 1-1,-39 0-215,-4 0-25,1 0 0,-1 1 1,1-1-1,-1 0 0,1 1 0,-1-1 1,1 0-1,-1 1 0,1-1 1,-1 1-1,0-1 0,1 1 0,-1-1 1,0 1-1,1-1 0,-1 1 1,0-1-1,0 1 0,1-1 0,-1 1 1,0 0-1,0-1 0,0 1 1,0-1-1,0 1 0,0 0 1,0-1-1,0 2 0,1 23 19,-2-19-22,-7 142 23,8-136-15,1-7-1,-1 0 0,0 0 0,0 0 0,-1 0 0,1-1 0,-1 1 0,0 0 0,-3 7 0,4-12-3,-1 1 1,1-1-1,-1 0 1,0 1-1,1-1 1,-1 1-1,1-1 1,-1 0-1,0 0 1,1 1-1,-1-1 0,0 0 1,1 0-1,-1 0 1,0 0-1,1 0 1,-1 0-1,0 0 1,1 0-1,-1 0 0,0 0 1,1 0-1,-1 0 1,0 0-1,1-1 1,-1 1-1,0 0 1,0-1-1,-22-9-17,22 9 13,-28-14-2281,-40-28 1,53 32-4307,-26-25-1,26 14 1313,9 10 3381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8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1 764,'-5'10'21724,"8"-7"-23611,-1-2 1926,-1 0-1,0 0 1,0 0-1,0 1 0,0-1 1,0 0-1,0 1 1,0-1-1,0 0 1,-1 1-1,1-1 0,0 1 1,-1-1-1,1 1 1,-1 0-1,0-1 1,1 1-1,-1-1 0,0 4 1,0 33 556,-3 22-469,6 74 0,-1-94-83,12 104-74,-9-111-115,-13-43-6294,5 1 2421,1-1 1,-2-13-1,2 7 1812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8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1 424,'1'0'1038,"1"0"0,0 0 0,0 0 0,0 0 0,0 0 0,-1 1 0,1-1 0,0 1 0,0-1 0,-1 1 0,4 1 0,-3-1-708,-1 1-1,1 0 0,-1-1 0,0 1 0,1 0 1,-1-1-1,0 1 0,0 0 0,0 0 0,1 4 1,1 2-259,0 0 0,-1 1 0,0-1 1,-1 1-1,0-1 0,0 1 1,-1 0-1,0-1 0,0 1 0,-1 0 1,0-1-1,0 1 0,-1-1 1,-4 12-1,0-5-707,1-1 0,-1-1 0,-1 1 0,-1-1 1,0 0-1,0-1 0,-17 18 0,14-15-1158,9-12 1045,0 0 1,-1 0 0,1 0 0,0-1 0,-1 1-1,0-1 1,0 1 0,0-1 0,0 0 0,-3 2 0,1-3-668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19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20 1036,'20'-6'7047,"-5"1"-4948,-9 4-1586,32-5 2672,-11 5 3286,-18 0-5048,4 1-863,-12 1-558,-1-1 1,1 0-1,-1 1 1,0-1-1,1 1 1,-1-1-1,0 0 1,1 1-1,-1-1 1,0 1 0,1-1-1,-1 1 1,0-1-1,0 1 1,0-1-1,0 1 1,1-1-1,-1 1 1,0-1-1,0 1 1,0-1-1,0 1 1,0-1-1,0 1 1,0 0-1,6 43 116,-3 19-100,3-1 0,16 66-1,-9-55 3,14 38-13,-27-111-9,0 0-1,0 0 0,0 1 0,0-1 0,0 0 0,0 0 0,0 0 0,0 0 1,0 0-1,0 1 0,0-1 0,0 0 0,0 0 0,0 0 0,0 0 0,0 1 1,0-1-1,0 0 0,0 0 0,0 0 0,0 0 0,0 1 0,0-1 0,0 0 1,0 0-1,0 0 0,0 0 0,0 0 0,0 0 0,-1 1 0,1-1 0,0 0 1,0 0-1,0 0 0,0 0 0,0 0 0,-6-3-205,-7-12-401,12 13 475,-97-131-10485,37 53 5495,30 37 4375,25 35 954,3 4 611,-1 0 0,1-1 0,0 1 0,0-1 0,0-12 8689,3 17-9242,8-2 2533,13 2-4292,-15 1 2332,11-1-816,-11 1-33,1-1 0,-1 0 0,0 0 0,0-1 0,0 1 0,1-1 0,-1-1-1,7-1 1,-45 38-9573,26-28 8858,-1 1 1,1 0-1,-6 12 0,7-11 771,-1-1 1,1 0-1,-10 10 0,3-1 593,11-17-631,1 1 0,0-1-1,-1 1 1,1-1-1,0 1 1,-1 0 0,1-1-1,0 1 1,0 0-1,0-1 1,-1 1 0,1 0-1,0 0 1,0-1-1,0 1 1,0 0 0,0-1-1,0 1 1,1 0-1,-1-1 1,0 1 0,0 0-1,0-1 1,1 1-1,0 1 1,-1-2-15,2 0 102,0-1 0,-1 0 0,1 0 0,0 0 0,-1 0 0,1 0 0,-1 0 0,0 0 0,1-1 0,-1 1 0,0 0 0,3-4 0,3-3 1010,-4 7-651,0-1-1,0 1 1,0 0-1,0 0 1,0 0-1,0 0 1,0 0-1,0 0 1,0 1-1,0 0 1,5-1-1,-5 1-237,0 0 0,0 0-1,0 0 1,0-1 0,0 0-1,0 1 1,0-1 0,0 0-1,0-1 1,0 1 0,3-2-1,-2 0-484,13-12 410,-16 15-532,-1-1 0,1 1-1,-1-1 1,1 0-1,-1 1 1,1-1 0,-1 0-1,0 1 1,1-1-1,-1 0 1,0 0 0,1 1-1,-1-1 1,0-1-1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20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76 364,'-1'1'893,"-1"0"1,0 0-1,0 0 0,0 0 1,-16 2 20335,36-11-20668,27-8 0,-30 11-577,0 0 0,0-1 1,17-10-1,-30 15-76,-1 0 0,1 0 0,-1 0 0,0 0 0,1-1 0,-1 1 0,0 0 0,2-4 0,-3 5 3,0 0-1,1 0 0,-1-1 1,0 1-1,0 0 0,0-1 1,0 1-1,0 0 0,0-1 0,0 1 1,0 0-1,0-1 0,0 1 1,0 0-1,0-1 0,0 1 1,0 0-1,0-1 0,0 1 1,0 0-1,0-1 0,0 1 0,0 0 1,0-1-1,-1 1 0,1 0 1,0-1-1,0 1 0,0 0 1,-1 0-1,1-1 0,0 1 0,0 0 1,-1 0-1,1 0 0,0-1 1,-1 1-1,1 0 0,0 0 1,0 0-1,-1 0 0,1-1 1,0 1-1,-1 0 0,1 0 0,0 0 1,-1 0-1,1 0 0,0 0 1,-1 0-1,0 0 0,-1 0-1330,-1-1-1,1 1 0,0-1 0,-1 1 1,1 0-1,-1 0 0,1 0 0,-1 0 1,1 1-1,-5 0 0,-3 0-2886,6-1 2783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20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0 928,'-10'13'8475,"10"-12"-8078,0-1 1,0 1-1,0-1 1,0 1-1,1-1 0,-1 1 1,0-1-1,0 1 0,0-1 1,0 0-1,1 1 0,-1-1 1,0 1-1,0-1 1,1 1-1,-1-1 0,0 0 1,1 1-1,5 6-974,-4-2 748,0-1 1,0 0-1,-1 0 1,1 1 0,-1-1-1,0 1 1,0-1-1,0 1 1,-1-1 0,1 7-1,-1 0-484,-1 0 0,0 0 0,-2 13 0,-8 9-4870,-6-2-4602,15-28 8478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21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42 24,'-3'20'17654,"8"-27"-15161,7 0-1987,-1 1 0,25-9 0,-12 6-448,-17 5-190,0 1 0,0 1 0,1 0 0,-1 0 0,0 0 0,11-1 0,-18 3-240,4 2-2612,-5 0 3007,0-1 0,0 1 0,0 0 0,0 0 0,1-1 0,-1 1 1,1 0-1,-2 3 0,-5 14 947,-7 3-259,-14 26 0,19-32-670,-37 61 1714,46-76-1741,0-1-1,0 0 0,-1 0 0,1 0 1,0 0-1,0 0 0,0 0 1,0 1-1,0-1 0,0 0 0,0 0 1,0 0-1,0 0 0,0 0 1,0 1-1,0-1 0,0 0 1,0 0-1,0 0 0,0 0 0,0 0 1,0 1-1,0-1 0,0 0 1,0 0-1,0 0 0,0 0 0,0 0 1,1 0-1,-1 1 0,0-1 1,0 0-1,0 0 0,0 0 0,0 0 1,0 0-1,0 0 0,8 1 360,10-4 116,-15 2-365,4-1-72,0 0 0,-1 0-1,1-1 1,-1 0 0,1-1 0,-1 1-1,8-7 1,16-8-1437,-30 17 968,1 1 0,0 0 0,-1-1 0,1 1-1,0-1 1,-1 1 0,1-1 0,-1 1 0,1-1 0,0 1-1,-1-1 1,0 0 0,1 1 0,-1-1 0,1 0-1,-1 1 1,0-1 0,1 0 0,-1 0 0,0 0 0,0 0 519,0 1 0,0 0 0,0 0 1,0 0-1,1-2 2250,-1 2-2249,0 0-1,0 0 0,1 0 1,-1 0-1,0 0 0,0 0 0,0 0 1,0 0-1,0 0 0,0 0 0,0 0 1,0 0-1,2 1 2250,-2-1-2249,0 0-1,0 0 0,0 0 1,1 0-1,8 11 1677,-5-6-1826,-1 0-1,0 0 0,5 9 1,-6-6 724,-1-1-3689,-12-20-10283,10 10 12303,0 0 0,0 0 0,0 0 0,0-5 0,-1-4-511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21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1080,'6'-1'8101,"1"-1"-3394,8-2 687,83 0-996,-52 0-3461,-44 4-932,-2 0-5,1 0-1,-1 0 1,0-1 0,1 1-1,-1 0 1,0 0-1,1 0 1,-1 0-1,0 0 1,1 0-1,-1 0 1,0 0 0,1 0-1,-1 0 1,0 0-1,1 0 1,-1 1-1,0-1 1,1 0 0,-1 0-1,0 0 1,1 0-1,-1 1 1,0-1-1,1 0 1,-1 0-1,0 0 1,0 1 0,1-1-1,-1 0 1,0 0-1,0 1 1,0-1-1,0 0 1,1 1 0,-1-1-1,0 0 1,0 1-1,0-1 1,0 0-1,0 1 1,0-1-1,0 0 1,0 1 0,0-1-1,0 0 1,0 1-1,0-1 1,0 0-1,0 1 1,0-1 0,0 0-1,0 1 1,0-1-1,0 18-311,-1-1-1,0 0 1,-1 0 0,-9 34-1,9-43 120,0-2 34,0 1 1,0-1-1,-1 1 0,1-1 0,-6 8 1,8-14 140,-1 1 1,0-1 0,1 0 0,-1 1-1,1-1 1,-1 0 0,1 0 0,-1 1 0,0-1-1,1 0 1,-1 0 0,0 0 0,1 0-1,-1 0 1,0 0 0,1 0 0,-1 0-1,0 0 1,1 0 0,-1 0 0,1 0-1,-1-1 1,0 1 0,1 0 0,-1 0 0,1-1-1,-1 1 1,0 0 0,1-1 0,-1 1-1,1 0 1,-1-1 0,1 1 0,-1-1-1,0 0 1,-17-17-1102,4 0 272,8 12 865,1-1 0,-1 0 0,-5-11 0,10 12 1943,5 9-1520,5 8-406,-5 1 9,0 1-1,-1-1 0,0 1 1,2 24-1,-3 55-2,-3-60-46,7 56 1,8 6-40,-12-63 48,-2-25 31,1 0 0,-1 0-1,1 0 1,2 11-1,4-4 183,-4-6-6,-5-8-509,-25-23-8431,18 16 4997,0 1-1,-10-13 1,8 7 1713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27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1 772,'0'1'426,"0"-1"1,0 1-1,1 0 0,-1 0 1,1-1-1,-1 1 0,0-1 0,1 1 1,-1 0-1,1-1 0,0 1 1,-1-1-1,1 1 0,-1-1 0,1 1 1,0-1-1,-1 1 0,1-1 1,0 0-1,0 0 0,-1 1 0,1-1 1,0 0-1,0 0 0,-1 0 1,1 0-1,0 1 0,1-2 871,-4 12 5181,-7 6-4002,-1 0-1621,2 4-401,-10 43 0,16-54-435,1 1 0,0 0-1,1-1 1,2 18 0,-1 5 11,0-26-29,0 0 0,0 1 0,0-1 0,1 0 0,4 12 0,17 35-621,-20-48 413,10 16-1163,-8-15-710,0 0 0,10 11 0,-11-14 834,0 0 0,0 0 0,0-1 0,1 1 0,0-1 0,-1 0 1,1-1-1,0 1 0,9 3 0,5-2-1150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28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0 556,'1'1'584,"0"0"0,0 0 0,1-1 0,-1 1 0,0 0 0,1-1-1,-1 1 1,1-1 0,-1 0 0,0 1 0,1-1 0,2 0 0,-2 0-199,-1 0 0,1 1 0,-1-1 1,1 0-1,-1 0 0,1 1 0,-1-1 0,1 1 0,-1 0 1,0-1-1,1 1 0,-1 0 0,2 1 0,-3-1-119,1 0 1,-1 0-1,1 0 0,-1 0 0,1 0 1,-1 0-1,0 1 0,0-1 0,0 0 1,1 0-1,-1 0 0,0 0 0,0 1 1,-1-1-1,1 0 0,0 0 0,0 0 1,0 0-1,-1 0 0,1 1 0,-1-1 1,0 1-1,-13 28 849,13-28-1033,-10 18 63,-17 20 1,23-33-765,0 0 0,-1 0 0,0-1 0,-1 0 0,1-1 0,-10 7 0,-12-1-7118,20-17 534,6 1 5913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28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52,'12'4'3275,"18"13"12972,-18-9-14220,43 26-1902,-55-34-365,0 0 0,1 1 0,-1-1 0,0 0 0,1 1 0,-1-1 0,0 1 0,0-1 0,1 1-1,-1-1 1,0 1 0,0-1 0,0 1 0,0-1 0,1 1 0,-1-1 0,0 1 0,0-1 0,0 1 0,0-1 0,0 1 0,0-1 0,-1 1 0,1-1 0,0 1 0,0-1 0,0 1 0,0-1 0,0 1 0,-1-1-1,1 0 1,0 1 0,-1-1 0,1 1 0,0-1 0,0 1 0,-2 0 0,-14 17-10170,12-15 9549,0 1-444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29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99 596,'0'-1'151,"0"1"-1,0 0 1,0 0-1,0-1 1,0 1-1,0 0 1,0 0-1,0-1 1,0 1-1,0 0 1,0 0-1,0-1 1,0 1-1,0 0 1,0 0 0,0-1-1,-1 1 1,1 0-1,0 0 1,0-1-1,0 1 1,0 0-1,-1 0 1,1 0-1,0 0 1,0-1-1,0 1 1,0 0-1,-1 0 1,1 0-1,0 0 1,0 0-1,-1 0 1,1-1 0,0 1-1,0 0 1,-1 0-1,1 0 1,0 0-1,0 0 1,-1 0-1,1 0 1,0 0-1,0 0 1,-1 0-1,1 0 1,0 0-1,0 0 1,-1 0-1,1 1 1,0-1 0,0 0-1,-1 0 1,1 0-1,0 0 1,0 0-1,0 0 1,-1 1-1,1-1 1,0 0-1,0 0 1,0 0-1,0 1 1,-1-1-1,1 0 1,0 0-1,0 0 1,0 1-1,0-1 1,0-1 132,0-1-1,0 0 1,0 1-1,0-1 1,0 0 0,1 1-1,-1-1 1,1 1-1,-1-1 1,1 1-1,1-4 1,1 2 314,0 0 1,1 0-1,0 0 0,-1 0 0,1 0 1,0 1-1,0-1 0,0 1 0,7-2 1,16-10 904,-20 9-1382,1 1-1,-1 0 1,1 1 0,0 0-1,0 0 1,0 1-1,0 0 1,1 1-1,12-2 1,27 12 1083,-48-9-1191,2 3 260,4 8 172,2 50-83,3 129-465,-11-188 56,0-1 1,0 0-1,0 1 1,0-1-1,0 0 0,0 1 1,-1-1-1,1 0 1,0 0-1,-1 1 1,1-1-1,-1 0 0,0 0 1,1 0-1,-3 2 1,3-2-127,-1-1 0,0 1 1,1-1-1,-1 1 1,0-1-1,0 1 1,1-1-1,-1 0 0,0 1 1,0-1-1,0 0 1,0 0-1,1 1 1,-1-1-1,0 0 0,0 0 1,0 0-1,-1 0 1,-1-1-445,1 1 1,-1-1 0,0 0 0,0 0-1,1 0 1,-1 0 0,1 0-1,-1-1 1,1 1 0,-1-1 0,1 1-1,0-1 1,-2-2 0,-11-11-5079,-19-28 0,24 32 4578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29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39 428,'1'-9'1375,"2"-9"2523,7 6 10565,-6 18-12652,1 5-1403,-4-5-298,-1 0 1,1 0-1,-1 1 1,-1-1-1,1 0 1,-1 0-1,0 0 0,0 0 1,0 0-1,-1 0 1,-5 10-1,3-9-173,0 0-1,-1 0 1,1 0 0,-2-1-1,1 0 1,-1 0-1,0 0 1,-9 7-1,1-3-1317,-24 15 0,0-7-4859,36-17 5431,1 0 0,-1-1 0,0 1-1,0-1 1,0 1 0,0-1-1,0 1 1,0-1 0,0 0 0,0 0-1,0 0 1,0 0 0,-2-1 0,2-2-1117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0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0 288,'4'2'18619,"-5"-1"-18486,1 0 0,0 0 0,0 0 0,0 0 0,0 0 0,1 0 0,-1-1 0,0 1 0,0 0 0,1 0 0,-1 0 0,1 1 1,0 0-121,0 0 0,1 0 0,-1 0 0,-1 1 0,1-1 0,0 0 0,0 1 0,-1-1 0,1 0 0,-1 1 0,0-1 0,0 0 0,0 1 0,0-1 0,0 3 0,-2 3-382,1-1 0,-1 0 0,-5 10 1,4-10-1558,1 0 1,-1 0 0,0 8-1,4 0-2181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0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15 832,'18'3'9715,"-15"-2"-8950,0-1-1,-1 1 0,1-1 0,0 1 0,0-1 1,0 0-1,-1 0 0,1 0 0,0-1 0,0 1 0,-1-1 1,4 0-1,5-8 481,-11 8-1230,1 1 1,0-1 0,-1 0-1,1 0 1,0 1 0,0-1-1,0 0 1,0 1 0,0-1-1,0 1 1,1-1 0,-2 20-97,1 1 28,1-1 0,6 25-1,0 7-766,0 1-1263,-1-9-1695,-3 1-4745,-13-50 3246,3 2 4256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0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8,'-2'6'12149,"8"-5"-11030,-2-1-2102,4-1 771,0 1 0,-1-1-1,1 0 1,7-2 0,-14 2-5,1 1 0,-1 0 0,0 0-1,0 0 1,0-1 0,1 1 0,-1 0 0,0 0 0,0 1 0,0-1 0,1 0 0,-1 0 0,0 1 0,1 0 0,-1-1 38,-1 0 1,1 1-1,-1-1 1,0 1-1,1-1 1,-1 1-1,0-1 1,1 1-1,-1-1 1,0 1-1,0-1 0,1 1 1,-1-1-1,0 1 1,0-1-1,0 1 1,0 0-1,0-1 1,0 1-1,0-1 1,0 1-1,0 0 1,0-1-1,0 1 1,0-1-1,0 1 1,-1-1-1,1 1 1,0-1-1,0 1 0,-1 0 1,1-1-1,0 1 1,0-1-1,-2 1 1,-1 3-747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0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1 101 1104,'0'0'318,"0"0"-1,0 0 1,1 0-1,-1 0 1,0 0 0,1 0-1,-1 0 1,0 0-1,1 0 1,3-3 5080,-4 3-5080,0 0 0,0 0-1,1-1 1,-1 0-1,12-16 3962,5-5-2194,11 5-3472,1 1-4375,-7 3-715,-16 9 4738,-3-2 254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1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15 138 1248,'0'0'498,"-1"0"0,1 0 0,-1 0 0,1 0 1,-1 0-1,1 0 0,-1 0 0,1 0 0,-1 0 0,1 0 0,-1-1 0,1 1 0,-1 0 0,-3-3 4981,3 2-4981,1 1 0,0-1 1,0 1-1,-1 0 0,1-1 0,0 1 0,0-1 0,0 1 0,-1-2 0,0-7 3770,2 8-3877,0 0 0,0 0 0,0 0 0,1 0 0,-1 0 1,0 0-1,0 0 0,0 0 0,1 1 0,-1-1 0,0 0 0,1 1 0,2-2 1,5-2 576,1-3-766,-1 0 0,1 1 1,1 0-1,-1 1 0,22-8 1,-17 7-271,0 0 0,0-1 0,26-18 0,-40 25-71,-1 0-1,1-1 1,0 1 0,0-1-1,-1 1 1,1-1 0,0 1 0,-1-1-1,1 0 1,-1 1 0,1-1 0,-1 0-1,1 1 1,0-3 0,-1 3-7,0 0 0,0 0 1,-1-1-1,1 1 0,0 0 1,0 0-1,0 0 0,0-1 1,-1 1-1,1 0 0,0 0 1,0 0-1,0 0 0,0 0 1,-1-1-1,1 1 0,0 0 1,0 0-1,-1 0 0,1 0 1,0 0-1,0 0 0,-1 0 1,1 0-1,0 0 0,0 0 1,-1 0-1,1 0 0,0 0 1,-1 0-1,-30 2-10220,27-1 9188,-5 0-2064,5 0 2269,1 0 0,0-1-1,-1 0 1,1 1 0,-1-1-1,-3-1 1,-3-2-646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1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21 244,'9'-7'13711,"-9"7"-13139,0-1-1,0 1 0,0-1 1,4-7 5120,-3 8-5654,-1-1 0,0 1 0,1 0 0,-1 0 0,0-1 0,1 1 0,-1 0 0,0 0 0,1-1 0,-1 1 0,0 0 0,1 0 0,-1 0 0,1 0 0,-1 0 0,1 0 0,-1-1 0,0 1 0,1 0 0,1 3-31,0-1 0,0 0 1,0 1-1,-1-1 0,1 1 0,-1 0 1,0 0-1,0-1 0,1 5 0,53 254-3164,-38-175 1542,18 133 3512,-35-219-1893,2 40 1257,-2-37-1176,-1 0 0,1 0 1,0 1-1,-1-1 0,0 0 1,0 0-1,0 0 0,0 0 1,-3 6-1,3-9-66,0 1 1,0 0-1,0 0 0,0-1 0,0 1 1,0-1-1,0 1 0,0-1 1,0 1-1,0-1 0,0 0 0,-1 1 1,1-1-1,0 0 0,0 0 1,0 0-1,-1 0 0,1 0 0,0 0 1,0 0-1,0 0 0,-1-1 0,-1 0 1,-30-9 43,32 10-60,-37-14-281,-72-31 437,57 18-2598,4-4-3889,42 25 4596,1 1 0,0-1 0,0 0 0,1 0 0,-10-14 1,5 4-173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1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1660,'32'13'9683,"3"0"1463,-10-7-9366,-4 0-2633,-32-8-9787,-12-7 976,15 3 7452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2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1 136,'0'0'488,"0"1"-1,0 0 0,1-1 1,-1 1-1,0-1 1,0 1-1,1 0 1,-1-1-1,0 1 1,1-1-1,-1 1 1,0-1-1,1 1 1,-1-1-1,1 1 1,-1-1-1,2 2 1,12 7 3954,-1 0-3832,-11-7-574,1 0-14,-1 1 1,0-1-1,1 1 0,-1-1 1,3 6-1,-5-7-23,1 0 0,-1 0 0,0 0 1,0-1-1,1 1 0,-1 0 0,0 0 0,0 0 0,0 0 0,0-1 0,0 1 0,0 0 0,0 0 0,0 0 0,-1 0 1,1-1-1,0 1 0,0 0 0,-1 0 0,1 0 0,0-1 0,-1 1 0,1 0 0,-1 0 0,1-1 0,-1 1 0,1 0 1,-2 0-1,-69 70 347,36-37 7580,53-39-6833,8-4-857,24-15-1,-29 14-219,0 1-1,29-9 1,-40 16-25,-1 0 0,1 1 0,18 1 0,-23 0-4,-5 0-18,1 0 1,-1 0-1,0 0 0,0 0 1,0 0-1,1-1 1,-1 1-1,0 0 0,0 0 1,1 0-1,-1 0 1,0 0-1,0 0 0,1 0 1,-1 1-1,0-1 1,0 0-1,0 0 0,1 0 1,-1 0-1,0 0 1,0 0-1,1 0 0,-1 0 1,0 0-1,0 1 1,0-1-1,0 0 0,1 0 1,-1 0-1,0 0 1,0 1-1,0-1 0,0 0 1,0 0-1,1 0 1,-1 1-1,-7 6-1913,-14 4-2219,7-4 525,1 0 0,0 0 1,-23 19-1,30-21 2905,-7 4-566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3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1132,'10'21'12187,"-3"-10"-9787,0 3-2535,-4 5-5853,-3-16 4962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3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61 672,'41'-1'13959,"-3"-4"-9831,-30 3-4029,-1 0 0,0 0 0,0-1 0,0 0-1,-1 0 1,1 0 0,-1-1 0,11-7 0,-11 5 171,-4 4-194,-1 1 0,1-1-1,0 0 1,0 1 0,0 0 0,0-1-1,0 1 1,0 0 0,4-1 0,-6 2-75,1 0 0,-1 1 1,1-1-1,-1 0 0,1 1 1,-1-1-1,0 1 0,1-1 1,-1 0-1,0 1 0,0-1 1,1 1-1,-1-1 0,0 1 1,0-1-1,0 1 0,1 0 1,-1-1-1,0 1 0,0-1 1,0 1-1,0-1 0,0 1 1,0 0-1,1 17 4,-1-17-6,0 5-18,-2 68-1957,-5-27-3396,7-45 4913,-1 0 1,1 0-1,-1-1 1,1 1 0,-1 0-1,0-1 1,1 1 0,-1-1-1,0 1 1,0-1-1,-1 1 1,0 0 0,1-1 261,1-1 1,-1 1 0,1-1 0,-1 0-1,0 1 1,1-1 0,-1 0 0,0 0-1,1 1 1,-1-1 0,0 0 0,0 0-1,1 0 1,-1 0 0,0 0 0,1 0-1,-1 0 1,0 0 0,0 0 0,1 0-1,-1-1 1,0 1 0,1 0-1,-1 0 1,0-1 0,1 1 0,-1 0-1,1-1 1,-1 1 0,0-1 0,0 0-1,-6-5-882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4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16 1196,'-17'-9'11844,"35"9"-6666,12 0-4433,3 0-914,-18-2 58,-9 1 97,-1-1 0,1 2-1,9-1 1,-15 1-128,1 0 0,0 0 0,-1 0 0,1 0 0,0 0 0,-1 0 0,1 0 0,-1 0 0,1 0 0,0 1 0,-1-1 0,1 0-1,-1 0 1,1 1 0,0-1 0,-1 0 0,1 1 0,-1-1 0,1 0 0,-1 1 0,0-1 0,1 1 0,-1-1 0,1 1 0,-1-1 0,0 1 0,1-1 0,-1 1-1,0 0 1,0-1 0,1 1 0,-1-1 0,0 1 0,0 0 0,0-1 0,0 1 0,0 1 0,0-1-1,0 0 0,0 0 0,-1 1 0,1-1 0,0 0-1,-1 0 1,1 1 0,-1-1 0,0 0 0,1 0 0,-1 0 0,0 0 0,0 0 0,0 0 0,-1 2 0,-20 14-322,6-5 329,9-6 202,1-1 0,-1-1 0,-1 1 0,1-1-1,-8 3 1,5-2 899,30-12 2460,0 2-3350,27-4-1,-29 6-122,-17 3-182,0 0 0,0-1 1,-1 1-1,1 0 0,0 0 0,0 0 0,-1-1 0,1 1 0,0 0 0,-1-1 0,1 1 1,0 0-1,-1-1 0,1 1 0,-1-1 0,1 1 0,0-1 0,0 0 0,-1 0 76,-1 1-1,1 0 0,0-1 0,-1 1 1,1 0-1,0-1 0,-1 1 0,1 0 1,0 0-1,-1-1 0,1 1 0,0 0 0,-1 0 1,1 0-1,-1 0 0,1 0 0,-1-1 1,1 1-1,0 0 0,-1 0 0,1 0 1,-1 0-1,1 0 0,-1 0 0,0 0 1,-16 1-1795,14-1 1443,-2 0 239,0 0 0,0 1-1,1 0 1,-1 0 0,0 0-1,-5 2 1,8-2 507,-1 0 1,1 0-1,-1 0 1,1 1-1,0-1 1,-1 1-1,1-1 1,0 1 0,0 0-1,0 0 1,-3 4-1,4-4 470,1 1-1,-1-1 1,1 1 0,0-1-1,0 1 1,0-1 0,0 1-1,0-1 1,1 5-1,-1 1 1827,0 1-1067,0 20 1324,0-24-2774,-1 0-1,0 0 0,1 0 0,-2 0 1,1-1-1,-1 1 0,1 0 0,-1-1 1,0 1-1,-1-1 0,-3 6 0,3-6-294,0 0-1,0 0 0,-1 1 1,0-2-1,0 1 0,0 0 1,0-1-1,-9 5 0,7-4-1072,0-2 0,-1 1 0,1-1 0,0 0 0,-1 0 0,-11 1 0,17-3 856,0 1 0,-1-2-1,1 1 1,-1 0-1,1 0 1,0 0-1,-1-1 1,1 1-1,-1 0 1,1-1 0,0 0-1,-2 0 1,-1-3-642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4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82 16,'8'0'1727,"1"-1"1,-1 0-1,0 0 1,14-5-1,31-13 3100,-35 12-3772,33-10-1,-48 17-997,5-2 440,1 0 0,-1 0 1,1-1-1,-1 0 0,10-5 1,-15 6-261,1 0 0,-1 1 0,1 0 1,-1 0-1,7-1 0,-16 21 397,-2-2-568,-2 0 0,0 0 0,-1-1 0,-18 21 0,24-31-62,-1 1-141,0 0 0,0-1 0,-9 7 1,10-9-754,-1 0 0,0 0 0,0 0 0,-10 3 0,11-5 57,1 0 0,-1-1 1,0 0-1,1 0 0,-1 0 0,0 0 0,0-1 1,0 0-1,0 0 0,0 0 0,0 0 1,0-1-1,0 0 0,1 0 0,-1 0 1,-6-3-1,0-2-582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4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1276,'7'5'2130,"-1"-1"1,1-1-1,0 1 0,0-1 1,0 0-1,11 2 0,-3 0-780,0 1 0,0 0 0,0 1-1,-1 1 1,23 16 0,-14-10-79,-10-6-1061,1-1 0,0 0 0,0 0 0,1-2 0,20 6 0,-24-8-657,0-1-1,0-1 1,13 0-1,-15-1-921,0 0 0,0-1 0,0 0-1,12-4 1,-15 3-408,-1 0-1,1 0 1,-1-1-1,0 0 1,0 0-1,0 0 1,0-1-1,6-5 1,-1-1-148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5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0 128,'0'1'272,"1"-1"0,-1 1 0,0-1 1,0 0-1,0 1 0,0-1 0,0 0 0,0 1 0,1-1 0,-1 0 0,0 1 0,0-1 1,0 0-1,1 1 0,-1-1 0,0 0 0,0 0 0,1 1 0,-1-1 0,0 0 1,1 0-1,-1 1 0,0-1 0,1 0 0,-1 0 0,0 0 0,1 0 0,-1 0 1,1 0-1,-1 0 0,0 1 0,1-1 0,-1 0 0,1 0 0,-1 0 0,1-1 1,9 2 2555,-7 0-2584,-1 1 0,1-1-1,-1 1 1,1-1 0,-1 1-1,0 0 1,0 0 0,1 0 0,-1 0-1,-1 1 1,1-1 0,0 0-1,0 1 1,1 3 0,0 0 217,0 1-1,0-1 1,-1 1 0,0-1 0,2 9 0,-3-9-446,-1 0 0,1 1 0,-1-1 0,0 1 0,0-1 1,-1 1-1,0-1 0,0 1 0,0-1 0,-1 0 0,0 0 0,0 0 1,-6 12-1,4-13-724,1 1 0,-1-1 1,0 0-1,0 0 0,0-1 0,-1 1 1,0-1-1,-9 7 0,1-2-1561,8-5 868,-1 0 1,0-1-1,0 1 0,0-1 1,-8 3-1,5-3-113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6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67 96,'12'-2'2942,"0"-1"0,0-1 0,0 0 0,17-8 0,-15 6-1288,0 0-1,1 1 0,-1 1 1,19-4-1,-10 5-864,-13 2-411,1-1 0,17-5 0,-4 7 2386,-24 0-2637,5 4 71,-4-4-195,0 1 0,0 0 0,0-1 0,0 1 1,0 0-1,-1 0 0,1-1 0,0 1 0,0 0 0,0 0 0,-1 0 0,2 1 0,37 180 30,10 38-127,-24-134-535,-25-84 590,1 0 0,-1-1 0,1 1 0,-1-1 0,0 1 0,1 0 0,-1-1 0,0 1 0,0-1 0,0 1 0,-1 0 0,1 1 0,0-2 22,-1-1 0,1 0 1,0 0-1,0 0 0,0 0 0,0 1 0,-1-1 0,1 0 0,0 0 0,0 0 0,0 0 0,-1 0 0,1 0 0,0 1 0,0-1 0,0 0 0,-1 0 0,1 0 0,0 0 0,0 0 0,-1 0 0,1 0 1,0 0-1,0 0 0,-1 0 0,1 0 0,0 0 0,-13-6-515,-13-10-953,-37-32 1,-11-7-1334,5 7-430,-25-15 1155,47 31 4900,23 16 1122,24 16-3901,0 0 0,0 0 0,0 0 0,0 0 0,-1 0 0,1 0 1,0 0-1,0 0 0,0 0 0,0 0 0,0 0 0,0 0 0,0 0 0,0 0 0,0-1 0,0 1 0,0 0 0,0 0 0,0 0 0,0 0 1,-1 0-1,1 0 0,0 0 0,0 0 0,0 0 0,0 0 0,0 0 0,0 0 0,0-1 0,0 1 0,0 0 0,0 0 0,0 0 1,0 0-1,0 0 0,0 0 0,0 0 0,0 0 0,0 0 0,0 0 0,0-1 0,0 1 0,0 0 0,0 0 0,0 0 0,1 0 1,-1 0-1,0 0 0,0 0 0,0 0 0,0 0 0,0 0 0,0 0 0,0 0 0,0 0 0,0-1 0,0 1 0,0 0 0,0 0 0,0 0 1,0 0-1,1 0 0,-1 0 0,0 0 0,0 0 0,0 0 0,11-2 708,18 2-569,-25 0-47,130-11 35,-111 9-134,-20 1-16,0 1-1,0-1 1,0 0 0,0 1-1,-1-2 1,1 1-1,0 0 1,4-3 0,-6 3-18,0 1 0,0-1 0,1 0 0,-1 0 0,0 0 0,-1 0 1,1 0-1,0 0 0,0 0 0,0-1 0,0 1 0,-1 0 0,1 0 1,-1 0-1,1-1 0,-1 1 0,1 0 0,-1-1 0,0 1 0,1-3 1,-18 14-204,-26 36 168,-25 23 80,-18 17 152,86-86-169,0 0 1,0 0 0,0 0 0,0 0 0,0 0-1,-1 0 1,1 0 0,0 0 0,0 0 0,0 0 0,0 1-1,0-1 1,0 0 0,0 0 0,-1 0 0,1 0-1,0 0 1,0 0 0,0 1 0,0-1 0,0 0 0,0 0-1,0 0 1,0 0 0,0 1 0,0-1 0,0 0-1,0 0 1,0 0 0,0 0 0,0 1 0,0-1 0,0 0-1,0 0 1,0 0 0,0 0 0,0 0 0,0 1-1,0-1 1,0 0 0,0 0 0,0 0 0,1 0 0,-1 0-1,0 1 1,0-1 0,0 0 0,0 0 0,0 0-1,0 0 1,0 0 0,1 0 0,-1 0 0,0 1 0,14 0 654,19-5 58,3-3-596,-1-2-1,35-13 0,-67 21-244,-1 0 0,0 1 0,1-2 0,-1 1 1,0 0-1,0 0 0,0-1 0,0 1 0,2-3 0,-4 4-106,0-1 1,1 1-1,-1-1 0,0 1 1,0-1-1,1 0 0,-1 1 0,0-1 1,0 1-1,0-1 0,0 0 1,0 1-1,0-1 0,0 0 0,0 1 1,0-1-1,0 0 0,0 1 0,0-1 1,-1 1-1,1-1 0,0 0 1,0 1-1,-1-1 0,1 1 0,0-1 1,-1 1-1,1-1 0,0 1 0,-1-1 1,1 1-1,-1-1 0,1 1 1,-1 0-1,1-1 0,-1 1 0,1 0 1,-1-1-1,0 1 0,-7-6-4546,1 1-1,-15-7 1,13 8 2891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3:36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9 512,'3'-3'4623,"-2"2"-3468,0 1 1,0-1 0,0 1-1,0-1 1,0 1-1,0-1 1,0 1 0,0 0-1,0 0 1,2-1 0,5 1 1814,-6 0-2897,-1 1 0,0-1 0,0 1 0,0-1 0,0 1 1,0 0-1,0 0 0,0-1 0,-1 1 0,1 0 1,0 0-1,0 0 0,-1 0 0,1 0 0,0 0 1,-1 0-1,1 0 0,-1 0 0,1 0 0,-1 2 0,9 24 329,14 134 12,-1-15-378,-20-133-185,1 24-1,-13-51-7467,7-5-1129,2 1 4186,1 7 2901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4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1232,'-3'12'7447,"1"-2"-202,3-10-7121,-1 0 0,1 1 0,-1-1-1,0 1 1,1-1 0,-1 0 0,1 0-1,-1 1 1,1-1 0,0 0 0,-1 0-1,1 0 1,-1 0 0,1 1-1,-1-1 1,1 0 0,0 0 0,-1 0-1,1 0 1,-1 0 0,1 0 0,0-1-1,0 2 148,1-1 0,-1 0 0,1 1 0,-1-1-1,1 1 1,-1-1 0,0 1 0,1 0 0,-1 0 0,0-1-1,1 1 1,-1 0 0,0 0 0,0 0 0,0 0 0,1 2-1,16 21-322,-15-20 250,-1 4 414,-2-8-859,-1 0 0,1 0 0,0 1-495,-1-1 495,1 0-1,0 0 1,0 0 0,0 0 0,-1 1-1,1-1 1,0 0 0,0 0 0,-1 0-1,1 0 1,0 0 0,-1 0-1,1 0 1,0 0 0,0 0 0,-1 0-1,1 0 1,0 0 0,0 0 0,-1 0-1,1 0 1,0 0 0,0 0 0,-1 0-1,1-1 1,-1 1-368,0 0-1,1 0 0,-1-1 1,0 1-1,1 0 1,-1-1-1,1 1 1,-1-1-1,1 1 1,-1-1-1,1 1 1,-1-1-1,1 1 1,-1-1-1,1 1 1,-1-2-1,1-7-3307,2 3 2174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5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15 760,'-11'14'19446,"22"-13"-17081,-7-2-2117,-1 1 1,0-1 0,0 0-1,0 0 1,0 0-1,0 0 1,0-1 0,0 1-1,4-3 1,12-6 1110,-14 8-985,-2 1-325,0 0 1,-1 0-1,1 1 1,0-1-1,0 1 0,5-1 1,-8 1-64,-6 18 67,2-11-51,1 0 0,0 1 0,0-1 0,1 1 0,-3 11 0,4-14-6,-12 58-95,-16 57-1915,28-117 1692,0 1 1,0-1-1,0 0 0,-1 0 0,0 0 0,0 0 1,0 0-1,-3 5 0,4-8 43,0 1 0,1-1-1,-1 1 1,0-1 0,1 1 0,-1-1-1,0 1 1,1-1 0,-1 1 0,0-1 0,0 0-1,0 0 1,1 1 0,-1-1 0,0 0-1,0 0 1,0 0 0,0 0 0,1 0 0,-1 0-1,0 0 1,0 0 0,0 0 0,0 0-1,1 0 1,-1-1 0,0 1 0,0 0-1,0-1 1,1 1 0,-1 0 0,0-1 0,0 1-1,1-1 1,-1 1 0,0-1 0,1 1-1,-1-1 1,0-1 0,-2-1-1093,1 0 1,-1 0-1,1 0 0,0 0 1,0-1-1,-3-6 0,1-1 157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5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64,'11'11'11199,"1"-1"-4359,13 11-2058,25 23-6054,-42-36 511,8 8-4217,-12-13 2360,-1 1 1,1-1 0,0 0 0,6 3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6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57 1428,'0'0'526,"1"0"1,0 0-1,-1 0 0,1 0 0,-1 0 1,1 0-1,0 0 0,-1 0 0,1 0 1,-1 0-1,1 0 0,0-1 0,-1 1 1,1 0-1,-1 0 0,1-1 0,-1 1 0,1 0 1,-1-1-1,1 1 0,-1 0 0,0-1 1,1 1-1,-1-1 0,1 1 0,-1-1 1,0 1-1,1-1 0,-1 1 0,0-1 1,0 1-1,1-1 0,-1-1 0,1 1-93,-1 0-1,1 0 0,0-1 0,0 1 1,0 0-1,0 0 0,0 0 0,0 0 1,2-1-1,8-3 770,1 1-1,13-4 1,1 0-432,-6 2-565,-12 3-83,-8 3-120,0 0 1,0 0 0,0 1-1,0-1 1,0 0 0,0 0-1,0 0 1,0 0 0,0 0 0,0 0-1,0 0 1,0 0 0,0 0-1,0 0 1,0 0 0,1 0 0,-1 0-1,0 0 1,0 0 0,-2 2-6,1 0 1,0 0 0,0 0 0,0 1-1,0-1 1,0 0 0,0 1 0,1-1-1,-1 5 1,0-5 1,-13 72-81,7-33-12,-16 52-1,20-81-354,-2 0 1,1-1-1,-2 1 0,0-1 1,0-1-1,-1 1 1,0-1-1,-16 17 0,1-9-1198,18-16 823,0 0 1,1 0 0,-1-1 0,0 1 0,-4 0 0,6-1 244,0-1 0,0 0 0,0 1 0,0-1 0,0 0 0,0 0 0,0 0 0,-1 0 0,1-1 0,0 1 0,0 0 0,0-1 0,0 1 0,1-1 0,-1 0 0,0 0 1,0 0-1,0 0 0,0 0 0,1 0 0,-1 0 0,1-1 0,-1 1 0,1 0 0,-3-3 0,-3-7-1184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6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1140,'1'2'1135,"-1"0"-1,1 0 1,0 1 0,0-1-1,0 0 1,0 0 0,1-1-1,-1 1 1,1 0-1,-1 0 1,1-1 0,-1 1-1,4 2 1,16 7 5070,-8-5-6483,10 6 2253,-1 1 0,24 19 0,-20-12-1460,29 31 0,-48-45-579,-1-1 0,1 1-1,1-1 1,13 8 0,-14-10-878,0 0 0,0 0 0,9 2 0,-14-5 171,1 1 1,-1-1 0,0 0 0,1 0 0,-1 0-1,1-1 1,-1 1 0,0 0 0,1-1-1,-1 0 1,0 1 0,1-1 0,-1 0-1,0 0 1,0 0 0,0-1 0,3-1-1,0-1-839,0 0-1,0 0 0,-1-1 0,1 1 0,4-8 0,4-6-373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7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 1016,'-1'10'13289,"8"-4"-11335,-3-3-1908,-2-1 1,1 1-1,0 0 1,0 0 0,-1 0-1,0 0 1,0 1-1,0-1 1,0 0-1,0 1 1,0 0-1,-1-1 1,0 1-1,1 4 1,-2-7-35,0 1 1,0-1-1,0 0 1,0 0 0,0 1-1,0-1 1,-1 0-1,1 1 1,0-1-1,-1 0 1,1 0-1,-1 0 1,0 0-1,1 0 1,-1 1-1,0-1 1,0 0-1,1 0 1,-1-1-1,0 1 1,0 0-1,0 0 1,-1 1-1,-30 17 212,23-14-235,-4 3 14,1 0-1,0 0 1,1 2-1,-16 14 1,-2 1 3851,26-21-906,8-5-1405,-3 0-1506,0 0 0,0 1-1,0-1 1,1 1 0,-1 0 0,0-1 0,0 1 0,4 1 0,-6-2-38,1 1 0,-1 0 0,1 0 1,0 0-1,-1 0 0,1 1 0,0-1 0,-1 0 0,1 0 0,0 0 0,-1 0 1,1 1-1,-1-1 0,1 0 0,0 1 0,-1-1 0,1 0 0,-1 1 1,1-1-1,-1 1 0,1-1 0,-1 1 0,0-1 0,1 1 0,-1-1 0,1 1 1,-1-1-1,0 1 0,0-1 0,1 1 0,-1 0 0,0-1 0,0 2 0,9 57 17,-2 50-354,-6-35-3963,-10-108-10253,8 30 13650,-6-40-3513,5 30 3441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7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 1100,'4'-1'2029,"0"1"0,-1-1 0,1 0-1,0 1 1,0 0 0,0 0 0,0 0 0,0 1-1,4 0 1,12 0-324,-9-1-1395,-1-2-1,0 1 0,0-1 0,0-1 1,0 0-1,0 0 0,0-1 0,-1 0 1,13-8-1,-12 7-23,-7 3-256,1 0-1,0 1 1,0-1-1,0 1 1,-1 0-1,1 1 1,0-1-1,5 0 1,-2 1-26,-6 0-3,-1-1 0,1 1 0,-1 0 0,1 0 0,0 0 0,-1 0-1,1 0 1,0 0 0,-1 0 0,1 0 0,0 0 0,-1 0 0,1 0-1,0 1 1,-1-1 0,1 0 0,0 0 0,-1 1 0,1-1 0,-1 0 0,1 1-1,-1-1 1,1 0 0,-1 1 0,1-1 0,-1 1 0,1-1 0,-1 1 0,1-1-1,-1 1 1,0 0 0,1-1 0,-1 1 0,0-1 0,1 1 0,-1 1-1,14 38-10,-3-11 11,10 50 0,3 23-9,4 20-1,-28-119 10,1 3 13,0 0 1,0 1-1,-1-1 1,0 1-1,-1 7 1,1-13-13,0 1 1,0-1 0,-1 0-1,1 1 1,-1-1 0,1 0-1,-1 1 1,1-1-1,-1 0 1,0 0 0,0 0-1,1 0 1,-1 0-1,0 0 1,0 0 0,0 0-1,0 0 1,0 0-1,0 0 1,-1 0 0,1-1-1,0 1 1,0 0 0,-1-1-1,1 1 1,0-1-1,-1 0 1,1 1 0,0-1-1,-3 0 1,-7 1-138,0-1-1,0 0 1,0-1 0,-1 0 0,1-1 0,-13-3 0,4-1-1056,-1 0 1,-26-14-1,31 13-2686,-28-19 1,38 21 2364,0 1 0,0-1 1,1 0-1,-1 0 0,1-1 1,0 0-1,-4-6 1,2-2-343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8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45 116,'5'11'12340,"-2"-4"-5428,0-2-5439,1-1-1098,-1-1-545,0-1 0,-1 1 1,1 0-1,-1 0 0,0-1 1,0 2-1,4 5 0,-6-9 31,0 0-1,0 1 0,0-1 0,0 0 0,0 0 1,0 0-1,0 1 0,0-1 0,0 0 0,0 0 1,0 0-1,0 1 0,0-1 0,0 0 0,0 0 1,0 0-1,-1 1 0,1-1 0,0 0 0,0 0 1,0 0-1,0 0 0,0 1 0,0-1 0,0 0 1,-1 0-1,1 0 0,0 0 0,0 0 0,0 1 1,0-1-1,-1 0 0,1 0 0,0 0 0,0 0 1,0 0-1,-1 0 0,1 0 0,0 0 0,0 0 1,0 0-1,-1 0 0,1 0 0,0 0 0,0 0 0,0 0 1,-1 0-1,1 0 0,0 0 0,-1 0-207,1 0-1,-1 0 0,0 0 1,1 0-1,-1 0 0,1 0 1,-1-1-1,1 1 0,-1 0 1,1 0-1,-1 0 0,1-1 1,-1 1-1,1 0 0,-1-1 1,1 1-1,0 0 0,-1-1 1,0-2-236,0 1 1,0 0-1,1 0 1,-1-1-1,1 1 1,0 0 0,-1-5-1,2-19 20,0 9 2924,-1 16-1620,0-1 1,0 1-1,0 0 0,1 0 1,-1 0-1,0-1 0,0 1 1,1 0-1,-1 0 0,1 0 1,-1 0-1,2-2 0,-1 2-254,0 0-1,-1 0 0,1 0 1,0 0-1,0 1 1,0-1-1,0 0 0,0 1 1,0-1-1,0 1 1,2-1-1,2-1 327,1 1-1,-1 0 1,0 0 0,12 0 0,12-1-688,-28 1-117,0 1 1,0-1-1,0 1 1,0 0-1,0 0 0,0-1 1,0 1-1,0 0 0,0 0 1,0 0-1,0 0 0,0 0 1,1 1-1,-1-1 0,0 0 1,0 0-1,0 1 0,0-1 1,0 1-1,0-1 0,0 1 1,0-1-1,1 2 1,-1-1-7,-1 0 0,1 1 0,-1-1 0,1 0 0,-1 1 0,0-1 0,0 0 0,0 1 0,1-1 0,-1 0 0,0 1 1,-1-1-1,1 0 0,0 1 0,0-1 0,-1 0 0,1 0 0,0 1 0,-2 1 0,-2 10-485,-1 0-1,-13 23 1,-3-9-4671,19-24 3193,-1 0 0,0 0 1,-1-1-1,1 1 0,-7 3 1,4-4-209,-1-2 376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8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 1124,'8'7'21892,"1"-14"-23067,-5 4 1122,35-23-273,-13 7-8040,-9 5-2187,-11 9 8766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8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1 432,'0'0'612,"0"1"-1,0 0 1,1-1 0,-1 1-1,0 0 1,0-1 0,0 1-1,0 0 1,1-1 0,-1 1-1,0-1 1,1 1 0,-1 0-1,0-1 1,2 3 2446,0-2-2446,12 5 6840,-12-5-7300,-1 0 0,1 0 0,0-1 0,0 1 1,0 1-1,0-1 0,2 2 0,-1 0-174,8 10-327,-11-13 296,0 0 0,0 0 0,0 0 0,1 0 0,-1 0 0,0 0 0,0 0 0,0 0 0,0 0 0,0 1 0,0-1 0,0 0 0,0 0 0,0 0 0,0 0 0,0 0 0,0 0 0,0 0 0,0 0 0,0 0 0,0 0 0,0 0 0,0 1 0,0-1 0,0 0 0,0 0 0,0 0 0,0 0 0,-1 0 0,1 0 0,0 0 0,0 0 0,0 0 0,0 0 0,0 0 0,0 0 0,0 0 0,0 0 0,0 0 0,0 1 0,0-1 0,0 0 0,0 0 0,0 0 0,0 0 0,-1 0 0,1 0 0,0 0 0,0 0 0,0 0 0,0 0 0,0 0 0,-11-3-6438,10 3 5766,0-1 1,0 1-1,0-1 0,0 1 1,0-1-1,0 0 0,0 0 1,0 0-1,1 1 0,-1-1 1,-1-2-1,0-3-1450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09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1 852,'-4'22'10240,"4"-22"-10114,0 0-1,0 0 1,0 0-1,0 0 1,0-1-1,0 1 0,1 0 1,-1 0-1,0 0 1,0 0-1,0 0 1,0 0-1,0-1 1,0 1-1,0 0 0,0 0 1,1 0-1,-1 0 1,0 0-1,0 0 1,0 0-1,0 0 1,0 0-1,1 0 1,-1 0-1,0 0 0,0-1 1,0 1-1,0 0 1,1 0-1,-1 0 1,0 0-1,0 0 1,0 1-1,0-1 0,0 0 1,1 0-1,-1 0 1,0 0-1,0 0 1,0 0-1,0 0 1,0 0-1,1 0 0,10 4 7512,-5-1-6594,3-4-953,-1 1-1,1-2 1,-1 1-1,10-4 1,-5 2-65,-9 2-55,12-4 85,-15 5-75,-1 0 1,1 0-1,-1 0 1,1-1-1,-1 1 1,1 0-1,-1 0 1,0-1-1,1 1 1,-1 0-1,1-1 1,-1 1-1,0 0 1,1-1-1,-1 1 1,0-1-1,1 1 1,-1 0-1,0-1 1,0 1-1,1-1 1,-1 1-1,0-1 1,0 0-1,0 1-180,-4 0-2785,0 0 1443,0 0-1,0 1 1,-1 0-1,1 0 1,0 0-1,0 0 1,0 0-1,1 1 1,-1 0-1,0 0 1,-6 4-1,3-1-219,-3-1 304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0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27 1140,'-7'17'18930,"18"-19"-16828,8-5-1515,-12 4-146,0 1 1,0 0-1,0 0 1,1 0-1,-1 1 1,15-1-1,-16 2-405,-4 0-41,0 1-1,0-1 0,1 0 0,-1 0 0,0 0 1,1-1-1,-1 1 0,0-1 0,0 1 1,0-1-1,0 0 0,1 1 0,-1-1 1,0 0-1,0-1 0,0 1 0,1-1 1,0-1-107,1-3-1371,-15 4-1491,9 2 2138,0 1 0,0-1 1,0 0-1,0 1 0,0-1 0,0 1 1,0 0-1,1 0 0,-1 0 1,0 0-1,0 0 0,1 0 0,-1 0 1,1 0-1,-1 1 0,1-1 1,-1 1-1,-1 2 0,-4 3-1469,1 0 524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0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40 1240,'-1'2'896,"0"-1"-1,0 1 0,0-1 1,0 1-1,0-1 1,0 0-1,-1 1 1,1-1-1,-1 0 1,1 0-1,-1 0 1,1 0-1,-1 0 0,0 0 1,1 0-1,-3 0 1,-4 4 3544,12-8-1515,-2 2-2630,1 0 1,-1 0 0,1 0 0,-1 0 0,1 0 0,-1 1 0,6-1 0,-2 0 254,168-30 2232,-143 23-2790,-16 4 54,0 1 0,0 0 0,0 1 0,0 0 0,1 1 0,-1 1 0,17 2 0,-29-2-99,0 1 1,-1 0 0,1 0 0,-1 0-1,1 0 1,-1 1 0,0-1 0,1 1-1,-1-1 1,0 1 0,0 0 0,0 0-1,0 0 1,0 0 0,-1 0-1,1 0 1,-1 1 0,1-1 0,-1 0-1,0 1 1,0-1 0,1 4 0,-2-6-39,0 1 1,0-1 0,0 0-1,1 0 1,-1 1-1,0-1 1,0 0 0,0 0-1,0 0 1,0 1 0,0-1-1,0 0 1,0 0-1,0 1 1,0-1 0,-1 0-1,1 0 1,0 0 0,0 1-1,0-1 1,0 0-1,0 0 1,0 0 0,0 1-1,0-1 1,-1 0 0,1 0-1,0 0 1,0 0-1,0 1 1,0-1 0,-1 0-1,1 0 1,0 0 0,-1 0-1,-9 0-4595,-10-7-4380,17 5 8099,0 0 1,1 0-1,-1 0 0,1 0 0,-1-1 1,1 1-1,0-1 0,0 1 0,-3-5 1,-1-6-886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1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62 1096,'-6'26'24241,"46"-41"-20620,24-1-2558,-39 11-1154,32-10 1,-35 8-7,-15 5-172,0 0 0,0-1-1,0 1 1,12-8 0,-19 10 181,0 0-1,0 0 1,0 0-1,1 0 1,-1 0-1,0 0 1,0 0-1,1 0 1,-1 0-1,0 0 1,0 0-1,0 0 1,1-1-1,-1 1 1,0 0-1,0 0 1,0 0-1,0 0 1,0-1-1,1 1 1,-1 0-1,0 0 1,0 0-1,0-1 1,0 1-1,0 0 1,0 0-1,0 0 1,0-1-1,0 1 1,1 0-1,-1 0 1,0 0-1,0-1 1,0 1-1,0 0 1,0 0-1,0-1 1,-1 1-1,1 0 1,0 0-1,0 0 1,0-1-1,0 1 1,0 0-1,0-1 1,-14-2-3588,-17 4-3657,16 2 2293,12-2 4070,0 0 0,1-1-1,-1 1 1,0-1 0,0 0 0,-6 0-1,1-2-370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1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 1 1224,'-9'2'6079,"-1"1"3920,10-3-9891,0 1 0,0-1 0,0 0 1,0 0-1,0 1 0,0-1 0,0 0 0,0 1 0,0-1 0,0 0 0,0 1 0,0-1 0,0 0 0,0 1 0,0-1 0,0 0 0,0 1 0,0-1 1,0 0-1,1 0 0,-1 1 0,0-1 0,0 0 0,0 0 0,0 1 0,1-1 0,-1 0 0,0 0 0,0 1 0,1-1 0,-1 0 0,0 0 0,0 0 1,1 1-1,0 0-79,1 1 1,-1 0-1,0-1 1,0 1-1,-1 0 1,1 0-1,0 0 1,0 0-1,-1 0 1,0 0-1,1 0 1,-1 0-1,0 0 1,0 0-1,0 0 1,0 0-1,0 0 1,0 0-1,-1 3 1,0 1 22,-1-1 1,1 0-1,-1 1 0,0-1 1,0 0-1,-3 5 0,-7 7-87,0 0 0,-1-1 0,-18 17 0,-1-1-3759,13-13-1150,17-16 3068,-3 3-1390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1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1 228,'26'17'12888,"5"5"-5676,-22-17-6913,-1 0 0,1 0 0,18 6 0,-24-10-477,16 5-923,-19-6 931,0 0-1,1 1 0,-1-1 1,0 0-1,0 0 0,1 0 1,-1 0-1,0 0 1,1 0-1,-1 0 0,0 0 1,1 0-1,-1 0 1,0 0-1,1 0 0,-1 0 1,0 0-1,1 0 0,-1 0 1,0 0-1,0 0 1,1-1-1,-1 1 0,0 0 1,1 0-1,-1 0 0,0 0 1,0-1-1,1 1 1,-1 0-1,0 0 0,0-1 1,0 1-1,1 0 1,-1 0-1,0-1 0,0 1 1,0 0-1,0-1 0,0 1 1,1 0-1,-1-1 1,3-5-3447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1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1244,'-2'12'4638,"2"-11"-4465,0-1-1,-1 1 1,1-1 0,0 1-1,0-1 1,0 1-1,0-1 1,0 1-1,0-1 1,0 1 0,0 0-1,0-1 1,0 1-1,0-1 1,0 1-1,1-1 1,-1 1 0,0-1-1,0 1 1,0-1-1,1 0 1,-1 1-1,0-1 1,0 1 0,1-1-1,-1 1 1,1-1-1,-1 0 1,0 1-1,1-1 1,-1 0 0,1 1-1,-1-1 1,1 0-1,-1 0 1,0 1-1,1-1 1,-1 0 0,1 0-1,-1 0 1,1 0-1,0 0 1,-1 0-1,1 0 1,0 0 0,2 1-9,1 0 1,-1 0 0,1-1-1,0 0 1,-1 0 0,5 0-1,0 0-1374,-24 0-6331,1 7 3455,9-4 2866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1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1 396,'-1'1'960,"1"1"-1,0-1 1,0 1 0,-1-1-1,1 1 1,-1-1 0,1 0-1,-1 1 1,0-1 0,0 0-1,1 1 1,-1-1 0,0 0-1,0 0 1,-2 2 0,-6 9 6050,7-1-7430,1-6 396,1-1 1,0 1 0,-1-1-1,0 0 1,0 1 0,0-1-1,0 0 1,-1 1 0,0-1-1,0 0 1,0 0 0,0 0-1,-6 6 1,5-6-555,-2 1 1,1-1 0,-9 7-1,-17 8-5797,27-16 5465,0-1-1800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2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1 524,'1'0'712,"0"1"-1,0 0 0,0 0 1,0 0-1,-1 0 1,1 0-1,0 0 1,0 0-1,-1 0 1,1 0-1,0 0 1,-1 0-1,1 0 0,-1 1 1,0-1-1,1 0 1,-1 0-1,0 1 1,0-1-1,0 0 1,0 1-1,0 1 1,0-1-275,1 0 1,-1 0 0,0 0-1,1 0 1,0 0 0,-1 0-1,1 0 1,2 2 0,18 28-526,-13-21 392,-2-3-200,0-1 0,0 1 0,0-1 0,1 0 0,0-1 0,1 0 0,-1 0 1,1 0-1,0-1 0,1 0 0,-1-1 0,1 0 0,0 0 0,0-1 0,0 0 1,0 0-1,13 1 0,-12-2-90,1 0 0,0-1 0,0 0 1,0-1-1,0 0 0,0-1 0,0 0 1,0 0-1,0-2 0,0 1 0,15-6 0,-21 6-73,9-5 67,-13 7-45,-1 0 0,0 0-1,0 0 1,1 0 0,-1-1 0,0 1-1,1 0 1,-1 0 0,0 0 0,0-1-1,1 1 1,-1 0 0,0 0 0,0-1-1,1 1 1,-1 0 0,0-1 0,0 1-1,0 0 1,0-1 0,1 1 0,-1 0-1,0-1 1,0 1 0,0 0 0,0-1-1,0 1 1,0 0 0,0-1 0,-19-10-4450,-62-39-11002,68 39 13982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2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1 576,'-9'16'20573,"12"-16"-20824,6 0-1310,-4-4-4086,-7-8-7287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2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1852,'-2'11'6863,"2"-10"-5911,-1 0 1,1 0-1,0-1 0,0 1 1,-1 0-1,1 0 1,0 0-1,0 0 1,0 0-1,0 0 0,0 0 1,1 1-1,6 5-115,-1-4-1085,-2 0 1900,-1-2-3683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4:13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1 524,'3'14'8655,"5"0"-3837,15 10-2148,-1-1-2539,-15-13-48,0 0 1,-1 0-1,0 1 0,-1-1 0,0 1 0,-1 1 0,-1-1 1,1 1-1,-2-1 0,1 1 0,0 14 0,-3-11-536,0 1 0,-1 0 0,0-1 0,-1 0 0,-1 1-1,0-1 1,-1 0 0,-8 18 0,-1 3-3606,-3-1 0,-24 41 0,26-54 2658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32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366 57 336,'-27'-29'14681,"20"16"-9891,7 12-4656,0 1 0,0-1 0,0 1 0,0-1 0,0 0 0,0 1 0,0-1 0,-1 0 0,1 1 0,0-1 0,-1 1 0,1-1 0,0 1 0,-1-1 0,1 1 0,-1-1 0,1 1 0,0-1 0,-1 1 0,1 0 0,-1-1 0,0 1 0,1-1 0,-1 1 0,1 0 0,-1 0 0,1-1 0,-1 1 0,-1 0 0,2 1-46,-1 1 1,0 0 0,1 0-1,0-1 1,-1 1-1,1 0 1,0 0-1,0 0 1,0-1-1,0 1 1,1 2 0,-1-2-41,1 19-27,1 0 1,10 39 0,0 5-41,1 54 53,5 37 38,-14-107-77,-2 82 1,-1-6 29,2-76-32,2 77 56,-5-106-46,-2 1 0,0-1 0,-2-1 0,-7 28 0,-6 12-20,-26 74 45,36-117-30,0 0 1,-2-1-1,1 0 1,-2 0-1,0-1 1,-12 14 0,-31 28 2,-50 58-18,26-16 3,77-97 19,-5 6-33,5-5-30,3-3 7,-2 0 46,1 1 0,-1 0 0,1-1 1,0 1-1,-1 0 0,1 0 0,0 0 0,-1 0 1,1 0-1,-1 0 0,1 0 0,0 0 1,-1 1-1,1-1 0,-1 1 0,3 0 0,24 14 17,-25-13-14,3 2 8,0 0-1,-1 0 1,1 1-1,-1 0 1,0 0-1,-1 0 1,1 1-1,-1-1 1,0 1-1,0 0 1,-1 0-1,1 0 1,-2 1-1,3 6 1,1 5 47,-2 0 0,0-1 0,-1 2 0,1 21 0,1 74 132,8 78-59,6-97 3,-6-40-15,12 169 220,0 57-194,-8-65-103,-13-153 2,2 81 42,-4-104-90,14 75 0,-9-68 6,-4-15 10,-1-1 0,-2 1 0,-7 55 0,3-56-57,2 0 0,1 0 0,1-1-1,5 34 1,-1-42-572,7 22 1,-4-25-2167,11 26 1,-11-31 551,0-1 0,1 0 0,0 0 0,1 0 0,1-1 0,21 20 0,-9-13-177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39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0 959 528,'9'-17'4680,"-4"7"-4245,-5 9-287,2 0 0,-1 0-1,0 0 1,0 1 0,0-1-1,0 0 1,1 0 0,-1 1-1,0-1 1,0 1 0,1-1-1,-1 1 1,1-1 0,-1 1-1,0 0 1,1 0 0,-1 0-1,1 0 1,-1 0 0,1 0-1,-1 0 1,0 0 0,1 0-1,-1 1 1,2 0 0,0-1 135,0 1 1,-1-1 0,1 0 0,-1 0 0,1 0 0,0 0-1,-1 0 1,4-1 0,-1-2 280,1 1 0,0-1 0,-1 0-1,1 0 1,-1-1 0,0 0 0,0 1 0,6-8 0,4-5 576,14-20-1,2-2-766,-16 22-236,1 1 0,1 1 0,0 0 0,30-17 0,136-96 1309,-159 110-1322,0 2-1,1 1 1,1 1-1,0 1 1,55-16-1,-21 7 62,62-29 0,-58 24 219,105-28-1,-80 27-211,179-63 25,-216 75-136,99-16 1,-114 24-52,68-15 132,-40 7 114,-22 5 76,52-9 173,-52 13-353,124-24 88,-117 20-191,0 2-1,61-3 0,123-3 1644,1 2-1536,93 8-52,-215 5 56,4 7-61,-43-1-83,305 7 313,-189-3-137,-77-2-8,-3-8-14,31 3-46,46 26 60,13 1 33,-12-29 601,-10 0-103,-117 6-645,-1 4 1,94 29 0,-129-33-27,306 88 227,-132-43-215,22 3 86,-1-10-106,-184-39-57,167 24 21,-158-26-20,-1 1 0,49 14 0,-48-5 0,-1 1 0,54 28 0,-51-21 0,-12-9 0,47 13 0,-50-18 0,0 1 0,32 17 0,51 27 0,93 51 0,-172-82 0,24 14 0,-39-25 0,-68-32-6548,0 2 1,-52-13-1,-28-9-1909,53 13 5788,-8-6 811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1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22 284,'4'0'1341,"5"-1"4907,-8-10 2605,-2 1-1435,-3 16-5813,-6 15-1859,6-13 661,-7 12-261,-29 37 0,12-18-102,9-14-48,14-20 6,1 1 0,0-1 0,0 1 1,0 0-1,1 0 0,-4 9 0,7-14-4,0-1 0,0 1 0,0 0 0,0 0 0,0 0 0,1 0 0,-1 0 0,0-1 0,1 1-1,-1 0 1,0 0 0,1 0 0,-1-1 0,1 1 0,-1 0 0,1-1 0,-1 1 0,1 0 0,0-1 0,-1 1 0,1-1 0,0 1 0,-1-1 0,1 1 0,0-1 0,1 1-1,22 11 52,-10-8 27,0 0-1,0-1 1,28 2-1,2 0-1032,-36-3-486,1 0-1,16 5 0,-21-4 84,0-1 1,-1 0-1,1 1 1,0-1-1,-1 1 0,0 0 1,1 0-1,-1 0 1,-1 1-1,5 4 0,4 6-2931,-5-6 2446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3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78 360,'-1'1'890,"0"0"0,0-1 0,0 1 0,0 0 0,0-1 1,0 1-1,-1-1 0,1 1 0,0-1 0,0 0 0,-1 1 0,1-1 0,0 0 0,-1 0 0,1 0 0,0 0 1,-3-1-1,-1 1 2823,14 0 2247,14-6-4945,-8 0-1049,0-1-1,22-13 0,-13 1-2501,-24 18 2338,0 1 0,1 0 0,-1-1 0,0 1 1,0-1-1,0 1 0,1 0 0,-1-1 0,0 1 0,0-1 1,0 1-1,0-1 0,0 1 0,0 0 0,0-1 1,0 1-1,0-1 0,0 1 0,0-1 0,0 1 1,-1-1-1,1 1 0,0 0 0,0-1 0,0 1 0,0-1 1,-1 1-1,1 0 0,0-1 0,-1 1 0,1 0 1,0-1-1,0 1 0,-1 0 0,1-1 0,-1 1 1,1 0-1,0 0 0,-1-1 0,-8-5-4940,1 3-3434,2 3 6829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4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0 736,'-14'7'19051,"15"-1"-17551,3 2-1428,-2 0 0,1 0-1,-1 1 1,2 10 0,2 13-67,22 89-260,-15-40-3622,-12-38-3340,-1-25 2286,0-17 4783,0-1 1,0 0-1,0 1 0,0-1 1,0 1-1,0-1 0,0 0 1,0 1-1,0-1 0,0 1 1,-1-1-1,1 0 0,0 1 0,0-1 1,0 0-1,-1 1 0,1-1 1,0 0-1,0 1 0,-1-1 1,1 0-1,-1 1 0,-1 3-1174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4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1 216 504,'2'-3'13292,"5"-3"-6840,31-33-5563,-32 31-1381,-1 0-1,-1 0 1,7-14-1,-6 8-2858,5-22-1,-7 25 882,0 1-1,1 0 1,9-16 0,-12 23 1948,4-9-891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4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1 124 1796,'4'7'21988,"4"-12"-22481,29-10 573,-27 11 13,0-1-1,0 1 0,-1-1 0,0-1 0,14-9 0,53-56-16,-76 71-75,1 0 0,-1 0 0,0 0 0,0 0 0,0-1 0,0 1 0,0 0 0,0 0 0,0 0 1,1 0-1,-1 0 0,0 0 0,0 0 0,0 0 0,0 0 0,0 0 0,1 0 0,-1 0 0,0 0 0,0 0 0,0 0 0,0 0 0,0 0 0,0 0 0,1 0 0,-1 0 0,0 0 0,0 0 0,0 1 0,0-1 0,0 0 0,0 0 0,1 0 0,-1 0 0,0 0 0,0 0 0,0 0 0,0 0 0,0 0 1,0 1-1,0-1 0,0 0 0,0 0 0,0 0 0,0 0 0,0 0 0,5 11 32,0 13 16,-3-2-345,0 0 0,-2 1 1,0-1-1,-5 28 0,4-46-562,0 0 0,0 0 0,0 0 1,-1 0-1,0 0 0,-2 4 0,3-7 302,0 0-1,1 0 1,-1 0 0,0 0 0,1 0-1,-1 0 1,0 0 0,0 0 0,0 0-1,0 0 1,0-1 0,0 1 0,0 0 0,0-1-1,0 1 1,0-1 0,-1 1 0,1-1-1,0 1 1,0-1 0,0 0 0,-1 0-1,1 0 1,-2 1 0,-5-3-1249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5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40 1476,'-1'-20'7791,"0"0"4893,14 39-10876,-9-10-1758,1 1 0,-2-1 0,1 0 0,-1 1 0,-1 0 1,0 0-1,2 17 0,-3-10-494,-1 0 0,0 0-1,-5 30 1,4-42-480,-1 0-1,1 0 0,-1 0 0,0-1 0,-3 7 0,4-10 374,1 0-1,-1 0 1,1 1-1,-1-1 1,0 0-1,0 0 1,1 0-1,-1 0 1,0 0-1,0 0 1,0-1-1,0 1 1,0 0-1,0 0 0,0-1 1,0 1-1,0 0 1,-1-1-1,1 1 1,0-1-1,0 0 1,0 1-1,-1-1 1,1 0-1,-2 1 1,-3-3-1152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5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40 616,'-2'-16'5352,"-5"-7"7448,13 42-9085,12 64-3553,-8-27-148,3 0-1,22 60 1,-33-109-13,1 0-1,0 0 1,0 0 0,8 12 0,-9-17-4,-1 0 1,0 0-1,1 0 1,0-1-1,-1 1 1,1-1-1,0 1 1,0-1-1,-1 0 1,1 1-1,0-1 1,1 0-1,-1 0 1,0-1-1,0 1 1,0 0-1,0-1 1,1 1-1,-1-1 1,3 0-1,21-1 315,0-2 0,-1-1 0,32-9 0,10-1 157,-42 10-284,-9 1 249,0 0-1,0 0 1,17-7 0,-32 10-387,-1-1 1,1 1 0,-1 0-1,0 0 1,1 0 0,-1-1 0,1 1-1,-1 0 1,0-1 0,1 1-1,-1 0 1,0-1 0,1 1-1,-1-1 1,0 1 0,0 0-1,1-1 1,-1 1 0,0-1 0,0 1-1,0-1 1,1 1 0,-1-1-1,0 1 1,0-1 0,0 0-1,-4-15 514,1 11-532,1 0 1,-1 1 0,0-1-1,-4-4 1,-38-34-2019,-3 3-5640,12 10-2137,32 27 8477,0-1 1,0 0-1,1 0 1,-6-8-1,1-2-774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5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59 456,'0'1'1007,"0"1"-1,0-1 1,0 0-1,0 0 1,0 0-1,-1 1 0,1-1 1,0 0-1,-1 0 1,1 0-1,-8 9 11417,25-21-10633,-8 5-1694,1-1 0,11-12 0,12-8-1817,-29 23 391,-25-3-20118,17 7 19955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6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1 376,'-6'3'10732,"6"-3"-10425,-10-1 8887,8 1-7238,8 14-1668,0 4-333,-1 1 0,-1 0 0,0 0 0,0 21 0,-2-23-326,2 53-5632,-2-22-2279,-2-16 3349,0-19 3082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6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1 306 836,'10'1'21491,"-10"-2"-21100,4-3-1369,8-9 1245,-1 0-1,-1 0 1,0-1 0,-1 0-1,13-28 1,3-20-3138,-8 0-4933,-3 8-2600,-12 40 8711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6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49 880,'0'-1'480,"1"1"1,0-1-1,-1 0 0,1 1 0,-1-1 1,1 0-1,-1 1 0,1-1 0,-1 0 1,0 1-1,1-1 0,-1 0 0,0 0 1,0 1-1,1-1 0,-1 0 0,0 0 1,0 0-1,0 1 0,0-2 0,0-21 8003,-1 14-6433,2 9-2028,-1 0 1,1 0-1,-1 0 0,1 0 1,0 1-1,-1-1 0,1 0 0,-1 0 1,1 1-1,-1-1 0,1 0 1,-1 1-1,1-1 0,-1 0 1,1 1-1,-1-1 0,0 1 1,1 0-1,-1-1-6,2 3 13,0 0 0,-1 1 0,0-1-1,1 1 1,-1 0 0,-1-1 0,1 1 0,0 7 0,1 4 10,39 208-1490,-40-220 1322,0 3-246,4 34-4022,-5-37 3415,0 0 0,0 0 0,0 0 0,0 0-1,-1 0 1,1 0 0,-1 0 0,1 0 0,-1 0 0,-2 5 0,-1-4-1170,0-2 362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6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94 408,'5'-1'1083,"-1"-1"0,0 0 0,0 0 1,0 0-1,0-1 0,0 1 0,-1-1 0,1 0 0,5-6 0,-4 5-806,-1-1-1,0 0 0,-1 0 0,1 0 0,-1 0 0,5-10 1,-8 15-402,0-1 0,1 1 0,-1-1 0,0 1 0,0-1 0,1 1 0,-1-1 0,0 1-1,0-1 1,0 1 0,0-1 0,0 1 0,0-1 0,0 1 0,0-1 0,0 1 0,0-1 0,0 0 0,0 1 0,0-1 0,0 1 0,-1-1 0,1 1 0,0-1 0,0 1 0,-1-1 0,1 1 0,0 0 0,0-1 0,-1 1 0,1-1 0,-1 1 0,1 0 0,0-1 0,-1 1 0,1 0 0,-1-1 0,1 1 0,-1 0 0,1 0 0,-1-1 0,1 1 0,-1 0 0,-2-1-465,1 1 1,0 0-1,-1 0 0,1 0 0,-1 0 0,1 0 0,0 0 0,-4 1 1,-4 1-735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6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0 276,'0'1'424,"0"0"-1,0 0 0,0-1 1,0 1-1,0 0 1,0 0-1,0 0 1,0 0-1,0-1 1,0 1-1,0 0 1,0 0-1,-1 0 1,1 0-1,0-1 1,0 1-1,-1 0 1,0 0-1,-2 10 7635,7-2-5529,0-2-2468,1 0 0,-1 1 0,0-1 0,-1 1 0,0 0 0,0 0 0,3 15 0,-5-17-785,-1-1-1,0 1 0,0-1 1,0 1-1,-1 6 1,0-6-647,0 0 1,-1-1 0,0 1 0,0 0-1,-3 6 1,-12 17-4154,10-19 4268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7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97 232,'3'4'9735,"-2"-4"-9479,6-2 5478,12-9-1276,-13 8-3187,24-12 131,1 1 0,54-16 0,-55 23-1302,-1 0 0,1 3 0,0 0-1,0 2 1,0 1 0,0 1 0,52 8-1,-40-2-395,-42-6-17,-14 0-5180,-21 7-12259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8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5 1032,'8'0'20964,"1"-2"-16592,5 0-7877,-7 2 5475,89 0-1696,-120 32-493,-53 70 153,31-59 82,46-43-19,0 0 1,0 1 0,0-1 0,0 0 0,0 0 0,0 0 0,-1 0 0,1 0 0,0 1-1,0-1 1,0 0 0,0 0 0,0 0 0,0 0 0,0 1 0,0-1 0,0 0 0,0 0-1,0 0 1,0 0 0,0 1 0,0-1 0,0 0 0,0 0 0,0 0 0,0 0 0,0 1-1,0-1 1,0 0 0,1 0 0,-1 0 0,0 0 0,0 1 0,0-1 0,0 0 0,0 0-1,0 0 1,0 0 0,1 0 0,-1 0 0,0 0 0,0 1 0,0-1 0,1 0 0,11 5-28,-9-4 31,-1-1 0,1 1 0,-1-1-1,1 1 1,-1-1 0,1 0 0,0 0 0,-1-1 0,5 0 0,4-4 0,1 0 1,-1-1-1,14-11 1,-13 9 8,-6 3-15,-4 4 4,-1 0-1,0 0 1,1 0 0,0 0 0,-1 0 0,1 0 0,-1 1 0,1-1 0,0 0 0,0 1 0,1-1 0,-7 20 87,-20 23-141,13-21-97,0-1 0,-2-1 1,-17 21-1,-25 21 102,51-56 95,6-6-16,14-10-4,12-10-12,0 5-1,-20 10-13,0 1 0,0 0 0,1 1 0,0 0 0,0 0 1,0 1-1,0 0 0,18-3 0,-13 4 5,22-1-4,-34 3 2,0 0-1,0 0 1,0 1 0,0-1-1,0 0 1,-1 1 0,1-1-1,0 1 1,0 0-1,0 0 1,0-1 0,-1 1-1,1 0 1,-1 0 0,3 2-1,-3-2 5,-1 1-1,1-1 1,0 0-1,0 1 1,-1-1-1,1 0 1,-1 1-1,1-1 1,-1 1-1,0-1 1,1 1-1,-1-1 0,0 1 1,0-1-1,0 1 1,0 0-1,0-1 1,-1 2-1,-7 31 108,6-27-91,1-4-30,-1 8 33,-1-1 0,-1 0 0,0 1 0,0-2-1,-7 13 1,10-20-44,0-1 0,-1 1 0,1 0 0,0 0 0,-1-1 0,1 1 0,-1-1 0,1 0 0,-1 1 0,0-1 0,0 0 0,0 0 0,1 0 0,-1 0 0,0 0 0,0-1 0,0 1 0,0 0 0,-1-1 0,1 0 0,0 1 0,0-1 0,0 0 0,0 0 0,0 0 0,0 0 0,0-1 0,-1 1 0,1-1 0,0 1 0,0-1 0,0 0 0,-2-1 0,-6-2-692,0-2-1,1 1 0,0-1 1,0-1-1,0 1 1,-13-15-1,10 8-5509,-17-23 0,28 35 5897,0 0 0,1 0 0,-1 0 0,1 0 0,0 0 0,-1-1 0,1 1 0,0 0 0,-1 0 0,1 0 0,0 0 0,0 0 0,0-2 1,0-7-1329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8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1440,'18'-14'13236,"-2"2"-6827,-15 11-6163,0 1 0,0-1 0,1 0 0,-1 1 0,0-1 0,0 1 0,1 0 0,-1-1 0,0 1 0,3 0 1,-3 0-183,0 0 1,-1 1-1,1-1 1,0 1-1,-1 0 1,1-1-1,-1 1 1,1-1 0,-1 1-1,1 0 1,-1 0-1,1-1 1,-1 1-1,1 0 1,-1 0 0,0-1-1,1 1 1,-1 0-1,0 0 1,0 0-1,0 1 1,4 19 329,30 368-550,-9-230 0,-32-166-3072,1-1 0,-1-1 0,-6-12 0,-10-26-5991,17 27 7072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49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1 372,'8'3'11469,"0"5"-4815,4 17-2963,-3 17-6158,-7-28 3818,-2-5-1363,0 0 0,-1 1 0,0-1 0,0 0 0,-1 0 0,0 0 1,0 0-1,-7 14 0,-5 7-752,-19 29 1,25-44 129,5-10 89,0-1 1,0 1-1,0-1 0,-1 0 0,0 0 0,-7 6 0,9-8-37,0 0-1,-1-1 1,1 1-1,-1-1 1,0 1 0,0-1-1,0 0 1,1 0 0,-1 0-1,0 0 1,0-1-1,0 1 1,-4-1 0,6 0 356,0 0 0,0 0 1,1 0-1,-1 0 0,0 0 1,0-1-1,0 1 1,0 0-1,1-1 0,-1 1 1,0 0-1,0-1 0,0 1 1,1-1-1,-1 1 1,0-1-1,1 0 0,-1 1 1,1-1-1,-1 0 0,0-1 1,-5-6-1054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50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77 1244,'11'-16'3483,"-7"10"-625,0 0 1,11-11 0,-13 15-2332,0 1-1,0-1 1,0 0 0,0 1-1,1 0 1,-1-1-1,1 1 1,-1 0-1,1 0 1,-1 0-1,1 1 1,2-2 0,25-4 737,-19 4-670,0 0 0,1 0 0,14 0-1,-20 2-513,7 0-9,-12 1-69,-1-1-1,0 0 0,1 1 0,-1-1 0,1 0 0,-1 0 0,0 1 0,1-1 0,-1 1 0,0-1 0,1 0 0,-1 1 0,0-1 1,0 1-1,1-1 0,-1 1 0,0-1 0,0 1 0,0-1 0,0 1 0,0-1 0,0 1 0,0-1 0,0 1 0,0-1 0,0 1 0,0 0 1,1 12 1,0 0 1,5 18 0,0 2-33,27 143-745,-32-170 760,53 213-734,-53-216 751,3 14-451,-4-16 438,0-1-1,0 0 1,0 0-1,0 0 1,0 0-1,0 0 1,0 0-1,0 0 0,0 0 1,0 0-1,0 1 1,0-1-1,0 0 1,0 0-1,0 0 1,0 0-1,0 0 1,-1 0-1,1 0 1,0 0-1,0 0 1,0 0-1,0 0 1,0 1-1,0-1 1,0 0-1,0 0 0,0 0 1,0 0-1,0 0 1,0 0-1,-1 0 1,1 0-1,0 0 1,0 0-1,0 0 1,0 0-1,0 0 1,0 0-1,0 0 1,0 0-1,0 0 1,0 0-1,-1 0 0,1 0 1,-8-6-622,-25-34-2728,10 11 1066,-45-55-2883,-40-43 2428,102 118 4619,14 9 2181,12 0-2229,-10-2-1513,1-1 0,0-1 0,-1 0 0,0 0 0,0-1 0,0 0 0,0 0 0,-1-2 0,16-12 0,-22 18-432,-3 6-63,-3 5-345,1-5 30,-1-1 1,0 1 0,0-1 0,0 0 0,0 0 0,-1 0-1,-4 3 1,-9 11-1176,-1 5 389,-19 30 1,30-42 1471,1 1 0,0 1 0,1-1 0,-7 25 0,11-36-120,1-1-1,0 0 1,0 1 0,0-1-1,0 1 1,-1-1 0,1 1-1,0-1 1,0 1-1,0-1 1,0 1 0,0-1-1,0 1 1,0-1-1,0 1 1,1-1 0,-1 1-1,0-1 1,0 1 0,0-1-1,1 1 1,-1-1-1,0 1 1,0-1 0,1 0-1,-1 1 1,1 0 62,-1-1-1,1 0 1,0 0 0,-1 0 0,1 0-1,-1 0 1,1 0 0,0 0 0,-1 0 0,1 0-1,-1 0 1,1 0 0,0 0 0,-1 0-1,1-1 1,-1 1 0,1 0 0,0-1-1,2 0 300,0 0 0,0-1 0,0 0 1,-1 0-1,1 0 0,4-4 0,8-10 111,-10 10-987,-1 1 0,1 0 1,-1-1-1,0 0 0,0 0 0,3-7 1,-6 10-1407,1 0 0,0 0-1,0 0 1,0 0 0,0 0 0,4-4 0,-2 3 386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50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49 260,'-4'18'5819,"2"9"7688,2-26-13383,0-1 0,0 1 0,0-1 0,1 0 0,-1 1 0,0-1 0,0 1 1,1-1-1,-1 0 0,0 1 0,1-1 0,-1 0 0,0 1 0,1-1 0,-1 0 0,1 0 0,-1 1 0,0-1 0,1 0 1,-1 0-1,1 0 0,-1 1 0,1-1 0,-1 0 0,0 0 0,1 0 0,-1 0 0,1 0 0,-1 0 0,1 0 1,0 0-1,16-1 805,-10 0-789,-1-1 0,0 0 0,0 0 0,0 0 0,-1-1 1,1 1-1,10-8 0,-5 2-103,1-1 0,13-15 0,-21 21-116,-1-1 1,0 1-1,-1-1 0,1 0 1,3-7-1,-6 10-66,0 1 0,0 0-1,0-1 1,0 1 0,-1 0 0,1-1-1,0 1 1,0 0 0,0 0-1,-1-1 1,1 1 0,0 0-1,0 0 1,-1-1 0,1 1 0,0 0-1,-1 0 1,1 0 0,0 0-1,-1 0 1,1-1 0,0 1-1,-1 0 1,1 0 0,0 0 0,-1 0-1,1 0 1,0 0 0,-1 0-1,1 0 1,0 0 0,-1 0 0,-15 0-7360,-4 3-3154,15-5 8951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51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0 944,'-8'29'17949,"9"-18"-17249,0-1 0,0 0 0,6 18 0,-4-16-795,3 25-1,-4 29-1200,-2-58 106,0 0 0,-1 0 0,-1 0 0,1 0 0,-1-1 0,-4 11 0,-1 1-2426,3 2 19375,11-25-16345,13-8 600,-1-1 0,1-1-1,21-21 1,-38 31-40,4-3-127,-6 6 2,-2 5-64,-12 48 84,8-32 133,-10 29-1,6-31 17,0-1-1,-1 0 0,-1 0 1,-13 14-1,24-30-16,-3 3-56,-3 6 536,8-9-104,7-4-74,-7 3-242,10-5 112,-2 1 0,1-1 1,0-1-1,17-12 0,-17 10-305,20-17-179,-29 23-55,-1 1 1,1-1 0,-1 0 0,1 0-1,-1 1 1,0-1 0,0 0 0,1-3-1,-2 4-129,1 0 0,-1 1 0,0-1-1,0 0 1,0 0 0,0 0 0,-1 0-1,1 1 1,0-1 0,0 0 0,0 0 0,-1 0-1,1 1 1,0-1 0,-1 0 0,0-1-1,-4-12-8313,5 11 8687,8-11 15469,-7 14-14931,-1 1-248,1-1-1,0 0 0,0 0 1,-1 1-1,1-1 0,0 0 1,-1 1-1,1-1 0,0 1 1,-1-1-1,1 1 0,-1-1 1,1 1-1,-1 0 0,1-1 1,-1 1-1,1 0 0,0 0 1,8 17-111,-6-12 171,3 4-351,10 20-62,-12-10-3734,-11-32-9491,3 3 11098,0-3 394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6:51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 28,'1'-2'1694,"0"-1"1,0 1-1,0-1 1,1 1-1,-1 0 1,1 0-1,3-5 1,-3 5-472,1-1 1,0 1 0,-1 0 0,1 0 0,5-2-1,2-1 26,0 1 1,22-6-1,-21 7-1173,0-1-1,12-5 1,-10 3 83,14-9 185,-26 14-342,0 1 0,0-1-1,0 0 1,0 0 0,0 0-1,0 1 1,0-1 0,1 1-1,-1-1 1,0 1 0,0-1-1,1 1 1,-1 0 0,0-1-1,1 1 1,-1 0-1,0 0 1,1 0 0,-1 0-1,3 1 1,-3-1-3,0 1 0,0 0 0,0 0 0,0 0 0,0-1 0,-1 1 0,1 0-1,0 0 1,0 0 0,-1 0 0,1 0 0,0 0 0,-1 1 0,1-1 0,-1 0 0,0 0 0,1 0 0,-1 0 0,0 1 0,0-1 0,0 0-1,0 2 1,3 17-316,-2 1-1,0 0 1,-1 0 0,-2-1-1,0 1 1,-1-1-1,-1 1 1,-8 27-1,11-47 169,1 1-1,-1-1 0,1 0 0,-1 1 1,1-1-1,-1 0 0,0 1 0,0-1 1,1 0-1,-1 0 0,0 0 0,0 0 1,0 0-1,0 0 0,-1 0 0,1 0 0,0 0 1,0 0-1,0 0 0,-1-1 0,1 1 1,0-1-1,-2 1 0,0 0-211,1-1 1,0 0-1,0 0 0,0-1 0,0 1 1,-1 0-1,1-1 0,0 1 0,0-1 1,0 1-1,0-1 0,0 0 0,-4-2 1,1-1-67,0 1 0,0-1 0,0 0 1,-7-7-1,8 8 1458,1-1 0,-1 0 0,1-1 1,-4-6-1,3 4 949,-4-10 681,8 17-2628,0-1 0,0 1 0,0-1 1,0 1-1,0-1 0,0 1 1,0-1-1,0 1 0,0-1 0,0 1 1,0-1-1,0 1 0,0-1 0,1 1 1,-1-1-1,0 1 0,0-1 0,1 1 1,-1-1-1,0 1 0,1 0 0,-1-1 1,1 1-1,-1-1 0,0 1 0,1 0 1,-1 0-1,1-1 0,-1 1 1,1 0-1,0-1 0,-1 1-10,1 0-1,0 0 1,0 0-1,-1 0 1,1 0-1,0 0 1,-1 0-1,1 0 1,0 0-1,-1 1 1,1-1-1,0 0 1,-1 0-1,1 1 1,0-1-1,-1 0 1,1 1-1,-1-1 1,1 0-1,-1 1 1,1-1-1,-1 1 1,1-1-1,-1 1 1,1-1-1,-1 1 0,1 0 1,-1-1-1,0 1 1,1-1-1,-1 1 1,0 0-1,0-1 1,0 1-1,1 1 1,8 25 201,-8-26-220,15 76 14,14 152-1,-19-123-20,-6-61 0,28 196 18,-23-186 12,-8-44 45,-1-8 193,-4-11-505,-9-14-2826,-12-9-6888,-3-4 1356,16 17 6654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47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254 29 120,'0'0'783,"16"-16"3935,-15 15-4285,-1 1-274,1 0-1,-1 0 1,0-1-1,0 1 1,1 0-1,-1 0 1,0 0-1,0 0 0,0 0 1,1-1-1,-1 1 1,0 0-1,0 0 1,0 0-1,0-1 1,1 1-1,-1 0 1,0 0-1,0-1 1,0 1-1,0 0 0,0 0 1,0-1-1,0 1 1,0 0-1,0 0 1,0-1-1,0 1 1,0 0-1,0 0 1,0-1-1,0 1 0,0 0 1,0 0-1,0-1 1,0 1-1,0 0 1,0 0-1,0 0 1,0-1-1,-1 1 1,1 0-1,0 0 1,0-1-1,0 1 0,0 0 1,-1 0-1,1 0 1,0-1-1,-1 1 217,1 0 0,-1 0 0,1 0 0,-1-1-1,0 1 1,1 0 0,-1 0 0,1 0 0,-1 0 0,1 0-1,-1 0 1,0 0 0,1 0 0,-1 0 0,1 1 0,-1-1-1,0 0 1,1 0 0,-1 1 0,-11 8 1044,9-6-1487,1 0 1,0 0 0,0 0-1,0 1 1,0-1 0,-1 4-1,-5 21 144,2-1-1,1 1 0,1 0 0,0 28 0,0 57 133,16 171 0,-6-223-198,3 0 1,2 0-1,34 103 1,-26-102-20,-13-47 15,3 12 17,-9-26-23,1 0 1,-1 0 0,0 0-1,0 0 1,0 0 0,0 1 0,-1-1-1,1 0 1,0 0 0,0 0-1,-1 0 1,1 0 0,0 0-1,-1 0 1,1 0 0,-1 0 0,0 0-1,1 0 1,-1 0 0,-1 1-1,-13 13 10,2 0-1,-15 21 0,22-28-10,1 0 0,1 1 0,-1-1-1,1 1 1,1 0 0,-6 19 0,6-16-7,0 1 1,1 0 0,0 0-1,1 1 1,1-1-1,0 0 1,1 0 0,0 0-1,1 0 1,3 14-1,10 20-2,25 92 35,-34-116-27,-2 1 0,-1 0 1,0 47-1,-4-57-179,0 0 0,-1 0 0,-1 0 0,-1 0 0,1-1 0,-2 1 0,0-1 0,-1 0 1,0-1-1,-12 19 0,-7 3-3203,-1-1 0,-35 35 0,47-53 1528,-1 1-637,-1 0 0,-34 25 0,23-24 879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48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89 128,'-1'0'423,"-15"13"9668,1-10 4699,35-28-12683,-15 20-2115,0 1 1,1 0 0,0 0 0,0 0 0,0 0 0,9-3 0,-14 7-108,0 0 0,-1-1 1,1 1-1,0 0 1,0-1-1,0 1 1,0-1-1,-1 1 1,1-1-1,0 1 1,-1-1-1,1 0 1,0 1-1,-1-1 1,1 0-1,-1 1 0,1-1 1,-1 0-1,1 0 1,-1 0-1,0 1 1,1-1-1,-1 0 1,0 0-1,1 0 1,-1 0-1,0 0 1,0 0-1,0 1 1,0-1-1,0 0 1,0-2-1,-7-10-6210,-6 3-4007,13 10 10285,-1 0 0,1 0-1,-1 0 1,1-1 0,0 1 0,-1 0 0,1 0 0,-1 0-1,1 0 1,0 0 0,-1 0 0,1 1 0,-1-1 0,1 0-1,0 0 1,-1 0 0,1 0 0,-1 0 0,1 1 0,0-1-1,-1 0 1,1 0 0,0 0 0,-1 1 0,1-1 0,-9 4 10309,11 30-4663,5 19-4436,1 19-1710,-3-26-586,0 16-4105,-3-36 1483,-1-19 2264,-1-1 0,1 0 1,-1 1-1,-1-1 0,1 1 0,-3 10 0,-1-10 146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48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6 233 396,'-6'-1'14457,"14"-7"-10740,-3 1-3016,1 0-1,0 1 0,7-7 0,15-16-746,-24 23-412,0 0 0,0 0-1,4-11 1,-2 1-3695,6-25 1,-12 39 3855,2-6-928,8-41-6588,-9 39 6557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49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0 106 968,'3'0'1899,"-1"-1"0,1 1-1,-1 0 1,1-1 0,-1 0-1,0 1 1,4-3 0,11-6 3295,0-2-3283,-9 5-1618,15-10 149,-10 7-403,24-14 0,-29 19-28,22-12-4,-30 15-8,1 1 0,-1-1 0,1 1 1,-1-1-1,1 1 0,-1 0 1,1-1-1,-1 1 0,1 0 1,0 0-1,-1-1 0,1 1 0,-1 0 1,1 0-1,0 0 0,-1 0 1,1 0-1,-1 0 0,1 0 1,0 0-1,-1 0 0,1 0 1,0 0-1,-1 0 0,1 0 0,-1 0 1,1 1-1,0-1 0,-1 0 1,1 0-1,-1 1 0,1-1 1,-1 0-1,1 1 0,-1-1 1,1 1-1,-1-1 0,1 0 0,-1 1 1,0-1-1,1 1 0,-1-1 1,0 1-1,1 0 0,-1-1 1,0 1-1,0-1 0,1 1 0,-1-1 1,0 1-1,0 0 0,0-1 1,0 2-1,1 3-3,1 1-1,-2-1 1,1 1 0,-1 7-1,0 0-140,1 4 253,-4 24 0,3-37-345,-1 1-1,0-1 0,0 1 0,0-1 0,-1 0 0,0 0 0,1 1 0,-1-1 0,-1 0 0,-2 4 0,4-7-72,0 0 1,1 0-1,-1 0 1,0 0-1,0-1 0,0 1 1,0 0-1,0-1 1,1 1-1,-1 0 0,0-1 1,0 1-1,-1-1 0,1 0 1,0 1-1,0-1 1,0 0-1,0 0 0,0 1 1,0-1-1,0 0 1,-1 0-1,1 0 0,0 0 1,0-1-1,0 1 1,0 0-1,0 0 0,0-1 1,0 1-1,-2-1 1,1 0-537,-1-1 0,1 0-1,-1 1 1,1-1 0,0 0 0,0 0 0,0 0 0,0 0 0,0-1 0,-3-3 0,-1-2-512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49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71 924,'-2'-9'1912,"0"4"-50,1 0 1,0 0 0,0-1-1,1 1 1,-1 0 0,1-1-1,1 1 1,0-8 0,-1 13-1795,0-1 1,0 1 0,0 0-1,0-1 1,0 1 0,0 0-1,0 0 1,0-1 0,0 1-1,0 0 1,1 0-1,-1-1 1,0 1 0,0 0-1,0 0 1,0 0 0,0-1-1,1 1 1,-1 0 0,0 0-1,0 0 1,0 0-1,1-1 1,-1 1 0,0 0-1,0 0 1,1 0 0,-1 0-1,0 0 1,0 0 0,1 0-1,-1 0 1,0 0-1,1-1 1,5 9 818,2 13-253,-5-5-393,-1-1-1,0 29 0,-1-16-319,0-18-507,-1 0 0,0-1 0,-1 1 0,-1 0 0,1 0 0,-4 11 0,2-15-1539,1 1 0,-1-1 1,0 0-1,0 0 0,-7 11 1,9-17 1990,1 0 1,0 0-1,0 1 1,0-1 0,-1 0-1,1 0 1,0 0-1,0 1 1,-1-1-1,1 0 1,0 0 0,-1 0-1,1 0 1,0 0-1,-1 0 1,1 0-1,0 0 1,0 1 0,-1-1-1,1 0 1,0 0-1,-1 0 1,1-1-1,0 1 1,-1 0 0,1 0-1,0 0 1,-1 0-1,1 0 1,0 0-1,0 0 1,-1 0 0,1-1-1,0 1 1,-1 0-1,1 0 1,0 0-1,0-1 1,0 1 0,-1 0-1,1 0 1,0-1-1,0 1 1,0 0-1,-1-1 1,0 1 112,-5-5-1027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49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1324,'0'-3'1890,"1"-17"5232,-1 20-6938,0 0-1,0-1 1,0 1 0,1-1 0,-1 1 0,0-1 0,0 1 0,0-1 0,0 1 0,1 0 0,-1-1 0,0 1 0,0-1 0,1 1 0,-1 0 0,0-1-1,0 1 1,1 0 0,-1-1 0,0 1 0,1 0 0,-1 0 0,1-1 0,-1 1 0,0 0 0,1 0 0,-1-1 0,1 1 0,-1 0 0,1 0 0,0 0-1,0 2 271,-1 0-1,1 0 0,0 0 0,-1 0 0,1 0 0,-1 0 0,0 0 0,0 0 0,0 0 0,0 4 0,0-5-401,1 15 326,5 32 0,-3-32-390,2 32 0,-4-20 16,7 37 0,-3-28-18,-3-26 12,-1 1 1,2 0-1,0 0 1,0-1-1,1 0 0,0 0 1,1 0-1,0 0 1,7 10-1,-10-19 28,0 0 0,0 0 0,0 0 0,0 0 0,1-1 0,-1 1 0,0-1 0,1 1-1,-1-1 1,1 0 0,-1 0 0,1 0 0,-1 0 0,1 0 0,0-1 0,0 1 0,-1-1 0,1 0-1,0 1 1,5-2 0,5 0 207,1 0 0,0-2 0,13-3-1,-3 1 78,-6 1-28,-4 1 73,0 0 0,0 1-1,0 1 1,0 0 0,25 2-1,-20 2 289,37 10 0,-61-17-616,-1-1 1,0 0 0,-5-7-1,-11-10-1466,0 3-3880,1-1-1,-29-39 1,44 51 3611,1 0-1,0 0 1,-5-14 0,0-1-696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0.1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89 1276,'-4'10'3031,"1"0"4336,3-10-7144,1 0 1,0 0-1,-1 0 0,1 0 1,-1-1-1,1 1 1,-1 0-1,1 0 1,0 0-1,-1 0 1,1-1-1,-1 1 0,1 0 1,-1 0-1,1-1 1,-1 1-1,1 0 1,-1-1-1,1 1 1,-1-1-1,1 0 1,32-23 4174,-23 16-4442,0-1 0,16-19 0,-25 27-181,-1 0 1,1 1-1,-1-1 1,1 0-1,-1 0 1,1 0-1,-1 0 1,0 0-1,0 0 1,1 0-1,-1-2 1,-3-10-8991,-5 8 1555,3 3 6429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0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0 952,'-8'3'15764,"7"-3"-15389,-2 11 3653,5 12-2786,-1-17-1004,9 56 65,2 21-1338,-10-51-976,2 54-11314,-4-84 12893,0-1 0,-1 1 0,1 0 0,0 0 0,-1 0 0,1 0-1,-1 0 1,0 1 0,-2 4-1106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0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1 233 28,'0'0'314,"-1"0"0,1 0 1,0 1-1,0-1 0,0 0 0,0 1 1,0-1-1,0 0 0,0 1 0,0-1 0,0 0 1,0 1-1,0-1 0,0 0 0,1 1 1,1 2 4084,-2-3-4085,1 0 0,-1 1 0,0-1 1,0 0-1,1 0 0,-1 0 0,0 0 0,1 0 1,0 1-1,0-2 86,0 1 0,0-1 1,0 1-1,0-1 0,0 1 1,0-1-1,0 1 0,0-1 1,0 0-1,0 0 0,1 0 0,23-27 1978,4-16-1537,-4-4-3354,-5-2-3606,-4 0-3861,-10 35 8349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0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22 704,'3'-3'9590,"-2"2"-9137,0 0 1,0-1 0,0 0 0,0 1-1,0-1 1,0 0 0,0 1 0,-1-1 0,1-2 945,-1 4-1196,0 0 1,0 1-1,-1-1 0,1 0 1,0 1-1,0-1 1,0 1-1,0-1 1,-1 0-1,1 1 0,0-1 1,0 1-1,0-1 1,0 1-1,0-1 0,0 0 1,0 1-1,0-1 1,0 1-1,0-1 1,0 0-1,1 1 0,-1 0 1,2 12-247,15 59 257,7 31-762,-13-33-3069,-8-45 997,-1-18 1263,-1 0 0,0 0 1,0 0-1,-1 0 0,0 0 0,0 0 1,-2 10-1,0-11-288,-2-3 291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0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48 820,'19'-12'5117,"12"-9"-3803,-15 11-4040,-19 7-464,-2 1 2215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1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1 728,'-4'10'3782,"0"1"5398,8-1-7808,-1-5-1431,2 3 209,-1 0 1,1 0-1,5 17 0,-9-22-333,-1-1-1,1 0 1,-1 0 0,1 1-1,-1-1 1,0 0-1,0 1 1,0-1 0,0 0-1,0 1 1,-1-1 0,1 0-1,-1 0 1,0 1-1,1-1 1,-1 0 0,0 0-1,0 0 1,0 0-1,-3 4 1,1-2-701,-1 0-826,1 1 0,-1-1 0,0 0 0,-8 6 0,6-6 379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1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32 700,'0'0'425,"-1"0"0,1 1 0,0-1 0,-1 1 0,1 0 1,0-1-1,-1 1 0,1-1 0,0 1 0,-1-1 0,1 1 0,0 0 0,0-1 0,0 1 0,0 1 0,0-2-237,0 0 1,0 1-1,0-1 0,0 0 0,0 0 0,0 1 0,0-1 0,1 0 0,-1 0 1,0 1-1,0-1 0,0 0 0,0 0 0,1 0 0,-1 0 0,0 1 0,0-1 1,1 0-1,-1 0 0,0 0 0,0 0 0,0 0 0,1 0 0,-1 1 0,0-1 1,1 0-1,-1 0 0,0 0 0,0 0 0,1 0 0,-1 0 0,0 0 0,0 0 1,1 0-1,-1 0 0,0 0 0,0 0 0,1-1 0,-1 1 0,0 0 1,0 0-1,1 0 0,80-16 6602,-18 6-6323,66-3 1,-99 13-598,-1 1-1,1 1 1,-1 2-1,44 11 0,-94-28-13501,3 2 8092,9 6 3445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1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26 1364,'0'-4'12589,"1"-4"-6407,-1 7-5998,0 1 0,0-1 0,0 1-1,0-1 1,0 1 0,0-1-1,0 0 1,1 1 0,-1-1-1,0 1 1,0-1 0,1 1-1,-1-1 1,0 1 0,1-1-1,-1 1 1,1 0 0,0-2-1,0 2-152,0-1 0,-1 1 0,1 0 0,0-1 0,0 1 0,0 0 0,0 0 0,0-1 0,0 1 0,0 0 0,-1 0 0,1 0 0,0 0 0,0 0 0,0 0 0,0 1 0,0-1 0,0 0 0,0 0 0,0 1 0,0-1 0,0 1 0,1 0-25,-1 0 0,0 0 0,0 0 0,1 0 0,-1 0 0,0 1 0,0-1 0,-1 0 0,1 1 0,0-1 0,0 0 0,0 3 0,1 1-23,0 1 0,-1 0 0,0 0 0,0 0 1,0 0-1,0 7 0,-3 20 12,-2 0 0,-1 0 0,-14 49 0,1-6-55,0 36-452,-3 117-1,-7 47-206,21-216-715,2-95-17414,6 18 16924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2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1192,'1'3'13502,"2"1"-10330,34 40-1307,-36-43 80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2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11 214 768,'-10'11'14259,"11"-13"-14000,-1-1-1,1 0 1,0 1-1,0-1 1,1 1-1,-1 0 0,1-1 1,-1 1-1,3-2 1,3-8-113,-1 1-25,21-47-1329,-22 46-199,-1 1 0,-1-1 0,3-15-1,4-21-7919,-8 41 7960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3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82 440,'-4'-24'6577,"-1"-3"-5110,5 23-1139,1-15 2941,1 12 717,-2 7-3855,0 0 0,0 0 1,0 0-1,0 0 0,1 0 1,-1 0-1,0 0 0,0 0 1,0 0-1,0 0 0,0 0 1,0 0-1,1 0 0,-1 0 1,2 1 2626,-2-1-2627,0 0 0,6 19 706,-4-7-764,2 2-53,0 0-1,-2-1 1,0 1-1,1 19 1,-1-5-14,9 99-21,12 99-25,-9-134 19,-12-82-154,-1-14-1340,-2-17-2106,-1 7 198,1 0 1,1-15 0,-1-3-607,1 13 2353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3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5 159 1060,'-4'2'19592,"9"-8"-18706,4-5 184,-7 8-948,0 1-1,0-1 1,1 1-1,-1-1 1,1 1-1,3-2 1,12-6 44,1 0-1,0 1 1,1 1 0,24-7 0,-41 14-340,1 0 1,-1-1 0,0 1 0,0-1-1,0 0 1,0 0 0,-1 0 0,1 0 0,0 0-1,2-4 1,-4 6-142,0-1-1,-1 0 1,1 0 0,0 0 0,-1 0-1,1 0 1,-1 0 0,1-1-1,-1 1 1,0 0 0,1 0-1,-1 0 1,0-2 0,0 2-115,0 0 0,0 0 0,0 0 0,-1 0 0,1 0 0,0 0 0,0 0 0,-1 0 0,1 1 0,-1-1 0,1 0 0,-1 0 0,1 0 0,-1 1 0,0-1 0,1 0 0,-1 1 0,0-1 0,0 0 0,-19-12-6721,12 9 5490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3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0 224,'0'1'878,"0"0"-1,0 0 1,0 0 0,0 0-1,0 0 1,0 0 0,1 0-1,-1 0 1,0 0-1,0 0 1,1 0 0,-1 0-1,1 0 1,-1 0 0,2 2-1,3 2 1912,0 0-3869,-2-2 1363,-1 1 1,1-1-1,-1 1 1,1 0-1,-1 0 1,0 0-1,0 0 0,1 8 1,8 37 1461,-9-38-1501,1 7-344,-1 0 1,-1 0 0,-1 1-1,0-1 1,-1 0-1,-1 0 1,-1 0 0,-1 0-1,0 0 1,-2 0 0,-11 27-1,12-35-1005,-1-1-1,1 1 1,-11 11-1,14-19 493,0 1 0,0-1 0,-1 1 0,1-1 0,-1 0 0,0 0 0,1 0 0,-1 0 0,0 0 1,0-1-1,0 1 0,0-1 0,-1 0 0,-5 2 0,8-3 362,0 0 0,0 0 0,0 0 0,0 0 0,-1 0 0,1 0 0,0-1 0,0 1 0,0 0 0,0-1 0,0 1 0,0 0 0,-2-2 0,-3-2-1185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3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0 868,'6'0'1766,"-1"1"-1,1 0 0,-1 0 1,0 0-1,0 0 1,1 1-1,7 4 1,36 21 2876,-12-6-3457,-9-6-1104,39 29-1,-51-31-2117,-9-2-5330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3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1 116,'5'-1'19847,"8"7"-16018,6 4-6644,-15-6 4409,-2-2-1565,0 0-1,0 0 1,0 1-1,-1-1 1,1 1-1,-1-1 1,2 5-1,4 17-3755,-2-6-2312,3 0-3404,-5-13 7197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4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90 384,'-13'10'10489,"3"-7"1497,37-16-8609,98-29-2107,-115 39-1349,0-2 0,0 1 1,13-9-1,-5-1-2625,-17 14 2564,-1 0 1,0-1-1,0 1 0,0 0 1,0 0-1,0 0 0,0 0 1,0 0-1,0-1 0,0 1 1,0 0-1,0 0 0,0 0 0,0 0 1,0-1-1,0 1 0,0 0 1,0 0-1,0 0 0,0 0 1,0 0-1,0-1 0,-1 1 1,1 0-1,0 0 0,0 0 1,0 0-1,0 0 0,0-1-418,-1 1 418,1 0 0,0 0 1,0 0-1,0 0 0,0 0 1,0 0-1,-1 0 0,1 0 1,0 0-1,0 0 0,0 0 1,0 0-1,0 0 0,-1 0 1,1 0-1,0 0 0,0 0 1,0 0-1,0 0 0,-9-2-4096,-22 2-6991,22-2 9614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4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1 1012,'-6'7'15167,"12"-6"-13461,-5 0-1639,0 0 0,1-1 1,-1 1-1,1 0 0,-1 0 0,0 0 0,0 0 0,1 0 1,-1 0-1,0 0 0,0 1 0,0-1 0,0 0 0,-1 0 1,1 1-1,0-1 0,0 1 0,-1-1 0,1 1 1,-1-1-1,1 1 0,-1-1 0,0 1 0,0 0 0,1-1 1,-1 3-1,0 3 244,0 0 0,0 0 1,0 1-1,-3 9 0,1-6-189,-1 0 0,-1 0 0,0 0 0,0 0 0,-1-1-1,-1 1 1,-12 18 0,7-16-312,1 0 1,-1-1-1,-1 0 1,-25 20-1,28-26-668,1 0 0,-1-1 0,-16 7 1,21-10-69,0-1 1,-1 1-1,1-1 1,-1 0-1,1 0 1,-1 0-1,1-1 1,-1 1-1,0-1 1,-5-1-1,9 1 587,0 0 1,0 0-1,0 0 0,0-1 0,0 1 1,1 0-1,-1-1 0,0 1 0,0-1 1,0 1-1,1-1 0,-1 1 0,0-1 1,0 1-1,1-1 0,-2-1 1,1-2-1082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4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0 732,'9'3'2967,"1"-1"1,0 0-1,17 0 0,11 2 813,-9 3-3181,-21-4-1084,-1-1-1,1-1 0,0 1 1,9 0-1,-21-7-5159,-9 1 1908,-3-2 278,6 4 2068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4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1252,'0'17'14182,"4"-14"-10516,4 0-3688,-1-1 1770,2-1-9580,-23-2-4994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5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1 1324,'-2'28'14242,"0"-13"-9386,2 0-5401,-1-12 520,1-1-1,0 1 1,0-1 0,-1 0-1,0 1 1,1-1-1,-1 0 1,0 1 0,0-1-1,0 0 1,-1 0-1,1 0 1,0 0 0,-1 0-1,1 0 1,-1 0 0,0 0-1,0-1 1,1 1-1,-1 0 1,0-1 0,0 0-1,-1 0 1,1 1-1,-4 0 1,2 0-699,0-1 0,-1 1 1,1-1-1,-1 0 0,-7 1 0,8-2-1093,-1 0-1,1 0 0,-1 0 1,1-1-1,-7-1 0,7 0-29,2-1 294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5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9 416,'24'-3'5461,"-22"2"-5198,0 0-1,1 1 1,-1-1 0,0 1-1,0-1 1,0 1 0,1 0 0,-1 0-1,0 0 1,0 0 0,1 0-1,-1 1 1,0-1 0,0 1 0,0 0-1,0-1 1,0 1 0,4 2-1,-2 0 1045,-1 0-1,1 0 0,-1 0 0,0 0 1,0 1-1,4 5 0,4 16 615,-10-21-1899,1 0-1,-1 0 0,1 0 1,0 0-1,0 0 1,1-1-1,-1 1 0,1-1 1,0 1-1,-1-1 1,2 0-1,-1 0 0,0 0 1,1-1-1,-1 1 0,6 3 1,-2-3 25,-1 0 1,1-1 0,0 0-1,0 0 1,0 0-1,0 0 1,0-1 0,0-1-1,9 1 1,9-3 6,-1 0 1,0-2-1,0-1 1,0-1-1,27-11 0,-47 16-51,-1 0-1,1-1 0,0 1 0,-1-1 1,1 0-1,-1 0 0,0 0 0,6-5 0,-9 6-40,1 1 0,-1-1 0,0 0 0,0 1-1,0-1 1,0 0 0,0 1 0,0-1-1,0 0 1,0 1 0,0-1 0,0 0-1,0 0 1,0 1 0,0-1 0,0 0 0,-1 1-1,1-1 1,0 1 0,-1-1 0,1 0-1,0 1 1,-1-1 0,1 1 0,-1-1-1,1 1 1,-1-1 0,1 1 0,-1-1 0,1 1-1,-2-1 1,-20-15-3038,18 14 2172,-9-6-1777,0 1 0,0 1 1,-1 0-1,1 1 1,-21-5-1,19 6 1181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5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3 932,'6'0'8986,"15"-2"-8436,-12 2-1786,-3 0-5503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5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1432,'3'11'14503,"-2"-9"-13184,10 10 3996,15 4-5727,-31-36-16691,0 13 14984,1-5 56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8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2 984,'13'-1'8436,"-11"1"-8027,1-1 0,-1 1 1,1 0-1,-1 0 0,1 0 0,-1 0 0,4 1 0,-6 0-295,1-1 1,-1 0 0,1 1-1,0-1 1,-1 0-1,1 1 1,-1-1-1,1 1 1,-1-1-1,1 1 1,-1-1-1,1 1 1,-1-1 0,1 1-1,-1-1 1,0 1-1,1 0 1,-1-1-1,0 1 1,0 0-1,1-1 1,-1 1 0,0 0-1,0-1 1,0 1-1,0 0 1,0 0-1,0-1 1,0 2-1,-1 5 217,1-1-1,-1 0 0,-1 1 0,1-1 0,-1 0 0,0 0 0,0 0 1,-1 0-1,0 0 0,0-1 0,-6 8 0,5-6-840,-1-1 0,0 0 0,0 0 0,-1-1 0,1 0 0,-1 0 0,-1 0 0,1 0 0,-8 3 0,-8-2-4981,21-6 5247,0 0-1,1 0 1,-1 1-1,1-1 1,-1 0-1,0 0 1,1 0-1,-1 0 1,1 0 0,-1-1-1,0 1 1,1 0-1,-1 0 1,1 0-1,-1 0 1,0-1-1,1 1 1,-1 0-1,1 0 1,-1-1 0,1 1-1,-1 0 1,1-1-1,-1 1 1,1-1-1,0 1 1,-1-1-1,1 1 1,-1-1-1,1 1 1,-1-2-1,1-2-1124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8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1180,'27'17'9496,"-2"4"-5155,-5-2-3779,26 32-1,-41-47-646,-5-3 4,1-1 0,0 0 0,-1 1 1,0-1-1,1 0 0,-1 1 0,1-1 1,-1 1-1,1-1 0,-1 1 1,0-1-1,1 1 0,-1 0 0,0-1 1,0 1-1,1-1 0,-1 1 0,0 1 1,-23-10-12291,15 6 10857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9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45 648,'-1'3'1504,"-1"1"1,1 0-1,-1 0 0,-3 5 0,-1 1 3454,21-13-391,15-15-819,-17 11-3325,23-7 0,-19 9-347,26-4 1,-3 1 28,21-6 232,-60 14-310,0 0 0,0 0 0,1 0 0,-1 0 0,0 0 0,0 0 0,0 0 0,0 0 0,0 1 0,0-1 0,0 1 0,0-1 0,0 0 0,0 1 0,0-1 0,0 1 0,0 0 0,0-1-1,0 1 1,-1 0 0,1 0 0,0-1 0,0 1 0,-1 0 0,1 0 0,-1 0 0,1 0 0,-1 0 0,1 0 0,-1 0 0,1 0 0,-1 0 0,0 0 0,1 2 0,1 6 77,0 0 0,-1 0 0,1 12 0,-2-11-51,2 8-13,6 49-10,-1-11-25,-4-15 7,-1-32-10,3 41 11,-5-45-15,0 0 0,0-1 0,-1 1 0,1-1-1,-1 1 1,0-1 0,0 1 0,-3 6 0,3-10-54,1 0 0,-1 0 1,1 0-1,-1-1 0,0 1 1,1 0-1,-1-1 0,0 1 0,1-1 1,-1 1-1,0 0 0,0-1 0,1 0 1,-1 1-1,0-1 0,0 1 1,0-1-1,0 0 0,1 0 0,-1 1 1,0-1-1,0 0 0,0 0 0,0 0 1,0 0-1,0 0 0,0 0 1,0 0-1,0 0 0,0-1 0,1 1 1,-1 0-1,0-1 0,0 1 0,0 0 1,-1-1-1,-4-2-1080,1 0 0,-1-1 0,-10-7 1,11 7 86,-9-6-2397,0-2-1,1 0 1,-21-23 0,19 14 1550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9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13 1744,'1'-1'1120,"0"0"-1,0 0 1,0 0 0,0 0-1,0 0 1,0 0-1,0 0 1,1 0 0,-1 0-1,0 1 1,0-1-1,3 0 1,5 5 5652,-2 5-7168,-3-5 488,-1 0 1,0 0 0,0 1 0,0-1-1,0 1 1,-1 0 0,0 0 0,0 0-1,0 0 1,-1 1 0,0-1 0,0 0-1,0 0 1,0 1 0,-1-1 0,0 1 0,0-1-1,-1 0 1,1 1 0,-1-1 0,0 0-1,-4 11 1,2-9-261,0 0 1,0 0-1,-1 0 1,0 0-1,0-1 0,-9 10 1,7-9-595,0-1 0,-1 0 0,0 0 0,0 0-1,-13 7 1,13-8-1061,-1-1 0,1 0 0,-1 0 0,-1-1 0,1 0 0,0 0 0,-1-1-1,-16 3 1,12-6-299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7:59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0 732,'-10'1'10273,"10"7"-2699,0 0-6497,0 104-94,0-87-4918,0-1-4042,-4-34 2887,2 7 4152,-3-5-617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0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9 728,'6'-3'5122,"-6"2"-4934,0 1 0,0-1 0,1 1 1,-1 0-1,1-1 0,-1 1 0,0 0 0,1-1 1,-1 1-1,1 0 0,-1 0 0,1 0 0,-1-1 1,1 1-1,-1 0 0,1 0 0,-1 0 0,1 0 0,-1 0 1,1 0-1,-1 0 0,2 0 0,2 0 334,1 1 0,0 0-1,0 0 1,6 2-1,3 1 1770,-12-3-2156,-1-1 193,1 1 0,0 0 0,0-1 0,0 0 0,0 1 0,0-1-1,0 0 1,0 0 0,0 0 0,0 0 0,0-1 0,0 1 0,-1 0 0,1-1 0,3-1 0,-5 2-327,1 0 1,-1 0 0,0 0 0,0 0 0,1 0 0,-1 0-1,0 1 1,0-1 0,1 0 0,-1 0 0,0 0 0,0 0-1,0 0 1,1 0 0,-1 0 0,0 0 0,0 1 0,0-1-1,1 0 1,-1 0 0,0 0 0,0 0 0,0 1 0,0-1-1,0 0 1,1 0 0,-1 0 0,0 1 0,0-1 0,0 0 0,0 0-1,0 1 1,0-1 0,0 0 0,0 0 0,0 0 0,0 1-1,0-1 1,0 0 0,0 0 0,0 1 0,2 15-29,-1-10 35,9 58-20,-2-10-114,6 22-2090,-11-51-1761,-1 26 1,-2-50 3544,0 1 1,0-1 0,0 1 0,0 0 0,0-1 0,0 1-1,-1-1 1,1 1 0,0 0 0,-1-1 0,0 1-1,1-1 1,-1 0 0,0 1 0,0-1 0,-1 2 0,1-3-805,-4-2 136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0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17 324,'1'1'1781,"-1"0"-1619,1-1 0,-1 1 1,0-1-1,1 1 0,-1-1 0,1 1 0,-1-1 1,1 0-1,-1 1 0,1-1 0,-1 0 0,1 0 1,-1 1-1,1-1 0,-1 0 0,1 0 0,-1 0 0,1 0 1,0 1-1,-1-1 0,1 0 0,-1 0 0,1 0 1,0 0-1,-1 0 0,1 0 0,-1-1 0,1 1 1,-1 0-1,1 0 0,0 0 0,0-1 0,47-19 1427,-48 19-1649,0 1-1,0 0 1,1 0-1,-1 0 0,0 0 1,0-1-1,1 1 1,-1 0-1,0 0 1,0 0-1,1 0 1,-1 0-1,0 0 1,0 0-1,1 0 1,-1 0-1,0 0 0,0 0 1,1 0-1,-1 0 1,0 0-1,0 0 1,1 0-1,-1 0 1,0 0-1,1 0 1,-1 0-1,0 0 1,0 1-1,0-1 1,1 0-1,-1 0 0,0 0 1,0 0-1,1 1 1,-1-1-1,0 1-133,0-1-1,0 1 1,0 0-1,0-1 1,0 1-1,0 0 1,0-1-1,0 1 1,0 0-1,-1-1 1,1 1-1,0 0 1,0-1-1,-1 1 1,1-1-1,0 1 0,-1 1 1,-9 9-1950,5-6 1175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0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74 596,'0'0'377,"0"1"-1,1-1 1,-1 1-1,0 0 1,0-1-1,0 1 1,1-1 0,-1 1-1,0-1 1,0 1-1,1-1 1,-1 1-1,0-1 1,1 0 0,-1 1-1,1-1 1,-1 1-1,0-1 1,2 1-1,7-6 4556,-1 0-5949,45-24 417,-16 10-3184,-19 10 202,-5-1 688,-7 4 1716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0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5 119 576,'-4'2'8226,"4"-3"-7523,0-1 1,0 1-1,1 0 0,-1 0 1,0 0-1,1 0 0,-1-1 0,1 1 1,-1 0-1,1 0 0,-1 0 1,2-2-1,14-11 3723,19-7-3010,-33 21-1423,10-7-11,1 0-1,-1-1 1,-1 0-1,0-1 1,18-17 0,-25 22 3251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1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241 14 1068,'-1'-4'8136,"2"-4"-4264,-1 7-3768,1 1 0,-1 0 0,1 0 1,0 0-1,-1 0 0,1 0 0,-1 0 1,1 0-1,-1 0 0,1 0 0,0 0 0,-1 0 1,1 0-1,-1 0 0,1 0 0,-1 0 0,1 1 1,-1-1-1,1 0 0,-1 0 0,1 1 0,-1-1 1,1 0-1,-1 1 0,1-1 0,-1 0 0,1 1 1,-1-1-1,0 1 0,1-1 0,-1 1 0,0-1 1,0 1-1,1-1 0,-1 1 0,0-1 1,0 1-1,1-1 0,-1 2 0,8 29 2223,-5-21-2001,1 8-215,0 0 1,-2 1-1,1 18 0,1 6-100,69 381-540,-73-423 528,5 19 12,-1 0-1,-1 0 1,-1 0-1,-1 1 1,-2 37-1,1-57-6,0 0 0,0 0 0,0 0 0,-1 0 0,1 0-1,0 0 1,-1 0 0,1 0 0,-1 0 0,1 0-1,-1 0 1,0 0 0,1-1 0,-1 1 0,0 0-1,1 0 1,-1-1 0,0 1 0,0 0 0,-2 0 0,1 0 2,0 0 0,0 0 0,0-1 0,0 1 1,0-1-1,0 0 0,0 1 0,0-1 1,0 0-1,-3-1 0,-4 0 9,-1-1-1,0 0 1,-15-6 0,22 7-17,-33-12-1760,-54-27 1,61 25-1856,2-2 1,-34-25 0,36 17 146,14 12 2064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1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1924,'24'3'8236,"2"2"1934,-9 0-8810,-3 1-853,-10-4-651,0 0 0,1 0 0,-1-1-1,0 1 1,1-1 0,7 1 0,-12-2-166,1 0 0,-1 0-1,0-1 1,1 1 0,-1 0 0,0 0 0,0 0 0,1-2-1241,0 2 1241,-1 0 0,0-1-1,0 1 1,0 0 0,0 0 0,0-1 0,1 1 0,-1 0-1,0-1 1,0 1 0,0 0 0,0-1 0,0 1 0,0 0 0,0-1-1,0 0 1,-1-13-4373,1 9 2609,0-5-513,0-2 552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2.1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0 136,'0'2'569,"0"-1"-1,0 1 1,1-1 0,-1 0-1,0 1 1,1-1 0,-1 0-1,1 1 1,-1-1 0,1 0-1,0 2 1,2 0-206,0 1 1,0-1-1,0 0 1,6 5-1,-7-6-390,1-1 0,-1 2 0,0-1 0,1 0 0,-1 0 0,0 1 0,-1-1 0,1 1 0,0 0 0,1 3 0,-3-4 29,1 0 0,-1 1 1,0-1-1,0 0 0,0 1 0,0-1 0,0 1 1,-1-1-1,1 0 0,-1 1 0,0-1 0,0 0 0,-1 3 1,-14 28 9,14-31-10,-2 4 150,0-1 0,0 0-1,-1 0 1,0 0 0,0 0-1,0-1 1,-8 5-1,-15 14 2971,21-15-652,7-5 509,14-7 1117,-6 1-4335,11-4 1013,0-2 0,31-19 0,-34 19-732,0 0 0,0 1 0,1 0 0,20-5 0,-26 10-45,1 0 0,-1 1 0,1 1 0,14-1 1,-15 4-235,-16 2-1393,-14 3-2087,6-4 1317,1 1 0,0 1 0,0 0 0,0 1 0,0 0 0,-12 9 0,19-11 1861,-8 4-798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2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0 472,'0'1'551,"-1"1"0,1-1 0,0 0 1,0 0-1,-1 1 0,1-1 0,0 0 0,0 1 0,0-1 0,0 0 1,0 1-1,0-1 0,1 0 0,-1 0 0,0 1 0,1-1 0,-1 0 1,1 0-1,-1 0 0,1 0 0,0 1 0,-1-1 0,1 0 0,1 1 1,7 12-416,-5-9-127,-4-4-82,0-1 1,1 0 0,-1 0 0,0 1-1,1-1 1,-1 0 0,0 0 0,1 1-1,-1-1 1,0 0 0,0 1-1,0-1 1,1 0 0,-1 1 0,0-1-1,0 0 1,0 1 0,0-1-1,0 1 1,0-1 0,0 0 0,0 1-1,0-1 1,0 1 0,0-1-1,0 0 1,0 1 0,0-1 0,0 1-1,0-1 1,0 0 0,0 1-1,0-1 1,0 0 0,-1 1 0,1-1-1,0 1 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2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47 784,'14'-13'9327,"-12"11"-9170,0 1 1,1 0 0,-1 0-1,0 0 1,0 0 0,1 0-1,-1 0 1,0 1 0,1-1-1,3 0 1,59-9 3770,-40 4-789,-20 4-2805,-1 1 0,0 0 0,1 0 0,7 0 1,-11 1-335,0 0 0,0 0 0,0 0 0,0 1 0,0-1 0,0 1 0,0-1 0,0 1 0,0-1 1,0 1-1,0-1 0,0 1 0,0 0 0,0 0 0,-1-1 0,1 1 0,0 0 0,-1 0 0,1 0 1,0 0-1,-1 0 0,1 0 0,-1 0 0,1 0 0,-1 0 0,0 0 0,1 0 0,-1 0 1,0 0-1,0 2 0,2 4-27,-2 0 1,1 0 0,-1 9 0,0-14 22,0 8-1065,0 1 0,-4 18 1,-6 4-7688,9-33 8434,1 1 1,0-1-1,-1 1 1,1 0-1,0-1 1,-1 0-1,1 1 0,-1-1 1,1 1-1,-1-1 1,1 1-1,-1-1 1,1 0-1,-1 1 1,1-1-1,-2 1 1,1-1-261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3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39 112,'-2'-1'813,"-1"0"-62,1 0 0,0 0 1,0 0-1,0-1 0,-1 1 1,1-1-1,1 1 0,-1-1 1,-2-2-1,4 4-555,2 0-137,3 0 108,1 1 0,-1-1-1,1-1 1,-1 1-1,0-1 1,1 0 0,-1 0-1,0 0 1,1-1-1,-1 0 1,0 0-1,8-5 1,-12 7-166,-1-1 0,1 1 0,0-1 0,0 1 0,0-1 0,0 1 0,0 0 0,-1-1 1,1 1-1,0 0 0,0 0 0,0 0 0,0 0 0,0 0 0,0 0 0,0 0 0,0 0 0,0 0 0,0 0 0,0 0 0,0 1 0,0-1 0,0 0 0,-1 1 0,1-1 0,0 1 1,0-1-1,0 1 0,1 0 0,-2 0-19,1-1 1,-1 1 0,1 0 0,-1-1 0,0 1-1,1 0 1,-1-1 0,0 1 0,1 0 0,-1-1-1,0 1 1,0 0 0,0 0 0,0 0-1,0-1 1,0 1 0,0 0 0,0 0 0,0-1-1,0 1 1,0 0 0,0 0 0,0-1-1,-1 1 1,1 0 0,0-1 0,0 1 0,-1 0-1,1-1 1,-1 1 0,1 0 0,-1-1-1,1 1 1,-1 0 0,1-1 0,-2 1 0,-30 30-1647,11-11 1306,-23 27 0,33-31 534,13-12-58,8-5-23,-5 0-94,0-1-1,-1 0 1,1 0-1,0 0 0,6-5 1,6-3-332,-15 12 596,0 1 1,-1 0-1,1 0 1,-1 0-1,0 0 1,0 0-1,0 0 1,1 5-1,-3 0 9,1-1 1,-2 1-1,1 0 0,-1 0 0,0-1 1,-1 1-1,0-1 0,0 0 0,-7 13 0,1-6-384,0 0 0,-1-1 0,-21 21 0,20-23-755,-19 14 0,27-23 269,0 1-1,0-1 1,-1 0-1,1 0 1,-1-1-1,1 1 0,-1-1 1,0 0-1,0 0 1,1 0-1,-8 1 1,11-2 421,-1 0 0,0 0 0,0 0 0,1-1 0,-1 1 0,0 0 0,1 0 0,-1 0 1,0-1-1,1 1 0,-1 0 0,0-1 0,1 1 0,-2-1 0,-4-5-895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3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54 1456,'5'-1'1489,"0"1"-1,0-1 1,0 0 0,-1 0-1,6-3 1,19-3 361,-20 6-1701,8-1-135,20-4 0,-33 5 115,0-1 0,0 1 0,0 0 0,0-1 0,0 0-1,0 0 1,-1 0 0,1-1 0,-1 1 0,5-4 0,-8 6 0,0-1 1,0 1 0,0 0 0,1-1 0,-1 1 0,0 0-1,1-1 1,-1 1 0,0 0 0,1 0 0,-1-1 0,0 1-1,1 0 1,-1 0 0,0 0 0,1-1 0,-1 1 0,1 0-1,-1 0 1,0 0 0,1 0 0,-1 0 0,1 0 0,-1 8 1211,-10 17-655,10-24-584,-9 21 298,6-13-329,-1-1 0,0 0 0,0 0 0,-10 14 0,8-14-346,1-1 0,-2 0 0,-10 9 0,13-14-287,1 1 1,-1-1-1,0 0 1,0 0-1,0 0 1,0-1-1,0 1 1,0-1-1,-7 1 1,5-1-622,0 0 0,0 0 0,0-1 0,0 0 0,1 0 0,-1 0 0,0-1 0,-8-1 1,1-2-410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3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1 840,'4'1'1035,"-1"1"0,0-1 0,0 0 0,0 0 0,0 0 0,1-1 0,4 2 0,2-1-149,20 8 2844,0 1 1,50 24-1,28 9-2879,-74-34-1902,1-4-3280,-31-5 3403,1 0 0,-1 0 0,1 0 0,0-1 0,-1 0 0,1 0 1,-1 0-1,0 0 0,1-1 0,-1 0 0,0 0 0,0 0 0,5-3 0,5-5-1271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3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0 508,'0'2'688,"0"0"0,0 0 0,0 0 0,0 0 0,1 0 1,-1 0-1,1 0 0,-1 0 0,1 0 0,0 0 0,1 2 0,16 14 2533,-11-12-3447,2 1 571,-2 0 1,1 1-1,-1-1 0,6 10 0,-10-13 60,-1 0 1,0 0-1,0 0 1,0 0-1,0 0 1,-1 0-1,0 0 1,0 1-1,0-1 1,0 1-1,0-1 1,-1 5-1,-1 4-102,0-1-1,0 0 1,-2 0 0,1 0-1,-1 0 1,-1 0 0,-7 15-1,3-10-890,-1-1-1,0-1 1,-1 1 0,-16 19-1,22-30-258,0-1-1,-1 0 0,1 0 1,-1 0-1,0-1 0,-6 4 1,10-6 536,0 0 0,0 0 0,0-1 0,-1 1 0,1-1 0,0 1 0,0-1 0,-1 1 0,1-1 0,0 0-1,-1 0 1,1 1 0,0-1 0,-1 0 0,1 0 0,-1-1 0,1 1 0,0 0 0,-1 0 0,1 0 0,0-1 0,0 1 0,-1-1 0,1 1 0,0-1 0,0 0 0,-1 1 0,1-1 0,0 0 0,0 0 0,0 0 0,-1-1 0,-8-10-1188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4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63 168,'10'-7'2419,"18"-10"3967,-6 10-4996,33-1 1424,-32 5 1371,39-9 0,-50 9-3843,0 1 1,1 0-1,-1 1 0,19 0 0,-30 1-319,-1 1 1,1-1-1,0 0 1,-1 0-1,1 1 0,-1-1 1,1 0-1,-1 1 0,1-1 1,-1 0-1,1 1 0,-1-1 1,1 1-1,-1-1 0,1 1 1,-1-1-1,0 1 0,1-1 1,-1 1-1,0 0 1,1 0-1,6 19 100,-4-12-86,2 5-32,-1 1 0,-1 0-1,4 27 1,2 9-30,18 80 21,16 62-78,-13-61-21,-30-128 108,1 0 0,-1 0 0,0 0 0,0-1 0,0 1 0,-1 5 0,1-7-4,0-1 0,0 1 0,0-1 0,-1 0-1,1 1 1,0-1 0,0 0 0,0 1 0,-1-1 0,1 0 0,0 1 0,0-1-1,-1 0 1,1 0 0,0 1 0,-1-1 0,1 0 0,0 0 0,-1 1 0,1-1-1,-1 0 1,0 0-4,0 0 1,1 0-1,-1 0 0,0 0 0,0 0 0,0 0 0,0 0 0,1 0 0,-1 0 1,0-1-1,0 1 0,1 0 0,-1 0 0,-1-2 0,-7-3-137,0 0-1,-14-13 1,1 0-221,-7-4-953,-32-33 1,9 8-1377,26 24 1259,-51-41-1517,21 27 3760,53 36-344,0-1 0,1 1 0,-1-1 0,1 0 0,-1 0 1,1 0-1,-3-3 0,5 5-360,0 0 0,0-1 0,-1 1 0,1 0 0,0-1 0,0 1 1,0-1-1,0 1 0,0 0 0,-1-1 0,1 1 0,0-1 0,0 1 0,0 0 0,0-1 0,0 1 1,0 0-1,0-1 0,1 1 0,-1-1 0,0 1 0,0-1 0,1 0-30,-1 0 0,1 0 1,0 1-1,-1-1 0,1 0 0,0 0 0,0 0 0,-1 1 0,1-1 0,0 1 0,2-2 1,9-5 4,0 0 0,0 0 1,1 2-1,0-1 0,0 2 1,1 0-1,-1 0 0,23-2 1,-19 4-87,-13 0 0,1 2 0,0-1 0,0 1 0,-1-1 0,1 1 0,0 0 0,0 1 0,5 0 0,-10 0 0,0-1 1,1 0-1,-1 0 0,0 0 1,1 0-1,-1 1 1,0-1-1,0 0 1,1 0-1,-1 1 0,0-1 1,0 0-1,1 0 1,-1 1-1,0-1 1,0 0-1,0 1 1,0-1-1,0 0 0,1 1 1,-1-1-1,0 0 1,0 1-1,0-1 1,0 0-1,0 1 0,0-1 1,0 1-1,0-1 1,0 0-1,0 1 1,0-1-1,0 0 0,-1 1 1,1-1-1,0 1 1,-7 15-13,3-10 11,1 1 1,-1 1 0,-1-1 1,0 0-1,0 0 0,0-1 1,-10 11-1,-43 32-8,42-36 7,-17 11-12,21-16 648,1 0 0,-13 12 1,49-21 1059,-5-5-1407,-1-1 1,0 0-1,0-2 1,20-12 0,13-5-226,-44 23-90,7-4-210,20-12 0,-35 19 129,0 0-1,0 0 1,0 0-1,1-1 0,-1 1 1,0 0-1,0 0 0,0 0 1,0 0-1,0 0 1,0 0-1,1-1 0,-1 1 1,0 0-1,0 0 1,0 0-1,0 0 0,0-1 1,0 1-1,0 0 0,0 0 1,0 0-1,0 0 1,0-1-1,0 1 0,0 0 1,0 0-1,0 0 1,0 0-1,0-1 0,0 1 1,0 0-1,0 0 0,0 0 1,0 0-1,0-1 1,0 1-1,0 0 0,0 0 1,-1 0-1,-7-7-3854,-13-3-4079,20 10 7337,-18-8-5000,11 3 3605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5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40 1440,'0'-1'540,"-1"0"0,1 0 1,-1 1-1,1-1 0,0 0 0,-1 0 0,1 0 0,0 0 0,-1 0 0,1 0 1,0 0-1,0 0 0,0 0 0,0 0 0,0 0 0,0 0 0,0 0 1,1 0-1,-1 0 0,0 0 0,0 0 0,1 0 0,-1 1 0,0-1 0,1 0 1,-1 0-1,2-1 0,2-10 3831,2 26-3392,-3-4-870,0 0 0,0 0 1,-1 0-1,-1 0 0,0 0 0,0 1 0,-1 11 1,0 2-46,4 85 13,13 184-42,-13-270-52,-2-17-70,-1-1-1,0 1 1,-1 0-1,1 0 1,-2 10-1,1-16 54,0 0 0,1 0 0,-1 1 0,0-1 0,0 0 0,0 0 0,0 0 0,0 0 0,0 0 0,0 0 0,0 0 0,0 0 0,0 1 0,0-1-1,0 0 1,0 0 0,-1 0 0,1 0 0,0 0 0,0 0 0,0 0 0,0 0 0,0 0 0,0 0 0,0 1 0,0-1 0,0 0 0,0 0 0,0 0 0,0 0 0,0 0 0,0 0 0,0 0 0,-1 0 0,1 0 0,0 0 0,0 0 0,0 0 0,0 0 0,0 0-1,0 0 1,0 0 0,0 0 0,0 0 0,-1 0 0,1 0 0,0 0 0,0 0 0,0 0 0,0 0 0,0 0 0,0 0 0,0 0 0,0 0 0,-1 0 0,-3-6-2092,-3-11-2233,5 7 2048,0-2-657,0-1 0,0-15 0,2 7 1028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6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0 788,'-14'17'9474,"13"-16"-9428,1-1-1,0 0 0,0 0 1,0 1-1,-1-1 0,1 0 1,0 1-1,0-1 0,0 0 1,0 0-1,0 1 0,0-1 1,0 0-1,-1 1 0,1-1 1,0 0-1,0 1 0,0-1 1,0 0-1,0 1 0,0-1 1,1 0-1,-1 1 0,0-1 1,0 0-1,0 1 0,0-1 1,0 0-1,0 0 0,0 1 1,1-1-1,-1 0 0,0 0 1,0 1-1,0-1 0,1 0 1,-1 0-1,0 1 0,0-1 1,1 0-1,-1 0 0,0 0 1,1 0-1,-1 1 0,0-1 1,0 0-1,1 0 0,-1 0 1,0 0-1,1 0 0,-1 0 1,0 0-1,1 0 0,-1 0 1,0 0-1,1 0 0,-1 0 1,0 0-1,1 0 1,-1 0-1,1 0 0,3-1 1328,-1 1 0,1-1 0,0 0-1,0 0 1,4-1 0,-4 0-1212,0 1 0,0 0 0,0 0 0,1 0 1,5 0-1,-7 1-166,0 1 1,1-1 0,-1 1-1,0 0 1,0 0 0,1 0-1,-1 0 1,0 0 0,0 1-1,0-1 1,3 4 0,-5-4-15,0 0 1,0 0-1,-1 0 1,1 0-1,0 0 1,-1 0 0,1 0-1,-1 0 1,1 0-1,-1 0 1,0 0-1,0 1 1,1-1-1,-1 0 1,0 0-1,0 0 1,0 1 0,0-1-1,0 0 1,-1 2-1,1 0-20,-1 1-1,1 0 1,-1-1 0,0 1-1,-3 5 1,1-3-371,0 0 1,-1 0 0,0 0 0,-1 0 0,1-1 0,-1 0 0,0 0-1,-1 0 1,-8 5 0,-3 1-1595,-36 17 0,28-16 2518,15-7-491,7-4 356,8-1 363,4 0-118,-5 0-178,37-1 991,-37 0-1427,-1 1 0,1-1 1,-1 0-1,0 0 0,0 0 0,1 0 1,-1 0-1,0-1 0,4-2 0,-3 2-11,0 1-1,0-1 0,0 1 0,7-2 1,-10 3-22,-1 2-32,0 2 33,0-1 1,0 1-1,0-1 1,0 0 0,-1 1-1,1-1 1,-1 0 0,0 1-1,0-1 1,-1 0-1,1 0 1,-2 4 0,0-2-136,0-1 0,-1 1 0,1-1 0,-1 0 0,0 0 0,0 0 0,0 0 0,-9 5 0,-2 0-1049,-24 10 0,24-12 938,-25 15 1,38-21 282,-1 1 61,0 0 0,0 0-1,0 0 1,0 0 0,0-1 0,-4 1 594,22-10 1215,70-22 428,-75 27-2245,0 1 0,-1 0 1,1 0-1,0 1 0,0 1 0,0 0 1,11 1-1,-18-1-61,-1 1-1,1-1 1,0 1 0,-1 0 0,1 0-1,-1 0 1,1 0 0,-1 0 0,0 1-1,1-1 1,-1 1 0,0-1 0,0 1 0,0 0-1,0 0 1,0 0 0,-1 0 0,1 0-1,0 1 1,-1-1 0,0 0 0,1 1 0,-1-1-1,0 1 1,0-1 0,-1 1 0,1 0-1,0-1 1,-1 1 0,0 0 0,1-1 0,-1 1-1,0 0 1,0 0 0,-1-1 0,0 6-1,1-5 20,-1 0-1,1-1 0,-1 1 0,0 0 0,0 0 0,0-1 0,0 1 0,-1 0 0,1-1 0,0 1 0,-1-1 1,0 0-1,0 0 0,0 1 0,0-1 0,0 0 0,0 0 0,0-1 0,0 1 0,-3 1 0,1-2-96,1 1 0,0-1 0,-1 0-1,1-1 1,-1 1 0,1 0 0,-1-1 0,1 0-1,-1 0 1,0 0 0,1 0 0,-1-1-1,1 0 1,-1 1 0,1-1 0,-5-2-1,0 0-1012,1 0-1,-1-1 0,1 1 0,0-2 0,-11-7 0,12 7-389,0 1 0,1-1-1,0 0 1,1-1 0,-1 1 0,-6-12-1,8 10 138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06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17 904,'11'-3'6544,"-1"-3"-3475,2-1-1016,-11 7-1850,0 0 0,-1 0 0,1 0 0,-1 0 1,1 0-1,0 1 0,-1-1 0,1 0 0,-1 0 0,1 1 1,0-1-1,-1 0 0,1 1 0,-1-1 0,1 0 0,-1 1 1,1-1-1,-1 1 0,0-1 0,1 1 0,-1-1 0,0 1 1,1-1-1,-1 1 0,0-1 0,1 1 0,-1 1 0,8 16 3026,0 6-2382,-5-16-803,-1 0 0,1 1 0,-1-1-1,1 13 1,9 96 0,15 211-63,-25-303-12,-2-25-86,-4-15-3241,-8-45-9119,6 20 7796,3 19 3071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15.7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29 620,'0'0'968,"-1"-4"2731,-2-11-1027,3 15-2621,0-1 0,0 1 0,0-1 0,0 1 0,0 0 0,0-1 1,0 1-1,0 0 0,0-1 0,0 1 0,0 0 0,1-1 0,-1 1 0,0 0 0,0-1 1,0 1-1,0 0 0,1 0 0,-1-1 0,0 1 0,0 0 0,0 0 0,1-1 0,-1 1 1,0 0-1,1 0 0,-1-1 0,0 1 0,0 0 0,1 0 0,-1 0 0,0 0 0,1 0 1,-1 0-1,0-1 0,1 1 0,-1 0 0,0 0 0,1 0 0,-1 0 0,1 0 0,-1 0 1,0 0-1,1 0 0,-1 0 0,0 1 0,1-1 0,-1 0 0,0 0 0,1 0 1,-1 0-1,0 0 0,0 1 0,1-1 0,-1 0 0,1 1 0,1 0 277,0 0 0,0 0 0,0 1 0,0-1 0,0 1-1,0-1 1,1 3 0,1 1 434,-1 0 1,0 1-1,0-1 0,0 1 0,-1-1 0,0 1 0,2 8 1,-2-5-420,-1 1 0,1-1 0,-2 1 0,0 11 0,-1-4-497,-1-1 0,-1 0 0,0 1 0,-1-1-1,-7 17 1,7-22-759,-1 0-1,0-1 0,-8 13 1,10-19 174,1-1 0,0 0-1,-1 1 1,0-1 0,0 0 0,0-1 0,0 1 0,0 0 0,-1-1-1,1 0 1,-1 0 0,-6 3 0,8-4 464,1-1-1,0 0 1,0 0 0,0 0-1,-1 0 1,1 0 0,0 0-1,0 0 1,0 0 0,-1-1-1,1 1 1,0 0 0,0-1-1,0 1 1,0-1 0,0 1-1,0-1 1,0 0 0,0 1-1,-1-2 1,-3-2-839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16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1384,'11'-4'7457,"7"-9"-5467,-1 1-893,10-9 6831,-14 6-4947,1 0-2624,-9 9-252,-5 6-92,0 0-1,0-1 0,0 1 0,0 0 0,0 0 0,0 0 0,1-1 0,-1 1 0,0 0 1,0 0-1,0 0 0,0 0 0,1-1 0,-1 1 0,0 0 0,0 0 0,0 0 0,0 0 1,1 0-1,-1-1 0,0 1 0,0 0 0,1 0 0,-1 0 0,0 0 0,0 0 0,0 0 1,1 0-1,-1 0 0,1 0 410,-1 15-217,0-2-201,5 23-1,0 3 6,6 93-1,-3-43-34,30 141 0,-36-210 101,-2-20-74,0 0 0,0 0 1,0 0-1,0 1 0,0-1 0,0 0 0,0 0 1,0 0-1,0 0 0,0 0 0,0 0 0,0 1 1,0-1-1,0 0 0,-1 0 0,1 0 0,0 0 1,0 0-1,0 0 0,0 1 0,0-1 0,0 0 1,0 0-1,0 0 0,0 0 0,-1 0 0,1 0 0,0 0 1,0 0-1,0 0 0,0 0 0,0 0 0,0 1 1,-1-1-1,1 0 0,0 0 0,-8-7-72,-27-47-2927,-64-80-15896,87 119 17240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16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8,'11'15'16626,"-4"-12"-14688,0-2-1484,0 0 0,0 0 0,0 0 0,12-1 0,-15-1-366,-1 1 1,1-1-1,-1 0 1,0 0-1,1 0 1,-1 0-1,0-1 1,0 1-1,1-1 1,-1 0-1,2-2 1,10-5 5,-11 8-1969,-9 8-2277,-22 25-10054,23-28 12777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16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86 340,'11'4'23438,"-4"-9"-24887,-1 3 1507,-1-2 1,1 1-1,-1 0 0,9-9 0,-11 9-886,-1 1 0,0-1 0,1 0 0,-1 0 0,3-6 0,-3 6-1237,0 0-1,1-1 1,-1 2 0,6-6 0,3-3-2977,-4 4 3342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17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61 212,'-1'2'1525,"-1"0"-1,1 0 1,0 0-1,0 0 1,-1-1-1,1 1 1,-6 7 9074,13-10-7746,6-3-1545,1 0-1049,-1-1-1,1 0 1,-1-1-1,19-12 0,-31 17-445,1 1 0,0-1-1,0 1 1,0-1-1,0 0 1,-1 1-1,1-1 1,0 0-1,0 0 1,-1 0-1,1 1 1,-1-1-1,1 0 1,-1 0-1,1 0 1,-1 0 0,0 0-1,1 0 1,-1 0-1,0 0 1,0 0-1,1 0 1,-1 0-1,0 0 1,0 0-1,0 0 1,-1 0-1,1-1 1,0 1-322,-1 0 1,1 0-1,0 1 1,-1-1-1,1 0 1,-1 1-1,1-1 0,-1 1 1,1-1-1,-1 1 1,0-1-1,1 1 0,-1-1 1,-1 0-1,1 0-858,-1 1-1,1-1 0,-1 1 1,1-1-1,-1 1 1,1 0-1,-1 0 0,-3 0 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17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5 1096,'0'0'171,"-1"0"1,1 0-1,0 0 0,0 1 0,0-1 1,0 0-1,0 0 0,0 0 1,0 0-1,0 1 0,0-1 0,-1 0 1,1 0-1,0 0 0,0 0 0,0 1 1,0-1-1,0 0 0,-1 0 1,1 0-1,0 0 0,0 0 0,0 0 1,-1 0-1,1 0 0,0 0 0,0 1 1,0-1-1,-1 0 0,1 0 1,0 0-1,0 0 0,0 0 0,-1 0 1,1 0-1,0 0 0,0 0 0,0-1 1,-1 1-1,1 0 0,0 0 1,0 0-1,-10-8 12151,10 21-10704,5 10-1650,-2 0 0,0 0 0,-2 27 0,-4-10-2677,-6 0-3520,6-30 4058,3-7 1453,-1-1-1,1 1 0,-1 0 1,0 0-1,0 0 0,0-1 1,-1 1-1,1 0 0,-1-1 1,1 1-1,-1-1 0,-3 4 0,-1-2-550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17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65 708,'6'-6'17468,"11"-2"-11934,23-10-7357,-32 15 3117,44-26-2180,-52 29 844,0 0 0,0 0 0,0 0 0,0 0 0,0 0-1,0 0 1,0 0 0,1 0 0,-1 0 0,0 0 0,0 0 0,0 0-1,0 0 1,0 0 0,0 0 0,0 0 0,0 0 0,1 0 0,-1 0-1,0 0 1,0 0 0,0 0 0,0 0 0,0 0 0,0 0 0,0 0-1,0 1 1,0-1 0,0 0 0,0 0 0,1 0 0,-1 0-1,0 0 1,0 0 0,0 0 0,0 0 0,0 0 0,0 0 0,0 1-1,0-1 1,0 0 0,0 0 0,0 0 0,0 0 0,0 0 0,0 0-1,0 0 1,0 0 0,0 1 0,0-1 0,0 0 0,0 0-1,0 0 1,0 0 0,0 0 0,0 0 0,0 0 0,-1 0 0,1 0-1,0 1 1,0-1 0,0 0 0,0 0 0,0 0 0,0 0-1,-5 11-550,1-3 504,-3 25 142,5-21-7,-1 0 0,0 0-1,-1 0 1,0-1-1,-8 16 1,8-20-30,-1 0 0,0 0 1,-1 0-1,1-1 0,-2 1 0,1-1 1,-12 8-1,18-14 23,-1 1 1,0-1-1,0 1 1,1-1-1,-1 1 0,0-1 1,1 1-1,-1-1 1,1 1-1,-1 0 1,1-1-1,-1 1 1,1 0-1,-1-1 0,1 1 1,-1 1-1,2-2 34,-1 0-1,0 0 0,1 1 0,-1-1 1,0 0-1,1 0 0,-1 0 0,0 0 1,1 0-1,-1 0 0,0 1 0,1-1 1,-1 0-1,0 0 0,1 0 0,-1 0 1,0 0-1,1 0 0,-1 0 1,0-1-1,1 1 0,-1 0 0,0 0 1,1 0-1,4-1 373,0-1 0,0 1 0,0-1 0,5-2 0,7-6-721,-1-1 0,0 0 0,-1-1 0,17-18 1,-31 29-169,0 0-1,-1 0 1,1 0 0,0 0 0,-1 0 0,1 0 0,-1 0-1,1 0 1,-1-1 0,0 1 0,1-2 0,2-9-5765,-1 5 4200,-2 6 2019,0 1-1,0-1 0,0 1 0,0-1 0,0 1 1,0 0-1,0-1 0,0 1 0,0-1 0,0 1 1,0-1-1,0 1 0,1 0 0,-1-1 0,0 1 1,0-1-1,1 1 0,-1 0 0,1-1 1,-1 1 220,0-1 1,0 1-1,1 0 1,-1-1 0,1 1-1,-1 0 1,0 0 0,1-1-1,-1 1 1,1 0 0,-1 0-1,1 0 1,-1 0 0,0 0-1,1 0 1,-1 0 0,1 0-1,-1 0 1,1 0 0,-1 0-1,1 0 1,-1 0 0,0 0-1,1 0 1,-1 0 0,1 0-1,-1 0 1,1 1 0,-1-1-1,0 0 1,1 1 0,1 0 132,0 0 0,0 1 1,-1-1-1,1 1 1,-1 0-1,1-1 0,1 4 1,1 2-139,1 1-1,6 15 1,-10-19-753,0 0 0,1 1 0,-1-1 1,-1 0-1,1 7 0,-13-33-14784,8 8 13821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8:18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0 113 284,'18'-14'14092,"4"3"-8647,-22 10-5431,3 0 330,0-1 0,0 0 0,0-1 0,0 1 0,0 0 0,0-1 0,-1 0 0,1 1 0,-1-1 0,4-6 0,-3 4-189,1 0-1,0 0 0,0 1 0,0 0 0,0-1 0,1 2 0,9-8 0,-8 7-138,-4 3-18,-1 0 0,1 0-1,0 0 1,0 0 0,0 1 0,0-1-1,0 0 1,0 1 0,0 0-1,1-1 1,1 1 0,-4 0-2,1 0 0,0 0 0,-1 0 0,1 0 0,0 0 0,-1 0 0,1 0 0,0 0 0,-1 0 0,1 1 0,0-1 0,-1 0 0,1 0 0,-1 0 0,1 1 0,-1-1 0,1 0 0,0 1 0,-1-1 0,1 1 0,-1-1 0,1 1-1,-1-1 1,0 1 0,1-1 0,-1 1 0,0-1 0,1 1 0,-1-1 0,0 1 0,1-1 0,-1 1 0,0 0 0,0-1 0,0 1 0,0 0 0,1-1 0,-1 2 0,1 60-17,-3 71-2895,2-131 2639,0 0 0,0 0 0,-1 1 0,1-1 0,-1 0 0,1 0 0,-1 0 0,0 0 0,0 0 0,0 0 0,0 0 0,0 0 0,0 0 0,0-1 0,-1 1 0,1 0 0,-1-1 0,0 1 0,1-1 0,-1 1 0,-2 0 0,2-1 124,0 0 0,0-1 0,0 1 0,0-1 0,0 0 1,1 1-1,-1-1 0,0 0 0,0 0 0,0 0 0,0-1 0,0 1 0,0 0 0,0-1 0,0 1 0,0-1 0,1 0 0,-1 0 0,0 1 0,0-1 0,1 0 0,-1 0 0,-2-3 0,2 3 163,-28-24-423,28 23 843,-1 0-1,1-1 1,-1 0 0,1 0-1,0 1 1,0-1 0,1 0-1,-4-6 1,5 8-98,0 1 1,0-1-1,0 0 1,-1 1-1,1-1 0,0 0 1,0 1-1,0-1 0,0 1 1,0-1-1,0 0 1,0 1-1,0-1 0,1 0 1,-1 1-1,0-2 0,1 1-220,-1 1 0,0 0 0,1-1 0,-1 1 0,0-1 0,1 1-1,-1 0 1,1-1 0,-1 1 0,1 0 0,-1 0 0,0-1 0,1 1-1,-1 0 1,1 0 0,0-1 0,1 1-69,-1 0 0,1 0-1,0 0 1,-1 0 0,1 0 0,-1 0 0,1 0 0,-1 0-1,1 0 1,-1 1 0,1-1 0,-1 1 0,2 0-1,-1 0-19,-1 0-1,0 0 0,0 0 1,0 0-1,0 0 0,0 0 0,0 0 1,0 0-1,-1 1 0,1-1 0,0 0 1,-1 0-1,1 1 0,-1-1 0,1 3 1,6 26 62,-4-13-59,7 36-29,-2 2 0,1 88 1,-3-37-4,2-10 13,-3-57 8,-3-18 148,1 0 0,10 34 0,-13-55-114,1 4 72,-8-14-8263,-14-12-5400,15 12 11302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3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48 484,'0'0'72,"0"0"-1,-1 1 1,1-1 0,0 0-1,0 0 1,0 0 0,0 0-1,0 0 1,0 0 0,0 0-1,-1 0 1,1 0 0,0 1 0,0-1-1,0 0 1,0 0 0,0 0-1,0 0 1,0 0 0,0 0-1,0 1 1,0-1 0,0 0-1,0 0 1,0 0 0,0 0-1,0 0 1,0 1 0,0-1-1,0 0 1,0 0 0,0 0-1,0 0 1,0 1 0,0-1-1,0 0 1,0 0 0,6 1 1374,10-5-248,-15 4-1033,2-1 67,-1 0 0,1 0 0,-1 0 1,1-1-1,-1 1 0,1-1 0,3-3 0,-4 3-118,0 1-1,0-1 1,0 0-1,1 1 1,-1 0 0,0-1-1,1 1 1,-1 0-1,1 0 1,2 0 0,9 0 372,0 0 0,-1 2 0,1-1 0,16 4 0,-18-2-139,0 0-1,0-1 1,0-1 0,0 0-1,0-1 1,14-2 0,-6-1 12,1 1 0,0 1 0,0 0 1,0 2-1,0 0 0,0 2 1,41 7-1,-22-2 89,61 2-1,-55-6-231,122 7 1194,-136-6-1365,0-3-1,0 0 1,0-2 0,33-5 0,-50 3-42,0 1 0,0 1 0,0 0 0,1 1 0,-1 1 0,0 0 0,20 5 0,-15-2 0,0-1-1,-1-1 1,31-1-1,60-8-33,-109 7 29,18-1 5,0 2 0,19 1 0,-23 0-24,0-1 0,0 0 0,0-2 1,23-2-1,-20 0 48,1 1 1,-1 0-1,1 2 1,0 0 0,0 1-1,0 1 1,-1 1-1,32 8 1,-39-9 6,-1-1 1,1 0-1,0-1 0,0 0 1,0 0-1,0-1 1,0-1-1,19-5 1,-14 4-24,1 0 0,27-1 0,-25 4-26,8 0 19,-1-1 0,49-7 1,-61 5-22,8-1 50,-1 0 0,41-2 0,-54 6-16,107 4-3,-45 9 54,-3-1-153,-53-11 89,1-1 0,-1 0 0,29-6 0,-6 2 58,-22 3-37,1 1-1,26 3 1,-30-1-38,0-1 0,0 0 0,0-1-1,0 0 1,0-1 0,12-3 0,-6 1 27,11-4-24,-23 5 9,1 1 0,-1 0 0,1 0 0,-1 0 0,1 1 0,-1 0-1,1 0 1,7 2 0,-4-1 3,-1-1 1,18-1-1,-15-1 27,1-1 0,20-9 0,-26 9-39,0 0 1,0 1-1,0 0 1,0 0-1,0 1 1,0-1-1,0 1 1,1 1-1,-1 0 1,0 0-1,13 1 1,-4 3-1,1 0 54,22 3 0,-34-7-41,0 1 1,0-1-1,0 0 1,0-1-1,0 1 1,0-1-1,-1 0 1,1 0-1,6-3 1,-5 3-3,-1-1-1,0 1 1,1 0 0,-1 0 0,1 0 0,-1 1-1,1 0 1,0 0 0,-1 0 0,1 1-1,5 1 1,11 3 22,-13-3-8,0-1-1,17 2 0,-1-5 39,-17 2-82,-1-1 0,1 1 0,11 1 0,43 9 88,-54-9-70,-1 0-1,15-1 1,-14 0 33,-1 0-1,0 0 1,11 3 0,1 1 103,-8-1-56,0-1 0,0 0 1,21 1-1,23-3 264,-54 0-329,0 0 1,0 1-1,0-1 0,0 0 0,-1 0 0,1 1 1,0-1-1,0 0 0,0 1 0,0-1 0,-1 1 1,1-1-1,0 1 0,0-1 0,-1 1 0,1 0 1,0-1-1,0 2 0,-1-1-74,1-1 0,-1 0 0,0 1 0,0-1 0,0 0 0,1 1 0,-1-1 0,0 1 0,0-1 0,0 0 0,0 1 0,0-1 0,0 0 0,0 1 0,0-1 0,0 1 0,0-1 0,0 0 1,0 1-1,0-1 0,0 0 0,-1 1 0,1-1 0,0 1 0,0-1 0,0 0 0,0 1 0,-1-1 0,1 0 0,0 0 0,0 1 0,-1-1 0,1 0 0,0 1 0,-1-1 0,1 0 0,0 0 0,0 0 0,-1 1 0,1-1 0,-1 0 0,1 0 0,0 0 0,-1 0 0,1 0 0,-1 1 0,-8 1-1965,0 1-1,0-1 0,-1 0 0,1-1 1,0 0-1,-17-1 0,-1-1-274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6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73 8,'-1'7'1600,"1"-6"-1201,0-1 0,0 1 0,-1 0-1,1 0 1,0 0 0,0-1-1,0 1 1,-1 0 0,1 0-1,0-1 1,-1 1 0,1 0-1,0-1 1,-1 1 0,1 0 0,-1-1-1,1 1 1,-10 6 11335,10-6-11560,22-13 2457,-15 9-2361,9-6-270,29-20-1,-44 28-117,0 0-1,0 0 0,0 0 0,0 0 0,0 0 0,0 0 0,0 0 0,0 0 0,0 0 0,0-2 1,-1 2-88,1 1 0,-1-1 0,0 0 0,0 1 0,0-1 1,0 0-1,0 1 0,0-1 0,0 0 0,0 1 0,0-1 1,0 0-1,0 1 0,0-1 0,-1 0 0,1 1 0,0-1 1,0 0-1,-1 1 0,1-1 0,0 1 0,-1-1 0,0 0 1,-3-6-3236,-1 0-1667,-3 4-1137,2 1 4685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6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0 252,'-4'3'4571,"4"-3"-3809,-1 1 0,0-1 0,1 0-1,-1 1 1,0-1 0,1 0 0,-1 0 0,0 1 0,1-1-1,-1 0 1,0 0 0,0 0 0,1 0 0,-1 0 0,0 0-1,0 0 1,1 0 0,-2-1 0,-6 0 3272,16 20-4066,-7-17 26,7 32-324,-1-1 0,-1 1 0,2 66 0,-8-38-4556,-7-21-5735,2-35 5599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6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1 189 944,'4'13'9053,"-4"-13"-8806,0 0 0,1 0 0,-1 0 0,0 0 0,0 0 0,1 0 0,-1 0 0,0 0 0,0 0 0,0 0-1,1 0 1,-1 0 0,0 0 0,10-5 5915,-2-1-5605,-2 1-559,-1 0 0,1-1 0,-1 1 0,0-1 0,-1 0 0,0-1-1,0 1 1,0-1 0,5-12 0,5-24-4916,-5-1-3500,-7 22 4354,-2 12 2472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7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76 328,'5'-8'16784,"-5"6"-16054,2-5 4021,2 1-4651,3 3 25,0 0 1,0 0 0,0 0-1,0 1 1,1 0-1,-1 0 1,1 1 0,-1 0-1,11 0 1,-8 0-106,0 0 0,0-1 1,0 0-1,0 0 0,10-4 0,-12 2-20,1 1 0,0 0 0,-1 1 1,1 0-1,0 1 0,16-2 0,-24 4-1,-1-1 0,0 0 0,1 0 0,-1 0 0,0 0-1,1 0 1,-1 1 0,0-1 0,1 0 0,-1 0 0,0 0 0,0 1 0,1-1 0,-1 0 0,0 1 0,0-1 0,1 0 0,-1 0-1,0 1 1,0-1 0,0 0 0,1 1 0,-1-1 0,0 1 0,0-1 0,0 0 0,0 1 0,0-1 0,0 0 0,0 1 0,0-1 0,0 0-1,0 1 1,0 0 0,-2 19-8,1-10 17,2-3-144,-2 0 0,1 1 0,-1-1 0,0 1 0,0-1 0,-5 12 0,5-17-203,1 0 1,-1-1 0,0 1-1,0 0 1,0-1 0,0 1-1,-1-1 1,1 0-1,0 1 1,-1-1 0,1 0-1,0 0 1,-3 2 0,2-2-337,0-1 0,0 1-1,1 0 1,-1-1 0,0 1 0,0-1 0,0 0 0,0 0 0,0 0 0,0 0 0,0 0 0,0 0 0,0 0 0,0-1-1,-2 0 1,1 0-168,-1 0 0,1 0 1,0 0-1,0 0 0,1-1 0,-5-2 0,0-2-518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7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63 304,'0'-3'752,"1"0"-1,-1 1 0,0-1 1,0 0-1,0 1 1,0-1-1,0 0 1,-1 0-1,0-3 1,0 4 55,1 0 1,-1 0-1,1-1 1,0 1 0,0 0-1,0 0 1,0 0-1,0 0 1,0-1-1,0 1 1,1 0-1,0-3 1,0 5-692,-1 0 0,0 0 1,1 0-1,-1 0 0,1 0 0,-1 0 0,0 0 1,1 0-1,-1 0 0,0 0 0,1 0 0,-1 0 1,0 1-1,1-1 0,-1 0 0,0 0 0,1 0 0,-1 1 1,0-1-1,0 0 0,1 0 0,-1 1 0,0-1 1,0 0-1,1 1 0,-1-1 0,0 0 0,0 0 1,0 1-1,8 10 46,-5-5-125,0 1 0,-1 0-1,0 0 1,0-1-1,-1 2 1,0-1 0,0 0-1,-1 0 1,0 9-1,-1 0-977,0-1 1,-2 0-1,-5 19 0,6-27-737,0-1 0,-1 0 0,-5 11 0,7-14 944,-1-1 1,1 0 0,-1 0 0,1 0-1,-1 0 1,0 0 0,0 0-1,0 0 1,0 0 0,0-1-1,0 1 1,-3 1 0,1-3-738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7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30 460,'-4'-27'13495,"4"27"-13385,0 0 1,0 0 0,0 0 0,0 0 0,0 0 0,0 0 0,0-1 0,0 1 0,0 0-1,0 0 1,1-1 1774,-1 0-1774,0 1 0,0 0 0,0 0 0,0 0 0,1 0-1,-1 0 1,0 0 0,0 0 0,0 0 0,0 0 0,0 0 0,0 0 0,0 0-1,0 0 1,1 0 0,-1 0 0,0 0 0,0 0 0,0 0 0,0 0 0,0 0-1,0 0 1,1 1 998,-1-1-998,6 8 1073,-3 4-856,2 5-116,-2 0-1,3 21 1,5 61-93,-6-69-133,-4-15-26,1 0-1,1 0 0,1 0 0,0 0 1,8 17-1,-11-30 58,1 0-1,-1 0 1,1 0 0,-1 0 0,1 0 0,0 0-1,-1-1 1,1 1 0,0-1 0,0 0 0,0 1-1,0-1 1,1 0 0,-1 0 0,0 0 0,0-1-1,1 1 1,-1 0 0,0-1 0,1 1 0,3-1-1,7 1 133,-1-1 0,0-1-1,14-2 1,-6 1-14,18-3 225,-26 3-48,1 0 1,-1 1-1,24 1 1,15 8 1780,-50-8-2060,-1 0 0,0 0 0,0 0 1,0 0-1,1 0 0,-1 0 0,0 0 0,0 0 0,0 0 0,1 0 0,-1 0 0,0 0 0,0 0 1,0 0-1,1 0 0,-1 0 0,0 0 0,0-1 0,0 1 0,0 0 0,0 0 0,1 0 0,-1 0 0,0 0 1,0-1-1,0 1 0,0 0 0,0 0 0,0 0 0,0 0 0,1-1 0,-1 1 0,0 0 0,0 0 1,0 0-1,0-1 0,0 1 0,-3-10 372,-8-9-570,-8-8-872,-22-32-5769,32 44 2549,0-1 0,-6-16 0,13 28 3239,1-1 0,-1 1 0,1-1 0,0 1-1,0-10 1,0-6-1016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8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19 764,'-5'12'4156,"-6"3"6845,17-14-6888,2-2-3469,-3 0-596,0-1 1,0 0-1,-1 0 1,1 0-1,-1 0 0,0-1 1,6-4-1,2-3-2701,-3-2-3800,-7 10 5177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8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1016,'-14'13'18727,"16"-5"-18586,1 1-40,1 0 1,-1 1-1,-1-1 0,1 1 1,-2-1-1,1 1 1,-1 14-1,-1 25-1902,-3-2-3772,3-45 5117,-1 5-1187,0-1 0,0 1 0,0-1 0,-1 0 0,-5 12 0,3-9-172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8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1 195 1348,'0'0'221,"0"0"-1,0 1 1,0-1 0,0 0-1,0 1 1,0-1 0,0 0-1,0 0 1,0 1 0,0-1-1,0 0 1,0 0 0,0 1-1,0-1 1,0 0 0,0 0-1,0 1 1,0-1 0,0 0-1,0 0 1,1 1 0,-1-1-1,0 0 1,0 0 0,0 1-1,0-1 1,1 0-1,-1 0 1,0 0 0,0 0-1,0 1 1,1-1 0,6-6 6885,3-3-4497,-1 4-2197,0-1 1,0-1-1,-1 1 0,0-2 0,8-7 1,-10 8-1621,-1 0 0,1-1 0,-2 1 0,1-1 0,-1 0 0,5-13-1,7-37-8739,-11 41 8238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8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1448,'3'1'18944,"0"0"-17053,7 6-4277,-6-3 3830,0 2-1367,-1 0 1,1 1-1,-1-1 0,0 1 0,0 0 0,-1 0 0,3 12 0,5 55-54,-8-52-30,-1-15-69,5 68-3195,-6-62-2437,-2 23 0,1-35 5437,1 0 46,0-1 0,0 1 0,0-1 0,0 1 0,0-1 0,0 1 0,0-1 0,0 1 0,-1-1 0,1 1 0,0-1-1,0 1 1,-1-1 0,1 0 0,0 1 0,0-1 0,-1 1 0,1-1 0,-1 1 0,-3 1-1534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9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62 112,'33'-3'9639,"-11"-5"-7504,-20 8-2186,0-1 0,-1 0-1,1 0 1,0 0 0,0-1-1,-1 1 1,1 0 0,0-1-1,-1 1 1,0-1 0,3-2-1,-4 3-99,0 1 0,1-1 0,-1 1 0,0-1 0,0 1 0,0-1 0,0 1 0,0-1 0,0 1-1,0-1 1,0 1 0,0-1 0,0 1 0,0-1 0,0 1 0,0-1 0,0 1 0,-1-1-1,1 0 1,-1 0-273,0-1-1,0 1 1,1 0-1,-1 0 1,0 0-1,0 0 1,0 0-1,-1 0 1,1 1-1,-1-2 1,-8-4-1179,-1 2 203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9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1 300,'-5'12'5177,"4"-11"-4181,0-1-1,1 1 0,-1 0 0,1 0 1,0 0-1,-1 0 0,1 0 1,0 0-1,-1 0 0,1 0 1,0 2-1,4 7 896,2-2-1752,-1 0 0,-1 0 0,0 0-1,0 1 1,0-1 0,-1 1 0,-1 0 0,4 15 0,-5-17-903,-1 0 0,1 0 0,-1 0 1,0 0-1,-2 8 0,1-10-453,1-1-1,-2 1 1,1-1-1,0 0 1,-1 0-1,0 1 1,0-1-1,-4 6 1,-7 3-2459,5-9 2338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9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72 852,'-3'14'14716,"13"-14"-10242,-4 0-3557,1-1 1,0 0 0,10-3-1,10-2 71,22-1-335,1 3 0,0 1 0,92 8 1,-121-1-664,25 1-1026,-74-22-6739,-59-27-7974,66 31 13734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09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17 1156,'-3'17'15195,"7"-19"-10640,6-2-3552,-4 3-846,0 0 1,1 0 0,-1 1-1,9 1 1,-9-1-311,1 0-1,-1 0 1,1 0-1,7-2 1,-9-1-3371,-9-10-11815,2 5 13244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3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 1064,'-3'4'13778,"20"17"-13478,-13-17-337,1 2 62,-1 0 0,1 0 0,-1 0 0,3 7 0,-6-11-87,0 0 0,-1 1 0,1-1 0,0 0 0,-1 0 1,0 1-1,1-1 0,-1 0 0,0 1 0,0-1 0,0 0 1,-1 1-1,1-1 0,-1 0 0,1 0 0,-1 1 0,0 1 1,-1 0 9,1-1 1,0 1 0,-1 0 0,1-1 0,-1 0 0,0 1-1,0-1 1,-1 0 0,1 0 0,-1 0 0,1 0-1,-1-1 1,0 1 0,0-1 0,0 1 0,0-1-1,-1 0 1,1 0 0,0-1 0,-1 1 0,-6 1 0,5-1 316,-23 5 481,9-5 2738,19-2-3479,-2 0 1422,3 0-259,7-2-750,0 1-411,0 0 0,1 1 1,-1-1-1,14 3 0,3-1-38,35-1-560,-65 19 441,5-16 126,-1 0 0,0 1-1,0-1 1,-1 0-1,1 0 1,-1 0-1,1 0 1,-1-1-1,0 1 1,-4 4 0,-1 0-682,-1 0 1,-9 7 0,2-3-591,-29 25 589,44-35 696,19-3-12,-6 1 28,0 0-1,0-1 1,1 0-1,-1-1 1,-1-1-1,1 0 1,19-8-1,-31 11-4,0 1 4,-12 15 34,6-7-102,-1 0 1,-1-1 0,0 0 0,0 0-1,0-1 1,-9 6 0,6-4-375,0 1-1,-15 15 1,20-19 321,-9 14-131,14-19 247,0 0 0,0 0 1,0 1-1,0-1 1,0 0-1,0 0 0,0 0 1,0 0-1,0 1 0,0-1 1,0 0-1,0 0 1,0 0-1,0 1 0,0-1 1,0 0-1,0 0 0,0 0 1,0 0-1,0 1 1,0-1-1,0 0 0,0 0 1,0 0-1,0 1 0,0-1 1,0 0-1,0 0 1,1 0-1,-1 0 0,0 0 1,0 1-1,0-1 0,12 0 81,-7-2-83,0 1-1,0-1 1,-1 0-1,1 0 1,6-4 0,4-3-1058,-15 9 1017,0 0 0,0 0 0,0 0 0,0 0 0,0 0 0,0 0 0,0 0 0,-1 0 1,1 0-1,0 0 0,0 0 0,0 0 0,0-1 0,0 1 0,0 0 0,0 0 0,0 0 0,0 0 0,0 0 0,0 0 0,0 0 0,-1 0 0,1 0 0,0-1 0,0 1 0,0 0 0,0 0 0,0 0 0,0 0 0,0 0 0,0 0 0,0 0 1,0-1-1,0 1 0,0 0 0,0 0 0,0 0 0,0 0 0,0 0 0,0 0 0,0 0 0,1 0 0,-1-1 0,0 1 0,0 0 0,0 0 0,0 0 0,0 0 0,0 0 0,0 0 0,0 0 0,0 0 0,0 0 0,0 0 0,0 0 0,1 0 1,-1-1-1,0 1 0,-10-1-865,10 1 901,0 35 2560,-2 4-1766,1-29-696,0 1 0,1 0 0,0 0 0,1 0 0,0 0 0,5 18 0,-6-29-81,0 1 0,1 0 1,-1 0-1,0 0 0,0 0 1,1-1-1,-1 1 1,0 0-1,1 0 0,-1-1 1,1 1-1,-1 0 1,1-1-1,0 1 0,-1 0 1,1-1-1,-1 1 0,1-1 1,0 1-1,0-1 1,1 1-1,-2-1 16,1 0-1,-1 0 1,1 0-1,0 0 1,-1-1-1,1 1 1,-1 0-1,1 0 1,0 0-1,-1-1 1,1 1-1,-1 0 1,1-1 0,-1 1-1,1-1 1,-1 1-1,1 0 1,-1-1-1,0 1 1,1-1-1,0 0 1,2-4 51,-1 1 0,1-1 1,-1 0-1,0 0 0,3-7 1,17-67-2585,15-38-6545,-32 100 7613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3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1 568,'-3'4'11772,"3"-2"-10057,18 36-542,-16-35-1219,-1 1 0,0 0 0,0 0 0,-1 0 0,1 0 0,-1 0 0,0 0 0,0 0 0,-1 8 0,1-10-266,-1-1-1,1 1 0,-1 0 0,0 0 1,0 0-1,1 0 0,-1-1 1,0 1-1,-2 2 0,1-3-443,0 1 1,1 0-1,-1-1 1,0 1-1,0-1 0,0 0 1,0 1-1,-4 1 0,-2 0-1150,-1-3 228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3.7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0 880,'8'4'7689,"10"-2"-5302,2 1-2405,1 2-1511,-6-4-3996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4.1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1 1248,'2'1'929,"0"0"0,0 0 0,0 1-1,0-1 1,0 1 0,0-1 0,2 4 0,-3-4-602,1 1 1,-1-1-1,0 1 1,-1-1 0,1 1-1,0 0 1,0 0 0,-1-1-1,1 4 1,0-4-272,-1 1 1,0 0-1,0 0 1,0 0-1,0 0 1,0-1-1,-1 1 0,1 0 1,-1 0-1,1-1 1,-1 1-1,1 0 1,-1-1-1,0 1 0,0 0 1,0-1-1,0 1 1,0-1-1,0 1 1,0-1-1,-1 0 0,1 0 1,-3 2-1,-10 8-708,-2-1 1,1 0-1,-25 10 0,-17 10-2003,46-23 2792,0 1 0,0-1 0,-12 13 0,23-20-126,0 0-1,0 0 0,0 0 0,0 0 0,0 0 0,0 0 0,0 0 0,0 1 0,-1-1 0,1 0 0,0 0 0,0 0 1,0 0-1,0 0 0,0 0 0,0 0 0,0 0 0,0 0 0,0 0 0,0 0 0,0 1 0,0-1 0,0 0 0,0 0 1,0 0-1,0 0 0,0 0 0,0 0 0,1 0 0,-1 0 0,0 0 0,0 0 0,0 0 0,0 0 0,0 0 0,0 1 1,0-1-1,0 0 0,0 0 0,0 0 0,0 0 0,0 0 0,0 0 0,0 0 0,0 0 0,0 0 0,1 0 0,-1 0 1,0 0-1,0 0 0,7 2 429,5 0 309,-9-3-604,0 1 1,-1 1-1,1-1 1,0 0-1,0 1 0,0-1 1,-1 1-1,1 0 1,-1 0-1,4 1 1,-5-1-137,0 0 1,0 0-1,0 0 1,0 0-1,0 0 1,0 0-1,0 0 1,0 0-1,-1 0 1,1 0-1,0 0 1,-1 1-1,1-1 1,-1 0-1,1 1 1,-1-1-1,0 0 1,0 1-1,1-1 1,-1 0-1,0 1 1,0 2-1,0 13-90,0-5-152,0 0 1,0-1-1,-1 1 0,-1 0 1,-3 16-1,5-39-6236,1-10 3949,-1 11 1555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4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54 804,'1'-1'398,"-1"-1"0,1 1 0,0 0 0,0 0-1,0 0 1,0 0 0,0 0 0,0 0 0,0 0 0,0 0 0,0 1 0,1-1 0,-1 0-1,0 1 1,1-1 0,-1 1 0,2-1 0,26-4 3138,-10 3-2468,-14 1-711,-1 1 0,1-2 1,0 1-1,0 0 0,-1-1 0,1 0 1,-1 0-1,1 0 0,-1-1 0,0 0 1,0 1-1,5-6 0,-9 8-346,0 0 0,0 0 0,0 0 0,1-1-1,-1 1 1,0 0 0,0 0 0,0 0 0,0 0-1,1 0 1,-1 0 0,0 0 0,0 0 0,0 0 0,1 0-1,-1 0 1,0 0 0,0 0 0,0 0 0,0 0-1,1 0 1,-1 0 0,0 0 0,0 0 0,0 0 0,1 0-1,-1 0 1,0 0 0,0 0 0,0 0 0,1 0-1,-1 0 1,0 0 0,0 1 0,0-1 0,0 0 0,0 0-1,1 0 1,-1 0 0,0 0 0,0 1 0,0-1-1,0 0 1,0 0 0,0 0 0,0 0 0,0 1 0,1-1-1,-1 0 1,0 0 0,0 1 0,5 17 69,-1 23-116,-4-3 20,1-16-934,-1-1 0,-1 1 1,-4 22-1,5-44 888,-4 16-2127,0-7-3655,-2-9 2387,-1-2 2011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4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0 1192,'4'4'7043,"4"5"-5482,0 14 324,-6-17-1706,0 1-1,0-1 1,-1 0 0,2 9 0,-3-6-176,0 0 0,0 0 0,0 0 0,-1 0 0,-1 0 0,1 0 0,-1 0 0,-1 0 0,0 0 0,-7 15 0,3-13-670,1 0 0,-2 0 0,0-1 0,0 1 0,0-2 0,-2 1-1,-10 8 1,19-17 395,0-1-1,0 1 0,0 0 0,-1-1 1,1 1-1,0 0 0,-1-1 0,1 0 1,0 1-1,-1-1 0,1 0 0,0 0 0,-1 1 1,1-1-1,-1 0 0,1 0 0,-1-1 1,1 1-1,-3-1 0,-3-2-939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4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1 460,'28'3'5734,"10"2"5703,-15 3-8385,-11-3-2708,0 1 1,0 1 0,-1 0 0,0 0-1,-1 1 1,0 0 0,13 14 0,-14-12-278,-1 0-1,-1 1 1,8 13 0,-1 2-2521,-12-48-14854,-3 8 14890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5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42 680,'-2'1'689,"0"-1"-1,0 1 1,0-1 0,0 1-1,0 0 1,0 0 0,-3 2-1,-12 4 4635,4-3-1618,11-3-2548,-1 0 1,1 0-1,-1-1 0,1 1 0,-1-1 0,-3 0 0,31-1 291,0-1 0,34-7 0,55-18-2301,-87 20 813,-23 7-630,0-2-1,0 1 1,0 0-1,0-1 1,5-2-1,-10 4 378,1-1-1,0 1 0,0-1 0,0 1 0,0 0 1,-1-1-1,1 1 0,0 0 0,0-1 1,-1 1-1,1 0 0,0 0 0,0-1 0,-1 1 1,1 0-1,0 0 0,-1-1 0,1 1 0,0 0 1,-1 0-1,1 0 0,-1 0 0,1-1 1,0 1-1,-1 0 0,1 0 0,-1 0 0,1 0 1,0 0-1,-1 0 0,1 0 0,-1 0 0,-16-1-6595,-3 1 2600,7 0 2749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5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0 704,'-8'8'17306,"12"-1"-16778,-2-3-445,0 0-1,-1-1 0,1 1 1,-1 0-1,0 0 0,0 0 1,0 0-1,0 0 0,-1 0 1,1 0-1,-1 7 0,-1-5 104,0 0-1,0 0 0,0 0 0,0 0 1,-1-1-1,0 1 0,0-1 0,-1 1 1,0-1-1,0 0 0,0 0 0,0 0 1,-1 0-1,-6 6 0,-4 4-167,-1-1 0,-31 22 0,30-25-183,-1-1-1,-19 8 1,23-11 249,29-17 823,0-2-1,27-24 1,-42 35-901,-1 1 0,1-1 0,-1 0 0,1 1 0,0-1 0,-1 1 0,1-1-1,0 1 1,-1-1 0,1 1 0,0-1 0,0 1 0,0 0 0,-1 0 0,1-1 0,0 1 0,0 0 0,0 0 0,1 0 0,-1 0-7,-1 0 0,1 0 1,-1 1-1,1-1 0,-1 0 1,1 1-1,-1-1 0,1 0 0,-1 1 1,0-1-1,1 0 0,-1 1 0,1-1 1,-1 1-1,0-1 0,1 1 1,-1-1-1,0 1 0,0-1 0,1 1 1,-1 0-1,1 4-7,0-1 0,0 1 0,0-1 1,-1 1-1,1 7 0,-1 154-3075,0-162 2420,1 5-24,-9-19-10300,8 8 10111,-1 0 0,1-1 0,0 1 0,-1-3 0,0-9-1637,-2 2 923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6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57 600,'25'-11'9704,"-17"8"-7674,-1 1 1,1 0 0,9-1-1,14-1-214,0-2 0,35-11 0,-35 9-1537,-31 8-280,1 0-1,-1 0 1,0 0 0,0 0-1,0 0 1,1 0-1,-1 0 1,0 0 0,0 0-1,0 0 1,1 0 0,-1 0-1,0 0 1,0 0 0,0 0-1,1 0 1,-1 0 0,0 0-1,0 0 1,0 0 0,0 0-1,1 0 1,-1 0 0,0 0-1,0 1 1,0-1 0,0 0-1,1 0 1,-1 0 0,0 0-1,0 0 1,0 1 0,0-1-1,0 0 1,0 0 0,1 0-1,-1 0 1,0 1-1,0-1 1,0 0 0,0 0-1,0 0 1,0 1 0,0-1-1,0 0 1,0 0 0,0 0-1,0 1 1,0-1 0,0 0-1,0 0 1,0 0 0,0 1-1,0-1 1,0 0 0,0 0-1,-1 1 1,-1 12-47,2-12 32,-2 4-131,0 0 0,0 0 0,-1-1 0,1 1 0,-1-1 0,0 1 0,0-1 1,-7 7-1,-10 14-343,12-12 469,-2 0 1,-20 21-1,30-34 21,1 1-1,-1-1 1,0 0 0,0 0 0,0 0 0,0 0 0,1 1 0,-1-1 0,0 0 0,0 0 0,0 0-1,1 0 1,-1 0 0,0 0 0,0 0 0,0 0 0,1 0 0,-1 0 0,0 0 0,0 0 0,1 0-1,-1 0 1,0 0 0,0 0 0,0 0 0,1 0 0,-1 0 0,0 0 0,0 0 0,1 0-1,-1 0 1,0 0 0,0 0 0,1 0 0,10-2 221,6-2 168,-1-1 0,30-14 0,-42 17-392,-1 1 0,0 0-1,0 0 1,1 0 0,-1 0-1,1 1 1,-1 0 0,1-1-1,-1 1 1,1 0 0,4 1-1,-6 0 7,-1 0 0,0 1 0,0-1-1,0 0 1,-1 0 0,1 0-1,0 1 1,0-1 0,-1 0-1,1 1 1,0-1 0,-1 1-1,0-1 1,1 1 0,-1-1 0,0 1-1,0-1 1,1 1 0,-1-1-1,-1 3 1,2 1 4,18 120 8,-3-29-48,-16-95 39,1-1 0,-1 1 0,0-1 0,0 1 1,0 0-1,0-1 0,0 1 0,0-1 0,0 1 0,0 0 1,0-1-1,0 1 0,0-1 0,0 1 0,-1 0 0,1-1 1,0 2-1,-1-2-4,1 0 1,0 0-1,0 0 1,-1 0-1,1 0 1,0 0-1,0 0 1,-1 0-1,1 0 1,0 0-1,-1 0 1,1 0-1,0 0 1,0 0-1,-1 0 1,1 0-1,0 0 1,0 0-1,-1 0 1,1 0-1,0 0 1,0 0-1,-1 0 1,1-1-1,0 1 1,-1 0-1,-20-17 2,15 11-60,-20-15-519,-1 2 1,0 1-1,-1 1 0,-40-17 1,48 26 804,-1 2 0,0 0-1,-29-4 1,49 10-162,1 0 0,0 1-1,0-1 1,-1 0 0,1 0-1,0 0 1,-1 0 0,1-1-1,0 1 1,-1 0 0,1 0-1,0 0 1,-1 0 0,1 0-1,0 0 1,-1 0 0,1-1-1,0 1 1,0 0 0,-1 0-1,1 0 1,0-1 0,0 1-1,-1 0 1,1 0-1,0-1 1,0 1 0,0 0-1,0 0 1,-1-1 0,1 1-1,0 0 1,0-1 0,0 1-1,0 0 1,0-1 0,0 1-1,0 0 1,0-1 0,0 1-1,0-1 1,0 0 67,1 0 0,0 0 0,-1 0 0,1 0 0,0-1 0,0 1 0,0 0 0,0 0 0,0 1 0,2-2 1,3-3 216,0 0 0,15-6 1,21-5-170,2 3 0,0 1 0,0 2 0,79-8 0,-95 20-201,-8 0-58,-20-2 11,-15 0-3746,11 1 3397,-12 2-9465,16-3 9538,-1 0 0,1 1 0,0-1 0,-1 0-1,1 0 1,0 0 0,-1 0 0,1 0 0,-1 0-1,1 0 1,0-1 0,-1 1 0,1 0-1,-1 0 1,1 0 0,0 0 0,-1 0 0,1 0-1,0-1 1,-1 1 0,1 0 0,0 0 0,-1-1-1,1 1 1,0 0 0,0 0 0,-1-1-1,1 1 1,0 0 0,0-1 0,-1 1 0,1-6-1805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7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1 796,'-5'8'4141,"1"1"4121,7 2-6451,5 7 527,-5-12-2064,0 0 0,0 0 0,-1 1 0,0 0 1,1 6-1,-3-11-251,1 1 0,-1-1 0,0 0 0,-1 0 0,1 1 1,0-1-1,-1 0 0,1 0 0,-1 0 0,1 1 0,-1-1 1,0 0-1,0 0 0,0 0 0,0 0 0,-1-1 0,1 1 1,0 0-1,-1 0 0,-1 1 0,-5 6 164,-1-1 0,1 0-1,-2 0 1,1-1 0,-1 0 0,0-1-1,-21 10 1,16-9 1222,14-5-454,10-3-425,-2-1-344,0 0 1,0-1 0,-1 0-1,12-7 1,14-5-111,5 0-289,6-1-1488,-15 5-3044,-15 7 67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7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1 888,'6'4'18799,"-2"1"-16798,9 13-2676,-11-16 735,-1 1 1,0-1 0,1 0-1,-1 1 1,0-1 0,1 6 0,-2-7-503,0 0 1,1 1 0,-1-1-1,0 1 1,0-1 0,0 1 0,-1-1-1,1 0 1,0 1 0,0-1-1,-1 2 1,0-1-241,0-1 1,0 1-1,0 0 0,0-1 1,-1 1-1,1-1 0,0 1 1,-1-1-1,1 0 0,-1 0 0,1 1 1,-1-1-1,0 0 0,1 0 1,-1-1-1,0 1 0,0 0 1,0-1-1,-2 2 0,-6 0-958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7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1 156,'0'0'51,"0"0"1,0 1-1,0-1 1,0 0-1,0 0 1,0 0-1,0 1 0,0-1 1,0 0-1,0 0 1,0 0-1,0 1 0,0-1 1,0 0-1,0 0 1,0 1-1,0-1 1,0 0-1,0 0 0,0 0 1,1 0-1,-1 1 1,0-1-1,0 0 0,0 0 1,0 0-1,0 0 1,1 1-1,-1-1 1,0 0-1,0 0 0,0 0 1,0 0-1,1 0 1,-1 0-1,0 0 0,0 0 1,0 0-1,1 1 1,-1-1-1,0 0 1,15 6 10920,-14-4-10655,-1-1-1,1 1 1,-1 0 0,1 0 0,-1 0 0,0-1-1,1 1 1,-1 0 0,0 0 0,0 0 0,-1 0-1,1 0 1,-1 3 0,-7 24 1702,2-15-1635,-1 6 37,-11 17-1,15-32-533,1 0-1,-1-1 0,-1 1 1,1-1-1,-1 0 0,1 1 1,-1-2-1,-8 8 0,-3-5-2623,15-6 2521,0 0-1,-1 0 1,1 0 0,-1 0-1,1 1 1,-1-1-1,1 0 1,-1 0-1,1 0 1,0 0 0,-1 0-1,1 0 1,-1 0-1,1-1 1,-1 1-1,1 0 1,-1 0 0,1 0-1,0 0 1,-1 0-1,1-1 1,-1 1-1,1 0 1,0 0-1,-1-1 1,1 1 0,0 0-1,-1-1 1,1 0-1,1-7-5348,4-6 2304,-1 7 2021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8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0 131 972,'5'-2'1061,"-1"-1"-1,-1 1 1,1 0 0,0-1 0,-1 0-1,1 0 1,-1 0 0,0 0-1,0-1 1,3-4 0,-6 8-926,0 0-1,1 0 1,-1-1 0,0 1 0,0 0-1,0 0 1,0-1 0,1 1 0,-1 0-1,0 0 1,0 0 0,0-1-1,1 1 1,-1 0 0,0 0 0,0 0-1,1 0 1,-1-1 0,0 1 0,0 0-1,1 0 1,-1 0 0,0 0 0,0 0-1,1 0 1,-1 0 0,0 0 0,1 0-1,-1 0 1,0 0 0,1 0 0,-1 0-1,0 0 1,0 0 0,1 0 0,-1 0-1,0 0 1,0 0 0,1 1 0,-1-1-1,9 13 1551,-7-8-1568,0 0 1,-1 0-1,0 0 1,1 9 0,-2 7 221,1 33 175,0-50-499,-1 1-1,1 0 0,0-1 0,1 1 1,-1 0-1,1-1 0,0 0 0,4 9 1,-3-10 18,-1 0 0,1 0 0,0 0 1,0-1-1,0 1 0,0-1 0,0 1 0,1-1 1,-1 0-1,1-1 0,0 1 0,-1 0 1,1-1-1,0 0 0,0 0 0,0 0 0,0 0 1,0-1-1,7 1 0,8-1 347,-1-1 0,1-1 0,19-4 0,-15 3 101,11 0 406,-26 3-355,1 0 0,-1-1 0,0 0 0,1-1-1,-1 1 1,12-6 0,-19 7-456,-1-1 1,0 1-1,0-1 0,0 1 1,0-1-1,0 1 0,1-1 1,-1 1-1,0-1 1,0 1-1,0-1 0,0 1 1,-1-1-1,1 1 0,0-1 1,0 1-1,0-1 0,0 1 1,0-1-1,-1 1 0,1 0 1,0-1-1,0 1 0,-1-1 1,1 1-1,0 0 1,-1-1-1,1 1 0,-1-1 1,-11-16-35,11 16 29,-34-42-1280,-12-16-3267,1 1-5540,26 27 2861,19 29 6613,0 0 0,0-1 0,0 1 0,0-1 1,1 1-1,-1-1 0,1 1 0,-1-1 0,1 0 0,0 1 0,0-5 0,4-8-1185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8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0 260,'2'5'15075,"9"5"-11862,-5-2-2507,1 0-86,-7-8-754,0 0 0,0 0-1,0 0 1,0 0 0,0 0 0,0 0 0,0 1-1,0-1 1,0 0 0,0 0 0,0 0-1,0 0 1,0 0 0,0 0 0,0 0-1,0 1 1,0-1 0,0 0 0,-15 12-13207,13-10 11770,-3 2-157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9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0 168,'0'1'388,"0"0"-1,-1 0 1,1 0 0,-1 0-1,1-1 1,0 1-1,-1 0 1,1 0 0,-1-1-1,0 1 1,1 0 0,-1-1-1,0 1 1,1 0 0,-1-1-1,0 1 1,-1 0-1,-5 5 7807,7-6-8149,-1 0 0,1 0 0,0 0 1,0 0-1,0 0 0,0 0 0,0 0 0,0 0 1,0 0-1,0 0 0,0 0 0,0 1 0,0-1 1,0 0-1,0 0 0,0 0 0,0 0 0,0 0 1,0 0-1,0 0 0,0 0 0,0 0 0,0 0 1,0 0-1,0 1 0,0-1 0,0 0 0,0 0 1,0 0-1,0 0 0,1 0 0,-1 0 0,0 0 1,0 0-1,0 0 0,0 0 0,0 0 0,0 0 1,0 0-1,0 0 0,0 0 0,0 0 0,0 1 1,0-1-1,0 0 0,1 0 0,-1 0 1,0 0-1,0 0 0,0 0 0,0 0 0,0 0 1,0 0-1,0 0 0,9 1 457,7 1-441,28 0 1814,-43-2-1877,-1 0 1,0 0 0,0 0 0,1 0 0,-1 0 0,0 0 0,0 1 0,1-1 0,-1 0 0,0 0 0,0 0 0,1 0 0,-1 1 0,0-1 0,0 0 0,0 0 0,0 1 0,1-1 0,-1 0 0,0 0 0,0 1 0,0-1 0,0 0 0,0 0 0,0 1 0,0-1 0,0 0-1,0 0 1,0 1 0,0-1 0,0 0 0,0 1 0,0-1 0,0 0 0,0 0 0,0 1 0,0-1 0,-3 17-16,1-9-16,3 11 67,0 0-1,0-1 0,2 1 1,1-1-1,0 1 1,12 30-1,-15-44-17,5 6 547,-3-10-186,2-7-71,26-43-1767,-24 32-1634,-1-2 1,-1 1-1,-1 0 0,0-1 1,1-26-1,-3 23 1543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19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0 764,'2'8'12643,"5"-5"-7770,1-1-5088,-6-2 353,0 1-13,-1-1-1,1 0 0,-1 1 1,1-1-1,-1 1 1,1 0-1,-1-1 0,1 1 1,-1 0-1,0 0 1,1 0-1,-1 0 0,0 0 1,0 0-1,0 0 1,1 0-1,-1 1 0,0-1 1,1 2-1,2 12 402,-3-12-490,0 0-1,0 1 1,0-1 0,0 0-1,-1 1 1,1 3 0,-1-6-34,0 4-234,0 0 0,0 0 0,0 0 0,0 0 0,-1 0 0,0 0 0,0 0 0,-1 0 0,1 0 0,-1 0 1,0 0-1,-3 5 0,-4 2-89,0 0 0,-19 18 1,-1-2 4269,54-28-1935,7-5-1213,-18 4-711,0-2 0,0 1 0,0-2 0,19-6 0,8-5-63,-41 15-29,1 0 0,-1 0 0,0 0 0,0 0 0,0-1 0,1 1 0,-1 0-1,0 0 1,0 0 0,0 0 0,0 0 0,1 0 0,-1 0 0,0 0 0,0 0 0,0 0 0,1 0 0,-1 0 0,0 0 0,0 0 0,0 0 0,1 0 0,-1 0 0,0 1 0,0-1 0,0 0-1,1 0 1,-1 0 0,0 0 0,0 0 0,0 0 0,0 0 0,0 1 0,1-1 0,-1 0 0,2 9-41,-3 8 0,-2-11-3,1 0 0,-1 1 1,0-1-1,0 0 0,-1-1 0,0 1 1,0 0-1,0-1 0,-1 0 0,0 0 1,-5 4-1,1 0-101,-15 19 0,12-12 103,-18 17 0,-9 12 79,30-33 53,-13 19 931,66-39 1779,94-40-2371,-78 25-475,-47 18-25,-10 3-105,0 1-1,1 0 1,-1-1-1,0 1 1,1 0-1,-1 1 1,5-1-1,-31 9-5970,15-6 3866,1-2 1,-1 1-1,0-1 0,0 0 1,1-1-1,-1 0 0,-9-2 1,9 1 876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20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51 872,'-2'-2'993,"1"1"-1,0 0 1,-1-1-1,1 0 1,0 1-1,0-1 1,0 0 0,0 0-1,0 1 1,0-1-1,1 0 1,-1 0-1,1 0 1,-1 0 0,1 0-1,0 0 1,0 0-1,-1 0 1,1 0-1,1-4 1,-1-2 956,7 23-1072,-3 31-708,-3 81 0,-2-60-188,9 157-224,-8-224 217,0 0 1,0 0 0,0 0 0,0 0 0,0 0 0,0 0 0,0 0 0,0 1-1,0-1 1,0 0 0,1 0 0,-1 0 0,0 0 0,0 0 0,0 0 0,0 1 0,-1-1-1,1 0 1,0 0 0,0 0 0,0 0 0,0 0 0,0 0 0,0 1 0,0-1-1,0 0 1,0 0 0,0 0 0,0 0 0,0 0 0,0 0 0,0 0 0,0 0-1,-1 1 1,1-1 0,0 0 0,0 0 0,0 0 0,0 0 0,0 0 0,0 0-1,0 0 1,-1 0 0,1 0 0,0 0 0,0 0 0,0 0 0,0 0 0,0 0-1,-1 0 1,-5-6-1938,-4-13-3482,8 13 3442,-10-37-8582,11 29 8365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21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6 916,'-6'-5'18621,"10"9"-17215,1 1-1201,-4-4-179,0 0 0,0 1 0,0-1 0,0 0 0,1 0-1,-1 0 1,1 1 0,-1-2 0,1 1 0,-1 0 0,1 0 0,-1 0 0,1-1 0,0 1 0,-1-1 0,1 1 0,0-1 0,3 1 0,-4-1-29,0 0-1,-1 0 1,1 0 0,0 0 0,0 0 0,0 0 0,0 1 0,0-1 0,0 0 0,0 1 0,-1-1-1,1 1 1,0-1 0,0 1 0,0-1 0,-1 1 0,1 0 0,0-1 0,-1 1 0,1 0-1,-1-1 1,1 1 0,-1 0 0,1 0 0,-1-1 0,1 1 0,-1 0 0,0 0 0,1 0 0,-1 0-1,0 0 1,1 1 0,-1-1-19,0 1 0,0 0-1,0-1 1,0 1 0,0-1 0,0 1 0,-1 0-1,1-1 1,0 1 0,-1-1 0,1 1-1,-1-1 1,1 1 0,-1-1 0,0 0-1,0 1 1,0-1 0,0 0 0,-1 2-1,-24 21-110,17-16 120,1-1 0,0 2-1,0-1 1,0 1 0,1 0 0,-9 15-1,16-23 18,-1 0-1,1 0 1,-1 0-1,0-1 1,1 1-1,-1 0 1,0 0-1,1-1 1,-1 1-1,0-1 0,0 1 1,-1 1 784,10-2-721,50-3 33,-53 3-99,1-1 0,0 0 1,0-1-1,-1 0 0,1 0 0,-1 0 1,9-4-1,-3-6-3,-8 10-72,-4 14-13,-1-5-37,1 1 0,-2-1 1,1 0-1,-1 0 1,0 0-1,0 0 1,-1-1-1,0 1 0,-8 8 1,5-5 68,-2-2 1,1 1-1,-1-1 1,0 0-1,-12 7 1,15-11 143,5-3-32,0 0 0,0 0 0,0-1-1,0 1 1,0 0 0,0-1 0,0 1-1,0-1 1,0 1 0,0-1 0,0 1-1,-3-1 584,27-9-424,-9 4-223,0 1 0,0 0-1,0 1 1,0 1 0,27-2 0,-40 4 7,-1 0 0,1 0 0,0 0 1,0 0-1,-1 1 0,1-1 0,0 0 0,0 0 1,-1 1-1,1-1 0,0 0 0,-1 1 0,1-1 1,0 1-1,-1-1 0,1 1 0,-1-1 1,1 1-1,-1-1 0,1 1 0,-1-1 0,1 1 1,-1 0-1,1-1 0,-1 1 0,0 0 0,1-1 1,-1 1-1,0 0 0,0 0 0,0-1 1,0 1-1,1 0 0,-1 0 0,0 0 0,0-1 1,0 1-1,-1 0 0,1 0 0,0-1 0,0 1 1,0 0-1,0 0 0,-1-1 0,1 1 1,0 0-1,-1-1 0,1 1 0,0 0 0,-1-1 1,1 1-1,-1 0 0,1-1 0,-1 1 0,0 0 1,-12 13 30,12-13-29,0 1-1,-1 0 1,1-1 0,-1 1 0,1 0-1,-1-1 1,-2 2 0,-4 3 46,-3-1-1244,9-5 687,1-1 1,0 1-1,-1 0 1,1-1 0,0 1-1,-1-1 1,1 1-1,0-1 1,-1 0-1,0 0 1,-2-2-1800,0 0 1,0 0 0,1 0 0,-6-6-1,3 1 170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22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1 464,'6'3'11890,"-6"-6"-9329,3 4 696,-2-1-3098,-1 1-1,1-1 1,0 0-1,-1 0 1,1 0 0,0 1-1,-1-1 1,1 0 0,0 1-1,-1-1 1,1 1-1,-1-1 1,1 1 0,-1-1-1,1 1 1,0 0 0,3 16 1,0 0 0,-2 1 0,0-1 0,0 19 0,-1-15-102,0 151-21,-2-89-109,5-57-66,-4-25-16,2-22-5481,-4-52-7799,2 52 11655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22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1 168,'14'11'7479,"-13"-10"-7197,1-1-1,-1 1 0,0 0 0,1 0 1,-1 1-1,0-1 0,0 0 0,0 0 1,0 1-1,0-1 0,0 0 0,0 1 0,0-1 1,-1 1-1,1-1 0,0 1 0,-1-1 1,1 1-1,-1 0 0,0-1 0,1 3 1,0 11-7,-1 1 0,0-1 0,-1 0 0,0 0 0,-1 0 0,-7 25 0,-1-7-2241,-27 60 0,35-89 1443,-14 26-3396,16-30 3742,0 1 0,0 0 0,-1-1 0,1 1 0,-1-1 0,1 1 0,-1 0 0,1-1 0,-1 1-1,1-1 1,-1 1 0,1-1 0,-1 1 0,1-1 0,-1 0 0,0 1 0,1-1 0,-1 0 0,0 1 0,0-1 0,1 0 0,-1 0 0,0 0 0,1 0 0,-1 1 0,0-1 0,0 0 0,1 0 0,-1 0 0,0-1 0,0 1 0,1 0 0,-1 0-1,-1-1 1,-2-2-996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23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79 764,'1'-1'772,"1"1"0,0-1 0,-1 1 0,1-1 0,-1 0 0,1 0 0,-1 0 0,0 0 0,1 0 0,-1 0 0,0 0 0,1 0 0,-1 0 0,0-1 0,0 1 0,1-3 0,0 2-315,0 0 1,-1 0-1,1 0 0,0 0 1,0 0-1,5-3 1,8-2 541,0-1 449,23-9 0,-27 13-489,-10 3-915,0 0-1,0 0 1,1 1-1,-1-1 1,0 1-1,1-1 1,-1 1-1,0 0 1,1 0-1,2-1 1,-1 1-44,-3 0 6,1 0-1,-1 0 1,1 0 0,-1 0 0,1 0 0,-1 0-1,1 0 1,-1 0 0,1 0 0,-1 0-1,1 0 1,-1 0 0,1 0 0,-1 0 0,1 0-1,-1 0 1,1 1 0,-1-1 0,1 0-1,-1 0 1,1 1 0,-1-1 0,0 0 0,1 1-1,-1-1 1,1 0 0,-1 1 0,0-1-1,0 1 1,1-1 0,-1 1 0,0-1-1,1 0 1,-1 1 0,0-1 0,0 1 0,0-1-1,0 1 1,0-1 0,1 1 0,-1 0-1,0-1 1,0 1 0,0 0-4,8 31 64,0 1 0,-3 1 0,3 47-1,1 2-99,-7-66 3,5 31-108,0 55-1,-7-103 122,0 1 1,0-1-1,1 1 0,-1-1 0,0 1 1,0 0-1,-1-1 0,1 1 0,0-1 1,0 1-1,0-1 0,0 1 0,0-1 0,-1 1 1,1 0-1,0-1 0,0 1 0,-1-1 1,1 0-1,0 1 0,-1-1 0,1 1 1,-1-1-1,0 1 0,1-1-5,-1 0 1,1 0-1,-1 0 0,1 0 0,-1 0 0,1 0 1,-1 0-1,1 0 0,-1 0 0,1-1 1,-1 1-1,0 0 0,1 0 0,0-1 1,-1 1-1,1 0 0,-1-1 0,1 1 0,-1-1 1,-3-2-110,1 0 1,0-1 0,0 1 0,-4-8 0,-19-34-5713,-37-47 0,17 39 4586,34 43 2306,5 5 46,7 5-1067,0 0 1,0 0-1,0 0 1,-1 0-1,1 0 1,0 0-1,0 0 1,0 0-1,0 0 1,0 0-1,0 0 1,0 0-1,0 0 1,0 0-1,0 0 1,-1 0-1,1 0 1,0 0-1,0 0 1,0 0-1,0 0 1,0 0-1,0 0 1,0 0-1,0 0 1,0 0-1,0 0 1,-1 0 0,1 0-1,0 0 1,0 0-1,0 0 1,0 0-1,0 0 1,0 0-1,0 0 1,0 1-1,0-1 1,0 0-1,0 0 1,0 0-1,0 0 1,0 0-1,0 0 1,0 0-1,0 0 1,0 0-1,0 0 1,0 0-1,0 1 1,0-1-1,0 0 1,0 0 459,12 4 124,84-41 2699,-90 34-3148,1 1-945,-9 9-804,-56 74-5501,-3 7 4315,58-81 3451,2-6-376,1 1 1,-5 8 11729,14-13-8838,13-5-2474,12-10-1312,-2-2-4267,-12 7-760,-18 11 4650,1 0 0,-1 0-1,0 0 1,1 0 0,-1 0 0,3-5-1,-2 3 60,5-6-882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23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69 960,'-4'4'1864,"4"-3"-1297,-1 0 0,0 0-1,1-1 1,-1 1 0,1 0-1,-1-1 1,0 1 0,0 0 0,1-1-1,-1 1 1,0-1 0,0 0 0,0 1-1,0-1 1,1 0 0,-1 1-1,0-1 1,0 0 0,-2 0 1053,10 0 2723,7 0-2971,-5-1-1122,0-1 1,0-1-1,0 0 0,8-3 0,-13 4-418,0 0 0,0 0 0,0-1 0,-1 1 0,1-1-1,-1 0 1,1 0 0,-1 0 0,0 0 0,4-6 0,2-11-4806,-7 7-2540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23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6 680,'-4'1'2764,"4"-1"-2455,-1 0 0,1 0 0,-1 0 0,1 0 0,0 0 1,-1 0-1,1-1 0,0 1 0,-1 0 0,1 0 0,0 0 0,-1 0 0,1 0 0,0 0 0,-1-1 0,1 1 0,0 0 0,-1 0 0,1-1 0,0 1 0,-1 0 0,1 0 0,0-1 0,0 1 1,0 0-1,-1-1 0,0 0 711,3 5-653,1 1 0,-1 0 0,1 0 0,-1 0 0,-1 1 0,1-1 0,-1 0 0,0 1 0,0 10 0,1-4-1132,-2-1 1,-1 20 0,0-24-390,0-1 0,0 0 0,0 1 0,-1-1 0,0 0 0,-1 0 0,1 0 0,-1 0 0,0 0 0,-6 8 0,3-6-142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24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50 432,'-5'7'3126,"1"-9"1505,2-6-409,3 1-4211,0 6 119,0 0 0,-1 0 1,1 0-1,0 0 0,0 0 0,0 0 1,0 0-1,0 0 0,0 0 0,0 1 1,0-1-1,0 0 0,0 1 0,3-2 1,19-6 732,-19 6-773,22-4 38,-20 6-119,-1-2-1,1 1 1,-1 0 0,10-5 0,-16 9-39,0 0-1,0 0 0,-1 0 0,1 0 0,-4 4 0,-5 4 33,-17 20 0,24-27 83,0 0 0,1 1 1,0-1-1,-1 0 1,1 1-1,1 0 1,-1-1-1,1 1 1,-2 6-1,2-2 534,-3 18 1591,4-26-2138,0 0 0,0 0 0,0 0 0,0-1 0,0 1-1,0 0 1,0 0 0,0 0 0,0 0 0,1 0 0,-1 0 0,0-1 0,1 1 0,-1 0-1,0 0 1,1 0 0,-1-1 0,1 1 0,-1 0 0,1 0 0,0-1 0,-1 1 0,2 0 0,0 0-52,0-1-1,-1 0 1,1 1 0,0-1 0,0 0 0,0 0 0,0 0 0,0 0 0,0 0 0,0-1 0,3 0 0,22-7 108,-26 8-119,3-1-73,-1 0 0,1-1 0,-1 1-1,0-1 1,1 0 0,-1 0 0,0 0 0,3-3-1,-5 4-136,0 0 0,0 0-1,0 0 1,-1 0-1,1 0 1,0 0-1,-1 0 1,1-1-1,-1 1 1,1 0 0,-1-1-1,1 1 1,-1 0-1,0-1 1,0 1-1,0 0 1,0-1 0,0 1-1,0 0 1,0-1-1,0 1 1,0 0-1,-1-1 1,1 1 0,-1-2-1,-1-3-471,1 1 0,0-1-1,0 0 1,0 0 0,1-8-1,0 14 755,0 0 0,0 0 0,0 0 0,0 0-1,0-1 1,0 1 0,0 0 0,0 0 0,0 0-1,1 0 1,-1-1 0,0 1 0,0 0 0,0 0-1,0 0 1,0 0 0,1 0 0,-1 0 0,0-1-1,0 1 1,0 0 0,0 0 0,1 0 0,-1 0-1,0 0 1,0 0 0,0 0 0,1 0 0,-1 0-1,0 0 1,0 0 0,0 0 0,1 0 0,-1 0-1,0 0 1,0 0 0,0 0 0,0 0 0,1 0-1,-1 0 1,0 1 0,0-1 0,0 0 0,1 0-1,-1 0 1,0 0 0,0 0 0,0 0 0,0 0-1,0 1 1,0-1 0,1 0 0,-1 0 0,0 0-1,0 0 1,0 1 0,0-1 0,0 0 0,0 0-1,0 0 1,0 0 0,0 1 0,0-1 0,16 36 1198,1 1-4737,-16-50-9423,-4 3 11579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1:24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82 888,'11'-7'6027,"4"-10"-1472,-12 13-3522,0 0 0,0 1 0,0-1 0,8-5 1,18-6 3473,-20 12-4142,-1 0 0,1 1 0,13-2 0,-10 2-261,26-2 10,-34 4-114,-3 0-1,0 0 0,0 0 1,0-1-1,-1 1 0,1 1 1,0-1-1,0 0 0,-1 0 0,1 0 1,0 0-1,0 0 0,-1 1 1,2 0-1,-1 0 7,0 0 0,-1 0 0,1 0 0,-1 0 0,1 0 0,-1 0 0,1 0 0,-1 0 0,0 0 0,0 1 0,1 0 0,1 16-44,-1 0 0,-1 0 0,0 0 1,-3 22-1,0-13-330,3-22 187,0 0 0,-1 1 0,0-1 0,0 0 0,0 0 0,-1 0 0,0 0 0,-2 6 0,3-10 81,0 0-1,0 0 1,0 1-1,0-1 0,0 0 1,0 0-1,0 0 1,0 0-1,0 0 1,0-1-1,-1 1 0,1 0 1,0 0-1,-1-1 1,1 1-1,-1-1 0,1 1 1,0-1-1,-1 0 1,1 0-1,-1 1 1,1-1-1,-1 0 0,1 0 1,-1 0-1,1-1 1,-1 1-1,1 0 1,0 0-1,-1-1 0,1 1 1,-1-1-1,-1-1 1,-4 0-107,1-1 1,0 0-1,0-1 1,1 1 0,-1-1-1,1 0 1,0-1 0,0 1-1,0-1 1,-6-8-1,8 9 301,-1 1 256,1 0 1,1-1-1,-1 0 0,1 1 1,-1-1-1,1 0 1,0 0-1,-2-7 0,2 7 679,2 4-941,-1 0 1,1 0-1,0-1 1,0 1-1,-1 0 1,1 0-1,0-1 0,0 1 1,0 0-1,0 0 1,-1-1-1,1 1 1,0 0-1,0-1 1,0 1-1,0 0 0,0-1 1,0 1-1,0 0 1,0-1-1,0 1 1,0 0-1,0-1 1,0 1-1,0 0 0,0-1 1,0 1-1,0 0 1,0-1-1,0 1 1,0 0-1,0 0 1,1-1-1,-1 1 190,10 19-45,-6-7-214,-1 0 0,-1 0 1,2 22-1,0 1-20,5 96-11,-3-28-44,1-20 136,9 63-32,-9-99 615,1 74 0,-8-121-803,-1 0-1,1 0 1,0 0-1,0 1 1,-1-1 0,1 0-1,0 0 1,0 0 0,-1 0-1,1 1 1,0-1 0,0 0-1,-1 0 1,1 0 0,0 0-1,-1 0 1,1 0-1,0 0 1,0 0 0,-1 0-1,1 0 1,0 0 0,-1 0-1,1 0 1,0 0 0,-1 0-1,1 0 1,0 0 0,0 0-1,-1 0 1,1 0-1,0-1 1,0 1 0,-1 0-1,1 0 1,0 0 0,0-1-1,-1 1 1,-12-6-7875,11 4 7009,0 1 0,0-1 0,0 0 0,0 0 0,0 0 0,0 0 1,0 0-1,-2-3 0,0-6-707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2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1 168,'0'13'4725,"0"-1"9288,-8 5-10568,-2 30-3782,3-19 429,1 0 1,2 1-1,-2 42 0,6-62-823,1 1 0,0-1 0,1 1-1,0-1 1,6 18 0,-6-20-534,2 0-1,-1 0 1,1-1 0,0 1-1,0-1 1,1 0 0,0 0-1,8 7 1,-7-7 68,1 0-1,-1-1 1,11 6 0,3-1-494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2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97 784,'-3'-2'1035,"0"0"-1,-1 1 1,1-1-1,-1 1 1,1 0-1,-1-1 1,-4 1-1,3 0 215,-10-2 4344,4 2 1712,28-7-4308,40-6-1598,12-2-1373,22 2-219,-67 9-835,-14 2-3883,-29-10-10835,6 9 11499,7 2 2783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1 1292,'0'1'190,"-1"-1"433,1 1 0,-1 0-1,0 0 1,0-1 0,1 1-1,-1 0 1,0-1-1,0 1 1,0-1 0,1 1-1,-1-1 1,0 1 0,0-1-1,0 0 1,0 1 0,0-1-1,0 0 1,0 0 0,0 0-1,-2 0 3256,5 13-2843,-1-9-944,0 0 0,-1-1 0,1 1 0,-1 0 0,0-1 1,0 1-1,0 0 0,0 0 0,0-1 0,-1 1 0,-1 7 0,-3 4-9,-8 20-1,11-32-89,-8 19-20,-1-1-1,-1 1 0,-1-2 0,-16 20 0,25-34 28,-1-1-1,0 0 1,0 0-1,0-1 1,-1 0-1,-11 7 1,14-9 15,0 0 1,-1-1 0,1 1 0,0-1-1,-1 0 1,1 0 0,-1 0 0,1-1-1,-1 1 1,0-1 0,1 0 0,-1 0 0,0 0-1,1 0 1,-4-1 0,6 1 89,0 0 0,1 0 0,-1-1 0,0 1 0,0 0 0,1 0 0,-1 0 0,0-1 0,1 1 1,-1 0-1,0-1 0,1 1 0,-1-1 0,1 1 0,-2-2 0,2 2-25,0-1 0,1 1-1,-1-1 1,0 1 0,1-1 0,-1 1 0,0-1 0,1 1-1,-1-1 1,0 1 0,1-1 0,-1 1 0,1-1-1,-1 1 1,1 0 0,-1-1 0,1 1 0,-1 0 0,1-1-1,0 1 1,6-4 123,1 0 0,0 0 0,14-4-1,11-6-105,-22 8-61,-8 4-40,0 1 0,-1-1-1,1 1 1,0 0 0,0 0-1,0 0 1,0 0 0,0 0-1,0 0 1,4 0 0,-6 2 7,-1-1 0,0 0 0,1 0 0,-1 0 0,0 0 0,1 0 1,-1 0-1,0 1 0,0-1 0,1 0 0,-1 0 0,0 1 0,0-1 1,1 0-1,-1 0 0,0 1 0,0-1 0,0 0 0,1 0 0,-1 1 1,0-1-1,0 0 0,0 1 0,0-1 0,0 0 0,0 1 0,0-1 1,0 0-1,0 1 0,2 12 87,-2-8-64,4 43-3,-2 75 0,-2-73-294,0-50 239,0 0 0,-1 0 0,1 0 0,0 0 0,0 0 0,0 1 0,0-1 0,0 0 0,0 0 0,0 0 0,0 0-1,0 0 1,0 0 0,0 1 0,0-1 0,0 0 0,0 0 0,0 0 0,0 0 0,0 0 0,0 1 0,0-1 0,0 0 0,0 0 0,0 0 0,0 0 0,0 0-1,0 1 1,0-1 0,0 0 0,1 0 0,-1 0 0,0 0 0,0 0 0,0 0 0,0 0 0,0 0 0,0 1 0,0-1 0,0 0 0,1 0 0,-1 0-1,0 0 1,0 0 0,0 0 0,0 0 0,0 0 0,1 0 0,-1-9-2516,-2-2-523,1-1-1,-1 0 0,2 0 1,0-12-1,1 5 751,-1 5 864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4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62 644,'19'-29'11406,"-17"28"-10802,0 0-1,0 1 0,0-1 0,-1 1 0,1 0 0,0 0 0,0 0 0,0 0 1,0 0-1,0 0 0,0 0 0,-1 0 0,4 2 0,4-1 505,4-1 75,24-4-1,-34 4-1052,1-1-1,-1 1 0,1-1 0,-1-1 0,0 1 0,1 0 0,-1-1 0,0 1 0,0-1 0,0 0 0,5-4 0,-8 5-82,9-6 404,-9 7-450,0-1 1,0 1-1,0 0 1,0 0-1,0 0 0,0 0 1,0 0-1,1 0 1,-1 0-1,0 0 0,0 0 1,0-1-1,0 1 1,0 0-1,0 0 1,0 0-1,1 0 0,-1 0 1,0 0-1,0 0 1,0 0-1,0 0 0,0 0 1,0 0-1,1 0 1,-1 0-1,0 0 0,0 0 1,0 0-1,0 0 1,0 0-1,0 0 1,1 0-1,-1 0 0,0 0 1,0 0-1,0 0 1,0 0-1,0 1 0,0-1 1,1 0-1,-1 0 1,0 0-1,0 0 0,0 0 1,0 0-1,0 0 1,0 0-1,0 1 1,0-1-1,0 0 0,0 0 1,0 0-1,0 0 1,0 0-1,1 0 0,-1 1 1,0-1-1,0 0 1,0 0-1,0 0 0,0 0 1,0 0-1,0 1 1,6 36 184,19 127-126,-4-40-87,-15-65-429,-6-59 431,0 0-1,0 0 1,0 0-1,0 1 1,0-1 0,0 0-1,0 0 1,0 0-1,0 0 1,0 0 0,0 0-1,0 0 1,0 0-1,0 1 1,0-1-1,0 0 1,0 0 0,0 0-1,0 0 1,-1 0-1,1 0 1,0 0 0,0 0-1,0 0 1,0 0-1,0 0 1,0 1 0,0-1-1,0 0 1,0 0-1,0 0 1,-1 0-1,1 0 1,0 0 0,0 0-1,0 0 1,0 0-1,0 0 1,0 0 0,0 0-1,-1 0 1,1 0-1,0 0 1,0 0 0,0 0-1,0 0 1,0 0-1,0 0 1,0 0-1,0 0 1,-1 0 0,1-1-1,0 1 1,0 0-1,-9-6-1053,-7-9-552,-105-135-14798,97 121 13479,17 22 2917,1 0 0,0-1 0,-9-20 9454,15 28-9206,8 3 3856,3 2-2062,-8-4-1907,0-1 1,-1 0-1,1 1 1,0-1-1,0 0 0,-1 0 1,1 0-1,0-1 0,-1 1 1,1-1-1,0 0 1,-1 1-1,1-1 0,-1 0 1,4-2-1,-2 0-371,-1 0 0,1 1 1,-1-1-1,0-1 0,1 1 0,-1 0 0,-1-1 0,4-5 1,-20 27-10865,-12 16 6577,20-23 3435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4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99 488,'-1'0'159,"1"1"-1,0-1 1,0 0 0,0 1 0,0-1-1,0 0 1,0 1 0,0-1-1,0 0 1,0 1 0,0-1 0,0 0-1,0 1 1,0-1 0,0 0-1,0 1 1,0-1 0,0 0 0,1 1-1,-1-1 1,0 0 0,0 1-1,0-1 1,0 0 0,1 0 0,-1 1-1,0-1 1,0 0 0,1 0-1,-1 1 1,0-1 0,0 0 0,1 0-1,-1 0 1,0 0 0,1 1-1,-1-1 1,0 0 0,1 0 0,-1 0-1,0 0 1,1 0 0,-1 0-1,0 0 1,1 0 0,-1 0 0,0 0-1,1 0 1,-1 0 0,0 0-1,1 0 1,-1 0 0,0 0 0,1 0-1,-1-1 1,0 1 0,1 0-1,-1 0 1,0 0 0,0 0 0,1-1-1,20-16 1880,-16 13-2106,35-29-1985,22-14-6763,-52 41 7487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4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0 424,'-5'3'2074,"-6"3"7319,10-6-9287,1 1 0,0-1 0,0 0 1,0 0-1,0 1 0,0-1 1,0 0-1,-1 1 0,1-1 0,0 0 1,0 0-1,0 1 0,0-1 0,0 0 1,0 1-1,0-1 0,0 0 0,0 0 1,0 1-1,1-1 0,-1 0 1,0 0-1,0 1 0,0-1 0,0 0 1,0 1-1,0-1 0,0 0 0,1 0 1,-1 0-1,0 1 0,0-1 0,0 0 1,1 0-1,-1 0 0,0 1 1,1-1-1,4 6-227,1 0 0,-1 0 0,0 0 0,0 1 1,-1-1-1,0 1 0,5 14 0,-8-20 42,-1 0-1,0 0 1,0 1-1,0-1 0,-1 0 1,1 0-1,0 1 1,0-1-1,-1 0 1,1 0-1,0 0 1,-1 1-1,0-1 1,1 0-1,-1 0 1,0 1-1,-14 19-116,13-19 171,-4 4 492,0 0 0,0 0 0,-1 0 0,0-1 0,-9 6 0,10-7 1311,-1 1 346,7-5-2112,0 0 0,0 0 1,0 0-1,0 0 0,0 0 0,0 0 1,0 0-1,0 0 0,0 0 0,0 0 0,0 0 1,0 1-1,1-1 0,-1 0 0,0 0 0,0 0 1,0 0-1,0 0 0,0 0 0,0 0 1,0 0-1,0 0 0,0 0 0,0 0 0,0 0 1,0 0-1,0 0 0,0 0 0,0 0 0,0 0 1,0 0-1,0 0 0,0 0 0,0 0 0,0 0 1,0 1-1,0-1 0,0 0 0,0 0 1,0 0-1,0 0 0,0 0 0,0 0 0,0 0 1,0 0-1,0 0 0,0 0 0,0 0 0,0 0 1,0 0-1,0 0 0,0 0 0,0 1 1,0-1-1,0 0 0,0 0 0,0 0 0,0 0 1,0 0-1,0 0 0,0 0 0,0 0 0,0 0 1,0 0-1,0 0 0,0 0 0,0 0 1,0 0-1,-1 0 0,8-1-11,0 0 0,0-1-1,-1 0 1,1 0 0,0 0 0,-1-1 0,7-4 0,8-2 14,-10 4 1,-8 3-9,1 1 0,0-1 0,-1 1-1,1 0 1,0 0 0,-1 0 0,5 0 0,-7 20 161,-2-14-156,1-1 0,-1 0-1,0 1 1,0-1 0,0 0-1,0 0 1,-1 0 0,0 0-1,-4 7 1,-3 3 12,-13 17 0,4-8-30,13-16-55,-1 0 0,1 0 1,-10 7-1,-4 0-2014,17-13 1393,0 0 0,0 0 0,0-1-1,0 1 1,0-1 0,0 1 0,0-1 0,-3 1 0,4-1 384,1-1 1,-1 1 0,1 0 0,0 0-1,-1 0 1,1 0 0,-1 0 0,1-1-1,0 1 1,-1 0 0,1 0 0,0-1-1,-1 1 1,1 0 0,0-1-1,0 1 1,-1 0 0,1-1 0,0 1-1,0 0 1,0-1 0,-1 1 0,1 0-1,0-1 1,0 1 0,0-1 0,0 1-1,0 0 1,0-2 0,0-7-2447,1 5 1515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5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1 328,'63'2'6455,"-28"2"-4190,-39 8-2744,4-10 696,0-1 1,0 1 0,0-1-1,0 0 1,-1 1 0,1-1-1,0 1 1,-1-1 0,1 0-1,-1 1 1,0-1 0,1 0-1,-1 1 1,0-1 0,0 0-1,0 0 1,-1 2-1,-11 15 4731,5-8-4637,1-1 0,-1-1 0,0 1 1,-1-1-1,-11 7 0,7-6-3613,-23 11-1,-1-1-8014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5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14 628,'2'-2'887,"1"0"0,0 1 0,0-1-1,0 1 1,0 0 0,0 0 0,0 0 0,0 0 0,0 0-1,0 1 1,1-1 0,-1 1 0,0 0 0,5 0 0,-4 1-300,0 0 1,0 0-1,0 0 1,0 0 0,-1 1-1,1-1 1,0 1-1,-1 0 1,1 0 0,3 4-1,0-1-319,-1 1 0,0 0 0,0 0 0,6 9 0,-4-4-1012,-1-1 0,5 13 0,-6-15-1743,6 0-6952,-9-12 4891,-1 0 2344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5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1 1448,'19'7'11865,"6"4"-5911,-21-8-5886,1 0 0,-1 0 0,1 0 0,-1 1 0,0-1-1,-1 1 1,1 0 0,-1 0 0,1 0 0,-1 1 0,-1-1 0,1 1 0,0 0 0,-1 0 0,0 0-1,0 0 1,1 6 0,-3-9-70,0 0 0,0 0 0,0-1-1,0 1 1,0 0 0,0-1 0,-1 1 0,1 0-1,-1 0 1,1-1 0,-1 1 0,0-1 0,1 1-1,-1-1 1,0 1 0,0-1 0,0 1-1,0-1 1,0 0 0,-1 1 0,-1 1 0,-5 3 19,1 0 0,-16 9-1,5-4 261,7-4 279,10-6-412,1-1 0,-1 1 0,0-1 0,0 0 0,1 1 0,-1 0 0,0-1 0,1 1 0,-1-1 0,0 1 0,1 0 0,-1-1 1,0 3-1,1-3-72,1 1 0,0-1 1,-1 1-1,1-1 1,0 1-1,-1-1 0,1 1 1,0-1-1,0 1 1,0-1-1,-1 0 1,1 0-1,0 1 0,0-1 1,0 0-1,0 0 1,0 0-1,-1 0 0,3 0 1,3 1 22,0-1 1,0 0-1,0 0 1,0-1-1,0 0 1,0 0-1,0 0 1,0-1-1,7-2 1,49-24-418,-61 28 320,9-4-422,-13 9 147,2-4 271,1 1 0,-1-1 0,0 0 1,0 1-1,0-1 0,1 1 0,-1-1 0,1 1 0,-1-1 0,1 3 0,-2 8 16,0 0-1,0-1 0,-1 1 0,-7 18 1,6-17 23,-2 3-183,0 0 1,-1 0-1,-1 0 0,-1-1 1,0 0-1,0-1 1,-2 0-1,0 0 1,-13 13-1,3-13-1571,19-13 989,-1 0 0,1 0 1,-1 0-1,0-1 0,0 1 0,-2 0 0,2-1-5,1 0 0,0 0 0,0 0 0,-1 0 0,1-1 0,0 1 0,0 0 0,0-1 0,0 0 0,0 0 0,-1 1 0,1-1 0,1 0 0,-1-1-1,0 1 1,0 0 0,0-1 0,-3-2 0,-1-2-973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6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1396,'3'1'1270,"0"0"-1,-1 0 1,0-1 0,1 2-1,-1-1 1,0 0 0,1 0-1,-1 1 1,2 1-1,8 5 2785,25 13 294,13 15-2680,-9-5-1102,-29-23-827,53 34 667,-30-26-2759,-28-14 625,-1 0 0,0 0 1,11 1-1,-14-2 9,1-1 0,-1 0 0,0 0 0,0 0 0,1 0 0,5-1 0,-6-3-445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6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43 548,'-4'-7'4476,"-6"-11"5480,9 18-9717,1-1 0,0 0 0,0 1 0,-1-1 0,1 1 0,0-1 0,0 0 0,0 1 0,0-1 0,0 0 0,0 1 0,0-1 1,0 0-1,0 1 0,0-1 0,0 1 0,0-1 0,1 0 0,-1 1 0,0-1 0,0 1 0,1-1 0,-1 0 0,0 1 0,1-1 0,-1 1-213,0-1 0,0 1 1,1 0-1,-1 0 1,0 0-1,0 0 1,0 0-1,0 0 0,0 0 1,0 0-1,0-1 1,1 1-1,-1 0 1,0 0-1,0 0 0,0 0 1,0 0-1,0 0 1,1 0-1,-1 0 0,0 0 1,0 0-1,0 0 1,0 0-1,0 0 1,1 0-1,-1 0 0,0 0 1,0 0-1,0 0 1,0 0-1,0 0 1,1 0-1,-1 0 0,0 0 1,0 1-1,0-1 1,0 0-1,0 0 0,1 0 1,2 8 396,-1 8-124,-3 13-1525,-7 39 0,3-32-6846,4-25 4667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7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73 340,'0'-3'1000,"1"0"0,0 1 0,-1-1 0,1 0 0,1 1 0,-1-1 0,0 0 0,1 1 0,-1 0 0,1-1 0,0 1 0,3-4 0,-3 5-321,0 0 1,-1 0-1,1 0 1,0 0-1,0 0 1,0 0-1,0 0 1,0 1-1,2-1 0,16-1 748,-17 2-1286,1 0 0,-1 0-1,1 0 1,-1-1 0,1 1 0,-1-1-1,1 0 1,-1 0 0,1 0-1,-1 0 1,0-1 0,0 1 0,0-1-1,0 0 1,0 0 0,0 0-1,0 0 1,3-4 0,-7 11-136,0-1-1,0 1 1,1-1-1,0 1 1,0 0 0,1 7-1,-1 1 1,2 39-500,12 65 0,-1-15-3693,-13-100 3782,0 0 0,1 0 1,-1 0-1,0 1 1,-1-1-1,1 0 0,0 0 1,-2 4-1,2-6 287,0 1 0,0-1 0,0 0 1,0 0-1,-1 1 0,1-1 0,0 0 0,0 0 0,0 1 1,-1-1-1,1 0 0,0 0 0,0 0 0,-1 1 0,1-1 1,0 0-1,-1 0 0,1 0 0,0 0 0,-1 0 0,1 0 1,0 0-1,-1 1 0,-12-6-1740,3-3 1107,1 0 0,-1-1 0,1 0 0,1 0 0,0-1 0,-10-14 0,-8-9 29,-22-26 3707,37 49 5315,18 9-3637,-3 1-4204,44-4 1150,-9 2-2002,-40 5-418,0 0 0,0 0 0,-1-1-1,1 1 1,-1 0 0,-2 2 0,-17 19-6401,3 2 4978,-1 2 4724,18-28-2314,1 1 1,-1 0-1,1-1 1,-1 1-1,1-1 1,0 1 0,-1 0-1,1 0 1,0-1-1,-1 1 1,1 0 0,0 0-1,0-1 1,0 1-1,0 0 1,0 0 0,0-1-1,0 1 1,0 0-1,0 1 1,0-2 36,0 1 0,1-1 0,-1 1 1,0-1-1,1 1 0,-1-1 0,1 1 1,-1-1-1,0 0 0,1 1 0,-1-1 0,1 0 1,-1 1-1,1-1 0,-1 0 0,1 0 0,0 1 1,-1-1-1,1 0 0,0 0 0,2 1 70,-1-1 0,1 0 0,-1 1-1,1-1 1,-1 0 0,1-1 0,-1 1-1,1 0 1,-1-1 0,1 1 0,2-2 0,4-2-403,0 0-1,1-1 1,-1 0 0,8-7 0,4-10-5602,-17 18 2481,-1 0 1,-1-1-1,6-9 0,-4 6 1611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7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4 110 1504,'-3'-2'16310,"9"-5"-11547,11-4-3828,12-2 386,-24 12-1201,0-1 0,0 0 0,1-1 0,8-5 1,1-2-130,-12 8-194,1 1 0,-2-1 0,1 0-1,0 0 1,0 0 0,-1 0 0,1-1 0,-1 1-1,1-1 1,-1 1 0,0-1 0,3-5-1,-6-8-6400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7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 30 628,'-4'-29'20739,"8"31"-19069,0 4-1562,1 19-25,-1 1 1,-2 0 0,-1 34-1,2 19-367,18 63-825,-3-21 714,-16-108 398,-1 0-1,-1 0 1,-2 18 0,2-26 4,-1-1-1,0 0 1,0 1-1,0-1 1,-1 0-1,1 1 0,-1-1 1,0 0-1,0 0 1,0 0-1,-1 0 1,0-1-1,-3 5 1,3-6 12,1 0 0,-1 0-1,0 0 1,0-1 0,0 1 0,0-1 0,-1 1 0,1-1 0,0 0 0,-1 0 0,1-1 0,0 1 0,-1-1 0,1 1 0,-1-1 0,1 0 0,-1-1 0,1 1 0,-5-1-1,-4-2-4,1 1 0,0-1 0,0-1-1,-15-7 1,5 1-1414,1-1 0,0 0 0,-20-16 0,31 20-211,1-1-1,-1 1 0,1-1 1,1-1-1,0 1 0,0-1 1,1 0-1,-8-14 1,10 11 75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27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52,'14'2'2840,"3"7"8867,0-1-2588,-6-6-9806,-44-27-18746,26 17 17007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37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17 114 112,'-17'-9'20459,"34"-3"-16350,-8 7-3908,1 0 0,-1 1 0,1 0 0,20-5-1,4-2-223,-31 10-36,1-1 0,0 1 0,-1-1-1,1 0 1,-1 0 0,6-5 0,-9 6-38,1 1 0,0-1 0,-1 1 0,1-1 0,-1 0 0,1 1 0,-1-1 0,1 1 0,-1-1 0,0 0 0,1 0 0,-1 1 0,0-1 0,0 0 0,1 0 0,-1 1 0,0-1 0,0 0 0,0 0 0,0 0 0,0 1 0,0-1 0,0 0 0,0 0 0,0 1 0,-1-1 0,1 0 0,0 0 0,0 0 0,-1 1 0,1-1 0,0 0 0,-1 1 0,1-1 0,-1 0 0,1 1 1,-1-1-1,1 1 0,-1-1 0,0 0 0,0 0-175,0 0 0,0 1 0,0-1 1,0 0-1,0 0 0,0 1 0,0-1 1,0 1-1,0-1 0,0 1 0,0 0 1,0-1-1,0 1 0,0 0 0,0 0 1,-1 0-1,1-1 0,0 1 0,0 1 1,0-1-1,-2 0 0,-1 1-1130,0 0 0,0 1-1,0 0 1,-6 3 0,-13 4-5342,17-9 5687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38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34 376,'-1'0'516,"0"0"0,0 0 0,0 0-1,0 0 1,0 0 0,1-1 0,-1 1 0,0 0 0,0 0 0,0-1-1,1 1 1,-1-1 0,0 1 0,1-1 0,-1 1 0,0-1 0,1 1-1,-1-1 1,0 0 0,1 1 0,-1-1 0,1 0 0,-1-1 0,0 0 528,0 1 0,0-1 0,1 0 0,-1 0 0,1 0 0,-1 0 1,1 0-1,0 0 0,0-3 0,0 5-848,6 15-155,-2-3-26,0 0 1,-1 1-1,-1 0 1,1 20-1,0-11-53,-2 5-1237,0 0 0,-5 33 0,3-48-85,1-8 931,-1 5-1794,1-1 0,0 1 0,1 12 0,-1-10-536,0-11 2727,0 0-1,0 0 1,0 0-1,0 0 1,0 0 0,0 0-1,0 1 1,0-1-1,-1 0 1,1 0-1,0 0 1,0 0-1,0 0 1,0 0 0,0 0-1,0 0 1,0 0-1,0 0 1,-1 0-1,1 0 1,0 0-1,0 0 1,0 0-1,0 0 1,0 0 0,0 0-1,0 0 1,0 0-1,-1-1 1,1 1-1,0 0 1,0 0-1,0 0 1,0 0 0,0 0-1,0 0 1,0 0-1,0 0 1,0 0-1,0 0 1,0 0-1,-1 0 1,1-1 0,0 1-1,0 0 1,-12-18-709,8 11 729,-34-47 1315,36 52-1051,0 0 0,0 0 0,0 0 0,0 0 0,0 0 0,0 1 1,0-1-1,-1 1 0,1-1 0,-1 1 0,1 0 0,-1 0 0,1 0 0,-1 0 0,0 1 0,0-1 0,1 1 0,-14-3 13681,21 1-14415,5-1 587,0 1-1,0 0 1,0 0-1,0 1 0,0 1 1,0 0-1,11 1 1,2 1-670,43 11 0,-66-13 515,0 0-1,1 0 1,-1 0 0,0 0-1,0 0 1,1 0-1,-1 0 1,0 0-1,0 0 1,0 0-1,1 0 1,-1 0-1,0 0 1,0 0-1,1 0 1,-1 1-1,0-1 1,0 0-1,0 0 1,1 0-1,-1 0 1,0 0-1,0 0 1,0 1-1,0-1 1,1 0 0,-1 0-1,0 0 1,0 0-1,0 1 1,0-1-1,0 0 1,0 0-1,0 1 1,1-1-1,-1 0 1,0 0-1,0 0 1,0 1-1,0-1 1,0 0-1,0 0 1,0 1-1,0-1 1,0 0-1,-10 8-3063,3-3 2225,-15 12 608,0-1 0,-43 24 0,41-29 2490,-35 12 0,58-23-2096,0 0 0,-1 1 1,1-1-1,-1 1 1,1-1-1,0 1 0,0 0 1,-1 0-1,1 0 1,0-1-1,-1 2 1,3 3 206,8 0-363,-6-4 52,0 0 1,1 0 0,-1 0-1,1-1 1,-1 0-1,1 0 1,-1 0 0,1 0-1,3-1 1,34-7 24,-28 5-32,15-4 3,50-20 0,-71 24-5,-5 2 12,-1 0 0,1 0-1,0 0 1,-1 0 0,1 1 0,0-1-1,0 1 1,2-1 0,-4 1 55,-12 11 252,-117 78 93,40-30-2715,79-52 994,3-2-3320,18-8 3380,71-38 5328,-39 19-2879,-16 10-990,-27 12-200,0 0-1,1 0 1,-1 0 0,0 0-1,0 0 1,1 0-1,-1 0 1,0 0-1,0 0 1,0 0-1,1 0 1,-1 1-1,0-1 1,0 0-1,0 0 1,0 0-1,1 0 1,-1 0 0,0 1-1,0-1 1,0 0-1,0 0 1,0 0-1,0 1 1,1-1-1,-1 0 1,0 0-1,0 1 1,0-1-1,0 0 1,0 0-1,0 0 1,0 1 0,0-1-1,0 0 1,0 0-1,0 1 1,0-1-1,0 0 1,0 1-1,0 11 182,0-11-151,0 2-8,-1 6 17,1 0 0,0 0-1,1 0 1,0 0-1,1-1 1,-1 1 0,2-1-1,4 15 1,-6-22-46,-1-1 0,0 1 0,0-1 0,1 1 0,-1-1 0,0 0 0,1 1 0,-1-1 0,0 0 0,1 1 0,-1-1 0,1 0 0,-1 1 0,1-1 0,-1 0 0,0 0 0,1 1-1,-1-1 1,1 0 0,-1 0 0,1 0 0,-1 0 0,1 0 0,-1 0 0,1 0 0,-1 0 0,2 0 0,-1 0 4,1 0-1,0-1 1,-1 1-1,1-1 1,0 1-1,-1-1 1,1 0-1,1-1 1,2-2-207,0 1 1,0-1-1,-1 0 0,5-5 1,-3 1-1406,0-1 1,-1 0 0,1 0-1,5-15 1,-7 14 111,0 0 0,1 0 0,1 1 0,10-14 0,0 0-261,-12 17 2425,0 0-1,0 0 1,6-5-1,-5 7-91,8 3 15049,-15 10-14341,-3 0-1279,0-1 1,-1 0-1,0 1 1,0-2-1,0 1 1,-1-1-1,-16 13 1,18-16-735,-1 0 0,0 0 0,0-1 0,0 0 0,-9 3 0,11-4-760,0-1 1,-1 0-1,1 0 1,-1 0 0,0-1-1,1 1 1,-1-1-1,-7-1 1,5-1-602,1 0 390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39.0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1584,'7'6'9471,"2"-1"-3560,4 0-2313,8 2-2497,7 4-119,61 39 271,-13-5-3983,-62-39-2378,26 10 0,-38-16 4466,1 1 0,-1 0 0,1-1 0,0 1 1,-1-1-1,1 0 0,-1 0 0,1 0 0,0 0 0,-1 0 1,1-1-1,-1 1 0,5-2 0,8-3-1182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39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39 732,'-17'23'21878,"17"-22"-21720,17-6 895,12-4 32,-3-3-780,-9 4-552,25-15 0,-36 17-2439,-11 6-3083,-12 6-3262,2 3 4297,7-4 2985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39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20 1500,'-8'13'5945,"-1"-1"3869,9-12-9716,0 0 0,0 0-1,0 0 1,0 0 0,0 0-1,0 0 1,0 0 0,0 1-1,0-1 1,0 0 0,0 0-1,0 0 1,0 0 0,0 0-1,0 0 1,0 0 0,0 0-1,0 0 1,0 1 0,0-1-1,0 0 1,1 1 1270,-1-1-1271,0 0 1,0 0 0,0 0-1,0 0 1,0 0 0,0 0-1,0 0 1,1 0 0,-1 0-1,0 0 1,0 0 0,0 0-1,0 0 1,0 0 0,0 0-1,0 0 1,0 0 0,1 0-1,-1 0 1,0 0 0,0 0-1,12-1 1290,11-5-1415,-22 5 35,90-36-209,-76 35-867,-15 2 957,1 0 1,-1 0 0,0 0-1,0 0 1,0 0 0,1 0 0,-1 0-1,0 0 1,0 0 0,0 0-1,1 1 1,-1-1 0,0 0-1,0 0 1,0 0 0,0 0-1,0 0 1,1 1 0,-1-1-1,0 0 1,0 0 0,0 0 0,0 1-1,0-1 1,0 0 0,0 0-1,0 0 1,0 1 0,0-1-1,0 0 1,0 0 0,0 0-1,0 1 1,-4 12-3781,-2-4 4096,2-4 1033,1 1 0,0-1 1,-4 9-1,6-12-1059,1 0-1,-1 0 1,1 0 0,0 0-1,-1 0 1,1 0 0,0 0 0,0 1-1,0-1 1,0 0 0,1 0-1,-1 0 1,2 4 0,4 23 267,-2-15-347,-1 0 0,0 0 0,1 21 0,-1-10-94,1 5 18,0-8-135,0 33 1,-3-54 67,-1-1-1,0 1 1,0-1 0,0 1 0,0-1 0,0 1-1,0-1 1,0 1 0,0-1 0,0 0-1,0 1 1,0-1 0,-1 1 0,1-1 0,0 1-1,0-1 1,0 0 0,-1 1 0,1-1 0,0 1-1,0-1 1,-1 0 0,1 1 0,0-1-1,-1 0 1,1 1 0,0-1 0,-1 0 0,1 0-1,0 1 1,-1-1 0,0 0 0,0 0-142,0 0 0,0 0 0,0 0 1,0 0-1,0-1 0,0 1 0,0 0 1,0-1-1,0 1 0,0-1 0,0 1 0,1-1 1,-3-1-1,-24-23-5279,27 25 5315,-14-16-3576,1-1 0,-20-32 0,22 28 2127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0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3 168,'5'-2'10719,"1"16"-5363,-5-5-4608,0-1 0,-1 1-1,1-1 1,-1 1-1,-1-1 1,-2 16 0,2-22-896,1 0-1,-1 0 1,1 1 0,-1-1 0,0 0 0,0 0 0,0 0 0,0 0 0,0 0 0,0 0 0,-1 0 0,1-1 0,0 1 0,-1 0 0,0-1 0,1 1 0,-1-1 0,0 0 0,0 1 0,0-1-1,0 0 1,0 0 0,0 0 0,0 0 0,0-1 0,0 1 0,0 0 0,-1-1 0,1 0 0,0 1 0,-3-1 0,-11-2-3581,14 2 3082,1 0 1,-1-1-1,1 1 0,0-1 1,-1 1-1,1-1 0,0 0 1,-1 0-1,1 1 1,0-1-1,0 0 0,0 0 1,0 0-1,0 0 0,-1-2 1,-2-1-918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0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0 280,'35'7'5159,"17"1"8681,-42-7-12483,0 1 0,0 0 0,-1 0 0,17 7-1,-18-6-1177,0 1 0,-1 0 1,1 0-1,-1 1 0,0-1 0,-1 2 0,1-1 0,-1 1 0,11 12 0,-8-7-201,-6-9-90,0 1 0,-1 0 0,0-1 1,1 1-1,-1 0 0,0 0 1,0 0-1,-1 1 0,1-1 0,-1 0 1,1 1-1,1 6 0,-3-10-27,0 1 0,0-1 0,0 0 0,0 0 0,0 1 1,0-1-1,0 0 0,-1 0 0,1 1 0,0-1 0,0 0 0,0 0 0,0 0 0,0 1 0,0-1 0,0 0 0,-1 0 0,1 1 1,0-1-1,0 0 0,0 0 0,-1 0 0,1 0 0,0 0 0,0 1 0,0-1 0,-1 0 0,1 0 0,0 0 0,0 0 0,-1 0 0,1 0 1,-11-1-5728,8 1 4328,0-1 0,1-1 0,-1 1 0,0 0 1,1 0-1,-4-3 0,-1-4-1212,2-2 708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2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2 1212,'4'-1'17158,"-14"5"-14670,4 0-2477,0 1 0,1 1 0,0-1-1,0 1 1,0 0 0,1 0 0,0 1 0,0-1 0,0 1 0,1 0 0,0 0-1,0 0 1,1 0 0,0 0 0,0 1 0,1-1 0,0 1 0,-1 14 0,3-15-7,1 0 0,-1 0 1,1 1-1,0-1 0,1-1 1,0 1-1,0 0 0,0-1 1,1 1-1,0-1 0,0 0 1,1 0-1,9 10 0,-11-13-52,1 0-1,-1 0 0,0 0 0,1-1 1,0 1-1,-1-1 0,1 0 1,0 0-1,0 0 0,0-1 0,0 0 1,1 1-1,-1-1 0,0-1 0,1 1 1,-1 0-1,0-1 0,1 0 1,-1 0-1,0-1 0,1 1 0,-1-1 1,0 0-1,8-2 0,-10 2-285,0 0-1,-1 0 1,1-1 0,0 1-1,0 0 1,0-1-1,-1 0 1,1 1 0,-1-1-1,1 0 1,-1 0 0,0 0-1,0 0 1,1 0-1,-2 0 1,1 0 0,0 0-1,0 0 1,0-4 0,2-4-2112,-2 0 0,2-19 0,-3 29 2299,1-28-3415,-1 16 2173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3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0 152 396,'2'-1'1019,"0"1"0,0-1 0,0 0 1,0 0-1,-1 0 0,1 0 0,-1 0 0,1-1 0,0 1 0,-1 0 0,0-1 1,1 1-1,-1-1 0,0 0 0,1-1 0,8-17 4541,-3 5-5985,-4 12 657,-1 8-84,-1 9-73,-1-14-78,1 24 45,1 1 1,9 35-1,0 0-161,-9-42-52,1 1-946,0 24 1,-3-43 1050,0 0 1,0 0-1,0 0 1,0 0-1,0 0 0,0 1 1,0-1-1,0 0 0,0 0 1,0 0-1,0 0 0,0 0 1,0 0-1,0 0 0,0 0 1,0 0-1,0 0 0,0 0 1,0 1-1,0-1 0,0 0 1,0 0-1,0 0 0,0 0 1,0 0-1,0 0 0,0 0 1,0 0-1,0 0 1,0 0-1,0 0 0,0 0 1,0 0-1,0 0 0,-1 0 1,1 1-1,0-1 0,0 0 1,0 0-1,0 0 0,0 0 1,0 0-1,0 0 0,0 0 1,0 0-1,0 0 0,0 0 1,0 0-1,-1 0 0,1 0 1,0 0-1,0 0 0,0 0 1,0 0-1,0 0 1,0 0-1,0 0 0,0 0 1,0 0-1,0-1 0,0 1 1,0 0-1,-1 0 0,1 0 1,0 0-1,0 0 0,-6-7-2359,-6-11-1069,5 3 1892,1-1 0,0 0 0,2 0 0,-6-32 0,4-21 1297,5-1 4335,1 38-186,0 28-2811,0 0-1,1 0 0,-1 0 1,1 0-1,0 0 1,0 0-1,2-7 1,-2 10-890,-1 0 0,1 0 0,-1 0 0,1 0 0,0 0 0,-1 1 0,1-1 0,0 0 0,0 0 0,0 0 0,-1 1 0,1-1 0,0 0 0,0 1 0,0-1 0,0 0 0,0 1 0,1 0 0,-1-1 0,0 1 0,0 0 0,0-1 0,0 1 0,0 0 0,0 0 0,1 0 0,-1 0 0,0 0 0,0 0 0,2 1 0,11 2-1,0 0 0,0 2 0,-1-1 0,0 2 0,0 0 0,0 0 0,21 15 0,-33-21-138,0 1-1,1 0 1,-1 0-1,0-1 0,0 1 1,0 0-1,0 0 0,0 0 1,0 0-1,0 0 1,0 0-1,0 1 0,0-1 1,-1 0-1,1 0 0,0 1 1,-1-1-1,1 0 1,-1 1-1,0-1 0,1 0 1,-1 1-1,0-1 0,0 1 1,0-1-1,0 0 1,0 1-1,0-1 0,0 1 1,0-1-1,-1 1 0,1-1 1,0 0-1,-1 1 1,1-1-1,-1 0 0,0 1 1,1-1-1,-1 0 1,0 0-1,0 0 0,0 0 1,0 0-1,0 0 0,0 0 1,-1 1-1,-25 25-868,-36 27-1,59-51-213,1-1-1,-1 0 1,0 0 0,0-1-1,0 1 1,0-1-1,-6 2 1,8-2 44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3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70 1192,'1'-1'411,"0"1"1,0-1-1,0 1 0,0-1 0,0 0 0,0 1 1,0-1-1,0 0 0,-1 0 0,1 0 0,0 1 1,0-1-1,-1 0 0,1 0 0,-1 0 1,1 0-1,-1 0 0,1 0 0,-1 0 0,0-1 1,1 1-1,-1 0 0,0-1 0,1-12 9710,-5 16-8668,0 4-1273,4-6-175,-2 2-9,1 1 0,0-1 0,-1 0-1,1 0 1,1 0 0,-1 1 0,0-1 0,0 0 0,1 1-1,-1-1 1,1 3 0,-2 29 1,1 7 75,0 27-99,1-59 8,1-1-1,0 1 1,1 0 0,0-1 0,4 13 0,-4-19 13,0 1 1,0 0 0,0 0-1,0-1 1,0 1-1,0-1 1,1 0 0,-1 1-1,1-1 1,0 0-1,0-1 1,0 1 0,-1 0-1,2-1 1,-1 0-1,0 1 1,0-1 0,0-1-1,0 1 1,1 0 0,-1-1-1,0 1 1,4-1-1,-1 0 8,-1 0 0,0 0-1,0 0 1,0 0 0,1-1 0,-1 0-1,0 0 1,0 0 0,0-1-1,0 1 1,0-1 0,-1-1-1,1 1 1,6-5 0,12-9-52,-17 12 199,-1 1 0,1-1-1,-1 0 1,7-8-1,-11 10-104,1 1-1,-1-1 0,0 0 0,0 0 0,0 0 0,0 0 0,0 0 0,0 0 1,-1 0-1,1 0 0,-1-1 0,1 1 0,-1 0 0,0 0 0,0 0 1,0-1-1,0-3 0,-2-4-571,-1 0 1,0 1-1,-1-1 0,0 1 1,0-1-1,-1 1 0,0 0 1,-12-14-1,2-1-2326,1 2-3447,-26-32 0,29 40 3987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4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1 212,'-18'0'12529,"17"0"-12323,1 0 1,0 0 0,-1 0-1,1 0 1,0 0 0,-1 0-1,1 0 1,0 0 0,-1 0 0,1 0-1,0 0 1,-1 0 0,1 0-1,0 0 1,-1 0 0,1 0 0,0 0-1,-1 0 1,1 1 0,0-1-1,-1 0 1,1 0 0,0 0-1,0 1 1,-1-1 0,1 0 0,0 0-1,0 1 1,-1-1 0,1 0-1,0 0 1,0 1 0,0-1 0,-1 1-1,2-1-118,-1 1 0,0 0 0,1-1 0,-1 1-1,0 0 1,1-1 0,-1 1 0,1 0 0,-1-1-1,1 1 1,-1-1 0,1 1 0,-1-1 0,2 1 0,1 2-137,1-1 1,-1 0 0,1 1 0,0-1 0,6 2 0,-7-3 80,1 0 0,0-1 0,0 1 0,0-1 0,0 0-1,0 0 1,0 0 0,4-1 0,-8 2-89,-1-1 0,0 1 0,0 0 0,1 0-1,-1 0 1,0 0 0,1 0 0,-1 1 0,1-1 0,-1 0-1,0 2 1,1-2-33,-1 1 1,1 0-1,-1-1 0,0 1 0,0-1 0,1 1 0,-1-1 0,0 1 0,-2 1 0,-24 16-1224,17-13 1299,1 1 1,-1 0-1,1 0 1,-15 18 0,11-13 541,9-8 152,6-5 492,3-1-1083,1 0 1,0 1 0,-1-1 0,1 1 0,10-1 0,-10 1-64,0 1 0,1-2 0,-1 1 0,8-4 0,30-9 81,-44 14-105,0 0 0,0 0 0,0 0-1,0 0 1,0 0 0,0 1 0,0-1-1,0 0 1,0 0 0,0 0 0,0 0 0,0 0-1,0 0 1,0 0 0,0 1 0,0-1-1,0 0 1,0 0 0,0 0 0,0 0 0,0 0-1,0 0 1,0 0 0,0 1 0,0-1-1,0 0 1,0 0 0,0 0 0,0 0-1,0 0 1,0 0 0,0 0 0,0 0 0,0 1-1,1-1 1,-1 0 0,0 0 0,0 0-1,0 0 1,0 0 0,0 0 0,0 0-1,0 0 1,0 0 0,1 0 0,-1 0 0,0 0-1,0 0 1,0 0 0,0 0 0,0 0-1,0 0 1,1 0 0,-1 0 0,-10 12-14,8-9 7,-4 5 9,0 1-1,0-1 1,0 0 0,-9 9 0,11-14 8,0 1 1,0-1-1,0 0 1,-1 0-1,1 0 0,-1-1 1,0 1-1,0-1 0,-9 3 1,6-4-51,18-2-1,-6 1 40,0-1 0,0 0 0,0 0 0,0 0-1,0 0 1,7-3 0,-7 2 0,0 0 0,0 1 0,0 0 0,0 0 0,0 0 0,9-1 0,-11 2 0,1 0 0,-1 0 0,1 0-1,-1 1 1,0-1 0,1 1 0,-1-1-1,1 1 1,-1 0 0,0 0 0,4 2-1,-5-2 1,0 0-1,0 0 1,0 0-1,0 0 1,0 0-1,0 0 0,0 1 1,0-1-1,0 0 1,-1 1-1,1-1 1,-1 0-1,1 1 0,-1-1 1,1 1-1,-1-1 1,0 0-1,0 1 1,1-1-1,-1 1 1,-1 1-1,2 1 4,-1-1 0,0 1-1,0-1 1,0 1 0,-1 0 0,1-1 0,-1 1-1,0-1 1,0 1 0,0-1 0,-1 0 0,1 0-1,-1 1 1,1-1 0,-1 0 0,0 0 0,-1 0-1,1-1 1,0 1 0,-1 0 0,1-1 0,-1 0-1,-5 4 1,-5 4-98,8-7 63,1 1 1,-1-1-1,0 0 1,0 0-1,0-1 1,-8 4-1,12-6-161,0 0 0,-1 0-1,1 0 1,0 0-1,0 0 1,-1 0-1,1 0 1,0 0-1,0 0 1,-1 0-1,1-1 1,0 1-1,0 0 1,0-1-1,-1 1 1,1-1 0,0 0-1,0 1 1,0-1-1,0 0 1,0 0-1,0 1 1,0-1-1,1 0 1,-1 0-1,0 0 1,0 0-1,1 0 1,-1 0-1,0-1 1,1 1 0,-1 0-1,1 0 1,-1 0-1,1-2 1,-5-10-2725,0 2-1497,-6-24 0,7 21 2774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5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1976,'1'-2'10043,"5"-7"-3304,1-2-4090,4 3-1780,-10 8-841,-1 0 0,0 0 0,0 0 0,1 0 0,-1 0 0,0 1 0,0-1 0,1 0 0,-1 0 0,0 0 0,1 0 0,-1 0 0,0 0 0,0 0-1,0 1 1,1-1 0,-1 0 0,0 0 0,0 0 0,1 0 0,-1 1 0,0-1 0,0 0 0,0 0 0,0 0 0,1 1 0,0 2 131,0 0 0,0 0 0,-1 0 1,1 0-1,-1 0 0,1 4 0,-1-1 16,3 80 450,-3-26-566,2-17-55,10 144 6,-10-164-24,-2-15 6,1-1-1,0 1 1,0 0-1,2 7 1,-6-29-3643,1 0 1,0 0-1,0-25 1,-1-7-3364,1 27 4944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5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0 536,'18'5'8150,"-14"-4"-6539,0 0-1,1 0 1,-1 0 0,0 1 0,7 3-1,-10-4-1506,0 0 0,1 0 0,-1 0 0,0 1 0,0-1 0,0 0 0,0 0 0,0 1 1,0-1-1,0 1 0,0-1 0,-1 1 0,1-1 0,0 1 0,-1-1 0,1 1 0,-1 0 0,0-1 0,1 3 0,0 8 19,-1-1 1,0 0 0,0 0 0,-2 0 0,1 0 0,-1-1 0,-5 17 0,4-18-413,0-1 0,-1 0 1,-9 15-1,10-17-395,-1-1 0,0 0 1,0 0-1,-1-1 1,1 1-1,-6 3 0,9-7 307,0-1 0,0 1 0,1 0 0,-1-1 1,0 1-1,0 0 0,0-1 0,0 1 0,0-1 0,0 0 0,0 1 0,0-1 0,0 0 0,0 0 0,0 1 0,0-1 0,-1 0 0,1 0 0,0 0 0,0 0 0,0-1 0,0 1 0,0 0 0,0 0 0,0 0 0,0-1 0,0 1 0,0-1 0,0 1 0,0-1 0,0 1 0,0-1 0,0 0 0,0 1 0,0-2 0,-6-6-1137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6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72 312,'10'-10'2930,"-6"5"-1501,0 1 1,0 0-1,1 0 1,-1 0-1,1 0 1,0 1-1,0 0 0,0 0 1,8-3-1,5-1 364,-11 4-1115,0 1 0,1-1-1,-1 1 1,1 1 0,14-2-1,-22 5-673,1 0 0,0 0-1,-1 0 1,1 0-1,-1 0 1,1 0 0,-1 0-1,0 0 1,0 4-1,-1 90-108,22 173 0,-18-252 84,-1-4-137,6 24 0,-22-71-1967,-2 1-1,-1 1 1,-23-32 0,-2-5-2764,39 63 4520,-16-25-1031,18 29 1370,-1 0 0,0 0 0,1 0-1,-1 0 1,0 0 0,0 1 0,0-1 0,0 1 0,0-1 0,0 1 0,-3-2 0,5 3 69,-1 0 0,1 0 0,0 0 0,-1 0 0,1-1 0,0 1-1,-1 0 1,1 0 0,0 0 0,-1 0 0,1 0 0,-1 0 0,1 0 0,0 0 0,-1 0 0,1 0 0,0 0 0,-1 0-1,1 1 1,0-1 0,-1 0 0,1 0 0,0 6 1253,0-5-1104,1 0 1,-1-1 0,1 1 0,-1 0 0,1-1 0,0 1 0,-1 0-1,1-1 1,-1 1 0,1-1 0,0 1 0,0-1 0,-1 1 0,1-1-1,0 0 1,0 1 0,0-1 0,-1 0 0,1 0 0,1 1 0,4-2 163,0 1 0,0-1 1,0 0-1,0 0 1,0-1-1,8-2 0,-13 3-348,3 0-326,1-1 1,0 1 0,0 0-1,6 0 1,-11 1-29,-1 4-231,0 0 0,-1-1 0,0 1-1,0 0 1,0-1 0,0 1 0,0-1 0,-1 0 0,-4 5 0,1 0-529,1-1 387,0 0 1,0 1-1,1-1 1,1 1-1,-5 11 1,7-14 1276,-1 1 0,1-1 1,0 1-1,0 0 1,0 6-1,1-12-331,0 1 1,0-1 0,0 1-1,0-1 1,0 0 0,0 1-1,0-1 1,1 1-1,-1-1 1,0 0 0,0 1-1,0-1 1,0 0-1,1 1 1,-1-1 0,0 1-1,0-1 1,0 0-1,1 0 1,-1 1 0,0-1-1,1 0 1,-1 1-1,0-1 1,1 0 0,-1 0-1,0 0 1,1 1 0,-1-1-1,0 0 1,1 0-1,15-1 3369,-11-1-3194,1 0 0,-1 0 0,9-5 0,-9 3-1323,0-1 0,0 1 0,0-1 0,-1 0 0,0 0 0,0-1 0,0 1 0,4-10 0,6-6-4081,-8 10 2904,-1 1 316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6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56 488,'4'-3'16187,"6"-4"-13438,6 2-2169,-1 0-1507,23-10 0,-34 13-1035,1-1-1,-1 1 1,0-1 0,0 0 0,5-5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6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0 48,'-1'0'496,"1"0"0,-1 0 0,0 0 0,1 0 0,-1 1 0,0-1 0,1 0 0,-1 0 0,0 0 0,1 1 0,-1-1 0,0 0 0,1 1 0,-1-1 0,1 1 0,-1-1 0,1 0 0,-1 2 0,-5 11 3452,5-6-3913,0-1 0,1 1 0,1 9 0,-1 2 516,-2 13-501,2-12-106,-5 27-1,4-41 19,0-1-1,0 1 0,0-1 1,-1 0-1,0 0 0,1 0 1,-1 0-1,-1 0 1,1 0-1,-1 0 0,-4 5 1,3-6-84,-1 1 0,1-1 0,-1 0 0,0 0 0,0-1 1,0 1-1,0-1 0,0 0 0,-1 0 0,1-1 1,-1 0-1,1 0 0,-11 1 0,15-2 201,1 0-32,1 0 1,-1 1-1,0-1 1,1 0-1,-1 1 1,0-1-1,1 0 1,-1 0-1,1 1 1,-1-1-1,0 0 1,1 0-1,-1 0 1,1 1-1,-1-1 1,0 0-1,1 0 1,-1 0-1,1 0 1,-1 0-1,1 0 1,-1 0-1,1 0 0,-1 0 1,1 0-1,18 0 993,-15 0-745,18-2 147,0 0 0,32-8 0,-40 7-467,0 2 14,-12 3-133,-7 4 41,-66 58 52,62-56 27,-1-1 1,2 1 0,-1 1-1,1 0 1,0 0 0,-8 14-1,15-22 23,1-1-1,0 0 1,0 0-1,0 0 1,0 1-1,-1-1 1,1 0-1,0 0 1,0 1-1,0-1 1,0 0-1,0 0 0,0 1 1,0-1-1,0 0 1,0 1-1,0-1 1,0 0-1,0 0 1,0 1-1,0-1 1,0 0-1,0 1 1,0-1-1,0 0 0,0 0 1,0 1-1,0-1 1,0 0-1,0 0 1,1 1-1,-1-1 1,0 0-1,0 0 1,0 0-1,0 1 1,1-1-1,-1 0 1,0 0-1,14 0 22,15-10 35,-7 1-44,60-30-701,-71 32 566,-9 6 144,0-1-1,1 0 1,-1 1-1,1 0 1,-1 0 0,1-1-1,-1 1 1,1 1-1,0-1 1,3-1-1,-5 3-15,-1-1-1,1 0 1,-1 0-1,0 1 0,1-1 1,-1 0-1,0 1 1,1-1-1,-1 0 0,0 1 1,0-1-1,1 0 1,-1 1-1,0-1 0,0 1 1,1-1-1,-1 0 1,0 1-1,0-1 0,0 1 1,0-1-1,0 1 1,0-1-1,0 1 0,0-1 1,0 1-1,0-1 1,1 18-97,-1-15 43,-2 17-761,-1-1-3293,1-31-4959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7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51 972,'1'-1'1037,"0"0"1,1 1-1,-1-1 0,0 0 1,1 0-1,-1 1 0,0-1 1,1 1-1,-1-1 0,1 1 0,1-1 1,21-2 4765,3 0-4123,67-31-1374,-91 33-316,-1 1 0,0-1 0,1 1 0,-1-1-1,0 1 1,1 0 0,-1 0 0,1 0 0,-1 0 0,0 1-1,1-1 1,-1 1 0,1-1 0,-1 1 0,0 0 0,0 0 0,3 1-1,-4-2 12,0 1-1,0 0 1,0 0-1,0 0 1,0-1-1,0 1 0,-1 0 1,1 0-1,0 0 1,0 0-1,-1 0 1,1 0-1,-1 0 0,1 1 1,-1-1-1,1 0 1,-1 0-1,0 0 1,1 1-1,-1-1 1,0 0-1,0 0 0,0 0 1,0 1-1,0-1 1,0 0-1,-1 0 1,1 1-1,0-1 0,-1 0 1,1 0-1,0 0 1,-2 2-1,-2 6 8,0-1 1,-1 0-1,0-1 0,0 1 0,-1-1 1,-8 9-1,-44 35-1224,39-36 397,18-13 810,0-1 0,0 0-1,-1 0 1,1 0-1,-1 0 1,1 0 0,0-1-1,-1 1 1,0 0-1,1-1 1,-1 1 0,1-1-1,-1 0 1,0 1-1,1-1 1,-1 0 0,0 0-1,1 0 1,-1 0-1,0 0 1,1 0-1,-1-1 1,0 1 0,1 0-1,-1-1 1,0 0-1,1 1 1,-1-1 0,1 0-1,-1 0 1,1 1-1,-2-3 1,1 1 109,0 0 1,0 0-1,0 0 1,0 0-1,0-1 1,1 1-1,-1-1 1,1 1-1,0-1 1,0 1-1,0-1 1,0 0-1,0 0 1,0 0-1,1 1 1,-1-1-1,1-5 1,0 7-62,0-6 269,0 1 0,0-1 0,0 1 0,1-1-1,0 1 1,0 0 0,1-1 0,3-9 0,0 3 746,-4 11-780,-1 0 0,1 0 0,0 0 0,-1 0 0,1 0 1,0 0-1,0 0 0,3-3 0,2 29 586,4 192-484,1 14-795,-8-203-54,-2 0 0,-3 40 0,2-66 434,0-1 0,0 1 0,0 0 0,0-1 0,0 1 0,0-1 0,0 1 0,0-1 1,-1 1-1,1-1 0,0 1 0,0-1 0,0 1 0,-1-1 0,1 1 0,0-1 0,-1 1 0,1-1 0,0 0 1,-1 1-1,1-1 0,-1 0 0,1 1 0,0-1 0,-1 0 0,1 1 0,-2-1 0,1 0-69,1 0-1,-1 0 0,0 0 1,0 0-1,0 0 0,0 0 0,0 0 1,1-1-1,-1 1 0,0 0 1,0-1-1,0 1 0,1-1 1,-1 1-1,-1-1 0,-1-2-630,-1 0-1,1 0 0,-1-1 1,1 1-1,-4-5 1,5 4 52,-3-3-1380,0 0-1,1 0 0,0 0 1,0-1-1,1 0 0,-5-14 1,6 6-251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8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12 1036,'-1'-1'1671,"-8"-10"10793,16 15-12310,-6-3-138,1 0 1,-1 0-1,1 1 1,-1-1-1,1 0 0,-1 1 1,0-1-1,1 1 1,-1-1-1,0 1 1,0 0-1,0 0 1,0-1-1,-1 1 0,2 2 1,-2-3 23,0 1 0,0-1 0,0 1 0,0-1 0,0 0 0,0 1 0,0-1 0,0 1-1,-1-1 1,1 0 0,0 1 0,-1-1 0,1 0 0,-1 1 0,0-1 0,1 0 0,-1 0 0,0 0 0,0 0 0,1 1 0,-1-1 0,-2 1 0,-16 17 295,0-1 0,-2-1 0,-42 28 1,29-28 2337,43-19-449,-6 2-2023,1-1-1,-1 0 0,0 0 0,0 0 1,6-3-1,-8 3-184,0 0 0,0 1 0,0-1 0,0 0 0,1 1 0,-1-1 0,0 1 0,1-1 0,-1 1 0,1-1 0,-1 1 0,0 0 0,1 0 0,-1 0 0,3 0 0,-3 0-11,-1 0 0,1 0 0,0 1-1,0-1 1,-1 1 0,1-1 0,0 0-1,0 1 1,-1-1 0,1 1 0,0 0 0,-1-1-1,1 1 1,-1-1 0,1 1 0,-1 0-1,1 0 1,-1-1 0,1 2 0,1 4-6,0-1 1,0 1-1,-1 0 1,0 0-1,1 11 1,0 0 29,12 84-288,-14-100 209,1 5-536,0 0 0,0 1-1,0-1 1,4 11 0,-9-35-8498,5-5 3685,-1-3 1093,-2 12 2778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8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91 424,'6'-2'10389,"1"-1"-4211,11-4-1892,2 4-4044,-1 0 1,0-1 0,-1-2 0,1 1 0,24-13-1,-20 2-695,-15 4-1535,-8 12 1768,0-1-1,0 1 1,0-1 0,1 1 0,-1 0-1,0-1 1,0 1 0,0 0 0,0-1 0,0 1-1,0-1 1,0 1 0,0 0 0,0-1 0,-1 1-1,1-1 1,0 1 0,0 0 0,0-1-1,0 1 1,0 0 0,-1-1 0,1 1 0,0 0-1,0-1 1,-1 1 0,-4-2-6434,-8 3 2488,9-1 2700,-3 0-130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9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0 856,'-8'8'9449,"8"-7"-8625,-1 0 1,1-1 0,0 1 0,-1 0 0,0 1 0,3 4 2453,3 3-3545,-2-3 334,0 0 0,-1 0-1,0 1 1,0-1 0,0 0 0,-1 1-1,0-1 1,0 1 0,-1 0 0,0-1 0,0 8-1,-1-5-250,-1-1 0,1 0 1,-1 0-1,-1 0 0,0 0 0,0 0 0,0 0 0,-1-1 0,0 0 0,0 0 0,-1 0 0,-8 9 0,6-7 199,6-8 29,0 0 0,1 0 1,-1 0-1,0 0 0,1 0 1,-1 0-1,0-1 1,0 1-1,0 0 0,0 0 1,0-1-1,0 1 0,0-1 1,0 1-1,0-1 0,0 1 1,0-1-1,0 0 1,0 1-1,0-1 0,-2 0 1020,14-6 269,2 0-1136,0 1 1,19-5-1,20-7-216,-44 14 9,11-6-124,-17 8-561,-2 5 303,-4 5-268,-6 3-860,1-1 1,-19 16 0,-25 16 896,46-37 1930,9-4-137,15-3 69,-8-1-1486,104-14 2481,-112 16-2179,0 0 1,0-1 0,0 1-1,0 0 1,0 0-1,1 0 1,-1 0 0,0 0-1,0 0 1,0 1 0,0-1-1,0 0 1,1 1-1,-1-1 1,0 1 0,0-1-1,0 1 1,0-1-1,0 1 1,0-1 0,0 1-1,-1 0 1,1 0 0,1 1-1,-1-1-61,-1-1 0,0 1 0,0 0-1,1 0 1,-1 0 0,0 0 0,0 0 0,0 0-1,0-1 1,0 1 0,0 0 0,0 0 0,0 0 0,0 0-1,-1 0 1,1-1 0,0 1 0,-1 0 0,1 0-1,0 0 1,-1-1 0,1 1 0,-1 0 0,1 0-1,-1-1 1,1 1 0,-1 0 0,0-1 0,1 1-1,-1-1 1,0 1 0,-1 0 0,-23 17-2518,0 0 1,-2-2 0,-39 18-1,48-25 1918,-18 9 4914,43-25 592,-5 6-4603,0 0 0,0-1 0,0 1 0,0 0 1,1 0-1,3-1 0,8-2-69,0 2-1,0 0 1,0 0-1,0 2 1,0 0 0,0 0-1,0 1 1,0 1 0,0 0-1,0 1 1,14 5 0,-15-4-79,0 2 1,-1-1 0,0 1 0,0 1-1,0 1 1,-1-1 0,0 2 0,20 18 0,-22-18-330,-16-16-1224,-18-16-4863,21 19 4326,-1 0-1,1-1 1,0 0 0,1 0-1,-1 0 1,-5-10 0,5 2-479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49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63 136,'-19'10'20797,"30"-14"-19945,-3 0-726,1 0 0,-1 0 0,0 0 1,0-1-1,-1-1 0,9-7 1,14-10-1190,-29 23 977,-1 0 1,0 0-1,0 0 0,0 0 1,0 0-1,0 0 0,0 0 1,1 0-1,-1 0 0,0 0 1,0 0-1,0 0 0,0 0 1,0 0-1,0 0 0,0 0 1,1 0-1,-1 0 0,0-1 1,0 1-1,0 0 0,0 0 1,0 0-1,0 0 1,0 0-1,0 0 0,0 0 1,0 0-1,1-1 0,-1 1 1,0 0-1,0 0 0,0 0 1,0 0-1,0 0 0,0 0 1,0-1-1,0 1 0,0 0 1,0 0-1,0 0 0,0 0 1,0 0-1,0 0 0,0-1 1,0 1-1,0 0 0,0 0 1,-1 0-1,1 0 0,0 0 1,0 0-1,0 0 0,0-1 1,0 1-1,0 0 0,0 0 1,0 0-1,0 0 0,0 0 1,-1 0-1,1 0 0,0 0 1,0 0-1,0 0-214,-1 0 0,1 0 1,0 0-1,-1 0 0,1 0 0,-1 0 0,1 0 0,0 0 0,-1 0 0,1 0 0,0 1 1,-1-1-1,1 0 0,0 0 0,-1 0 0,1 1 0,0-1 0,0 0 0,-1 0 1,1 1-1,0-1 0,0 0 0,0 1 0,-1-1 0,1 0 0,0 1 0,-6 9-5735,3-7 4637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0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21 240,'-2'3'5927,"-2"-8"-1484,-5-11 2092,7 13-3377,9 24-2140,-4-9-954,-1 0 1,0 0-1,-1 0 1,0 0-1,-1 0 1,-2 23-1,-7 18-2833,-4 0-5772,11-24 913,0-22 5822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0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1 199 392,'0'-5'11206,"2"-7"-5573,0 9-5353,1-1 0,-1 1 0,1-1 0,0 1 0,0 0 0,0 0 0,0 0 0,5-2 0,6-8-203,-9 9-265,-1-1 0,0 0-1,-1 0 1,7-10-1,-7 10-672,-1-1 0,0 1 0,0-1 0,0 0 1,1-6-1,13-45-11229,-14 51 10767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0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60 100,'5'-1'18770,"-1"-1"-15322,3 0-3986,2-2 556,37-7 267,-29 7-145,1 0-1,0-2 1,25-11-1,-36 13-158,-7 3 16,1 1 1,-1 0-1,1-1 0,-1 1 0,0 0 0,1-1 1,-1 1-1,1 0 0,-1 0 0,1 0 0,-1-1 0,1 1 1,-1 0-1,1 0 0,-1 0 0,1 0 0,-1 0 1,2 0-1,-2 0-1,0 11-68,0-6-21,0 0-1,-1 0 0,0 0 0,0 0 1,0 0-1,-3 7 0,-15 27-4638,0-2-6032,19-36 10505,0 0-1,-1 0 1,1 0 0,0-1 0,-1 1 0,1 0 0,-1-1 0,1 1 0,-1 0 0,1-1 0,-1 1 0,1 0 0,-1-1 0,1 1 0,-1-1 0,0 1 0,1-1 0,-1 1-1,-1-1 1,-4 2-880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0.7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51 828,'2'-28'4418,"-2"27"-4111,1 0 1,-1-1-1,0 1 0,1 0 0,-1 0 0,0 0 0,1 0 0,-1 0 0,1 0 0,0 0 0,-1 0 0,1 0 0,0 0 0,-1 0 0,1 0 0,0 0 0,0 0 0,0 0 0,0 1 0,2-2 0,-3 2-195,1 0-1,-1 0 0,0 0 0,0-1 0,1 1 0,-1 0 0,0 0 1,1 0-1,-1 0 0,0 0 0,1 0 0,-1 0 0,0 1 0,1-1 0,-1 0 1,0 0-1,0 0 0,1 0 0,-1 0 0,0 0 0,1 1 0,-1-1 1,0 0-1,0 0 0,0 0 0,1 1 0,-1-1 0,0 0 0,0 0 1,1 1-1,3 11 1899,-3 17-485,-1-26-1374,0 3-214,0 0 0,0-1 1,-1 1-1,0-1 1,0 1-1,-1-1 0,-3 8 1,3-8-580,0-1-1,0 1 1,-1-1 0,0 0 0,-4 4-1,-4 8-3037,9-13 2654,0 0 0,0-1 1,0 1-1,-1 0 1,1-1-1,-1 1 0,1-1 1,-5 3-1,1-3-366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1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67 792,'-1'-16'2021,"0"13"-1507,1 0 0,0 0 0,-1 0 1,1 0-1,0 0 0,1-1 0,-1 1 0,0 0 1,1 0-1,0 0 0,0 0 0,0 1 0,1-4 1,-2 5-411,0 1 1,0 0 0,1 0 0,-1-1 0,0 1 0,0 0-1,0 0 1,0-1 0,0 1 0,1 0 0,-1 0-1,0 0 1,0-1 0,0 1 0,1 0 0,-1 0 0,0 0-1,0 0 1,1-1 0,-1 1 0,0 0 0,0 0-1,1 0 1,-1 0 0,0 0 0,0 0 0,1 0 0,-1 0-1,0 0 1,1 0 0,-1 0 0,0 0 0,0 0 0,1 0-1,-1 0 1,0 0 0,0 0 0,1 0 0,5 12 3269,0 17-795,-5-11-2327,-2 34 1,0-34-271,0 0 0,3 20 1,1-15 15,-2-9 5,0-1 0,1 0 1,1-1-1,8 23 1,-8-28-5,0 0 0,0 0 0,1 0 0,8 11 0,-10-15 0,0-1 0,1 0 1,-1 0-1,0 0 0,1 0 0,0 0 0,-1 0 0,1-1 1,0 1-1,0-1 0,0 0 0,0 0 0,0 0 0,4 1 1,31 3 634,0-2 0,0-1 1,0-2-1,68-10 1,-94 10-430,7-1 1315,-18 0-1481,-1 1 0,0 0 0,1 0 0,-1-1 0,0 1 0,1 0 0,-1 0 0,0-1 0,0 1 0,1 0 1,-1-1-1,0 1 0,0-1 0,0 1 0,1 0 0,-1-1 0,0 1 0,0 0 0,0-1 0,0 1 0,0-1 0,0 1 1,0 0-1,0-1 0,0 1 0,0-1 0,0 1 0,0-1 0,0 1 0,0 0 0,0-1 0,0 1 0,0 0 0,-1-1 1,1 1-1,0-1 0,0 1 0,0 0 0,-1-1 0,1 1 0,-1-1 0,-8-15-260,-2 0 0,0 0 0,-17-18 1,-10-13-3718,35 41 3323,-8-7-1898,2 0 0,0-1 0,0-1 0,2 1 0,-1-1 0,-8-29 0,11 19-153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1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82 8,'-16'15'21087,"32"-26"-19649,-2 4-1085,1 1 0,18-6 1,5-3-273,-35 14-262,-1 0 1,1 0 0,0-1 0,-1 0 0,1 1 0,-1-1 0,1 0 0,3-4 0,-6 5-100,0 0-1,0 1 0,0-1 0,-1 0 0,1 1 0,0-1 1,0 0-1,-1 1 0,1-1 0,0 0 0,-1 1 0,1-1 0,-1 1 1,1-1-1,0 1 0,-1-1 0,1 1 0,-1-1 0,0 0 1,-13-9-9506,2 7 5355,8 2 2803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1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5 368,'-12'0'11582,"6"-4"-6257,6 4-5267,-1 0 0,1 0 0,0 0 0,0 0 0,0 0 0,0 0 0,0 0 0,0 0 0,0 0 0,0 0 0,0 0 0,0 0 0,-1 0 0,1 0 0,0 0-1,0 0 1,0 0 0,0 0 0,0 0 0,0 0 0,0 0 0,0 0 0,0 0 0,0 0 0,0 0 0,-1 0 0,1 0 0,0 0 0,0 0 0,0 0 0,0 0 0,0 0 0,0 0 0,0 0 0,0 1 0,0-1 0,0 0 0,0 0 0,0 0 0,0 0 0,0 0 0,0 0 0,0 0 0,0 0 0,0 0 0,0 0 0,0 0 0,0 1 0,0 6 591,2 8-972,-1-14 504,2 22-659,-1 0-1,-1-1 1,-1 1-1,-4 31 1,3-42-653,-3 69-13277,2-74 12860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2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4 262 1092,'-4'3'8179,"14"-11"-3625,0 2-3108,-1 0 0,0-1-1,-1-1 1,10-9 0,-7 5-1939,-1-1 1,0 0 0,0-1-1,10-21 1,-13 22-1848,-1-1 0,0 1 0,-1-1 0,-1 0 0,0 0 0,1-17 0,-4 18 696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2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1220,'2'-7'12009,"3"-2"-8637,-5 9-3343,0-1-1,0 1 1,0 0-1,0-1 1,0 1-1,0 0 1,0 0-1,0-1 1,0 1-1,1 0 1,-1 0-1,0-1 1,0 1 0,0 0-1,0 0 1,1 0-1,-1-1 1,0 1-1,0 0 1,1 0-1,-1 0 1,0 0-1,0-1 1,1 1-1,-1 0 1,0 0 0,0 0-1,1 0 1,-1 0-1,0 0 1,0 0-1,1 0 1,-1 0-1,0 0 1,1 0-1,-1 0 1,0 0-1,0 0 1,1 0 0,-1 0-1,0 0 1,1 0-1,-1 0 1,0 0-1,0 1 1,1-1-1,-1 0 1,0 0-1,0 0 1,1 0-1,-1 1 1,0-1 0,0 0-1,0 0 1,0 1-1,1-1 1,2 6 73,0-1 0,-1 1 0,1 0 0,-1 0 1,0 0-1,-1 0 0,1 0 0,-1 0 0,0 12 0,0 7 557,-4 28-1,1-29-515,1-1-460,1-4-749,-2 0 1,0 1 0,-5 18 0,3-21-3004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2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70 440,'26'-23'10187,"4"5"-8072,-29 18-2194,-1 0 1,0 0-1,1 0 1,-1 0-1,0 0 0,1 0 1,-1 0-1,0 0 1,0-1-1,1 1 1,-1 0-1,0 0 0,1 0 1,-1-1-1,0 1 1,0 0-1,0 0 1,1-1-1,-1 1 1,0 0-1,0-1 0,0 1 1,0 0-1,0 0 1,1-1-1,-1 1 1,0 0-1,0-1 0,0 1 1,0 0-1,0-1 1,0 1-1,-9-7-3180,-24-2-1936,27 8 4757,-7-3-635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2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1 244,'-3'8'5117,"3"-8"-4888,0 0-1,-1 1 0,1-1 0,0 0 0,0 1 0,0-1 0,-1 0 1,1 1-1,0-1 0,0 0 0,0 1 0,0-1 0,0 1 1,0-1-1,0 0 0,0 1 0,0-1 0,0 1 0,0-1 0,0 0 1,0 1-1,0-1 0,0 1 0,0-1 0,0 0 0,0 1 0,1-1 1,-1 1-1,6 8 1299,-1 0 1,6 15-1,-8-16-1284,0 0 0,-1 0-1,3 17 1,-4-21-530,0-1 0,-1 1 0,0 0 0,0-1 0,0 1 0,0 0 0,0-1 0,-1 1 0,0-1 0,0 1 0,0 0 0,0-1 1,0 0-1,-1 1 0,1-1 0,-1 0 0,0 0 0,0 0 0,0 0 0,-1 0 0,1 0 0,-1 0 0,1-1 0,-6 4 0,-21 13-1249,50-21 8763,51-16-2463,-48 13-4595,0 2 0,1 0 0,0 1 0,47 4 0,-45 1-76,0 2 0,0 1 1,-1 1-1,45 18 0,-63-23-723,-11-6-2150,-12-7-2839,-22-10-5009,28 13 8846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3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5 636,'1'0'1120,"0"-1"0,0 0 0,1 1-1,-1-1 1,1 1 0,-1-1 0,0 1 0,1 0-1,-1 0 1,1 0 0,-1-1 0,3 2 0,-2-1-729,0 1 1,0-1-1,-1 1 0,1 0 1,0 0-1,-1 0 1,1 0-1,-1 0 0,3 2 1,0 0-296,-1-1 1,0 1-1,-1 0 1,1 0 0,0 1-1,-1-1 1,1 0-1,-1 1 1,0 0-1,-1-1 1,4 8-1,-5-10-107,0 1 0,0-1-1,0 1 1,1-1 0,-1 1-1,-1 0 1,1-1 0,0 1-1,0-1 1,0 1 0,-1-1-1,1 1 1,-1-1 0,0 1-1,1-1 1,-1 0 0,0 1-1,0-1 1,1 0 0,-1 1-1,0-1 1,0 0 0,-1 0-1,1 0 1,0 0 0,0 0-1,0 0 1,-1 0 0,1-1-1,0 1 1,-1 0 0,1-1-1,-4 2 1,-124 48-1113,118-44 1083,9-5 36,0 0-1,1 0 1,-1 0 0,0 0 0,0 0 0,1-1-1,-1 1 1,0 0 0,-2-1 0,4 0 14,0 0 0,0 0 0,0 0 0,-1 0 0,1 0 0,0 0 0,0 0 0,0 0 0,0 0 0,0 0 0,-1 0 0,1 0 0,0 0 0,0 0 0,0 0 0,0 0 0,0 0 0,0 1 0,-1-1 0,1 0 0,0 0 0,0 0 0,0 0 0,0 0 0,0 0 0,0 0 0,0 0 0,-1 0 0,1 1 0,0-1 0,0 0 0,0 0 0,0 0 0,0 0 0,0 0 0,0 1 0,0-1 0,0 0 0,0 0 0,0 0 0,0 0 0,0 1 37,0-1 0,0 0-1,0 0 1,1 0 0,-1 1 0,0-1-1,0 0 1,0 0 0,0 0 0,1 1-1,-1-1 1,0 0 0,0 0 0,0 0-1,1 0 1,-1 0 0,0 0 0,0 0-1,1 0 1,-1 1 0,0-1 0,0 0-1,1 0 1,-1 0 0,0 0 0,0 0-1,1 0 1,7-1 755,1 1 0,-1-1-1,17-3 1,-7 0-575,-12 3-200,0 0 1,0-1 0,0 0 0,8-3 0,-13 5-28,-1 0 0,0 0 0,1 0 0,-1 0 0,1 0 0,-1-1 0,0 1 0,1 0 0,-1 1-1,1-1 1,-1 0 0,0 0 0,1 0 0,-1 0 0,1 0 0,-1 0 0,0 0 0,1 1 0,-1-1 0,0 0 0,1 0 0,-1 0 0,0 1-1,1-1 1,-1 0 0,0 0 0,0 1 0,1-1 0,-1 0 0,0 1 0,0-1 0,0 0 0,1 1 0,-1-1 0,0 0 0,0 1 0,0-1-1,0 1 1,0-1 0,0 0 0,0 1 0,0-1 0,0 1 0,0-1 0,0 0 0,0 1 0,2 25 35,-1-19-40,3 62 13,-2-33-541,11 66 0,-13-100 411,0-1 0,0 0 1,1 0-1,-1 0 0,0 0 1,1 0-1,-1 0 0,0 0 1,1 0-1,0 0 0,-1 0 1,1 0-1,0 0 0,-1 0 1,2 1-1,3-4-2643,-1-10-400,-2-4-757,-1 0 1,0-22-1,-1 29 3071,0-11-824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4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1 972,'3'4'14048,"1"1"-8917,8 9-5011,-10-12-210,1 0 0,-1 0 0,0 0 0,0 0 0,0 1 0,0-1 0,-1 1 0,1-1 0,-1 1 0,2 3 0,-2-4-232,0 0 0,-1 1 0,1-1 0,-1 0 0,0 1 0,0-1 0,0 0 0,0 1 0,0-1 1,0 0-1,-1 1 0,1-1 0,-1 0 0,1 1 0,-1-1 0,0 0 0,0 0 0,0 0 0,0 0 0,-3 4 0,-1 1 184,-1-1 0,1 1-1,-1-1 1,-1 0-1,0 0 1,1 0-1,-2-1 1,-10 7-1,8-6 1173,0 0 1100,5-4 2980,15-3-4876,0-1 0,0 0 0,0 0 1,0-1-1,12-5 0,-3 1 140,-14 5-336,49-13 131,-31 11-1225,-36 18 872,-47 64 135,54-71 53,0 0 0,0 0 1,0-1-1,-1 0 1,-12 9-1,15-11 590,12-5-245,12-5-128,106-33-180,-101 29 40,-15 5-124,-10 5-143,-4 0-163,-7 4-561,-1 1 1,1 0-1,0 1 1,0 0 0,1 0-1,0 1 1,0 1 0,-11 10-1,-18 13-630,35-28 1731,1 0 1,-1-1 0,1 1 0,-4 6 1355,24-10 2881,43-15-3474,-55 13-4132,-12 1-183,-13 3-913,15 1 3658,0 0-1,1 1 0,-1-1 1,1 1-1,0 0 0,0 0 1,0 1-1,0-1 0,1 1 1,-1 0-1,-3 4 0,3-1-24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4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76,'7'61'7050,"-5"-52"-5945,-2-9-1215,0 0-1,0 0 0,1 0 0,-1 1 1,0-1-1,0 0 0,1 0 1,-1 0-1,0 0 0,0 0 1,1 1-1,-1-1 0,0 0 1,0 0-1,1 0 0,-1 0 1,0 0-1,1 0 0,-1 0 1,0 0-1,0 0 0,1 0 1,-1 0-1,0 0 0,1 0 1,-1 0-1,0 0 0,0 0 1,1-1-1,-1 1 0,8-7-3858,-5 0 4117,5-10 3008,-7 9-2058,0 5-294,-1 0 0,1-1 1,0 1-1,0 0 0,0 0 1,1 0-1,-1 0 0,3-4 1,-2 7-603,-1 0-1,1 0 1,0 0 0,0 0 0,-1 1-1,1-1 1,0 0 0,0 1 0,-1-1-1,1 1 1,1 0 0,4 2-11,-4-3-56,1 0 0,0 0-1,-1 0 1,1 0 0,0-1-1,-1 1 1,1-1 0,4-1 0,-5 1-6,0 0 1,0 0-1,0 1 1,0-1-1,0 1 0,0 0 1,0-1-1,0 1 1,0 1-1,0-1 1,4 1-1,-6 0-105,-1-1 0,1 1-1,-1-1 1,1 1 0,-1-1 0,1 1-1,-1 0 1,1-1 0,-1 1 0,0 0-1,1-1 1,-1 1 0,0 0-1,0 0 1,1-1 0,-1 1 0,0 0-1,0 0 1,0 0 0,0-1-1,0 1 1,0 1 0,-2 19 17,0-14-52,0 0 0,1 1-1,-1 9 1,2-9-712,-1-1-1,0 1 1,-3 9 0,3-17 557,1 0 1,0 0 0,0 1-1,0-1 1,0 0-1,0 0 1,-1 0 0,1 1-1,0-1 1,0 0-1,-1 0 1,1 0-1,0 0 1,0 0 0,-1 1-1,1-1 1,0 0-1,0 0 1,-1 0 0,1 0-1,0 0 1,0 0-1,-1 0 1,1 0 0,0 0-1,0 0 1,-1 0-1,1 0 1,0 0 0,0 0-1,-1 0 1,1 0-1,0 0 1,0-1 0,-1 1-1,1 0 1,0 0-1,0 0 1,-1 0 0,-12-8-4616,8 5 2398,-1 0 1200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4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30 424,'-21'21'16017,"36"-17"-12393,-8-2-3592,1 0 1,-1-1 0,1-1 0,0 1 0,-1-1 0,1 0 0,0-1 0,-1 0 0,1 0-1,-1-1 1,12-3 0,-18 4-207,-1 1 0,1 0 1,-1 0-1,1 0 0,-1-1 0,1 1 0,-1 0 0,1-1 0,-1 1 0,1 0 1,-1-1-1,0 1 0,1-1 0,-1 1 0,1-1 0,-1 1 0,0-1 0,1 1 1,-1-1-1,0 1 0,0-1 0,0 1 0,1-1 0,-1 1 0,0-1 0,0 1 0,0-1 1,0 0-1,0 1 0,0-1 0,0 1 0,0-1 0,0 1 0,0-1 0,0 0 1,0 1-1,-1-1 0,1 1 0,0-1 0,0 1 0,-1-1 0,1 1 0,0-1 0,0 1 1,-1-1-1,0 0 0,-1-1-822,1 0 1,-1 0-1,0 0 1,0 0 0,0 0-1,0 1 1,-1-1-1,-4-2 1,-3 0-836,0 0 374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5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30 780,'-2'0'613,"0"1"-1,0-1 0,0 1 1,0-1-1,0 0 1,0 0-1,-3 0 1,-9 1 160,13-1-764,1 0-1,0 0 1,-1 0 0,1 0-1,0 0 1,0 0-1,-1 1 1,1-1 0,0 0-1,-1 0 1,1 0-1,0 0 1,0 0-1,0 1 1,-1-1 0,1 0-1,0 0 1,0 0-1,0 1 1,-1-1 0,1 0-1,0 0 1,0 1-1,0-1 1,0 0-1,0 1 1,-1-1 0,1 0-1,0 0 1,0 1-1,0-1 1,0 1 0,0-1 269,0 1 0,0 0 0,0 0 1,1 0-1,-1 0 0,0 0 0,0 0 0,1 0 1,-1 0-1,0-1 0,1 1 0,-1 0 1,1 0-1,-1 0 0,1-1 0,-1 1 1,1 0-1,0-1 0,-1 1 0,1 0 0,0-1 1,0 1-1,-1-1 0,1 1 0,0-1 1,0 0-1,0 1 0,0-1 0,0 0 0,-1 1 1,1-1-1,0 0 0,0 0 0,1 0 1,19 0 5150,-10-4-5271,20-6 215,7-3-1311,-32 8-862,2-5-5818,2-3-1175,-3 7 6639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6.2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0 8,'-4'4'22882,"8"3"-23746,1-2 779,0 0-1,0 1 1,7 11 0,-12-16 81,0 0 0,0-1 0,0 1 0,0 0 1,0 0-1,0-1 0,0 1 0,-1 0 0,1-1 1,0 1-1,0 0 0,-1-1 0,1 1 0,-1-1 1,1 1-1,0 0 0,-1-1 0,1 1 0,-1-1 1,1 1-1,-1-1 0,1 1 0,-1-1 0,0 0 1,1 1-1,-2-1 0,-17 13 19,17-12-17,-13 7 27,-5 5-221,-2-2 1,-34 14-1,45-20 234,9-4 114,0 0 0,1 0 0,-1 0 0,0-1 0,0 1 0,0 0 0,0-1 0,-3 1 700,24-5 179,-19 4-1011,0-1 0,1 1-1,-1 0 1,0 0 0,1 0-1,-1 0 1,1 0-1,-1 0 1,0 0 0,1 0-1,-1 0 1,1 0 0,-1 0-1,0 0 1,1 0 0,-1 0-1,1 0 1,-1 0 0,0 0-1,1 0 1,-1 0 0,1 1-1,-1-1 1,0 0 0,1 0-1,-1 0 1,0 1 0,1-1-1,-1 1 1,8 14 176,0 27-266,-6-30 124,10 96-2141,-12-96-1636,0-12 3496,-1 0 1,1 0-1,0 0 1,-1 0-1,1-1 1,0 1-1,0 0 1,-1 0-1,1 0 1,0 0-1,-1-1 1,1 1-1,0 0 1,0 0 0,0-1-1,-1 1 1,1 0-1,0 0 1,0-1-1,0 1 1,0 0-1,0-1 1,-1 1-1,1 0 1,0-1-1,0 1 1,0 0-1,0-1 1,0 1 0,0-1-1,-3-7-2912,1 0 0,-2-14 0,3 16 2388,-1-6-602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6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56 516,'6'-10'1886,"-4"6"-363,0 1 0,-1-1-1,1 0 1,0 1 0,0-6-1,-2 8-1282,0 0 0,0 1-1,1-1 1,-1 1-1,0-1 1,0 0 0,0 1-1,1-1 1,-1 0-1,0 1 1,1-1 0,-1 1-1,0-1 1,1 1-1,-1-1 1,1 1 0,-1-1-1,1 1 1,-1-1 0,1 1-1,-1 0 1,1-1-1,0 1 1,-1 0 0,1-1-1,-1 1 1,1 0-1,0 0 1,-1 0 0,1-1-1,0 1 1,-1 0-1,1 0 1,0 0 0,-1 0-1,1 0 1,0 0-1,0 1 1,4 0-53,-1 0 0,1 1 0,-1-1 1,9 5-1,-11-4-86,1-1 1,0 0-1,0 0 0,-1 0 1,1 0-1,4 1 1,-5-3 37,0 1 1,0-1 0,0 1-1,0-1 1,0 0-1,0 0 1,0 0 0,0 0-1,0 0 1,0 0 0,0-1-1,-1 1 1,1-1-1,-1 1 1,3-4 0,-1 2-162,-3 3 21,0 0 0,1 0 0,-1 0 0,0 0 1,0 0-1,0 0 0,0-1 0,0 1 0,0 0 0,0 0 0,0 0 0,0 0 1,0 0-1,1 0 0,-1 0 0,0 0 0,0 0 0,0 0 0,0 0 1,0 0-1,0 0 0,0 0 0,0 0 0,1 0 0,-1 0 0,0 0 0,0 0 1,0 0-1,0 0 0,0 0 0,0 0 0,0 0 0,0 0 0,1 0 0,-1 0 1,0 0-1,0 0 0,0 1 0,0-1 0,0 0 0,0 0 0,0 0 0,0 0 1,0 0-1,0 0 0,0 0 0,0 0 0,1 0 0,-1 0 0,0 1 1,0-1-1,0 0 0,0 0 0,0 0 0,0 0 0,0 0 0,2 12-10,-2 21 28,0-25-21,2 24-29,1-1 0,7 33 0,0-7-653,-8-43-1241,8 26 1,-23-54-7546,-4-5 5762,-17-31-1687,23 35 4349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7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2 324,'0'2'1732,"2"9"5045,-2-11-6551,1 1 0,0-1 0,0 1 0,-1-1 0,1 1-1,0-1 1,0 1 0,0-1 0,0 0 0,0 0 0,0 1 0,0-1 0,1 0 0,2 1 394,0-1 0,1 1 0,-1-1 0,0 0 0,6-1 0,-2 0-552,0-1 0,0 0 0,10-4 1,0-1 66,-11 4-2498,-14 13-1555,4-5 3065,0 0 1,0 0 0,-1-1-1,-5 8 1,5-8 744,-1 0 0,0 0 0,1 0 0,-8 4 0,6-4 417,-1-1 272,1 1 0,0 0 0,-6 6 0,13-8-463,5-2 373,7-3 684,-12 2-1115,1 0 1,-1 1-1,0-1 1,0 0-1,1 1 1,-1-1 0,1 1-1,-1-1 1,1 1-1,-1-1 1,0 1-1,1 0 1,-1 0 0,3 0-1,26 2 76,-11-1-172,3-1 70,-21 0-19,-3 0-135,0 1 1,0-1-1,1 1 0,-1-1 0,0 1 1,0-1-1,1 1 0,-3 1 1,3-1 39,-5 2-276,1 0-1,-1 1 0,1 0 1,-1 0-1,2 0 0,-7 7 1,-5 4-555,-32 27 2195,48-43-1247,0 1 0,1 0 1,-1-1-1,0 1 0,0 0 0,0-1 0,1 1 0,-1 0 0,0 0 0,0-1 0,1 1 0,-1 0 0,0 0 0,1 0 0,-1 0 0,0-1 1,1 1-1,-1 0 0,0 0 0,1 0 0,-1 0 0,0 0 0,1 0 0,-1 0 0,0 0 0,1 0 0,-1 0 0,1 0 0,-1 0 0,0 0 0,1 0 1,-1 0-1,0 0 0,1 1 0,-1-1 0,0 0 0,1 0 0,15 5 60,-15-5-27,1 1-82,0-1 0,0 1-1,0-1 1,0 1-1,0-1 1,1 0-1,-1 0 1,0 0-1,0 0 1,0-1-1,0 1 1,0 0 0,0-1-1,3-1 1,-4 2-27,0 0-1,0-1 1,-1 1 0,1-1 0,0 1 0,-1-1 0,1 1 0,0-1 0,-1 0 0,1 1-1,-1-1 1,1 0 0,0 0 0,-1 1 0,0-1 0,1 0 0,-1 0 0,0 0 0,1 1-1,-1-1 1,0 0 0,0 0 0,0 0 0,1 0 0,-1 0 0,0 0 0,0 1 0,0-1-1,-1 0 1,1 0 0,0 0 0,0 0 0,0 0 0,-1 0 0,1 0 0,0 0 36,0 1 0,0 0 0,0 0 0,0 0 1,0 0-1,-1-1 0,1 1 0,0 0 0,0 0 1,0 0-1,0 0 0,0-1 0,0 1 0,0 0 1,0 0-1,0 0 0,0 0 0,-1 0 1,1-1-1,0 1 0,0 0 0,0 0 0,0 0 1,0 0-1,-1 0 0,1 0 0,0 0 0,0 0 1,0 0-1,0 0 0,-1-1 0,1 1 0,0 0 1,0 0-1,-1 0 0,-3 6 133,-5 16 649,7-17-312,0 0-315,-1 1 0,0-1-1,0-1 1,-1 1 0,1 0 0,-1-1 0,0 0-1,-6 6 1,-5 2 877,-20 12 1,-2 1-314,33-22-1178,0 0-1,0 0 1,0 0-1,-1-1 1,1 0-1,0 0 1,-1 0 0,0 0-1,1 0 1,-1-1-1,0 0 1,-8 1-1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7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11 592,'3'0'1007,"0"0"1,1-1-1,-1 1 0,0-1 1,5-2-1,14-2 5167,-21 5-5872,0 0 0,0 1 0,0-1 0,0 0 0,0 1 0,0-1 0,0 1 0,0-1 0,0 1 1,0-1-1,0 1 0,0 0 0,0-1 0,0 1 0,1 2 0,13 16 1922,-3-4-1396,-3-6-510,-6-5-231,0-1 0,0 0 0,1 1 0,-1-1 1,1-1-1,0 1 0,0 0 0,0-1 0,0 0 0,5 2 0,-5-3-55,8 4 5,-1-2 0,1 1-1,0-2 1,0 0-1,19 2 1,-15-5 13,0 1 0,23-6-1,-31 5-112,-1-1-1,1 0 1,-1-1-1,1 0 1,-1 0-1,13-8 0,-20 11-14,0 0-1,1 0 0,-1 0 0,0 0 0,0 0 0,0 0 0,0-1 1,1 1-1,-1 0 0,0 0 0,0 0 0,0 0 0,0-1 1,0 1-1,0 0 0,0 0 0,1 0 0,-1-1 0,0 1 1,0 0-1,0 0 0,0 0 0,0-1 0,0 1 0,0 0 1,0 0-1,0 0 0,0-1 0,0 1 0,0 0 0,0 0 1,0 0-1,0-1 0,0 1 0,0 0 0,-1 0 0,1 0 1,0-1-1,-9-6-3409,-13-3-2983,-14-1-15,22 9 4890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7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1504,'-1'1'681,"1"0"-1,-1 0 1,1-1 0,-1 1-1,1 0 1,-1-1 0,0 1-1,0-1 1,1 1 0,-1-1-1,-7 6 9033,16 2-9711,-7-8-327,-1 1 1,1-1 0,-1 0-1,1 0 1,-1 0-1,1 1 1,-1-1 0,1 0-1,-1 0 1,1 0 0,-1 0-1,1 0 1,-1 0 0,1 0-1,-1 0 1,1 0-1,0 0 1,-1 0 0,1-1-1,-1 1 1,1 0 0,-1 0-1,1 0 1,-1-1 0,0 1-1,2-1 1,9-10-8293,-7 6 7330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8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1332,'-2'0'14581,"4"0"-14282,-1 1-1,1-1 0,0 1 0,0-1 1,-1 1-1,1 0 0,-1 0 0,1 0 1,1 1-1,-1-1-799,-1 0 0,0 0-1,1 0 1,0 0 0,-1 0 0,1-1 0,-1 1-1,4 0 1,-1-1-1296,-3-14-10603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22:58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1304,'11'9'11334,"9"1"-6427,3 3-3372,-14-6-1400,-1-1 1,1 1 0,-2 1-1,1 0 1,-1 0-1,0 0 1,-1 1 0,0 0-1,0 0 1,-1 1-1,0 0 1,6 17-1,-8-19-243,-1 1-1,0 0 1,-1 0-1,0-1 1,0 1-1,-1 16 1,-1-17-447,0 0 1,-1 0-1,0 0 0,0 0 1,0 0-1,-1 0 1,-7 13-1,4-10-1134,0-1 0,-1 0 0,0 0 0,0-1 1,-1 0-1,-11 9 0,0-3-627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7:53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13 509 372,'-12'13'12721,"20"-19"-11676,-6 4-450,0 1 1,-1-1-1,1 0 0,0 0 1,-1 0-1,1 0 1,-1 0-1,0 0 0,1 0 1,0-4-1,-1 3-434,1 1 0,-1 0-1,0-1 1,0 1 0,1 0 0,-1 0-1,1 0 1,0 0 0,2-2 0,6-4-151,11-7 122,1-8 1607,17-29 497,-38 51-2211,0 1 0,1-1 0,-1 0 0,0 0 1,0 1-1,1-1 0,-1 1 0,1-1 0,-1 1 1,0 0-1,1 0 0,-1-1 0,1 1 0,-1 0 0,1 0 1,-1 0-1,0 0 0,1 1 0,-1-1 0,1 0 1,-1 1-1,0-1 0,1 1 0,-1-1 0,0 1 1,3 1-1,1 1 23,0 0 0,1 0 0,-1 1 1,-1-1-1,7 7 0,5 8 9,-13-14-27,0 0 0,1 0 0,-1-1 0,1 1 0,0-1 0,0 1 0,0-1 0,0-1 0,1 1 0,-1 0 0,10 3 1,-13-6 46,0 0 1,1 0-1,-1 0 0,0-1 1,0 1-1,1 0 1,-1 0-1,0-1 1,1 1-1,-1-1 1,0 1-1,0-1 1,0 1-1,0-1 1,0 0-1,1 0 1,-1 1-1,0-1 1,-1 0-1,1 0 1,0 0-1,0 0 1,1-2-1,18-29 816,-18 28-807,3-5 60,9-17 362,32-45 0,-42 65-503,1 1 1,0-1-1,0 1 1,1 0-1,7-6 1,-12 11-1,1-1 1,-1 0-1,1 1 0,-1-1 1,1 0-1,-1 1 1,1 0-1,-1-1 1,1 1-1,0 0 1,-1 0-1,1 0 1,-1 0-1,1 0 1,2 1-1,26 7 35,-26-6-36,1 0 1,0-1 0,0 1-1,0-1 1,5 0-1,-5-1 16,-1-1-1,1 1 0,-1-1 0,0 0 1,0 0-1,1 0 0,-1 0 1,0-1-1,0 0 0,0 0 0,-1 0 1,1 0-1,0-1 0,-1 1 1,6-6-1,0-1 68,-1 0 0,0-1 0,-1 0 0,9-15 0,-15 23-87,1 0-1,-1 0 1,1 0 0,-1 0-1,1 1 1,0-1-1,0 0 1,0 1-1,0 0 1,0-1 0,0 1-1,0 0 1,0 0-1,0 0 1,1 1-1,-1-1 1,0 0 0,1 1-1,-1 0 1,0-1-1,1 1 1,-1 0-1,0 0 1,1 0 0,-1 1-1,1-1 1,3 1-1,17 6-38,-18-6 51,1 1 0,0-1-1,-1 0 1,8 1 0,-10-2-9,-1 0-1,1-1 0,-1 1 0,1-1 0,-1 1 0,0-1 0,1 0 0,-1 1 0,0-1 0,1 0 0,-1-1 0,0 1 0,4-3 0,-1-1-2,0 0 0,0 0 0,0 0 0,0-1 0,4-8 0,18-20 0,-26 33 0,0 0 0,0 0 0,0 0 0,0 0 0,1 0 0,-1 1 0,0-1 0,1 0 0,-1 1 0,1-1 0,-1 1 0,0-1 0,1 1 0,-1-1 0,1 1 0,-1 0 0,1 0 0,-1 0 0,4 0 0,0 1 0,0 0 0,-1 1 0,1-1 0,8 5 0,-10-4 0,0-1 0,0 1 0,0-1 0,1 0 0,-1 0 0,0 0 0,1 0 0,-1-1 0,1 1 0,-1-1 0,7 0 0,-5-2 0,1 0 1,-1 0-1,0 0 0,0-1 1,8-4-1,10-6-25,-15 9 1125,-1-1-3551,-5 3-14,-1 0 1,1 0-1,0 0 0,-1 0 0,0-1 0,1 1 1,-1-1-1,0 1 0,0-1 0,0-4 0,3-5 53,1 0 632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8:00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1060 80 344,'0'4'6055,"2"-10"-4493,0-13 1167,-8 28 18,-16 3-367,-17-3 520,-12 2-2257,37-9-547,-1 1 0,1 1 0,0 0 0,1 1 0,-16 8 0,-53 28 304,12-12-273,55-24-102,0 1 1,0 0-1,1 1 1,0 0-1,0 1 1,-18 14-1,0 7 31,-53 62 0,-27 30 65,104-112-125,0 1 0,1-1 0,1 1 1,-1 1-1,2-1 0,-7 17 0,7-15 22,1 0 0,-4 20 0,1 27-45,6-43 14,2 31-1,0-17 36,-1-25-25,1-1 0,0 0 0,-1 0 1,2 1-1,-1-1 0,3 6 0,1 3 2,1 6 8,-2-6-7,9 22 0,-11-32 0,0 0 0,0 0 1,0 0-1,1 0 0,-1-1 1,6 5-1,-5-5 8,-1 1-1,1-1 0,0 1 1,-1 0-1,0-1 1,4 7-1,13 16-26,-8-12 24,-3-1 7,11 23 1,-19-34-10,2 1 57,1 1 0,-1-1 1,1 0-1,-1 1 1,1-1-1,0 0 1,0-1-1,0 1 0,5 2 1,8 5-17,-2 1-36,-10-7 3,-1 0 0,1-1-1,0 1 1,0-1 0,0 0 0,0 0-1,0 0 1,0-1 0,8 2 0,16 0 144,0-1 0,33-2 1,-21-1-135,-15 1-14,1-1 1,-1-1-1,1-1 0,-1-1 1,0-2-1,0 0 0,32-14 1,-29 8 17,1 1 1,52-14 0,-57 18-15,0-1-1,-1-1 1,36-19-1,48-26 1,-7 11 0,-90 38-9,1 0 0,-1-1 1,-1-1-1,1 0 0,-1 0 0,0-1 1,-1 0-1,11-13 0,-5 6-10,23-19-1,-20 20 6,-1 0-1,0-2 1,-1 0-1,-1 0 1,19-29-1,5-13-11,-22 39 30,-11 13-12,-1 1 0,1-1 0,3-7-1,-3 4-3,-1-1 0,-1 1 0,0-1-1,0 1 1,0-1 0,-1 0 0,-1 0-1,1-19 1,-2 3-5,-2 1 0,-5-36-1,4 48 10,-1 0-1,1 1 0,-2-1 0,0 0 0,0 1 0,-2 0 0,1 1 0,-1-1 1,-11-13-1,-1 1 4,13 14 21,-1 1 1,0 0-1,0 1 1,-1 0-1,0 0 1,-1 0-1,-13-8 1,1 3 26,-4-1-45,-26-12 1,42 23 6,0-1 1,0 1-1,0 1 1,0 0-1,-1 0 1,1 1-1,-12 0 0,6 1 15,-3-1-6,0 1 0,0 1 0,0 1 0,-26 6 0,-68 22 5,99-26-30,-10 2 7,-1 2-1,2 0 1,-1 2-1,-29 17 0,-105 58 4,126-70-12,-87 40 23,65-33 20,0 4 0,-88 57 0,127-72-39,0 0 1,1 0 0,1 2-1,0-1 1,0 2 0,2-1-1,0 2 1,-16 27 0,21-29-7,0 1 1,0-1-1,1 0 0,1 1 1,0 0-1,1 0 1,1 0-1,0 0 0,1 0 1,0 0-1,5 28 0,22 142-56,-25-173 65,0-1 0,1-1 0,6 13 0,-5-11 2,0-1 0,4 20-1,-7-23-9,0 0-1,0 0 0,1 0 0,0 0 1,1 0-1,-1-1 0,1 1 0,1-1 0,-1 1 1,1-1-1,0 0 0,1 0 0,-1-1 1,1 0-1,0 1 0,1-2 0,9 9 0,-6-9 15,-1 0-1,1 0 0,-1-1 1,1 0-1,0-1 0,14 3 0,3 1-62,-3-1 50,1 0 1,0-2-1,32 1 1,-36-4-2,0-2 1,-1 0-1,1-1 1,-1-1-1,0-1 1,22-8-1,-15 2 5,0 0 0,-1-2-1,40-27 1,-17 7 16,102-50 0,-136 76-17,0-1 0,20-16 0,-19 14-8,26-16-1,-7 10 2,47-14-1,-60 21 9,-1-1-1,1-1 0,-2 0 1,1-1-1,24-21 0,-40 30-3,5-4-13,1 0 0,-1 0 1,0-1-1,-1 0 0,0-1 1,0 0-1,-1 0 0,0 0 1,8-15-1,-1-3-6,-9 19 19,0 1 0,-1-1 1,-1 0-1,1-1 0,-1 1 0,3-13 1,0-6-4,-5 22 4,1-1 0,-1 1 0,0-1 0,-1 0 0,1 1 0,-1-11 0,-4-9 3,-1-1 0,-1 1 1,-1 0-1,-13-28 0,16 42-6,-6-13-11,4 15 12,-1-1 0,0 1-1,0 1 1,0-1-1,-11-8 1,6 8 1,0 2 1,-1-1 0,0 1-1,0 1 1,0 0-1,0 1 1,-1 1-1,-21-5 1,-18-6 1,41 10 2,-1 1 0,1 1 0,-1 0 0,0 1 1,-18-1-1,-22 1-13,36 1 10,0 0 0,0 1 1,1 0-1,-1 2 0,0 0 1,0 1-1,-20 6 0,-42 26-8,0 0 6,59-27 7,1 2 0,0 0 1,1 1-1,-17 14 0,-20 11 0,-44 17 4,-18 11 64,68-33-2,-102 70-25,128-81-38,0 2 0,-36 45 0,54-61 0,-3 4 4,2-4-15,1 0 0,0 0 1,1 1-1,-1-1 0,1 1 0,0 0 1,-3 9-1,4-3 2,0 0 0,1 0 0,0 1 0,1-1-1,1 0 1,0 0 0,1 1 0,0-1 0,5 18 0,5-1-37,-2-7 9,-2-2 30,0-1-1,2 0 0,21 36 1,-26-50 9,0-1 0,0 1 1,0-1-1,1 0 0,0 0 0,0-1 1,0 0-1,0 0 0,1 0 0,8 4 1,-5-3 7,1-1 0,-1-1 0,1 0 0,-1 0 0,1-1 0,13 1 1,6-1-7,1-2 0,0 0 1,52-10-1,-10-4-7,124-40 0,-180 49-3,103-39 25,-80 33-48,0-1-1,-1-3 0,0 0 0,39-24 0,39-26-4,-70 42 28,-1-3 0,72-55-1,-96 63-5,-2-2 0,0 0 0,29-43 0,-44 58 0,1 0 1,-2-1-1,1 0 0,-1 0 1,0 0-1,0 0 0,0-1 1,-1 1-1,0-1 0,2-12 1,-1-20-9,-2 1-1,-2 0 1,-5-40 0,5 68 18,-1 1-1,-1-1 1,1 1-1,-1 0 1,-1 0 0,0 0-1,0 0 1,-1 1-1,0-1 1,0 1-1,-13-14 1,9 12-1,-2 0 0,0 0 0,0 1 1,0 1-1,-1 0 0,0 0 0,-20-7 0,-5-4 6,22 11 14,1 1 0,-2 0-1,1 1 1,-1 1 0,-26-6 0,10 8 33,-1 1-1,0 1 1,-45 6 0,59-4-41,0 1 0,-1 1 0,1 0 0,1 2 0,-29 10-1,16-3 1,-30 15 25,-166 117 82,143-87-76,4-6 62,43-29-91,0 1 0,-64 56-1,-86 122-251,129-130-2861,3 1-4442,16-12-445,30-43 6067,-4 5-396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8:20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15 163 844,'-14'16'15112,"15"-27"-8299,2 5-5757,4 1 77,2-1 1,-1 1 0,18-8-1,-15 8-1321,21-14 347,-23 14-95,0-1 0,0 2 0,1-1 0,16-5 0,-24 10-38,0 0 1,-1 0-1,1 0 0,0 0 1,0 1-1,-1-1 0,1 0 0,0 1 1,-1-1-1,1 1 0,0 0 1,-1-1-1,1 1 0,-1 0 1,1 0-1,-1 0 0,3 2 1,21 22 135,-11-6-77,-10-14-70,0 1 0,0-1-1,1 0 1,0 0 0,5 4 0,-9-8 55,1 1 1,0-1-1,0 0 0,0 1 1,0-1-1,0 0 0,0 0 1,0 0-1,0-1 1,0 1-1,0 0 0,0-1 1,1 0-1,-1 1 0,0-1 1,0 0-1,1 0 0,-1 0 1,0 0-1,0-1 0,1 1 1,-1-1-1,0 1 0,0-1 1,0 0-1,0 0 1,0 1-1,3-3 0,25-13 200,-24 12-263,1 1 1,-1 0 0,1 0-1,0 0 1,10-3 0,-10 5 2,0-1 20,0 1-1,0-1 1,0 2 0,1-1-1,-1 1 1,0 0-1,15 2 1,-18-1-9,0 1-1,1 0 1,-1 1 0,8 4-1,-1 0-10,19 12 34,-25-15-35,1 0-1,-1 0 1,1 0-1,0-1 1,0 0-1,1 0 1,-1-1-1,1 0 1,-1 0-1,1 0 1,0-1-1,8 1 1,144 0 67,-150-1-76,0-1 0,0 2 0,9 2 0,2 0 0,5 1-17,-15-3 30,0 0 0,0 0-1,19 0 1,-27-2-6,1 0 1,0-1-1,0 1 1,0-1-1,0 1 0,-1-1 1,1 0-1,0 0 1,0 0-1,-1-1 0,1 1 1,-1 0-1,1-1 1,-1 0-1,0 0 0,0 0 1,0 0-1,3-2 1,-3 1 0,4-5 3,0 1 0,1-1 0,0 1 0,0 1 0,1-1-1,15-9 1,-20 14-9,-1 1 0,1 0-1,-1 0 1,1 0 0,-1 1-1,1-1 1,0 1-1,-1-1 1,1 1 0,0 0-1,0 0 1,-1 0 0,1 1-1,0-1 1,-1 1 0,1-1-1,0 1 1,-1 0-1,1 0 1,-1 0 0,1 0-1,-1 0 1,1 1 0,-1-1-1,0 1 1,3 2 0,3 3 7,-1 1 0,0 0 1,0 0-1,0 1 1,6 12-1,12 13-9,-23-31 0,0-1 0,0 0 0,0 1 0,1-1 0,-1 0 0,1 0 0,-1 0 0,1-1 0,0 1 0,5 2 0,-5-4 0,1 1 0,-1-1 0,0 0 0,0 0 0,1 0 0,-1 0 0,0 0 0,1-1 0,-1 0 0,0 1 0,0-1 0,4-2 0,4-2 0,0 0 0,11-8 0,10-5 0,17-6 0,29-13 0,-66 31 0,-10 4 0,0 1 0,1 0 0,-1 0 0,1 0 0,-1 0 0,1 0 0,-1 0 0,1 0 0,0 1 0,-1 0 0,1-1 0,0 1 0,4 0 0,-5 1 0,-1 1 0,-1-2 0,1 1 0,-1-1 0,1 1 0,-1-1 0,1 1 0,0-1 0,-1 1 0,1-1 0,0 0 0,0 1 0,-1-1 0,1 0 0,0 0 0,0 0 0,-1 1 0,1-1 0,0 0 0,1 0 0,9-1 0,-1 0 0,0 0 0,1-1 0,-1 0 0,12-5 0,-9 3 0,0 0 0,0 1 0,1 0 0,-1 2 0,21-2 0,-19 10 0,-3-1 0,16 0 0,0-1 0,37 2 0,11 2 0,-46-5 0,54-2 0,-83-2 0,9 0 0,1-1 0,-1-1 0,0 0 0,0 0 0,0-1 0,0 0 0,-1-1 0,1 0 0,8-6 0,-3 3 0,0 2 0,1-1 0,-1 2 0,1 0 0,0 0 0,0 2 0,1 0 0,-1 1 0,0 1 0,27 2 0,-28 0 0,1-1 0,23-1 0,-31 0 0,-1-1 0,1-1 0,-1 1 0,0-1 0,1 0 0,-1-1 0,8-4 0,81-35 0,-24 11 0,-63 26 0,1 1 0,0 1 0,1-1 0,-1 2 0,0-1 0,16 0 0,-19 2 0,0 1 0,-1 1 0,1-1 0,0 1 0,-1 0 0,1 0 0,-1 1 0,0 0 0,1 0 0,-1 1 0,9 5 0,12 9 0,-20-12 0,0 0 0,0-1 0,0 1 0,0-2 0,9 4 0,-1-2 0,1-1 0,0 0 0,1-1 0,-1 0 0,0-2 0,1 0 0,-1-1 0,1 0 0,-1-2 0,1 0 0,-1 0 0,0-2 0,17-5 0,-16 3 0,-4 1 0,-1 1 0,25-4 0,-33 7 0,0 1 0,0 0 0,0 0 0,0 0 0,0 0 0,0 1 0,0 0 0,0 0 0,0 0 0,0 0 0,0 0 0,-1 1 0,7 3 0,4 4 0,0 1 0,0 1 0,22 24 0,-35-34 0,6 6 0,0 0 0,1-1 0,0 1 0,9 5 0,-14-11 0,-1 1 0,1-1 0,0 0 0,0 0 0,-1 0 0,1 0 0,0 0 0,0-1 0,0 1 0,0-1 0,0 0 0,0 0 0,0 0 0,0 0 0,0-1 0,0 1 0,0-1 0,4-1 0,21-8 0,-22 7 0,1 0 0,0 0 0,-1 1 0,1 0 0,0 0 0,1 1 0,-1 0 0,0 0 0,0 1 0,1-1 0,10 3 0,-17-2 35,0 0 0,0 0 0,0 0 0,0 1-1,0-1 1,0 0 0,0 1 0,0-1 0,0 1 0,0-1 0,-1 1 0,1 0 0,0-1-1,0 1 1,0 0 0,0 0 0,-1 0-300,1 0 0,-1-1 0,0 1 0,0-1 0,1 1 0,-1 0 0,0-1 0,0 1 0,0 0 1,0-1-1,0 1 0,0 0 0,0-1 0,0 1 0,0 0 0,0-1 0,0 1 0,0-1 0,-1 2 0,0 0-773,0 0-1,0-1 1,0 1 0,0 0 0,0-1 0,0 1-1,-1-1 1,1 0 0,0 1 0,-1-1-1,1 0 1,-1 0 0,0 0 0,1 0-1,-1 0 1,-3 1 0,-24 4-6235,8-4 4875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8:22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24 596,'0'0'252,"0"1"-1,0-1 1,0 0 0,0 1-1,0-1 1,0 1-1,0-1 1,0 0 0,0 1-1,0-1 1,0 1 0,0-1-1,0 0 1,0 1-1,0-1 1,0 0 0,-1 1-1,1-1 1,0 0-1,0 1 1,0-1 0,-1 0-1,1 1 1,0-1 0,0 0-1,-1 1 1,1-1-1,0 0 1,-1 1 0,1-2-192,0 1 0,0 0 1,0 0-1,0 0 0,0-1 1,0 1-1,0 0 0,0 0 1,0 0-1,0-1 0,0 1 1,0 0-1,0 0 0,0 0 1,0 0-1,0-1 0,0 1 1,0 0-1,0 0 0,0 0 1,0-1-1,0 1 0,1 0 1,-1 0-1,0 0 0,0 0 0,0 0 1,0-1-1,0 1 0,1 0 1,-1 0-1,0 0 0,0 0 1,0 0-1,0 0 0,1 0 1,-1 0-1,0 0 0,0 0 1,0-1-1,1 1 0,-1 0 1,0 0-1,0 0 0,1 0 1,30-17 11195,-19 14-11191,0 1 1,0-1-1,0 2 0,0 0 0,1 0 1,24 3-1,-3-1 31,-13-1 11,19 0 233,53 6 1,-87-5-261,-1 1 1,1-1-1,-1 1 1,0 0-1,0 1 1,7 4 0,-7-4-10,1 0 1,-1-1 0,0 0 0,1 1-1,-1-2 1,10 3 0,0-3 200,0 0 0,0-1 0,16-3 0,-13 2-155,32 0-1,1 6-70,49 3 315,-85-8-182,1-1-1,0 0 0,0-1 1,21-6-1,22-4 48,-40 9 154,33-9 0,-45 10-316,0 1 1,0 0 0,0 0 0,0 1 0,0-1-1,0 2 1,0-1 0,0 1 0,14 3 0,-5 2-4,-1 0 0,0 1 0,0 1 0,13 10-1,53 42 282,-13-9-246,-59-44-51,0-1 0,1-1 0,0 0 0,0 0 0,0 0 0,12 2 0,-14-5 9,0-1 1,0 0-1,0 0 0,0-1 1,-1 0-1,1 0 1,0-1-1,0 0 1,11-2-1,6-5-3,0 0 1,26-14-1,9-3-24,6-3-18,-47 19-8,2 0 0,-1 1 0,29-7-1,-46 15 0,5-2 4,1 1 0,15-2 0,-21 3 1,-1 1 1,1-1-1,0 0 1,-1 1-1,1-1 0,0 1 1,-1 0-1,1 0 1,-1 0-1,1 0 1,-1 0-1,5 4 0,13 10 50,-1 0 0,28 30 0,-42-39-46,0-1-1,0 0 0,1 0 1,0 0-1,0-1 0,0 0 1,7 4-1,-9-6 3,0-1 0,0 0 0,0 1 0,-1-1 1,1 0-1,0-1 0,1 1 0,-1-1 0,0 0 0,0 0 0,0 0 0,0-1 0,0 1 0,6-3 1,104-37 253,-18 4-234,-69 26-35,-21 7-2,1 0 0,0 1 0,0 0 0,1 0 1,-1 1-1,8-1 0,-13 2 3,1 0 0,-1 0 0,0 1 0,0-1 0,0 1-1,0-1 1,0 1 0,0 0 0,1 0 0,-2 0 0,1 0 0,4 3 0,19 20 3,-6-5-11,57 37 27,-74-55-16,0 0 1,0 0 0,0-1 0,0 1 0,0 0 0,1-1 0,-1 0 0,0 1 0,0-1-1,1 0 1,-1 0 0,0 0 0,0-1 0,3 1 0,35-10 8,-23 5-8,-17 5-1,38-8-262,-1-2 1,0-1 0,48-23 0,-80 32 224,0-1-459,-3 11 70,-10 18-162,8-25 440,3-12-2495,-1 10 2545,0 0 0,0 0 1,0 0-1,0 1 0,1-1 0,-1 1 1,0-1-1,0 1 0,1 0 0,-1 0 1,0 0-1,1 0 0,-1 0 1,0 0-1,1 1 0,3 1 0,5 1-386,-1 0 0,12 7 0,-17-8 191,8 3 118,0-1 0,1 0 0,-1-1 0,1 0 0,0-1 0,0-1 0,0 0 0,0-1 0,17-2 0,-3 2 179,0 1 0,-1 1-1,1 2 1,-1 1 0,28 8-1,-46-12 4,0 0-1,1 0 1,-1-1-1,0 0 0,1-1 1,-1 0-1,11-2 1,15-2-31,-23 3 641,-2-1-4007,-21 5-6150,-18 4 3855,10-4 3582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2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93 1068,'-1'2'1044,"-12"15"8782,12-16-9017,0 0 0,1 0 0,-1 0 0,0-1 0,0 1 0,0 0 0,1-1 1,-1 1-1,0-1 0,0 1 0,0-1 0,0 1 0,0-1 0,0 0 0,0 1 0,-2-2 2032,6-3-2045,6-4-687,-7 7 195,47-39 1582,-45 36-1855,1 1-1,0 0 0,8-5 0,-9 6-327,-1 0-1,0 0 1,1 0 0,-1 0-1,0 0 1,0-1 0,0 1-1,-1-1 1,1 0 0,3-5-1,-5 3-1135,-22-8-23971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2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19 1064,'-1'0'410,"1"1"0,0-1 0,-1 0 0,1 0 0,-1 0 1,1 1-1,0-1 0,-1 0 0,1 0 0,-1 0 0,1 0 0,-1 0 0,1 0 0,-1 0 0,1 0 0,-1 0 0,1 0 0,0 0 1,-1 0-1,1 0 0,-1 0 0,1-1 0,-1 1 0,1 0 0,0 0 0,-1 0 0,1-1 0,-1 1 0,1 0 0,0 0 0,-1-1 411,1 1-411,-1-1 0,0-1 108,1 1 1,-1 0 0,1 0-1,-1 0 1,1-1 0,0 1-1,-1 0 1,1 0 0,0-1-1,0-1 1,0 2-434,8 12 148,0 61 403,-1-12-482,3 39-117,-3-29-21,19 112-104,-25-136 515,-19-57 184,14 7-685,-1 0-1,1 1 1,-1-1-1,0 1 0,-1 0 1,1 0-1,0 1 0,-1 0 1,0 0-1,1 0 0,-1 0 1,-7 0-1,2 0-160,-1 1 0,1 1 0,-1 0 0,1 0 0,-18 4 0,25-3 240,2-1 23,-1 1 1,1-1-1,0 0 1,0 1-1,-1-1 1,1 0-1,-4-1 1,7-1 46,0 0 0,-1 0-1,1 0 1,0 1 0,0-1 0,1 0 0,-1 0-1,0 1 1,2-3 0,0 1 9,50-69 390,28-42-2579,-31 35-6593,-15 16-849,-26 48 7969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2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0 384,'-4'7'17332,"4"-7"-17267,0 0-1,-1 1 0,1-1 1,0 0-1,0 0 1,-1 1-1,1-1 1,0 0-1,0 1 1,0-1-1,-1 0 1,1 1-1,0-1 1,0 0-1,0 1 1,0-1-1,0 0 1,0 1-1,0-1 0,0 1 1,0-1-1,0 0 1,0 1-1,0-1 1,0 0-1,0 1 1,0-1-1,0 1 1,0-1-1,0 0 1,0 1-1,0-1 1,1 0-1,-1 1 1,0-1-1,0 0 0,0 0 1,1 1-1,-1-1 1,0 0-1,1 1 1,-1 0-145,1-1 0,-1 1 0,0-1 0,0 1 1,0-1-1,1 1 0,-1-1 0,0 1 0,0-1 0,0 1 0,0 0 1,0-1-1,0 1 0,0-1 0,0 1 0,0-1 0,0 1 0,0 0 1,-1-1-1,1 1 0,0-1 0,0 1 0,0-1 0,-1 1 1,0 0-1,-11 14-7264,2-5 1464,6-4 3763,0-1 342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3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 1644,'-1'1'765,"0"1"0,0-1-1,0 1 1,0-1 0,1 1 0,-1 0-1,0-1 1,1 1 0,-1 0-1,1-1 1,-1 1 0,1 0 0,0 0-1,0 0 1,0-1 0,0 1 0,0 0-1,1 2 1,6 11 3617,5 1-4385,-5-5-92,-2-2-2149,-1-4-2972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3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47 112,'-1'3'15923,"7"-5"-11581,9-2-2985,135-17 1179,-113 12-2363,-28 6-162,1 0 0,-1 1 0,1 0 0,13-1 0,-22 3-7,0 0 0,0 0-1,1 0 1,-1 0 0,0 0 0,0 0-1,0 0 1,0 1 0,0-1 0,0 0-1,1 0 1,-1 1 0,0-1-1,0 1 1,0-1 0,0 1 0,0 0-1,0-1 1,0 1 0,-1 0 0,1-1-1,0 1 1,0 0 0,0 0-1,-1 0 1,1 0 0,0 1 0,-1-1 7,1 1 1,-1 0 0,0-1-1,0 1 1,0-1 0,0 1-1,-1-1 1,1 1 0,0-1-1,-1 1 1,1-1 0,-1 1 0,1-1-1,-1 1 1,0-1 0,0 0-1,1 1 1,-1-1 0,-2 2-1,-24 31-692,-4-4-3413,20-20-2790,-25 15 0,22-18 2242,8-7 3055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3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0 160,'-15'13'18712,"14"-11"-18062,2 9 335,6 18-313,-5-22-613,0 0 1,0-1-1,-1 1 1,0 0-1,1 10 1,-3-15-100,1 0-1,0 0 1,0 0 0,-1 0 0,1 0 0,-1 0 0,0 0-1,0 0 1,0 0 0,0-1 0,0 1 0,0 0 0,0 0-1,0-1 1,-1 1 0,1-1 0,0 1 0,-1-1 0,0 1-1,1-1 1,-1 0 0,-3 2 0,-34 19-5541,13-9-4143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3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1 552,'13'12'9383,"2"-1"-3949,-9-7-4845,0 0-1,1-1 1,0 0 0,-1 0-1,11 3 1,-5-1-681,0-1-1094,-5-3-2734,-19-5-8261,6 4 11091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4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23 252,'-1'1'342,"-7"27"17887,15-30-15609,30-10-2694,-27 8-88,12-6-678,-21 9 624,0 1-1,-1 0 1,1-1-1,0 1 1,-1-1-1,1 1 1,0-1 0,-1 0-1,1 1 1,-1-1-1,1 1 1,-1-1-1,1 0 1,-1 0-1,1 1 1,-1-1 0,0 0-1,1 0 1,-1 1-1,0-1 1,0-1-1,1 2-105,-1-1-1,-1 1 0,1-1 0,0 1 0,0-1 0,0 1 0,0 0 1,0-1-1,0 1 0,0-1 0,-1 1 0,1-1 0,0 1 1,0 0-1,-1-1 0,1 1 0,0 0 0,0-1 0,-1 0 0,0 1 227,1 0 0,0 0 0,0 0 0,0 0 0,-1 0 0,1 0-1,0 0 1,0 0 0,0 0 0,-1 0 0,1 0 0,0 0-1,0 0 1,0 0 0,0 0 0,-1 0 0,1 0 0,0 0 0,0 1-1,0-1 1,-1 0 0,1 0 0,0 0 0,0 0 0,0 0 0,0 0-1,0 1 1,-1-1 0,1 0 0,0 0 0,0 0 0,0 0-1,0 1 1,0-1 0,0 0 0,0 0 0,0 0 0,0 1 0,-1-1-1,1 0 1,0 0 0,0 0 0,0 1 0,-6 19 1408,5-15 814,0 0 0,0 1 0,1-1 0,-1 6 0,2 5-728,1-1 0,5 25 0,-4-24-2375,0-1 0,0 25 0,-11 9-15084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4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29 688,'-1'1'370,"-14"13"4452,12-11-2947,1-1-1,-1 0 0,0 0 0,0 0 0,0-1 1,-6 3-1,24-8 3457,23-7-4626,-6 1-357,0 1-1,1 1 1,0 1-1,62-3 1,-48 9-335,0 2 1,90 14-1,-129-14-232,-3 0 298,0-1-1,0 1 1,0 0-1,6 3 1,-11-4-170,1 0 1,-1 0 0,1 0 0,-1 0-1,0 1 1,1-1 0,-1 0 0,1 0-1,-1 1 1,0-1 0,1 0 0,-1 1-1,1-1 1,-1 0 0,0 1 0,0-1 0,1 1-1,-1-1 1,0 0 0,0 1 0,1-1-1,-1 1 1,0-1 0,0 1 0,0-1-1,0 1 1,0-1 0,0 1 0,0-1-1,0 1 1,0-1 0,0 1 0,0-1-1,0 1 1,0-1 0,0 1 0,0-1-1,0 0 1,0 1 0,-1-1 0,1 1-1,0-1 1,0 1 0,-1-1 0,1 0-1,0 1 1,-1-1 0,1 1 0,-1-1-1,0 2 368,-2 2-2255,-11-22-18716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5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0 1752,'-9'12'7716,"8"-12"-6786,1 1 0,-1 0-1,0 0 1,0 0 0,1-1-1,-1 1 1,0 0 0,1 0 0,-1 0-1,1 0 1,-2 3 0,2-4-864,0 1 0,0 0 0,0-1 1,1 1-1,-1-1 0,0 1 0,0 0 0,0-1 0,0 1 1,0 0-1,1-1 0,-1 1 0,0-1 0,1 1 1,-1-1-1,1 2 0,51 77 26,-52-79-92,1 1 0,-1-1-1,0 1 1,0-1 0,1 1 0,-1-1 0,0 1 0,0-1-1,1 1 1,-1-1 0,0 1 0,0-1 0,0 1 0,0-1-1,0 1 1,0 0 0,0-1 0,0 1 0,0-1 0,0 1-1,0-1 1,0 1 0,0-1 0,-1 1 0,1-1 0,0 1-1,0-1 1,0 1 0,-1-1 0,1 1 0,0-1 0,-1 1-1,1-1 1,0 1 0,-1-1 0,1 0 0,-1 1-1,1-1 1,-1 0 0,1 1 0,-2-1 0,-1 2-1,-1 0 0,0-1 0,0 0 1,-9 1-1,-4 2 0,9 1 48,-1 0-1,1 0 1,0 1 0,1 0 0,-1 1-1,-8 10 1,9-10-11,28-6 972,0-2 1,37-5 0,-44 3-1003,-6 2 1,0-1 0,-1 0 0,1 0 0,0-1 0,-1 0 0,10-6 0,-12 6-6,-3 2-4,0 0 1,-1 0-1,1 0 1,0 0 0,0 0-1,0 0 1,0 1-1,1-1 1,-1 0 0,0 1-1,0 0 1,0 0-1,3-1 1,-13 26-1447,6-19 1150,0-1 0,-1 0 1,1 0-1,-1 0 1,0 0-1,0 0 1,-1-1-1,1 1 0,-8 6 1,-1-1 320,1-2 0,-18 11 1,-11 8-55,37-25 35,0 1 1,-1-1 0,1 1 0,0 0 0,1 0 0,-1 0 0,1 1-1,-4 4 1,6-8 8,0 1-1,0-1 0,0 0 0,0 1 1,0-1-1,0 0 0,0 1 1,1-1-1,-1 0 0,0 1 0,0-1 1,0 0-1,0 1 0,1-1 1,-1 0-1,0 0 0,0 1 0,0-1 1,1 0-1,-1 1 0,0-1 1,0 0-1,1 0 0,-1 0 0,0 1 1,1-1-1,-1 0 0,0 0 1,1 0-1,-1 0 0,0 0 0,1 0 1,-1 1-1,0-1 0,1 0 0,-1 0 1,0 0-1,1 0 0,-1 0 1,0 0-1,1-1 0,16 1 787,-7-2-517,-1-1 0,0 0 0,0 0 0,0-1 0,9-5 0,14-6-142,-23 11-335,-13 7-807,-5 1-438,0-1-1,0 0 1,-9 2-1,11-4 175,0 1-1,0 0 1,1 0-1,-1 1 0,1 0 1,-10 5-1,13-6 752,-2 1-416,1 0 0,0 0-1,0 0 1,1 1 0,-6 5-1,8-8 937,0 1 0,0 0 0,0 0 0,0 0 0,1 0 0,-1-1 0,0 1 0,1 0 0,-1 0 0,1 1 0,0-1 0,0 0 0,0 0 0,0 0 0,0 0 0,1 3 0,0 7 2462,2 0 0,4 16 0,-5-22-1958,1 0-1,-1-1 1,7 10-1,-1-7-1635,-4-6-1679,-6-10-4706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5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8 136 372,'-1'-1'444,"0"0"0,1 0-1,-1 0 1,0 0 0,1 0 0,-1 0 0,1-1 0,-1 1-1,1 0 1,0 0 0,-1-1 0,1 1 0,0 0-1,0-1 1,0 1 0,0 0 0,0 0 0,0-1-1,0 1 1,1 0 0,-1-1 0,0 1 0,2-2 0,-2 2-26,1-1 1,-1 0 0,1 1-1,0-1 1,0 0 0,0 1-1,0-1 1,0 1 0,0 0-1,1-1 1,-1 1 0,0 0-1,1 0 1,-1-1 0,1 1-1,2-1 1,8-3 351,93-32 814,10 0-1486,-115 37-86,0 0-1,1-1 1,-1 1 0,0 0-1,1 0 1,-1 0-1,0 0 1,1 0-1,-1 0 1,0 0 0,1 0-1,-1 0 1,0 0-1,1 0 1,-1 0-1,0 1 1,1-1 0,-1 0-1,0 0 1,1 0-1,-1 0 1,0 0-1,0 1 1,1-1 0,-1 0-1,0 0 1,0 0-1,1 1 1,-1-1-1,0 0 1,1 1 0,0 12 291,-8 12-84,2-11-241,3-7-244,0 0 1,-1 0 0,0-1-1,0 1 1,-1-1 0,0 1-1,0-1 1,0 0 0,-6 5-1,8-9-400,0 0 0,0 0 0,-1 0-1,1 0 1,-1 0 0,1 0-1,-1-1 1,0 0 0,1 1 0,-1-1-1,-5 1 1,6-1 218,0-1 1,0 0-1,0 0 1,0 0-1,0 0 1,0-1-1,0 1 1,0 0-1,0-1 1,1 0-1,-1 1 0,0-1 1,0 0-1,1 0 1,-1 0-1,0 0 1,1 0-1,-1 0 1,-2-3-1,-6-4-872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5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38 256,'4'-8'3693,"-2"5"-1033,-1 0 0,1 0 1,0 0-1,0 0 1,3-4-1,4 0 229,-8 7-2854,0 0 0,-1-1 1,1 1-1,0 0 0,0 0 0,0 1 0,-1-1 0,1 0 0,0 0 1,0 0-1,-1 0 0,1 1 0,0-1 0,0 0 0,-1 1 1,1-1-1,0 1 0,-1-1 0,1 0 0,0 1 0,-1 0 1,1-1-1,-1 1 0,1-1 0,-1 1 0,1 0 0,0 0 1,11 19 29,-5-3-112,-1 0 0,0 1 0,-2 0 0,0-1 0,2 36 0,-4 97-1529,-3-82 539,-2 7-1185,1 0-6131,10-96 560,-7 6 6547,1-1 161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6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1504,'8'-7'17712,"-7"8"-17563,2 1-551,-1 0 481,-1 0 1,1 0-1,-1 0 0,1 0 0,-1 0 1,0 0-1,0 0 0,0 0 1,0 0-1,-1 0 0,2 4 0,4 11-153,-4-14-234,-1 0 0,1 1 0,-1 0 0,0-1 0,0 1 0,-1-1 0,1 6 0,3 15-7678,-3-22 6706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6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381 5 1192,'2'-3'15966,"3"1"-10934,-5 2-5007,1 0-1,0 0 1,-1 0-1,1 0 0,0 0 1,-1 0-1,1 1 1,0-1-1,-1 0 1,1 0-1,-1 1 1,1-1-1,-1 0 1,1 1-1,0-1 1,-1 0-1,1 1 1,-1-1-1,0 1 0,1-1 1,-1 1-1,1-1 1,-1 1-1,0-1 1,1 1-1,-1 0 1,2 4 29,0-1-1,-1 1 1,1-1 0,-1 1 0,0 0 0,-1 0 0,1 0 0,-1 0-1,0 7 1,1 11 2,13 145-120,1 5-1039,22 176-986,-37-345 2095,4 60 1,-4-57 83,-1 0 0,1 0 0,-1 0 0,0 0 0,-1 0 1,-5 13-1,6-18-15,0 1 0,-1-1 0,0 0 0,1 1 1,-1-1-1,0 0 0,0 0 0,0 0 0,-1-1 0,1 1 1,0 0-1,-1-1 0,1 1 0,-1-1 0,1 0 1,-1 0-1,0 0 0,1 0 0,-1-1 0,0 1 1,0-1-1,-4 1 0,-8 0-67,0-1-1,0-1 1,-17-2 0,12 1-159,-100-13-4575,0-4-6286,106 16 8623,-25-9 0,15 4 695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7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26 476,'-2'26'21919,"18"-26"-21205,-9 0-354,1 0-343,-1-1 0,1 1 1,0-1-1,0-1 0,0 1 1,-1-1-1,1 0 1,-1-1-1,1 0 0,-1 0 1,0-1-1,0 0 0,-1 0 1,11-8-1,-5 3-5,-11 11-5,-4 7-5,-7 11-76,-1 0 0,0-1 0,-2 0 0,0-1 0,-17 17 0,20-24 80,4-4-1,4-5-9,0-1 0,0 1 0,0 0 1,1 0-1,-1 0 0,1 1 0,-1-1 1,-1 4-1,3-6-2,6 0 13,0-1 0,-1 0 1,1 0-1,0-1 0,-1 1 1,1-1-1,-1 0 0,0-1 1,1 0-1,-1 0 0,5-3 1,-10 6-58,1-1-1,-1 1 1,1 0 0,0-1-1,-1 1 1,1-1 0,-1 1 0,1-1-1,-1 1 1,1-1 0,-1 1-1,0-1 1,1 1 0,-1-1 0,0 0-1,1 1 1,-1-1 0,0 0-1,0 1 1,1-1 0,-1 0 0,0 1-1,0-2 1,0 2-241,-1-1-1,1 1 0,0-1 1,-1 1-1,1-1 1,0 1-1,-1-1 1,1 1-1,-1 0 1,1-1-1,-1 1 0,1 0 1,-1-1-1,1 1 1,-1 0-1,0 0 1,1-1-1,-1 1 1,1 0-1,-2 0 0,-4-2-2494,-1 1 0,1 1-1,-11-1 1,-2-1-701,9 0 2176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8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 1020,'-1'0'507,"1"1"-1,-1 0 1,0 0 0,1-1-1,-1 1 1,0 0-1,0-1 1,1 1 0,-1-1-1,0 1 1,0-1-1,0 1 1,0-1 0,0 0-1,0 1 1,-1-1-1,1 0-253,1 0-1,-1 1 0,0-1 0,1 0 0,-1 0 0,0 0 0,1 1 0,-1-1 1,1 0-1,-1 0 0,1 1 0,-1-1 0,0 1 0,1-1 0,-1 0 0,1 1 1,-1-1-1,1 1 0,0-1 0,-1 1 0,1 0 0,0-1 0,-1 1 0,1-1 1,0 1-1,-1 0 0,1-1 0,0 1 0,0-1 0,0 2 0,0 9-139,1-1 0,1 0-1,3 14 1,3 13 968,-6-26-944,1-1 0,0 0 0,1 1 0,8 16-1,-11-26-127,0 1-1,0-1 0,0 1 1,0-1-1,0 0 0,1 1 0,-1-1 1,0 0-1,1 0 0,-1 0 0,1 0 1,0 0-1,-1 0 0,1 0 1,0-1-1,-1 1 0,1-1 0,0 1 1,0-1-1,2 1 0,5 0 237,0-1 1,17-1-1,-9 1 244,1-1 77,-1 0 0,1-1 0,32-9 0,50-22 1473,-92 30-1926,-6 2-57,1 1 1,-1-1-1,1 0 0,-1-1 0,1 1 1,-1 0-1,0-1 0,3-1 1,-4 2-52,-1 0 0,1 0 0,-1 0 0,1 0 0,-1 1 0,0-1 0,1 0 0,-1 0 0,0 0 1,0 0-1,0 0 0,1 0 0,-1 0 0,0 0 0,0 0 0,0 0 0,-1 0 0,1 0 0,0 0 0,0 0 1,0 0-1,-1 0 0,1 0 0,-1 0 0,1 0 0,-1-1 0,-1-2-590,-1-1 0,1 1 0,-1 0 0,0 0-1,0 0 1,0 0 0,-1 0 0,-6-6 0,-2 1-6032,-21-12-1,19 12 1802,6 5 2702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8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87 604,'-9'2'17294,"17"-8"-15041,2 2-1775,1 0-1,0 1 1,0 0-1,0 1 1,0 1-1,0-1 1,15 2-1,25-5 152,-4 0-349,-33 5-268,0-2 0,0 0 0,-1 0 0,1-1 0,-1-1 0,18-7 0,-25 8-122,8-3 70,-14 6-31,0 0 1,1 0-1,-1 0 0,0 0 0,0 0 0,0 0 1,0 0-1,1 0 0,-1 0 0,0 0 0,0 0 1,0 0-1,0 0 0,1 0 0,-1 0 1,0 0-1,0 0 0,0 0 0,0 0 0,0-1 1,0 1-1,1 0 0,-1 0 0,0 0 0,0 0 1,0 0-1,0 0 0,0-1 0,0 1 1,0 0-1,0 0 0,0 0 0,0 0 0,1-1 1,-1 1-1,0 0 0,0 0 0,0 0 1,0 0-1,0-1 0,-11-4-4992,9 4 3940,0 0 0,0 0 1,0 0-1,-1 0 0,1 1 0,0-1 0,-4 0 1,-13-1-3691,9 0 2955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9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1 1076,'-1'7'3547,"1"-6"-3120,-1-1 0,1 1 0,-2 2 3845,1-3-3845,1 1 0,0-1 1,-1 0-1,-3 1 4746,9 2-1318,7 1-3319,-10-3-518,0-1 0,0 1 0,-1 0 0,1 0 0,0 0 0,-1 0 0,1 1 0,-1-1 0,1 0 0,-1 1 0,0-1 0,1 1 0,-1-1 0,0 1 0,0-1 0,0 1 0,0 0 0,1 2 0,1 3 46,0 1 1,4 15 0,13 104 51,-14-81-114,-3-26 6,3 14-19,-5-31 26,-1-1 0,0 1 1,0-1-1,0 0 0,0 1 0,-1-1 1,1 1-1,-1-1 0,1 0 0,-2 3 0,2-4 15,-1 0 0,1-1 0,-1 1 0,0-1 0,1 1 0,-1-1 0,1 1 0,-1-1 1,0 1-1,1-1 0,-1 1 0,0-1 0,0 0 0,1 1 0,-1-1 0,0 0 0,0 0 0,1 0 0,-1 1 0,0-1 0,0 0 0,0 0 0,1 0 0,-1 0 0,0-1 0,0 1 0,0 0 0,1 0 0,-1 0 0,-1-1 0,-25-10 191,25 10-227,-24-13-2038,-24-19 0,11 7-2768,-17-2-3505,18 9 3578,25 11 3434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39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17 812,'21'-1'6740,"12"-2"-1400,1 4-2072,-10 0-3917,-2-5-7591,-21 4 7765,4-5-3465,-1-1 2132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0.0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6 592,'-4'-2'19760,"0"-2"-17173,18 10-500,-1 0-1917,0-1 0,0-1 0,26 5 0,8-5-129,-46-4-41,-1 0 0,0 0 0,0-1-1,0 1 1,1 0 0,-1 0 0,0 0 0,0 0 0,1 0-1,-1 1 1,0-1 0,0 0 0,0 0 0,1 0 0,-1 0-1,0 0 1,0 0 0,0 0 0,1 0 0,-1 0 0,0 0 0,0 1-1,0-1 1,0 0 0,1 0 0,-1 0 0,0 0 0,0 1-1,0-1 1,0 0 0,0 0 0,0 0 0,0 0 0,1 1-1,-1-1 1,0 0 0,0 0 0,0 1 0,-4 9-44,-11 7-97,4-7-25,-1-1-1,-23 15 1,25-18 58,-1 1 0,2 0 1,-1 0-1,1 1 0,-11 13 0,18-20 108,0 2-6,0-1 1,0 1 0,0 0-1,0-1 1,1 1 0,-3 4-1,7-6 57,0-1 0,0 0-1,0 0 1,1 0 0,-1 0 0,0 0-1,0-1 1,5-1 0,86-16 430,-86 18-834,-16 6-906,-17 5-2714,15-8 1123,-1 1-1,1 0 0,-1 1 1,1 0-1,-12 9 1,15-8 1240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0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0 1124,'7'21'18859,"-5"-21"-18371,-1 1-329,0 0 0,0 0 0,0 0 0,0 0 0,0 0-1,0 1 1,0-1 0,0 0 0,0 0 0,0 1 0,0-1 0,0 3 0,8 20-38,-6-14 24,-2-4-129,1 0 0,-1 0 0,0-1 0,0 1 0,-1 1 0,0-1 0,0 0 0,0 0 0,-1 0 0,0 0 0,0-1 0,-1 1 0,1 0 0,-1 0 0,0-1 0,-1 1 0,-5 10 0,5-12-321,0 0 0,0 1 1,-1-1-1,1 0 0,-1-1 0,0 1 0,0-1 1,0 1-1,-6 2 0,6-4-469,1 0-1,-1 0 1,0-1-1,0 1 1,1-1 0,-1 0-1,0 0 1,0-1-1,0 1 1,0-1-1,-1 0 1,-6-1 0,7 1-144,1-1 0,0 0 0,-1 0 0,1 0 0,-1 0 0,1-1 1,0 1-1,-6-4 0,3 0-433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1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93 1108,'19'-16'4714,"-9"9"-2575,-1-1 0,1 1 0,1 1 0,11-6 1,-16 10-1705,0 1 0,1-1 0,-1 2 0,0-1 0,0 1 1,1 0-1,5 1 0,4-1 272,-12 0-509,0 0 1,0 0-1,0 0 1,0 0-1,0-1 1,0 0-1,0 0 1,0 0-1,0 0 1,0 0-1,0-1 1,0 0-1,-1 0 1,4-2 0,-4 2-173,1 0 1,-1 0 0,0 0 0,1 0 0,-1 1 0,1 0 0,-1 0 0,6-1 0,-8 2-20,0 0-1,-1 1 1,1-1 0,0 1-1,0-1 1,-1 1-1,1-1 1,0 1 0,0-1-1,-1 1 1,1 0 0,-1-1-1,1 1 1,-1 0-1,1 0 1,-1-1 0,1 1-1,-1 0 1,0 0-1,1 0 1,-1 0 0,0-1-1,1 3 1,4 22 9,-2-8-35,9 27 0,0 5-2,15 79-399,-26-122 406,-1-1-1,1 0 0,-1 1 1,0-1-1,0 8 0,0-12 2,0 0 0,-1-1-1,1 1 1,0 0-1,0 0 1,0 0 0,-1 0-1,1-1 1,-1 1 0,1 0-1,0 0 1,-1-1-1,1 1 1,-1 0 0,1-1-1,-1 1 1,0-1 0,1 1-1,-1-1 1,0 1 0,1-1-1,-1 1 1,0-1-1,0 1 1,1-1 0,-1 0-1,0 0 1,0 1 0,0-1-1,1 0 1,-1 0-1,0 0 1,0 0 0,0 0-1,0 0 1,0 0 0,1 0-1,-1 0 1,0 0 0,0 0-1,-1-1 1,-3 0-307,-1-1 1,1 0-1,0 0 1,-1-1-1,1 1 1,0-1-1,-6-5 1,-32-27-3150,26 20 1834,-4-2-103,-91-77-1583,98 86 4011,9 5 691,10 5 2381,30 7-1122,-28-8-2603,0 0 0,1 0 0,-1-1 1,0 0-1,0 0 0,0-1 0,0 0 0,1 0 0,11-4 0,37-13-39,-74 27-1295,0 2 1,-27 20-1,-6 4-2844,26-15 2972,21-15 1356,-1-1-1,0 1 1,0-2-1,-7 5 1,24-12 5244,4 0-3624,19-7-1468,-23 6-978,23-14 0,-7 0-5001,-21 12 3056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1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39 56,'-3'-3'2294,"1"0"0,-1 0 0,1 0 0,0-1 0,0 1 0,-3-7-1,5 9-2127,0 1-1,0 0 1,0 0-1,0-1 0,-1 1 1,1 0-1,0-1 0,0 1 1,0-1-1,0 1 0,0 0 1,0-1-1,0 1 0,0 0 1,0-1-1,0 1 1,0 0-1,0-1 0,0 1 1,0 0-1,1-1 0,-1 1 1,0 0-1,0-1 0,1 1-126,-1 0-1,0 1 0,1-1 0,-1 0 0,0 1 1,0-1-1,1 0 0,-1 1 0,0-1 0,0 0 1,1 1-1,-1-1 0,0 1 0,0-1 0,0 0 1,0 1-1,0-1 0,1 1 0,-1-1 1,0 1-1,0 0 0,13 80 601,7 28-576,5-9-1816,-26-100 1681,1-1 1,0 1 0,0 0 0,0 0 0,0 0 0,0 0 0,0 0 0,0 0 0,0 0 0,-1 0 0,1 0 0,0 0 0,0 0-1,0 0 1,0 0 0,0 0 0,0 0 0,-1 0 0,1 0 0,0 0 0,0 0 0,0 0 0,0 0 0,0 0 0,0 1 0,0-1 0,0 0-1,-1 0 1,1 0 0,0 0 0,0 0 0,0 0 0,0 0 0,0 0 0,0 0 0,0 0 0,0 1 0,0-1 0,0 0 0,0 0-1,0 0 1,0 0 0,0 0 0,0 0 0,0 0 0,-1 0 0,1 1 0,0-1 0,0 0 0,0 0 0,0 0 0,1 0 0,-1 0 0,0 0-1,0 1 1,0-1 0,0 0 0,-7-7-2590,-49-75-8448,43 64 9829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1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2 860,'-10'-2'11524,"11"3"-11593,0 1 0,0-1 0,-1 0-1,1 0 1,0 0 0,0 0 0,-1 1-1,1-1 1,-1 0 0,1 2-1,0-1-402,-1 0-1,0-1 1,0 1-1,0 0 1,0 0-1,0-1 1,0 1-1,0 0 1,-1-1-1,1 1 1,-1 0-1,1-1 1,-1 1-1,1-1 1,-1 1-1,0-1 1,0 1-1,0-1 1,0 0-1,0 1 1,-2 1-1,-1 0-682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2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0 792,'-1'2'598,"1"1"1,0-1-1,0 0 0,1 1 0,-1-1 1,0 0-1,1 0 0,-1 1 0,1-1 0,0 0 1,0 0-1,0 0 0,0 0 0,2 4 1,-1-4-391,0 0-1,0 0 1,1 0 0,-1-1 0,0 1 0,1-1 0,3 2-1,-1 0-199,-1-1-1,1 1 0,-1 0 0,0 0 0,0 0 1,0 1-1,0-1 0,-1 1 0,1 0 0,-1 0 1,0 0-1,0 1 0,0-1 0,-1 1 0,0-1 0,0 1 1,0 0-1,2 9 0,-1 2-18,-2-10-4,0 1 0,0-1 0,0 0 0,-1 1 0,-1 6 0,1-12-39,0 1 0,0 0 0,-1 0 0,1-1 0,-1 1 0,0 0 0,1-1 0,-1 1 0,0-1 0,0 1 0,0-1 0,0 1 0,0-1 0,0 0 0,0 1 0,-1-1 0,1 0 0,0 0 0,-1 0 0,1 0 0,-1 0 0,1 0 0,-3 1 0,-19 6-539,-31 10 1,40-18 614,14 0-22,0 1 0,-1-1 0,1-1 0,-1 1 0,1 0 0,0 0 0,-1 0 0,1 0 0,0 0 0,-1 0 0,1 0 0,-1 0 0,1-1 0,0 1 0,-1 0 0,1 0 0,0 0 0,-1-1 0,1 1 0,0 0 0,0 0 0,-1-1 0,1 1 0,0 0 0,0-1 0,0 1 0,-1 0 0,1-1 0,0 1 0,0-1 0,0 0 100,1 1-1,0-1 0,0 1 0,0-1 0,0 1 0,0-1 0,0 1 0,0 0 0,0-1 0,0 1 0,0 0 0,0 0 0,0 0 0,0 0 0,2 0 0,20-1 3047,-14 1-2343,1 0 1,0 1-1,-1 1 0,1 0 0,10 3 1,30 7 1443,-29-7-1144,24 8 0,-28-9-677,0 0 0,0-1 0,1-1 0,-1 0 0,19-2 0,2 2-168,119 14-94,-85-8-1255,-38-7-1786,-29-1 1578,0 0 1,0-1 0,-1 0-1,1 0 1,0 0-1,-1-1 1,1 1-1,-1-1 1,0 0-1,0 0 1,0-1 0,0 1-1,0-1 1,7-6-1,-1-1-791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2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0 324,'-1'13'6218,"1"-12"-5622,-1 1 0,1-1 0,0 1 1,0-1-1,0 1 0,0 0 0,0-1 0,0 1 0,0-1 0,1 1 0,-1-1 0,0 1 0,1 1 0,12 25 3031,10 13-3140,-16-31-488,-6-9-25,0 0-1,0 1 1,0-1 0,0 0 0,0 1-1,0-1 1,-1 1 0,1-1 0,0 1-1,-1-1 1,1 1 0,-1 0 0,0-1-1,1 1 1,-1 0 0,0-1 0,0 1-1,0 0 1,0 0 0,0-1 0,-1 3-1,-1 2-204,0 0-1,-1-1 1,0 1-1,1-1 1,-2 0-1,1 0 1,-1 0-1,1 0 1,-8 6-1,-5 4-67,-24 17-1,5-4 1814,-9 5 3715,107-51-3686,-52 14-1542,-1 2 2,0-2 0,-1 0 0,1 0 0,15-10 0,-11 5-15,20-11 0,-33 20 17,-1 0-1,0-1 0,0 1 1,1 0-1,-1 0 1,0 0-1,1-1 0,-1 1 1,0 0-1,0 0 1,1 0-1,-1 0 1,0 0-1,1 0 0,-1 0 1,0 0-1,1-1 1,-1 1-1,0 0 0,1 0 1,-1 1-1,0-1 1,1 0-1,-1 0 0,0 0 1,1 0-1,-1 0 1,0 0-1,1 0 1,-1 0-1,0 1 0,1-1 1,-1 0-1,0 0 1,0 0-1,1 1 0,-1-1 1,0 0-1,0 0 1,1 1-1,-1-1 0,0 0 1,0 0-1,0 1 1,0-1-1,1 0 1,-1 1-1,0-1 0,0 0 1,0 1-1,0-1 1,0 0-1,0 1 0,0-1 1,0 0-1,0 1 1,0-1-1,0 0 0,0 1 1,0-1-1,0 0 1,0 1-1,0-1 1,-1 0-1,1 1 0,0-1 1,-6 20 317,-14 21-345,-2-1 0,-2-2 0,-1 0 0,-2-1 0,-37 38 0,60-71-219,0-1 0,0 1 0,0-1 0,-1 0 0,-5 3 1,-9-1-2829,18-4 2418,0-1-1,0 0 1,-1 0-1,1 0 1,0 0-1,-1-1 1,1 1-1,0 0 1,0-1-1,-1 1 1,-1-1-1,3 0 392,0 1-1,0 0 1,0-1 0,0 1-1,0 0 1,0-1 0,0 1-1,-1-1 1,1 1 0,0 0-1,1-1 1,-1 1 0,0-1-1,0 1 1,0 0 0,0-1-1,0 1 1,0-1 0,0 1-1,0 0 1,1-1 0,-1 1-1,0 0 1,0-1 0,1 1-1,5-11-2623,0 3 1502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3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82 512,'6'-3'1832,"0"0"1,0 0-1,-1 1 1,1 0-1,1 1 1,-1-1-1,0 1 0,0 0 1,1 0-1,8 1 1,-4-1-1482,-1-1 1,1 0 0,-1-1 0,1 0 0,-1-1-1,0 0 1,15-8 0,0 1-66,13-8 429,-31 18-642,-6 11 37,-3 60 160,0-34-264,5 52 1,-2-76 77,3 18-187,-4-29 176,0 1-1,0-1 1,0 1 0,0-1 0,0 0-1,0 1 1,-1-1 0,1 1 0,0-1 0,-1 0-1,1 1 1,-1-1 0,1 0 0,-2 3-1,-1-2 54,0 1 0,0-1 0,0 0 0,0 0 0,0 0 0,0 0 0,-1 0 0,1-1 0,-1 1 0,1-1 0,-7 1 0,4-1-357,1 0 0,-1-1 0,1 0 1,-1 0-1,1 0 0,-1-1 0,-6-1 1,3 0-856,1-1 1,0 1-1,0-2 1,-9-4-1,9 4-1222,1 0 0,0-1-1,-12-10 1,15 11 1303,0 0 0,1 0 0,-1 0 0,1 0 0,-1-1 1,1 1-1,1-1 0,-4-7 0,-1-7-822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4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1 432,'2'15'4473,"-2"-14"-3946,0 0 0,-1 1 0,1-1 0,1 0 0,-1 0 0,0 1 0,0-1 0,0 0 0,1 0 0,-1 0 0,0 0 0,1 1 0,-1-1 0,1 0 0,0 1 0,10 7 857,8 7-1042,-18-16-271,-1 1-1,1-1 1,-1 1 0,1 0-1,-1 0 1,1-1-1,-1 1 1,1 0-1,-1 0 1,0-1-1,1 1 1,-1 0 0,0 0-1,0 0 1,0 0-1,0-1 1,0 1-1,0 0 1,0 0 0,0 0-1,0 0 1,0 1-1,-2 1 123,1-1 0,-1 0 0,1 1-1,-1-1 1,0 0 0,0 0 0,0 0 0,0 0 0,-1 0-1,1 0 1,-1 0 0,1-1 0,-1 0 0,-4 3-1,-13 8-82,-12 13-113,21-17-3,1 0 0,0 0 1,-13 15-1,-25 20 1341,48-43-1309,0 0 0,0 0 0,0 1 1,0-1-1,0 0 0,1 0 1,-1 0-1,0 0 0,0 0 1,0 1-1,0-1 0,0 0 0,0 0 1,1 0-1,-1 0 0,0 0 1,0 0-1,0 0 0,0 0 1,0 0-1,1 0 0,-1 0 0,0 1 1,0-1-1,0 0 0,0 0 1,1 0-1,-1 0 0,0 0 1,0 0-1,0 0 0,0 0 0,0 0 1,1-1-1,-1 1 0,0 0 1,0 0-1,0 0 0,0 0 1,1 0-1,-1 0 0,0 0 0,0 0 1,0 0-1,0-1 0,11 0 293,10-6 356,-17 5-483,1 0-1,0 1 1,0 0-1,0 0 0,8-1 1,-12 2-183,0 0-1,0 1 1,0-1-1,0 1 1,0 0 0,0-1-1,0 1 1,0 0-1,-1-1 1,1 1 0,0 0-1,0 0 1,-1 0 0,1 0-1,-1 0 1,1 0-1,-1 0 1,1 0 0,-1 0-1,1 0 1,-1 0 0,1 1-1,6 26 1,-7-28-7,5 25-347,-2-1 1,-1 0-1,-1 1 1,-1-1-1,-1 1 1,-5 31-1,5-44-464,0-8-3829,-4-13 549,1 0 2871,0-1 0,2 0 0,-1 0 0,1 0 0,0 0 0,1 0 0,0 0 0,1-12-1,0 10 300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4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1 112 8,'8'-18'3806,"-7"16"-3006,0-1-1,0 1 1,0 0-1,0 0 1,0-1 0,0 1-1,1 0 1,2-3-1,22-15 7975,-18 15-7941,0 0-1,1 1 0,12-4 1,-5 3-631,1 1 0,33-5 1,-21 6 550,-6 0-381,27-1 0,-47 4-354,-1 0 0,1 0 1,-1 0-1,1 0 1,-1 1-1,1-1 0,0 1 1,-1-1-1,0 1 0,1 0 1,-1 0-1,1 0 1,-1 0-1,0 0 0,0 1 1,0-1-1,0 1 1,0-1-1,0 1 0,0 0 1,0 0-1,-1 0 1,1 0-1,-1 0 0,1 0 1,-1 0-1,0 0 0,0 1 1,0-1-1,0 1 1,0-1-1,1 5 0,12 43 27,14 100-1,5 68-26,-30-200-9,-1-11 2,-1-1 1,0 1-1,-1-1 0,0 1 0,0-1 1,-1 7-1,1-12-8,0-1 1,0 0-1,0 1 1,0-1-1,0 1 1,0-1-1,-1 0 1,1 1-1,0-1 0,0 1 1,0-1-1,-1 0 1,1 1-1,0-1 1,-1 0-1,1 0 1,0 1-1,-1-1 0,1 0 1,0 0-1,-1 1 1,1-1-1,0 0 1,-1 0-1,1 0 0,-1 1 1,0-1-1,-13-2 38,-11-12-32,-113-74-1362,62 42-2111,1-5-3663,55 36 1229,-27-28 1,38 35 4323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4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0 788,'11'11'13893,"-1"5"-7084,-2-3-6550,-8-12-317,1 0 0,-1-1 0,1 1 0,-1 0 0,0-1 0,1 1 0,-1 0 0,0 0 0,0-1 0,0 1 0,1 0 0,-1 0 0,0-1 0,0 1 0,0 0 0,0 0 0,0-1 0,-1 1 0,1 0 0,0 1 0,-1-1-415,1 0 0,-1 0 1,1 0-1,-1 0 1,0 0-1,0 0 0,1 0 1,-1 0-1,0-1 1,0 1-1,0 0 0,-1 0 1,2-1 257,-1 0 1,1 1-1,0-1 1,0 0-1,-1 0 1,1 0-1,0 0 1,0 0-1,-1 0 1,1 1-1,0-1 1,0 0-1,0 0 1,-1 0-1,1 1 1,0-1-1,0 0 1,0 0-1,0 1 1,0-1-1,-1 0 1,1 0-1,0 1 1,0-1-1,0 0 1,0 0-1,0 1 1,0-1-1,0 0 1,0 1-1,0-1 1,0 0-1,0 0 1,0 1-1,0-1 1,0 0-1,0 0 1,0 1-1,1-1 1,-1 0-1,0 0 1,0 1-1,0-1 1,0 0-1,0 0 1,1 1-1,-1-1 1,0 0-1,0 0 1,0 0-1,1 0 1,-1 1-1,0-1 1,0 0-1,0 0 1,1 0-1,-1 0 1,4 1-486,1-3-106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5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62 668,'0'-2'265,"0"0"383,0 0 0,0 0 0,0 1 0,0-1 0,0 0 0,0 0 0,0 0 1,1 0-1,-1 0 0,1 1 0,-1-1 0,1 0 0,0 0 0,-1 1 0,1-1 0,0 0 0,0 1 0,2-3 1,9-1 5743,9 1-4107,7-2-2211,14-2 723,-42 8-784,0 0 0,1 0 0,-1 0 0,0 0 0,0 0 0,0 0 0,0 0 0,1 0 0,-1 0-1,0 0 1,0 0 0,0 1 0,0-1 0,1 0 0,-1 0 0,0 0 0,0 0 0,0 0 0,0 1-1,0-1 1,0 0 0,0 0 0,0 0 0,1 1 0,-1-1 0,0 0 0,0 0 0,0 0 0,0 0-1,0 1 1,0-1 0,0 0 0,0 0 0,0 0 0,0 1 0,1 14 81,-3 15-175,1-27 61,-4 28-605,4-30 401,1 1 1,-1 0 0,1 0-1,-1 0 1,0 0 0,0-1-1,0 1 1,0 0-1,0-1 1,-1 1 0,1-1-1,0 1 1,-2 0-1,-9 10-4317,10-11 3544,1 1 0,0-1 0,-1 1 1,1-1-1,-1 0 0,1 1 0,-1-1 0,0 0 0,1 0 1,-1 0-1,-3 1 0,1-2-792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09:45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25 1376,'-13'14'22698,"18"-15"-21280,0-1-2429,27-11 1131,-27 10-126,0 1 0,0-1 1,0 1-1,1 0 0,-1 0 0,1 1 1,0 0-1,-1 0 0,1 0 0,0 1 1,-1-1-1,9 2 0,-5 2-239,-9-3 198,0 0-1,0 0 1,0 0 0,1 0 0,-1 0 0,0 0 0,0 0 0,0 0 0,0 0 0,0 0 0,0 0-1,0 0 1,0 1 0,0-1 0,0 0 0,0 0 0,0 0 0,0 0 0,0 0 0,0 0-1,0 0 1,0 0 0,0 0 0,0 0 0,0 0 0,0 0 0,0 0 0,0 0 0,0 0 0,0 0-1,0 1 1,0-1 0,0 0 0,0 0 0,0 0 0,0 0 0,0 0 0,0 0 0,0 0 0,0 0-1,0 0 1,0 0 0,0 0 0,0 0 0,0 0 0,0 0 0,0 0 0,0 0 0,-1 0-1,1 0 1,0 0 0,0 0 0,0 1 0,0-1 0,0 0 0,0 0 0,0 0 0,0 0 0,-1 0-872,-1 0 1,1 0 0,0 1 0,-1-1 0,1 0 0,0 0 0,-1 0 0,1 0 0,-1-1 0,1 1 0,-2-1 0,-13-5-7156,8 2 6251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0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13 1164,'-5'-13'17592,"4"13"-16023,9 13 1453,-2-4-2969,0-1 0,-1 1 0,0 0 0,6 19 0,-10-25-74,0 0-1,0 0 0,-1 0 1,0 0-1,1 1 0,-1-1 0,-1 0 1,1 0-1,0 1 0,-1-1 1,1 0-1,-1 0 0,0 0 0,0 0 1,-1 0-1,1 0 0,0 0 1,-1 0-1,-3 4 0,-3 2 1,1 0 0,-2-1 0,1 0 1,-1 0-1,0-1 0,-1-1 0,0 1 0,-12 5 0,15-7 40,-1 0 0,1 0 0,-10 10-1,50-24 1253,-9 0-942,0-1 1,24-15-1,-38 21-337,0-1 1,0 1 0,19-4 0,0 0 13,-27 10-101,-5 5 44,-9 12 18,4-7 7,-2 6-9,-4 10-250,-2-1 0,-1 0 1,-1-1-1,-29 31 0,0-23 322,68-36-115,43-27 103,24-9 8,-68 28-5,-19 9-24,-16 33 36,-11 1-40,11-13 16,-19 19 0,-5 1 12,41-40-24,0 0 0,0 0 0,0 0 0,0 0 1,0-1-1,0 1 0,0-1 0,0 0 0,3 0 1,6-6-22,-7 5-97,-1 0 0,0 0 0,1 0 0,-1 0 0,0-1 0,0 1 0,-1-1 0,1 0 0,0 0 0,-1 0 0,0 0 0,1 0 0,1-5 0,-3 7 68,-1 1-1,0-1 0,0 1 0,0 0 0,0-1 0,0 1 1,0-1-1,0 1 0,0-1 0,0 1 0,-1 0 0,1-1 1,0 1-1,0-1 0,0 1 0,0-1 0,-1 1 0,1 0 1,0-1-1,0 1 0,-1 0 0,1-1 0,0 1 0,-1 0 1,1-1-1,0 1 0,-1 0 0,1 0 0,0-1 0,-1 1 1,1 0-1,-1 0 0,1 0 0,0 0 0,-1-1 0,1 1 1,-1 0-1,0 0 0,1 0 74,-1 0 0,1 0 0,-1 0 0,1-1 0,-1 1 0,1 0 0,0 0 0,-1 0 0,1-1 0,-1 1 0,1 0 0,0-1 0,-1 1 0,1 0 0,-1-1 1,1 1-1,0 0 0,0-1 0,-1 1 0,1-1 0,0 1 0,0-1 0,-1 1 0,1 0 0,0-2 0,-1 3 13,1-1 1,-1 0-1,0 1 1,1-1-1,-1 1 0,1-1 1,-1 1-1,1-1 1,-1 1-1,1-1 1,-1 1-1,1-1 0,0 1 1,-1 0-1,1 0 1,-1 25-4,2-1-1,7 41 1,-3-32-56,-4-25 59,0 0-1,0 0 1,1-1-1,0 1 1,1 0-1,0-1 1,6 12-1,-9-20-6,0 1 0,0-1-1,0 0 1,0 1 0,1-1 0,-1 1 0,0-1-1,0 0 1,0 1 0,1-1 0,-1 0 0,0 1-1,0-1 1,1 0 0,-1 1 0,0-1-1,1 0 1,-1 0 0,0 1 0,1-1 0,-1 0-1,1 0 1,-1 0 0,0 1 0,1-1 0,-1 0-1,1 0 1,-1 0 0,1 0 0,-1 0 0,0 0-1,1 0 1,-1 0 0,1 0 0,-1 0 0,1 0-1,-1 0 1,0 0 0,1 0 0,-1-1-1,1 1 1,-1 0 0,0 0 0,1 0 0,-1-1-1,0 1 1,1 0 0,1-3 51,1 0 1,-1 0-1,-1 1 0,1-1 0,2-6 1,29-65-1065,-29 64-208,-1 0-1,-1 0 1,0 0 0,0-1-1,0-18 1,-2 20 17,0-3-1336,0 0-1,-1 0 1,0 0-1,-4-17 1,-1 14 959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0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1 121 1132,'2'3'3308,"-1"-3"-2205,0 1-1,0-1 1,0 1 0,0-1-1,0 1 1,0-1 0,0 0-1,0 1 1,0-1 0,0 0-1,2 0 1,19-2 5645,-11-2-6616,23-10 0,-16 6 1170,138-61-977,-155 69-365,0 0 1,0-1-1,0 1 0,0 0 0,0-1 1,0 0-1,-1 1 0,1-1 0,0 1 0,0-1 1,1-1-1,-2 1-97,0 1 0,0 0-1,0 0 1,0 0 0,0 0 0,0-1 0,0 1-1,0 0 1,0 0 0,0-1 0,0 1 0,0 0-1,0 0 1,0 0 0,0 0 0,0-1 0,0 1-1,0 0 1,0 0 0,0 0 0,0-1 0,0 1-1,-1 0 1,1 0 0,0 0 0,0 0 0,0-1 0,0 1-1,0 0 1,-1 0 0,1 0 0,0 0 0,0 0-1,0 0 1,-1 0 0,-24-9-12930,15 7 10285,-1-1 383,2-1 484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1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1384,'2'-6'16186,"2"-4"-10725,-4 9-5421,1 1 0,0 0 0,-1 0 0,1 0-1,-1 0 1,1 0 0,-1 0 0,1 1-1,-1-1 1,1 0 0,-1 0 0,1 0 0,-1 0-1,1 1 1,-1-1 0,1 0 0,-1 0-1,0 1 1,1-1 0,-1 0 0,1 1 0,-1-1-1,0 0 1,1 1 0,-1-1 0,0 1 0,1-1-1,-1 0 1,0 1 0,0-1 0,1 1-1,-1-1 1,0 2 0,7 15 397,1 12 101,-2-1-1,4 45 1,-3 60-372,-3-36-102,39 224-61,-10-98 48,-27-173-198,-12-73-3255,2-9-3106,1 0-1,3-63 0,5 58 4098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1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12 804,'0'1'477,"0"-1"-1,0 1 0,0-1 1,0 1-1,0-1 1,0 1-1,0-1 1,0 1-1,0 0 1,0-1-1,1 1 0,-1-1 1,0 1-1,0-1 1,0 1-1,1-1 1,-1 1-1,0-1 1,1 1-1,-1-1 1,0 0-1,1 1 0,-1-1 1,0 1-1,1-1 1,-1 0-1,1 1 1,-1-1-1,1 0 1,0 1-1,1-1 344,0 0-1,0 0 1,0 0-1,0 0 1,1 0-1,-1-1 1,3 0-1,-1 0-979,0 1 255,0-1 0,-1 0-1,1-1 1,-1 1 0,1 0 0,-1-1 0,1 0-1,-1 0 1,0 0 0,0 0 0,5-4-1,-6 5-31,-2 4-22,-6 14-4,-11 22-44,5-13-129,-32 64-266,35-74-1423,-18 23 0,7-18-2535,19-20 3776,0 1 0,-1-1 0,1 0 0,-1 0 0,1 0 0,-1 0 0,1 0-1,-1-1 1,0 1 0,0 0 0,1-1 0,-1 1 0,-2 0 0,4-2 382,-1 1 0,1 0 1,-1 0-1,1 0 0,-1 0 1,1-1-1,-1 1 0,1 0 0,-1 0 1,1-1-1,-1 1 0,1 0 0,0-1 1,-1 1-1,1-1 0,0 1 0,-1 0 1,1-1-1,-5-5-1329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1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19 140,'11'-7'2558,"-10"6"-2067,0 0 0,0 0 0,0 0 0,1 0-1,-1 0 1,0 0 0,1 0 0,-1 1 0,1-1 0,-1 0 0,1 1 0,-1 0-1,1-1 1,-1 1 0,1 0 0,-1-1 0,1 1 0,0 0 0,-1 0 0,1 0-1,-1 1 1,1-1 0,-1 0 0,1 1 0,2 0 0,0 1-38,1 0 1,-1 0-1,0 0 0,0 1 1,0-1-1,0 1 0,0 0 1,0 1-1,5 6 1,2 3-1021,13 21 0,-17-24 28,-3-4 692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2.1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1 153 480,'12'-11'12803,"2"1"-5261,5-2-3411,9-3-3589,7-4 411,8-5-713,23-14-957,-52 29-418,-2 1-2798,-5 2-3824,-17 8-2772,4-1 8745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2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333 12 568,'1'-4'14410,"1"-3"-7307,-1 7-7075,-1 0-1,1 0 0,0 0 0,-1 0 1,1 0-1,0 0 0,-1 0 0,1 0 1,0 0-1,-1 0 0,1 0 0,0 0 1,-1 0-1,1 1 0,-1-1 0,1 0 1,0 0-1,-1 1 0,1-1 0,-1 0 1,1 1-1,-1-1 0,1 1 0,-1-1 1,1 0-1,-1 1 0,1-1 0,-1 1 1,0 0-1,1-1 0,-1 1 1,0-1-1,1 1 0,-1 0 0,10 22-33,-10-23 20,6 22 2,-1 1 1,-1-1 0,1 27 0,1 3-20,68 338 46,-63-340-29,-7-30-3,8 43 0,-11-56 8,0-1 0,-1 1-1,0-1 1,0 1 0,0-1 0,-1 1-1,-2 7 1,2-12 23,1-1 0,-1 1 0,0-1 1,1 1-1,-1-1 0,0 0 0,0 1 0,0-1 0,0 0 0,-1 0 0,1 1 0,0-1 1,0 0-1,-1 0 0,1 0 0,0-1 0,-1 1 0,1 0 0,-1-1 0,1 1 0,-1 0 0,0-1 1,1 0-1,-1 1 0,1-1 0,-1 0 0,0 0 0,1 0 0,-1 0 0,0 0 0,1 0 0,-3-1 1,-7-1 157,1 0 0,-1-1 1,-18-7-1,20 7-209,-65-25 52,-73-23-2258,128 45 143,1-1 0,-28-13 0,41 17 887,-1 0 0,0 0 0,1-1-1,-1 0 1,1 0 0,0-1-1,1 1 1,-1-1 0,1 0 0,0 0-1,-5-8 1,3-1-622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2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23 708,'17'4'2879,"6"5"5842,9 3 1733,-17-11-8840,-1-6-4453,-12 4 1924,0 0 0,-1 0 1,1 0-1,-1-1 0,1 1 1,-1-1-1,0 1 0,1-1 1,-1 1-1,0-1 0,0 0 1,0 0-1,0 1 1,0-1-1,0 0 0,-1 0 1,1 0-1,-1 0 0,1-3 1,1-4-1346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3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0 880,'2'2'1103,"0"0"-1,1-1 1,-1 1 0,0 0-1,0 0 1,0 0 0,0 0 0,-1 1-1,1-1 1,-1 0 0,1 1-1,-1-1 1,2 5 0,7 10 2567,-8-15-3596,13 16 826,-15-17-1318,1 0 0,-1-1 1,1 1-1,0-1 0,-1 1 1,1-1-1,0 1 0,-1-1 1,1 0-1,0 1 0,-1-1 0,1 0 1,1 1-1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3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0 1124,'18'14'10909,"-13"-10"-8803,0 0 0,0 0 0,8 4 0,-12-8-2084,0 1-1,0-1 1,0 1 0,0 0-1,0 0 1,0-1 0,0 1-1,0 0 1,0 0 0,0 0-1,0 0 1,0 0 0,-1 0-1,1 0 1,-1 0-1,1 0 1,0 1 0,-1-1-1,0 0 1,1 0 0,-1 2-1,1-1-16,-1 0 0,0 0 0,-1 1-1,1-1 1,0 0 0,-1 0 0,1 0 0,-1 1-1,1-1 1,-1 0 0,-1 2 0,-3 4-12,0 1 1,0-1-1,0-1 0,-10 11 1,7-10 2,0 0 0,0 0 0,-1-1 0,0 0 0,0 0 0,-1-1 0,-13 6 1,11-6 12,0 0 96,0 0 1,0 1-1,-16 12 1,-7 2 1979,30-15-741,11-6-472,13-4 175,12-9-224,-1-2-1,39-26 1,32-15-814,-47 37-227,-33 12-1186,-36 4-8874,-12-2 1755,0-3 2643,19 5 4730,-4-1-380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3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78 876,'-14'-28'12943,"2"7"-5275,11 19-7138,0 0 0,1-1 1,-1 1-1,0-1 1,1 1-1,-1 0 0,1-5 1,0 7-519,0 0 0,0-1 0,0 1 0,0 0 0,0 0 0,0 0 0,0-1 0,0 1 0,0 0 0,0 0 0,0 0 0,0 0 0,0-1 0,0 1 0,0 0 0,0 0 0,0 0 0,0-1 0,0 1 0,0 0 0,0 0 0,0 0 0,1 0 0,-1 0 0,0-1 0,0 1 0,0 0 0,0 0 0,0 0 0,1 0 0,-1 0 0,0 0 0,0-1 0,0 1 0,6 4 98,5 12-105,-3 4-4,0 2 1,-2-1-1,5 30 0,3 66-523,-1-9-1017,-6-67 606,8 57-2164,-6-33-2130,-8-64 5146,-1-1-1,0 0 1,0 0-1,0 1 1,0-1-1,0 0 1,0 1-1,0-1 1,0 0-1,1 1 1,-1-1-1,0 0 1,0 0-1,-1 1 1,1-1-1,0 0 1,0 1-1,0-1 1,0 0-1,0 1 1,0-1-1,0 0 1,0 0-1,0 1 1,-1-1-1,1 0 1,0 0-1,0 1 1,0-1-1,-1 0 1,1 0-1,0 1 1,-8-7-1389,-7-17 457,3-9 927,-8-37 0,10 31 1700,10 37-1431,0 0 0,0 0 0,-1 0 0,1 0 0,0 1 0,0-1 1,0 0-1,-1 0 0,1 0 0,-1 1 0,1-1 0,0 0 0,-1 0 0,1 1 0,-1-1 1,0 1-1,1-1 0,-1 0 0,1 1 0,-1-1 0,0 1 0,0-1 0,1 1 1,-1-1-1,0 1 0,-1-1 0,1 2 41,0-1 0,0 0 1,0 1-1,-1-1 0,1 1 1,0-1-1,0 1 0,0 0 1,0-1-1,1 1 0,-1 0 0,0 0 1,0 0-1,0 0 0,1-1 1,-1 1-1,-1 2 0,-47 61 946,40-54-2876,-20 17-1,20-23-1374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4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2 336,'48'-1'7085,"30"0"3942,-29 7-9423,-43-5-2849,-18-2-7600,-44 11 59,41-9 7654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4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1 500,'-1'15'6300,"0"-1"4970,1-8-7227,0 7-3357,2 32-610,10 55 0,-11-92-74,0-6-4,-1 0 0,1-1 0,-1 1 0,1 0 0,0-1 0,0 1 0,0-1-1,0 1 1,0-1 0,0 1 0,0-1 0,0 0 0,1 1 0,-1-1-1,1 0 1,-1 0 0,1 0 0,-1 0 0,1 0 0,-1 0 0,1 0 0,2 0-1,6 2 2,-1 0 0,21 4-1,-12-4 3,24 11 119,0 0-3385,-47-29-13596,2 11 16108,-2-4-761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4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186 40 1000,'1'-18'4773,"-1"15"-3479,0 1 0,0 0 1,0 0-1,0 0 0,0 0 0,0 0 0,1 0 1,0-2-1,-1 4-1096,1 0 1,-1 0 0,0 0-1,1 0 1,-1 0-1,0 0 1,0 0-1,1 1 1,-1-1-1,0 0 1,1 0 0,-1 0-1,0 1 1,0-1-1,0 0 1,1 0-1,-1 1 1,0-1-1,0 0 1,0 1 0,1-1-1,-1 0 1,0 1-1,0-1 1,0 0-1,0 0 1,0 1-1,0-1 1,0 1 0,6 12 509,-4-5-517,0-1 1,0 1 0,-1 0-1,0 10 1,-1-15-208,0 1 0,0-1 0,-1 1 0,1-1-1,-1 1 1,0-1 0,0 0 0,0 1 0,-1-1 0,1 0 0,-1 0-1,-2 4 1,0-2-271,0 1 0,-1-1 0,1 0 0,-6 4 1,2-3-1189,-1 0 0,1-1 0,-1 0 0,-11 5 0,1-2-2147,0-1 0,0-1 0,-23 3 0,27-5 2161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4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1 279 240,'42'-27'12846,"-2"2"-7611,-9 8-4180,49-38 1,-29 12-5078,-36 28-76,14-19 0,-24 28 2979,-1 0-1,0-1 1,-1 0-1,1 0 1,2-7-1,0-2-337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5.0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2 568,'1'-2'11842,"5"3"-6371,-3 1-5159,1 0 1,-1 1-1,1-1 1,-1 1-1,0-1 0,0 1 1,0 0-1,4 5 1,-5-4-311,1 0 0,0 1 0,-1-1 0,0 0 0,0 1 0,0-1 0,0 1 0,-1 0 0,0 0 0,0 0 0,0 0 0,0-1 0,-1 1 1,0 0-1,0 0 0,0 0 0,-1 0 0,-2 9 0,-6 13-70,-2 0 0,-15 28 1,17-33 38,6-15 85,0 0 0,-1 0 0,-6 11 0,9-18 4,1 1 1,0-1 0,-1 1-1,1-1 1,-1 1-1,1-1 1,0 1-1,-1 0 1,1-1 0,0 1-1,0 0 1,0-1-1,-1 1 1,1 0-1,0-1 1,0 1 0,0 0-1,0 0 1,0 0 25,1-1 1,-1 0 0,0 1-1,0-1 1,0 0 0,1 0 0,-1 1-1,0-1 1,0 0 0,1 0-1,-1 1 1,0-1 0,1 0-1,-1 0 1,0 0 0,1 0 0,-1 1-1,0-1 1,1 0 0,-1 0-1,0 0 1,1 0 0,-1 0 0,1 0-1,1 0 141,1 0-1,-1 0 1,0 0-1,0 0 1,1-1-1,-1 1 1,0-1-1,0 0 1,4-1-1,3-3-110,0-1 0,0 0 0,0 0 0,-1-1 0,0 0 0,0 0 0,10-14 0,-7 7-1324,16-28 1,-26 41 870,-1 0 0,1 0 1,-1 0-1,1 0 1,-1 0-1,0 0 1,0 0-1,0-1 0,1 1 1,-1 0-1,0 0 1,0 0-1,-1 0 1,1 0-1,0 0 0,0 0 1,-1-2-1,1 3 154,0 0 0,0 0-1,0-1 1,0 1 0,0 0-1,0 0 1,-1 0 0,1-1 0,0 1-1,0 0 1,0 0 0,0 0-1,0 0 1,-1 0 0,1-1 0,0 1-1,0 0 1,0 0 0,-1 0-1,1 0 1,0 0 0,0 0 0,0 0-1,-1 0 1,1 0 0,0 0-1,0 0 1,0-1 0,-1 2 0,0-1-176,1 0 0,-1 0 0,1 1 0,-1-1 0,0 0 0,1 1 0,-1-1 0,1 1 0,-1-1 0,1 0 0,0 1 0,-1-1 0,1 1 0,-1-1 0,1 2 0,-14 21-5771,9-12 4789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5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 0 1508,'1'3'450,"1"4"3805,-5 4 6421,0 0-3170,2 9-5138,1-15-2429,0 0 0,0 0 0,-1 0 0,-1 5 0,-2 2 90,0-1-1,-1 1 0,-1-1 0,0 0 1,-1-1-1,0 1 0,0-1 0,-1 0 1,0-1-1,-10 9 0,2-4-1368,-27 19 1,-21 6-8272,54-33 6184,9-5 2674,-1 1-1,1-1 1,-1 0-1,1 0 1,-1-1-1,0 1 1,1 0 0,-1-1-1,0 1 1,-2 0-1,-1-2-1174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5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3 180,'17'-3'11791,"-1"5"-4139,-11-1-6507,0 1 0,0-1 0,-1 1 0,1 1 0,4 2 0,4 4-588,0 0 0,18 17 1,-26-21 380,47 50 1167,-42-43-1916,0 0 0,0-1 0,1-1-1,0 0 1,1 0 0,0-2 0,15 9-1,-9-8-597,0-1-1,19 5 0,1-5-3608,-30-7 1619,0 0-1,-1-1 1,9-1 0,-13 1 1506,-1-1 0,1 0 1,-1 0-1,1 0 0,-1 0 1,1 0-1,-1 0 1,0-1-1,0 1 0,0-1 1,0 1-1,0-1 0,0 0 1,0 0-1,0 0 1,2-4-1,5-8-1290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5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38 126 768,'-22'15'7487,"6"-10"2152,22-12-3952,8-11-4290,-1 7-1008,0-1 1,16-8-1,-17 12-956,0 0 1,-1-1-1,0 0 1,9-12-1,-12 10-2024,-3-1-4896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6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74 224,'-4'-13'11787,"3"11"-10780,0-1 1,0 1-1,0-1 1,1 1-1,-1-1 1,0 0-1,1-2 1,-1-5 866,1 7-1549,0 0 1,-1 0 0,1 0 0,0 0 0,1 0 0,0-5 0,-1 7-325,0 1 0,0 0 0,0 0 0,0 0 0,0 0 1,0 0-1,0 0 0,1 0 0,-1 0 0,0 0 0,0 0 0,0 0 1,0 0-1,0 0 0,0 0 0,0 0 0,0 0 0,0 0 1,0 0-1,0 0 0,0 0 0,0 0 0,0 0 0,0 0 1,0 0-1,1 0 0,-1 0 0,0 0 0,0 0 0,0 0 1,0 0-1,0 0 0,0 0 0,0 0 0,0 0 0,0 0 1,0 0-1,0 0 0,0 0 0,0 0 0,0 0 0,0 0 1,0 0-1,1 0 0,-1 0 0,0 0 0,0 0 0,0 1 0,0-1 1,0 0-1,0 0 0,0 0 0,0 0 0,0 0 0,0 0 1,0 0-1,0 0 0,0 0 0,0 0 0,0 0 0,3 8 37,1 6 11,-1 5-21,0 1 1,-2 29-1,0-15-26,8 64-155,33 144 1,-35-211 111,-4-23 48,-1 0 0,0 0 0,0 0 0,-1 0-1,0 0 1,0 1 0,-2 12 0,1-20-5,0-1 0,0 1 0,0-1 0,-1 1 0,1 0 0,0-1 1,0 1-1,-1-1 0,1 1 0,0-1 0,-1 0 0,1 1 0,-1-1 0,1 1 0,-1-1 0,1 0 0,-1 1 1,1-1-1,-1 0 0,1 1 0,-1-1 0,1 0 0,-1 0 0,1 0 0,-1 1 0,0-1 0,1 0 0,-1 0 1,1 0-1,-1 0 0,0 0 0,1 0 0,-1 0 0,1 0 0,-1 0 0,1-1 0,-1 1 0,0 0 0,1 0 1,-1 0-1,0-1 0,-28-12-178,24 11 67,-12-6-828,0 0-1,-1 2 0,-30-8 1,32 11 1009,1-1 0,-1-1 0,-17-8 1,65-6 3689,-19 11-3835,-1-1 0,0-1 0,-1 0 0,0 0-1,-1-1 1,0-1 0,-1 1 0,0-2 0,13-23 0,16-44-5584,-7-4-6218,-24 64 8066,-1 6 2086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6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1240,'1'13'6078,"1"-3"5456,2-8-7666,5-2-3417,0-3 2,0 0 0,0 0 0,0-1 0,13-7 0,6-3-206,9-5 309,-33 18-564,-1 0-1,0 1 1,0-1 0,1 1 0,-1-1-1,5 1 1,-8 0 6,0 0 1,0 0-1,0 0 0,1 0 1,-1 1-1,0-1 0,0 0 0,0 0 1,1 0-1,-1 0 0,0 0 1,0 0-1,0 0 0,0 0 1,1 1-1,-1-1 0,0 0 0,0 0 1,0 0-1,0 0 0,0 0 1,0 1-1,1-1 0,-1 0 1,0 0-1,0 0 0,0 1 0,0-1 1,0 0-1,0 0 0,0 0 1,0 1-1,0-1 0,0 0 1,0 0-1,0 0 0,0 1 0,0-1 1,-3 13-25,-6 10 19,-86 137-1119,94-158 1125,-1 1-1,1 1 1,-1-1-1,1 0 1,0 0-1,-1 5 1,2-8 25,4-1 72,0 0 1,0 0-1,-1-1 0,1 1 0,0-1 0,-1 0 0,4-3 0,3 0-36,-3 1-131,0 1 1,-1-1-1,1 0 0,-1 0 1,0 0-1,0-1 0,-1 0 1,1 0-1,8-12 0,-14 17-81,1-1 1,-1 0-1,1 0 0,-1 0 0,1 0 0,-1 0 1,1 0-1,-1 0 0,0 0 0,0 0 0,0-1 0,0 1 1,0 0-1,0 0 0,0 0 0,0-1 0,0 1-221,-1 0 0,1 0 0,-1 0 1,1 0-1,-1 0 0,1 1 0,-1-1 0,0 0 0,0 0 0,1 1 0,-1-1 0,0 0 0,0 1 0,0-1 0,0 1 0,0-1 0,1 1 0,-1-1 0,0 1 0,0 0 0,-2-1 0,-4 0-1958,1-1 0,-1 1 0,0 1 0,-10-1 0,16 1 2282,-11 0-1649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7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1 460,'0'1'485,"0"-1"0,0 1 0,0 0 0,0-1 0,0 1-1,0 0 1,-1-1 0,1 1 0,0-1 0,0 1 0,-1 0 0,1-1 0,0 1 0,-1-1 0,1 1-1,0-1 1,-1 1 0,1-1 0,-1 1 0,1-1 0,-1 1 0,1-1 0,-6 4 4980,6-4-5049,0 1-1,-1-1 0,1 0 0,0 1 0,0-1 0,0 1 0,0-1 0,-1 0 0,1 1 0,4 10 958,1-2-1200,-1 0 1,0 0-1,0 0 0,-1 1 1,0-1-1,1 11 0,0 5-100,0 31 0,-4-36-62,-2-1 0,-4 29 1,3-32-12,-1 5 9,0 1 1,-2-1-1,-13 33 1,13-41-650,0 0 0,-1 0 0,0-1 0,-1 0 0,-1 0 0,-15 16 0,21-25-145,0 0-1,0-1 0,0 1 1,0-1-1,0 0 1,-1 0-1,-3 2 0,6-4 456,0 0 1,0 1-1,0-1 0,0 0 0,0 1 0,-1-1 1,1 0-1,0 0 0,0 0 0,0 0 0,0 0 0,0 0 1,0 0-1,0 0 0,0 0 0,0-1 0,0 1 0,0 0 1,0-1-1,0 1 0,0-1 0,0 1 0,0-1 0,0 1 1,0-1-1,0 0 0,1 1 0,-1-1 0,0 0 0,0-1 1,-5-6-1341,1-3 328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7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1 141 1212,'23'-15'3622,"0"2"0,1 0 0,0 1-1,32-10 1,-50 20-3343,12-4 503,23-11 1,-36 14-1222,0 1-1,0-2 1,0 1 0,0 0-1,4-5 1,-5 1-1239,-23-3-14529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7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1 876,'-10'0'22288,"19"6"-21427,-8-5-850,0 0 0,0-1 1,0 1-1,0 0 0,0 0 0,0-1 1,0 1-1,0 0 0,0 0 0,0 0 1,-1 0-1,1 0 0,0 0 0,0 2 1,2 4-109,-1 0 0,0 0 0,0 0 1,0 0-1,-1 0 0,0 1 1,-1-1-1,1 0 0,-2 15 0,-7 20-3377,-6 1-4380,0-1-2322,12-35 8622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0 496,'0'1'471,"0"0"0,0-1-1,0 1 1,1 0 0,-1-1 0,0 1-1,0 0 1,0-1 0,0 1 0,0 0 0,0-1-1,-1 1 1,1 0 0,0-1 0,0 1-1,0 0 1,-1 0 0,0 9 7000,4-4-7222,0-3-216,0 0 0,-1 0 1,0 0-1,1 0 0,1 5 0,1 9-5859,-7-22 834,-3-4 2458,1 2 1063,2-1 321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7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84,'0'0'419,"0"-1"0,0 0 0,1 1 1,-1-1-1,0 0 0,0 1 0,1-1 0,-1 1 0,0-1 1,1 1-1,-1-1 0,0 0 0,1 1 0,-1 0 0,1-1 1,-1 1-1,1-1 0,-1 1 0,1-1 0,-1 1 0,1 0 0,-1-1 1,1 1-1,0 0 0,-1 0 0,1-1 0,0 1 0,-1 0 1,1 0-1,0 0 0,-1 0 0,1 0 0,0 0 0,0 0 1,31 2 6641,-18-1-6311,13-2-1,43-8 0,-24 2-85,-29 2-383,9 0 4,-25 5-284,-1 0-1,1 0 1,-1 0 0,1 0 0,-1 0 0,0 0 0,1 1 0,-1-1 0,1 0-1,-1 0 1,0 1 0,1-1 0,-1 0 0,0 0 0,1 1 0,-1-1 0,0 0-1,0 1 1,1-1 0,-1 1 0,0-1 0,0 0 0,1 1 0,-1-1 0,0 1 0,0-1-1,0 0 1,0 1 0,0-1 0,0 1 0,2 12 40,-2-12-36,0-1-13,0 28-127,-5 41 1,-5-28-3617,7-35 2484,2-5 519,1 0 0,0-1 0,-1 1 1,-4 3-5235,5-4 5234,-1 1 0,0-1 1,0 0-1,1 0 0,-1 1 0,0-1 1,-1 0-1,-6 0-2594,2-1 1815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8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30 956,'-1'14'22828,"7"-13"-22408,3-2 129,1-1-1,-1 1 0,1-2 1,-1 1-1,10-5 1,13-3-340,-32 10-208,19-5-1,1 1 1,-1 0 0,38-1-1,-37 7-1418,-34 0-5734,-51-5-10063,53 2 15661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19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0 168,'3'1'2312,"0"1"1,0-1-1,-1 1 0,1-1 0,-1 1 1,1 0-1,2 2 0,4 4 3122,2-1-6567,-1-2 1159,0 1-1,0 0 0,0 1 1,-1 0-1,9 8 0,-18-15-37,1 1 0,0 0-1,-1-1 1,1 1 0,0 0-1,-1 0 1,1-1 0,-1 1-1,0 0 1,1 0 0,-1 0-1,1 0 1,-1-1 0,0 1-1,0 0 1,0 0 0,1 0-1,-1 0 1,0 0-1,0 0 1,0 0 0,0 0-1,-1 1 1,0 0-4,1-1-1,-1 1 1,0-1 0,0 1-1,0-1 1,0 1 0,0-1-1,0 0 1,0 0 0,0 1-1,-1-1 1,0 1 0,-5 2-38,1 0 0,0-1 0,-1 0 0,-12 5 0,-9 3-137,1 0-1,0 2 1,-25 17 0,37-22 215,-10 7 1686,33-14-1497,0-1 0,0 0 0,0-1 0,0 0 1,0 0-1,0-1 0,-1 0 0,1 0 0,14-7 0,-18 7-209,1-1-1,0 1 1,-1 0 0,1 0-1,0 1 1,0 0-1,0 0 1,8-1 0,-12 2-3,0 1-1,-1-1 1,1 1 0,0-1 0,-1 1 0,1-1 0,0 1 0,-1-1 0,1 1 0,-1 0 0,1 0-1,-1-1 1,1 1 0,-1 0 0,0 0 0,1-1 0,-1 1 0,1 1 0,5 16 41,14 101 24,-2-12-70,5 29 15,-13-73-73,-16-88-2686,-14-65-6127,5-19-2040,12 78 9025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0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1 56,'8'7'10365,"-8"-6"-9069,1 0-1,0 0 1,-1 0 0,1 0-1,0 2 1,4 5 2433,-1-2-4912,1-1 1214,0 1 0,0 0 0,0 0 0,-1 0 1,1 0-1,3 9 0,-7-11-162,1 0 0,-1 0 1,1 0-1,-1 0 0,-1 1 0,1-1 0,-1 0 0,1 0 1,-1 0-1,0 1 0,-1-1 0,0 7 0,0-6 35,0-1-1,0 1 1,0-1-1,0 1 0,-1-1 1,0 0-1,0 1 1,0-1-1,0 0 0,-1 0 1,0-1-1,1 1 0,-1 0 1,-1-1-1,1 0 1,0 1-1,-1-1 0,0-1 1,0 1-1,-7 4 1,-66 38 2296,76-44-1995,0 0 0,-1-1 0,1 1 0,0 0 0,0 0 0,0 0 0,0 0 0,0 0 0,0 0 0,0 0 0,0 0 0,1 0 0,-2 2 0,2-3 162,15 0 650,-4-1-816,-1 0 1,1-1-1,0 0 0,-1-1 0,0 0 0,11-6 1,31-8-169,39-6-227,-88 23 175,8-1-431,-14 11 93,1-5 371,-2 5-102,-1 0 0,0 0 1,-1 0-1,0 0 0,-1-1 0,0 0 0,0 0 0,-1-1 0,0 0 1,0 0-1,-1-1 0,0 0 0,0 0 0,-1-1 0,0-1 0,0 1 1,-17 5-1,16-6 98,7-4-10,0 1 1,0 0 0,0-1-1,0 0 1,0 0 0,-6 1-1,9-2-4,20 0 628,-8-2-508,0 1 0,0-1 0,0-1 1,0 0-1,-1 0 0,18-9 0,9-2-84,-11 6-31,-15 5 7,1 0 0,14-8-1,-24 10-4,0 0 0,0 1-1,0-1 1,0 1 0,0-1 0,0 1-1,0 0 1,0-1 0,0 1-1,1 0 1,1 1 0,-4 0-2,-1 0 0,1 0 0,0 0 1,-1 0-1,0 0 0,1 0 0,-1 0 0,1 0 1,-1-1-1,0 1 0,-1 1 0,2-2 0,-17 20-72,-23 20 0,-3 3-194,-18 19 11,94-81 871,59-27-480,-107 53-2401,-3 0-584,1 1 0,0 0 0,-22 15 0,28-14 929,1 0 0,1 0 0,-1 1 0,-11 16-1,17-18 1085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0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1 480,'1'15'2641,"0"-11"-1336,0-1 0,0 1-1,1-1 1,-1 0-1,1 1 1,-1-1-1,1 0 1,3 4 0,2 1-1390,2-3-4031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0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31 916,'13'1'12299,"-1"1"-6291,16 1-2338,-1-5-3033,-1 0 1,0-2-1,41-12 1,-30 7-13,-30 8-521,-1 0 0,0 0 0,0 0 0,0 1 0,1 0-1,-1 1 1,11 1 0,-16-2-99,1 0 1,-1 0-1,0 1 0,0-1 1,1 1-1,-1-1 1,0 1-1,0-1 0,1 1 1,-1 0-1,0-1 0,0 1 1,0 0-1,0 0 0,0 0 1,0 0-1,0 0 1,0 0-1,0 0 0,-1 0 1,1 0-1,0 1 0,-1-1 1,1 0-1,-1 0 1,1 1-1,-1-1 0,0 0 1,1 0-1,-1 1 0,0-1 1,0 1-1,0-1 1,0 0-1,0 1 0,0-1 1,0 0-1,-1 1 0,1-1 1,0 0-1,-1 2 0,-2 6-321,0-1 0,0 1 0,-1-1 0,0 0 0,0 1 0,-1-2 0,0 1 0,-9 11-1,9-14-800,0 0 0,-1 0 0,1-1-1,-1 0 1,0 0 0,0 0 0,-8 3-1,9-4-98,0-1-1,1-1 1,-1 1-1,0-1 1,0 1-1,0-1 1,0-1-1,0 1 1,0-1-1,-7 0 1,-3 0-408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1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37 1620,'-5'8'20633,"10"-10"-19857,79-17 3596,43-2-4523,-115 19-467,0 2 0,21 1-1,-4 4-4113,-4 5-6844,-22-8 9588,3-7-4095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1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1968,'10'-3'10352,"1"3"-3948,-8 1-5858,-1 0 0,0-1 0,1 1 1,-1 0-1,0 1 0,1-1 0,1 2 0,-1-2-786,-1 1 0,0 0 0,1 0 0,-1 0 0,0 0 0,0 0 0,-1 1-1,1-1 1,0 1 0,-1-1 0,1 1 0,-1-1 0,1 5 0,-1-6-915,-1 3-48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2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348 25 480,'5'-4'23909,"0"2"-25277,2-2 1900,0 2 0,0-1 0,1 1 0,-1 0 0,0 0 0,12 0 0,-9 1-650,0 1-1,1 0 1,-1 1-1,0 0 1,0 0 0,0 1-1,14 5 1,-24-7 63,1 0 0,-1 0 1,1 0-1,-1 0 0,0 0 0,1 0 1,-1 0-1,1 1 0,-1-1 0,0 0 1,1 0-1,-1 1 0,1-1 0,-1 0 1,0 0-1,1 1 0,-1-1 1,0 0-1,0 1 0,1-1 0,-1 1 1,0-1-1,0 0 0,1 1 0,-1-1 1,0 1-1,0-1 0,0 0 0,0 1 1,0-1-1,0 1 0,0-1 1,0 1-1,0-1 0,0 0 0,0 1 1,0-1-1,0 1 0,0-1 0,0 1 1,0-1-1,0 1 0,0-1 0,-1 0 1,1 1-1,0-1 0,0 1 1,0-1-1,-1 0 0,1 1 0,0-1 1,-1 0-1,1 1 0,-4 3 11,1-1 0,-1 1 0,-8 5 0,6-4-47,-91 89 32,69-66 192,-8 12 3549,36-40-3665,0 0-1,0 0 1,0 0 0,0 0-1,0 0 1,0 0 0,0 0-1,0 0 1,0 0 0,0 0-1,0 0 1,0 0 0,0 0-1,0 0 1,0 0 0,0 0-1,0 0 1,0 0 0,0 1-1,-1-1 1,1 0-1,0 0 1,0 0 0,0 0-1,0 0 1,0 0 0,0 0-1,0 0 1,0 0 0,0 0-1,0 0 1,0 0 0,0 0-1,0 0 1,0 0 0,1 0-1,-1 1 1,0-1 0,0 0-1,0 0 1,0 0 0,0 0-1,0 0 1,0 0-1,0 0 1,0 0 0,0 0-1,0 0 1,0 0 0,0 0-1,0 0 1,0 0 0,0 0-1,0 0 1,0 0 0,0 0-1,0 0 1,0 0 0,0 0-1,1 0 1,-1 0 0,0 0-1,0 0 1,0 0 0,0 0-1,0 0 1,0 0-1,7 0 396,8-3-133,15-5-166,0-2 1,36-17 0,-4 2-220,-59 25-263,-3 6-78,-5 4-429,-14 13 83,-1-2 0,-37 32 0,30-29 819,-27 30 0,18-16 74,36-38-62,17 0 481,-2-4-447,0-1 1,0-1-1,-1 0 1,0-1-1,0 0 1,13-10-1,-15 9-58,-5 3-13,0 0 1,1 0-1,0 1 1,10-4-1,-18 8 1,0 0-1,0-1 1,1 1-1,-1 0 1,0 0-1,1 0 1,-1 0-1,0 0 1,1 0-1,-1 0 1,1 0-1,-1 0 1,0 0-1,1 0 1,-1 0-1,0 0 1,1 0-1,-1 0 1,0 0 0,1 0-1,-1 0 1,0 0-1,1 0 1,-1 1-1,0-1 1,1 0-1,-1 0 1,0 0-1,0 1 1,1-1-1,-1 0 1,0 0-1,1 1 1,-1 0 3,0 0 1,0-1-1,0 1 1,0 0-1,1 0 1,-1 0-1,0 0 1,0 0-1,-1 0 1,1-1-1,0 1 1,0 2-1,-2 1 14,1 0-1,0 0 0,-1-1 0,-3 8 1,-15 12-10,0 0-1,-1-2 1,-1 0 0,-27 18 0,17-13 33,18-15 46,-41 38 1623,55-49-1686,-1 1 0,1-1 0,-1 0 1,1 0-1,0 0 0,-1 1 1,1-1-1,0 0 0,0 0 1,-1 1-1,1-1 0,0 0 1,0 1-1,-1-1 0,1 0 0,0 1 1,0-1-1,0 0 0,-1 1 1,1-1-1,0 0 0,0 1 1,0-1-1,0 1 0,0-1 1,0 0-1,0 1 0,0 0 0,15-4 310,142-47 334,-51 14-47,-18-1-109,-88 37-512,0 0 1,1 0 0,-1 0-1,0 0 1,1 0-1,-1 0 1,0 0 0,1 0-1,-1 0 1,0 1 0,1-1-1,-1 0 1,0 0-1,1 0 1,-1 0 0,0 1-1,1-1 1,-1 0-1,0 0 1,0 0 0,1 1-1,-1-1 1,0 0-1,0 1 1,1-1 0,-1 0-1,0 1 1,0-1-1,0 0 1,0 1 0,0-1-1,1 0 1,-1 1 0,0-1-1,0 0 1,0 1-1,0-1 1,0 0 0,0 1-1,0-1 1,0 0-1,0 1 1,0 23 124,-1-18-91,-7 117 202,1-40-228,7-44-1,0-26 183,0 1 1,-1-1-1,0 1 0,-5 17 1,6-30-159,-1 1 1,0 0 0,1-1 0,-1 1-1,0-1 1,0 1 0,0-1 0,0 0-1,0 1 1,0-1 0,-1 0-1,1 0 1,0 1 0,-1-1 0,1 0-1,-1-1 1,1 1 0,-1 0 0,1 0-1,-1-1 1,1 1 0,-1 0 0,0-1-1,1 0 1,-3 1 0,-5 0-71,1-1 0,-1 1 0,-16-3 0,11 1 107,-20-2-539,-40-8-1,-34-13-5069,7 1-3034,-42-9-4338,109 23 10575,-3 0 255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4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0 500,'1'1'1043,"0"-1"-1,0 0 1,1 0-1,-1 1 1,0-1-1,0 0 1,0 1-1,0-1 1,0 1-1,0-1 1,2 2-1,11 10 5639,1 0-5377,-5-6-1202,-1 1 1,18 16 0,-25-22-109,1 1 0,-1 0-1,-1 0 1,1 1 0,0-1-1,0 0 1,-1 1 0,1-1-1,-1 0 1,0 1 0,0 0 0,0-1-1,0 1 1,0 0 0,-1-1-1,1 1 1,-1 0 0,0 0-1,1 0 1,-1-1 0,-1 1-1,1 0 1,0 0 0,-1 0-1,1-1 1,-1 1 0,0 0 0,0-1-1,0 1 1,0 0 0,-3 3-1,2-2-30,-1 2-7,-1-1 0,1 0 0,-1-1 0,0 1 0,-7 6 1,1-2 90,0-1 1,-1 0-1,1-1 1,-2 0 0,1-1-1,-1 0 1,-19 6-1,28-11-15,-13 5 1081,13-4-280,9-1-62,8-1-721,1 0 1,-1-1 0,0-1 0,0 0 0,20-5 0,-2-4-39,55-24 0,-87 34-14,0 1-1,0 0 1,0 0 0,0 0 0,0 0-1,0 0 1,1-1 0,-1 1-1,0 0 1,0 0 0,0 0 0,0 0-1,0 0 1,1 0 0,-1 0-1,0 0 1,0 0 0,0 0 0,0-1-1,1 1 1,-1 0 0,0 0 0,0 0-1,0 0 1,0 0 0,1 0-1,-1 0 1,0 1 0,0-1 0,0 0-1,1 0 1,-1 0 0,0 0 0,0 0-1,0 0 1,0 0 0,0 0-1,1 0 1,-1 0 0,0 0 0,0 1-1,0-1 1,0 0 0,0 0 0,0 0-1,1 0 1,-1 0 0,0 1-1,-4 9-206,-10 13-323,-14 10-837,-49 46 0,42-45 1273,-26 25 81,61-59 13,0 0 0,0 0 1,0 0-1,0 0 0,-1 1 1,1-1-1,0 0 1,0 0-1,0 0 0,0 0 1,0 0-1,0 0 0,0 0 1,0 1-1,0-1 0,-1 0 1,1 0-1,0 0 1,0 0-1,0 0 0,0 0 1,0 1-1,0-1 0,0 0 1,0 0-1,0 0 1,0 0-1,0 0 0,0 1 1,0-1-1,0 0 0,0 0 1,0 0-1,0 0 1,0 1-1,0-1 0,0 0 1,1 0-1,-1 0 0,0 0 1,0 0-1,0 0 1,0 1-1,0-1 0,9 2 4,8-4 133,40-18 300,-40 14-431,0 0-1,0 0 1,27-3-1,-14 4 67,-32 6-69,-1 1 1,1-1 0,0 1 0,0-1-1,0 1 1,0 0 0,0 0 0,-3 3-1,2-2-7,-11 12 11,2 0 1,-1 0-1,2 1 0,0 1 1,1 0-1,0 0 0,2 1 1,0 0-1,-6 20 0,14-37 14,0 0-1,-1 0 0,1 0 1,0 0-1,0 0 1,0 0-1,-1 0 0,1 0 1,0 0-1,0 0 1,1 0-1,-1 1 0,0-1 1,1 2-1,-1-3 8,0 0-1,0 0 1,1 1 0,-1-1-1,0 0 1,0 0-1,1 0 1,-1 1 0,0-1-1,1 0 1,-1 0 0,0 0-1,1 0 1,-1 1-1,0-1 1,1 0 0,-1 0-1,0 0 1,1 0 0,-1 0-1,0 0 1,1 0-1,-1 0 1,0 0 0,1 0-1,-1 0 1,0 0 0,1-1-1,2 1 54,-1-1-1,1-1 1,-1 1-1,1 0 0,-1 0 1,0-1-1,1 0 1,-1 1-1,2-4 1,29-34-463,-15 16-1664,-12 13 839,0-5-4805,-6 14 5718,0 0 0,0 1 1,0-1-1,0 0 0,0 0 0,0 0 1,0 1-1,0-1 0,0 0 0,0 0 1,-1 1-1,1-1 0,0 0 0,0 0 0,-1 1 1,0-2-1,-7-4 841,7 6-189,0 0-1,1 0 1,-1-1 0,1 1 0,-1 0 0,1-1 0,-1 1 0,1 0-1,-1-1 1,1 1 0,-1-1 0,1 1 0,0 0 0,-1-1-1,1 1 1,0-1 0,-1 0 0,1 1 0,0-1 0,-1 1-1,1-1 1,0 1 0,0-1 0,0 0 0,0 1 0,0-1 0,0 1-1,0-2 1,3-5 1366,-3 7-1718,0 0 0,0 0 0,0 0 0,0 0 0,0 0 0,0 0 0,0 0 0,1 0 0,-1 0 0,0 0 0,0 0 0,0-1 0,0 1 1,0 0-1,0 0 0,1 0 0,-1 0 0,0 0 0,0 0 0,0 0 0,0 0 0,0 0 0,1 0 0,-1 0 0,0 0 0,0 0 0,0 1 0,0-1 0,0 0 0,0 0 0,1 0 0,-1 0 0,0 0 0,0 0 0,0 0 1,0 0-1,0 0 0,0 0 0,0 0 0,0 1 0,1-1 0,-1 0 0,0 0 0,0 0 0,0 0 0,0 0 0,0 1 0,4 9 79,0 14-39,1 51-2,0-22-20,-5-50-22,8 70 208,-7-65-173,0-1 0,1 1-1,0-1 1,1 0 0,0 1 0,0-1 0,5 9-1,-7-16-9,-1 1 0,1 0-1,-1 0 1,1-1 0,-1 1-1,1 0 1,-1-1-1,1 1 1,-1-1 0,1 1-1,0 0 1,-1-1 0,1 0-1,0 1 1,0-1-1,-1 1 1,1-1 0,0 0-1,0 0 1,0 1 0,-1-1-1,1 0 1,0 0 0,0 0-1,1 0 1,0 0-3,-1-1 1,0 1 0,0-1-1,1 1 1,-1-1-1,0 0 1,0 0-1,0 1 1,0-1-1,0 0 1,0 0 0,0 0-1,0 0 1,1-2-1,3-4 8,-1 0 0,1-1-1,5-14 1,-10 22-32,8-20-902,-1 0 1,-1 0 0,6-32 0,-6-7-5000,-8 0-3789,0 47 7933,-2 1 295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4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1 162 24,'8'-6'14595,"4"0"-8896,6-4-3386,127-84-952,-141 92-1490,0 0-160,0 0 0,-1 0 0,1 0 0,-1 0 0,0-1 0,1 0 0,-1 1 0,0-1 0,3-4 0,-6 6 41,0 1 0,0 0 0,0-1 0,0 1 1,0-1-1,0 1 0,0 0 0,0-1 1,0 1-1,0 0 0,0-1 0,0 1 0,0-1 1,0 1-1,0 0 0,-1-1 0,1 1 1,0 0-1,0-1 0,0 1 0,-1 0 0,1-1 1,0 1-1,0 0 0,0 0 0,-1-1 1,1 1-1,0 0 0,-1 0 0,1-1 0,0 1 1,-1 0-1,1 0 0,0 0 0,-1 0 1,1 0-1,0-1 0,-1 1 0,0 0 0,-17-3-7079,12 3 5519,-2 0 142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5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46 772,'-4'-15'11129,"3"14"-10543,1 0 1,-1 0-1,1 0 1,-1 0-1,1-1 0,0 1 1,-1 0-1,1 0 0,0 0 1,0 0-1,0-1 0,0 1 1,0 0-1,0 0 0,0 0 1,0-1-1,1 1 0,-1 0 1,1-2-1,-1 3-538,0 0-1,0-1 1,0 1-1,0 0 1,1-1-1,-1 1 1,0 0-1,0 0 1,0-1-1,1 1 1,-1 0-1,0 0 1,0-1-1,1 1 1,-1 0-1,0 0 1,0 0-1,1 0 1,-1 0-1,0-1 1,1 1-1,-1 0 1,0 0-1,0 0 1,1 0-1,-1 0 1,0 0-1,1 0 1,-1 0-1,0 0 1,1 0-1,8 7 734,-6-5-655,-1 1 0,0 0 1,-1 0-1,1 0 0,2 5 0,4 24 68,-1 2 0,-1-1 0,-2 1 0,0 40 0,0-1-161,7 78-116,10 105-108,-15-193 174,10 61-955,-15-124 932,-1 0-1,0 0 1,0-1-1,0 1 1,0 0-1,0 0 1,0 0-1,0 0 1,0 0-41,0 0 40,0 0 1,0 0-1,0 0 1,0 0-1,0 0 1,0 0-1,0 0 1,0 0-1,0 0 0,0 0 1,0 0-1,0 0 1,0 0-1,0 0 1,0 0-1,0 0 1,1 0-1,-1 0 1,0 0-1,0 0 1,0 0-1,0 0 1,0 0-1,0 0 1,0 0-1,0 0 1,0 0-1,0 0 1,0 0-1,0 0 0,0 0 1,0 0-1,0 0 1,0 0-1,2-9-1319,1-15-1198,4-147-15898,-3 137 16748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5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58 140,'6'-9'14486,"2"3"-7286,2 1-4944,8 1-4739,3-1 3714,-17 3-1128,0 0-1,-1 0 1,1 0 0,0 0-1,-1-1 1,1 1 0,-1-1 0,6-6-1,-9 9-113,0 0 1,0 0-1,0 0 0,0 0 1,0-1-1,0 1 0,0 0 0,0 0 1,1 0-1,-1 0 0,0 0 1,0 0-1,0 0 0,0 0 0,0 0 1,0 0-1,0 0 0,0-1 1,0 1-1,0 0 0,0 0 0,1 0 1,-1 0-1,0 0 0,0 0 0,0 0 1,0 0-1,0 0 0,0 0 1,0 0-1,0 0 0,1 0 0,-1 0 1,0 0-1,0 0 0,0 0 1,0 0-1,0 0 0,0 0 0,0 0 1,0 0-1,0 0 0,1 1 1,-1-1-1,0 0 0,0 0 0,0 0 1,0 0-1,0 0 0,0 0 1,0 0-1,0 0 0,0 0 0,1 8-144,-4 8 161,-3 3 1,-1 1 0,-11 20 0,4-8-1,-50 110-766,39-96-1935,8-24-1463,15-20 2731,0 0 1,-1 0-1,1 0 1,-1 0-1,-4 3 1,6-5 1225,1 0 0,-1 0-1,1 0 1,-1 0 0,1 0 0,0 0 0,-1 0 0,1 0 0,-1 0 0,1 0 0,-1 0 0,1 0 0,0 0 0,-1 0 0,1 0 0,-1 0 0,1-1 0,-1 1 0,1 0 0,0 0 0,-1-1 0,-3-3-1449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5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1232,'3'-1'621,"0"-1"-1,0 1 1,0-1 0,0 1-1,0 0 1,0 1-1,0-1 1,0 0 0,0 1-1,0 0 1,1 0-1,-1 0 1,0 0 0,0 0-1,0 0 1,0 1-1,1 0 1,-1-1 0,0 1-1,0 0 1,0 1-1,4 1 1,0 1 28,0 0 0,14 10 0,7 11-8278,-27-23 6856,0 0-498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5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1 180 1700,'7'-8'10562,"-1"-1"-4106,-4 6-5772,0 0 0,0 0 0,0 0-1,0 0 1,1 1 0,-1 0-1,4-3 1,14-8-176,0 1 1,31-13-1,-14 7-467,33-21-991,-53 26-1218,-16 12 1636,-1 0 0,1 1 0,-1-1 0,1 1 1,-1-1-1,1 0 0,-1 0 0,0 1 0,1-1 1,-1 0-1,0 0 0,1 1 0,-1-1 0,0-1 1,-13-5-13408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6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 30 1120,'0'0'345,"-1"0"-1,1 0 1,-1 0-1,1 0 0,-1 0 1,1 0-1,-1 0 1,1 0-1,-1 0 1,1 0-1,-1 0 1,1-1-1,-1 1 1,1 0-1,0 0 1,-1 0-1,1-1 1,-1 1-1,1 0 1,0-1-1,-1 1 1,1 0-1,0-1 1,-1 1-1,1-1 1,0 1-1,0 0 0,-1-1 1,1 0-1,0 0 99,0 1-1,0-1 1,0 0-1,0 0 0,0 0 1,0 0-1,0 0 1,0 1-1,0-1 1,0 0-1,0 0 0,1 0 1,-1 1-1,1-2 1,-1 1-223,0 0 1,1 1 0,-1-1 0,0 0-1,1 1 1,-1-1 0,1 1 0,-1-1 0,1 1-1,-1-1 1,1 1 0,-1-1 0,1 1-1,-1 0 1,2-1 0,-1 1-197,-1-1 0,0 1 0,0 0 1,1 0-1,-1 1 0,0-1 0,1 0 0,-1 0 1,0 0-1,1 0 0,-1 0 0,0 0 0,1 0 0,-1 0 1,0 1-1,0-1 0,1 0 0,-1 0 0,0 0 0,0 1 1,1-1-1,-1 0 0,0 0 0,0 1 0,1-1 0,-1 0 1,0 0-1,0 1 0,0-1 0,0 0 0,0 1 1,0-1-1,1 0 0,-1 1 0,0-1 0,0 1 0,4 10 637,-2-8-548,-1 0 1,0 0-1,0 0 0,0 0 0,-1 0 0,1 0 0,-1 0 0,1 4 0,7 96 600,-1-34-672,38 300-280,-43-354 225,1 2 11,10 85-26,-13-88 57,0-1-1,0 0 0,-1 0 1,0 0-1,-6 21 1,6-31 2,1-1 1,-1 1 0,0 0 0,-1-1 0,1 1 0,0-1 0,-1 1-1,1-1 1,-1 1 0,0-1 0,1 0 0,-1 0 0,0 0 0,-1 0-1,1 0 1,0-1 0,0 1 0,-1-1 0,-4 3 0,2-3 1,0 1 1,0-1-1,0 0 1,-1 0 0,1-1-1,0 1 1,-1-1-1,1-1 1,-9 0-1,-7-3-29,0 0 0,0-1 1,-28-11-1,-58-30-1105,95 39 145,-1 0 1,1 0-1,1-1 1,-1-1-1,-13-14 1,18 17-639,0-1 1,1 0-1,0-1 1,1 1-1,0-1 1,0 0-1,0-1 1,1 1-1,-3-11 1,2 1-329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6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 1352,'13'3'2620,"5"5"6993,6 2 2464,-23-10-12093,0 0 0,0 0 1,0 0-1,0 0 0,0 0 0,0 0 0,0 0 0,1-1 0,-1 1 0,0 0 0,0-1 0,0 1 0,0 0 0,0-1 0,0 1 0,0-1 0,0 0 0,0 1 0,0-1 0,-1 0 0,1 1 0,0-1 0,0 0 1,-1 0-1,1 0 0,0 0 0,0-1 0,1-1-900,-1 1 0,0-1 0,0 1 0,0-1 0,0 1 0,0-1 0,0 0-1,-1 1 1,1-1 0,-1-3 0,-4-17-7920,2 14 6608,-2-3-447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7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27 752,'4'-8'5847,"-3"7"-4278,-1 0 1,1-1 0,0 1 0,-1 0 0,0-1 0,1 1 0,-1-1 0,0 1-1,0-2 1,0 3-1524,1 0-1,-1-1 1,0 1-1,0 0 1,0 0-1,0 0 1,0 0-1,0-1 1,1 1-1,-1 0 1,0 0-1,0 0 1,0 0-1,1 0 1,-1-1-1,0 1 1,0 0-1,0 0 1,1 0 0,-1 0-1,0 0 1,0 0-1,0 0 1,1 0-1,-1 0 1,0 0-1,0 0 1,1 0-1,-1 0 1,0 0-1,0 0 1,0 0-1,1 0 1,-1 0-1,0 0 1,0 0-1,1 1 1,-1-1-1,0 0 1,0 0-1,0 0 1,0 0-1,1 0 1,-1 1-1,10 4 137,-8-3-75,0 0 0,0 1 0,0-1 0,0 0 1,0 1-1,-1-1 0,1 1 0,-1-1 0,1 1 0,-1 0 0,0 0 0,0-1 1,-1 1-1,2 5 0,0 6 432,0 26-1,-1-22-403,1 21-221,7 88 634,-6-100-2038,2 0 1,13 44 0,-36-117-10239,8 23 7415,-13-41 0,18 42 2952,-2-3 180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7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1360,'6'-20'5062,"-5"18"-3821,-1 0 0,0 0 0,1 0 0,0 0 0,-1 0 0,1 1 0,0-1 0,0 0 0,2-3 0,-2 5-967,0-1 0,0 0 0,0 1 0,0-1 0,0 0 0,0 1 0,0-1 0,0 1 0,0-1-1,0 1 1,0 0 0,0 0 0,2-1 0,18 0 371,-1 0-1,1 2 0,38 5 1,-23-2-296,-32-3-324,0 0 0,1 0 0,-1 0 0,0 0 0,0 1-1,0-1 1,0 1 0,0 0 0,0 1 0,0-1 0,-1 1 0,1-1 0,-1 1 0,0 0 0,1 1 0,-2-1 0,1 0 0,0 1 0,-1-1 0,1 1 0,-1 0 0,0 0 0,0 0 0,-1 0 0,1 0 0,1 7 0,-1-3-25,0 1 0,-1-1 0,0 1 0,0 0 1,-1-1-1,0 1 0,0 0 0,-1-1 0,0 1 0,-1-1 0,0 1 1,-4 13-1,-1-9-80,0 0 1,0 0-1,-1 0 1,-1-1-1,0 0 0,-21 21 1,11-14-1504,-2-2-1,-44 30 1,65-47 1589,-4 3-1420,-1 0 0,1-1 0,-1 0 0,-5 2 0,10-3 1120,-1-1-1,1 0 0,-1 0 0,0 1 0,1-1 0,-1 0 0,0 0 1,1 0-1,-1 0 0,0 0 0,1 0 0,-1 0 0,0 0 0,1 0 1,-1 0-1,0 0 0,1 0 0,-1-1 0,1 1 0,-1 0 0,0 0 0,1-1 1,-1 1-1,1 0 0,-1-1 0,1 1 0,-1-1 0,1 1 0,-1-1 1,1 1-1,-1-1 0,1 1 0,0-1 0,-1 1 0,1-1 0,0 1 1,-1-1-1,1 0 0,0 1 0,-1-2 0,1-8-1255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7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42 664,'3'-1'1569,"0"0"-1,0 0 1,0-1 0,0 1-1,-1-1 1,1 1-1,0-1 1,-1 0 0,1 0-1,-1 0 1,1 0-1,-1-1 1,4-4 0,5-6-873,-13 21-23,-1 0 0,1 0 0,-2 14 0,-4 21-423,-30 83-1,33-112-371,-33 95-1325,10-38-3759,23-61 3200,-3 5-2410,7-5-4027,-4-15 4611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8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71 292,'0'0'342,"9"-15"3829,-1-9 10278,-7 22-14096,-1 0 1,1 0 0,-1 1-1,1-1 1,0 0 0,-1 0-1,1 1 1,0-1-1,0 1 1,0-1 0,2-1-1,-2 2-295,0 0 0,1 0 0,-1 0 0,0 0 0,0 0 0,0 1 0,1-1 1,-1 1-1,0-1 0,1 0 0,-1 1 0,3-1 0,-3 1-74,1 0 1,-1 0 0,1 0-1,-1 0 1,1 0-1,-1 1 1,0-1 0,1 0-1,-1 1 1,0-1 0,1 1-1,-1-1 1,0 1 0,1 0-1,-1-1 1,0 1 0,0 0-1,0 0 1,0 0-1,0 0 1,0 0 0,0 0-1,0 0 1,0 1 0,0-1-1,0 0 1,-1 0 0,1 1-1,0 1 1,3 9 18,0 0 0,-1 1 0,-1-1 0,0 1 1,-1 0-1,0 13 0,3 20 10,3 10-171,20 78 1,-18-111 115,-9-22 42,1 0-1,-1 0 1,0-1 0,1 1-1,-1 0 1,1 0-1,-1-1 1,0 1 0,1 0-1,-1-1 1,1 1-1,0-1 1,-1 1-1,1-1 1,0 1 0,-1-1-1,1 1 1,0-1-1,-1 1 1,1-1 0,0 0-1,0 0 1,-1 1-1,1-1 1,0 0 0,1 0-1,0-1 2,-1 0 0,1 0 1,-1 0-1,0 0 0,1 0 0,-1 0 0,0-1 0,0 1 0,1-1 1,-1 1-1,0-1 0,0 1 0,0-3 0,11-22 11,-4-3 204,0-1 0,-2 0 1,-2 0-1,2-40 0,-2 30-65,-4 38-109,0-9 265,1-1 0,1 0 0,0 0 0,1 1 0,0-1 0,6-13 0,-3 16 1717,0 16-1023,-1 1-1118,7 14 152,0 1 0,-2 0 0,0 0 0,10 39 0,6 16-36,-13-40-32,-10-26-265,1 0 0,1 0 0,0 0 1,1-1-1,10 17 0,-16-28 218,0 0-1,0 1 1,0-1 0,0 0-1,0 0 1,0 0-1,0 0 1,0 0-1,0 0 1,0 0-1,0 1 1,0-1 0,0 0-1,0 0 1,0 0-1,1 0 1,-1 0-1,0 0 1,0 0 0,0 0-1,0 0 1,0 0-1,0 1 1,0-1-1,0 0 1,0 0 0,1 0-1,-1 0 1,0 0-1,0 0 1,0 0-1,0 0 1,0 0-1,0 0 1,0 0 0,1 0-1,-1 0 1,0 0-1,0 0 1,0 0-1,0 0 1,0 0 0,0 0-1,0 0 1,1 0-1,-1 0 1,0 0-1,0 0 1,0-1-1,0-7-5020,-6-20-5261,4 18 6623,0-2 1232,0-1 551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8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51 1516,'8'-6'14711,"1"-5"-8485,-3 2-4431,3-1-536,-8 9-1032,0-1 0,0 0 0,1 1 0,-1-1 0,0 1 0,1-1 0,0 1 0,1-1 1,-2 5 58,0 0 1,-1 0 0,0 0-1,0 1 1,0 4 0,0-8-229,-1 14 131,-1-1 0,0 0 0,-1 0 0,-1 0 0,-8 20 0,3-8-142,-60 230-2720,67-246 2230,0 2-2131,-1-21-1093,2-2 802,0-1 0,1 1 0,2-25 0,11-36-4762,-11 62 6930,2-10-536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9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1540,'4'-5'1751,"-1"0"0,1 0 0,-1 0-1,0 0 1,3-6 0,-3 5 1082,0 0 1,1-1-1,5-5 0,-7 10-2380,-1 0 0,1 0 0,0 1 0,0-1 0,0 0 0,0 1 0,4-2 0,-5 2-403,0 1-1,1-1 1,-1 1 0,1-1 0,-1 1 0,1 0 0,-1 0 0,1-1-1,-1 1 1,1 0 0,-1 0 0,1 1 0,-1-1 0,1 0-1,-1 0 1,1 1 0,-1-1 0,0 1 0,1-1 0,-1 1-1,1 0 1,-1-1 0,0 1 0,0 0 0,1 0 0,-1 0-1,0 0 1,0 0 0,0 0 0,0 0 0,0 1 0,1 0-1,3 6 37,0 0-1,0 1 0,7 17 0,-7-14-4,38 100 18,-36-93-79,85 221-64,-77-202 20,3 16 59,-19-52-394,-4-3-5,-3-4-312,-46-35-5014,-25-23-7284,36 29 7009,22 17 3943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2:29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70 312,'0'1'1201,"0"1"0,0-1 0,0 0-1,0 1 1,0-1 0,0 0 0,0 0 0,1 1 0,-1-1 0,1 0-1,-1 1 1,1-1 0,-1 0 0,1 0 0,1 2 0,7 1 5782,6-5-6486,-7-1-261,-1-1 0,1 0-1,0 0 1,-1-1-1,8-5 1,10-11-1895,-23 18 838,0 0 1,0-1 0,0 1 0,0-1-1,-1 0 1,3-5 0,-4 7 161,1 0 0,-1 1 0,0-1 0,0 0 0,0 0 0,0 0 0,0 0 0,-1 0 0,1 0 0,0 0 0,0 0 1,-1 0-1,1 0 0,0 0 0,-1 1 0,1-1 0,-1 0 0,1 0 0,-1 0 0,1 1 0,-1-1 0,0 0 0,1 1 0,-1-1 0,-1-1 1,2 2 457,-3-4-2217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11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1 376,'0'8'389,"1"-1"0,1 1 0,0-1 0,0 1 0,0-1 0,5 9 0,4 15 256,-4-14-561,-6-15-80,0 0-1,0 0 1,0 1-1,0-1 1,0 0-1,-1 0 1,1 1-1,-1 1 1,0-3 37,-2-6-2509,0 1 1699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12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1 116,'0'0'147,"1"0"0,-1 0 0,1 0 1,-1 1-1,1-1 0,0 0 0,-1 1 0,1-1 0,-1 0 0,1 1 1,-1-1-1,0 1 0,1-1 0,-1 1 0,1-1 0,-1 1 0,0-1 1,1 1-1,-1-1 0,0 1 0,0 0 0,1-1 0,-1 1 0,0-1 0,0 1 1,0 0-1,0-1 0,0 1 0,0 0 0,0-1 0,0 2 0,0-2-35,-4 13 533,2 0-624,0 1 1,1 0-1,1-1 1,2 20-1,-1 2 8,7 81-7,0 2-4,-8-82-16,6 47 0,1 4 15,-1 0 38,-4-62-36,2 10 449,-3-29-388,-1 0 1,1 0 0,-1-1-1,0 1 1,-1 0-1,-1 7 1,-1 14 44,4 1-80,1 0 0,8 38 0,-6-49-54,-2-12 14,-1 1-1,0-1 1,0 1-1,0 7 0,-3 21 3,1-25-4,0-1 0,1 0-1,0 1 1,0-1-1,2 13 1,0-9-2,0 1 0,-1 23-1,1 13 11,2-21-17,0-11 11,0 33-1,-3-44-2,0 1 0,0-1 0,3 9 0,1 11 10,0 75 8,-11-28-19,13 26 1,-4-77-1,3 104-299,-16-174-4797,6 25 3948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14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58 116,'-1'-3'491,"1"0"0,-1 0 0,1 0 0,-1 1 0,0-1 0,0 0 0,-3-5 0,3 6-275,0-1 1,0 0-1,0 0 1,0 0-1,0 0 1,0 0 0,1 0-1,-1-3 1,1 6-198,0 0 1,1 0-1,-1 0 1,0 0 0,1 0-1,-1 0 1,0 0 0,0 0-1,1 0 1,-1 0-1,0 0 1,1 0 0,-1 1-1,0-1 1,0 0 0,1 0-1,-1 0 1,0 0-1,0 0 1,0 1 0,1-1-1,-1 0 1,0 0 0,0 1-1,0-1 1,1 0-1,-1 0 1,0 1 0,0-1-1,0 0 1,0 0 0,0 1-1,0-1 1,9 14 37,-8-6 55,0 0 0,0 0 0,-1 0 0,-1 12-1,0 3 114,-1 4-92,-8 47-1,0-1-106,7-16 205,1 0-1,9 79 1,-6-123-229,-1 1 0,0-1 1,-5 25-1,4-31 2,-1 17 15,1 0 0,1 0 0,2 1 1,0-1-1,9 39 0,8 34 5,-17-84-19,2 12 48,0 35 0,-4-40 40,-1-11-61,1 0-1,0-1 0,1 1 1,1 9-1,4 21 3,-5-28-27,0 0 0,4 14 0,-1-6 90,0 0 0,-2 0 0,0 0 0,-1 25 0,4-1-74,-3-31-23,1 23 1,4 42 10,-3-46-9,-3-18 5,4 45-22,-5-47 23,-2 31-9,1-25-1,0 0 1,1 0-1,4 24 1,0 19 39,-5-40 95,-8 39 0,2-10 39,6-18-154,1-23-13,0 0 0,-1 0 0,-1 12 0,-1-4-4,1 1 1,1-1 0,0 0-1,2 1 1,0-1-1,3 18 1,1 40 48,-6-61-49,0 1 0,-6 21 0,-1 13 80,5-19 165,-2 20 248,5-25-427,-4 92 613,3-97-530,1-1 1,1 0-1,3 24 0,-1-23-168,-2 1 0,0 35 0,-17 43 113,7-48-76,-1 43-75,7-57 43,2 65 0,2-53 9,5 19 47,-5-50 302,5 29-1,-2-23 149,-4-20-458,0 1-27,1 0 0,0 0 0,-1 0 0,1 0 0,1 0 0,1 4 0,-1-27-2402,-7-98-5683,3 97 7272,-2-30-783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15.7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0 440,'-1'11'287,"-1"0"0,0 0 1,-1 0-1,0 0 0,-1-1 0,0 1 0,0-1 0,-1 0 0,-6 9 1,2-7-177,-17 19 0,16-21-78,1 1 0,-11 15-1,15-17-32,4-6 0,-1 0 0,0 1 0,1-2 0,-1 1 0,0 0 0,0 0 0,-1 0 0,-4 4 0,6-7 0,1 0-1,-1 0 1,1 0-1,-1 0 1,1-1 0,-1 1-1,1 0 1,-1 0-1,1 0 1,-1 0-1,1-1 1,-1 1-1,1 0 1,-1 0-1,1-1 1,-1 1-1,1 0 1,0-1 0,-1 1-1,1-1 1,0 1-1,-1 0 1,1-1-1,0 1 1,-1-2-1,-9-15-42,7 11 23,-31-60 409,25 52-205,9 14-184,0 0 0,0 0 0,0 0 0,0 0 0,0 0 0,0 0 0,0-1 0,0 1 0,0 0 0,0 0 0,-1 0 0,1 0 0,0 0 0,0 0 0,0 0 0,0 0 0,0 0 0,0 0 0,0 0 0,0 0 0,0 0 0,-1 0 0,1 0 0,0 0 0,0 0 0,0 0 0,0 0 0,0 0-1,0 0 1,0 0 0,0 0 0,0 0 0,-1 0 0,1 0 0,0 0 0,0 0 0,0 0 0,0 0 0,0 0 0,0 0 0,0 0 0,0 0 0,0 0 0,0 1 0,0-1 0,-1 0 0,1 0 0,0 0 0,0 0 0,0 0 0,0 0 0,0 0 0,0 0 0,0 0 0,0 0 0,0 1 0,0-1 0,0 0 0,0 0 0,0 0 0,0 1 0,-1-1 0,1 0 0,0 0 0,0 1 0,0-1 0,0 0-1,0 0 1,0 1 0,0-1 0,0 0 0,0 1 0,0-1 0,0 0 0,0 0 0,0 1 0,0-1 0,0 0 0,0 0-1,1 1 1,-1-1 0,0 0 0,0 0 0,0 1 0,3 2 79,-1 1 1,0 0-1,0 0 0,0 0 1,0 0-1,-1 0 0,1 1 1,-1-1-1,0 0 0,0 6 1,3 8 124,-1 0 7,-1 0 0,0 0 0,-2 26 0,0-27-119,4 314 651,-3-259-728,17 112-1,-17-173-72,1-1 0,1 0 0,0 1-1,4 10 1,-7-46-832,-13-163-1139,13 67 2310,15-11 788,-9 82-490,-5 33-177,-1 13-204,0 13-156,0 48-17,-7 385 237,-1-302-44,-2 142 382,14-200-588,-1-66 16,-2-15 9,-1-10-12,-17-155-190,-6-72-608,19-1 801,21 64 708,-17 171-726,0 1-1,1-1 1,-1 1 0,0 0-1,1-1 1,0 1 0,-1-1 0,1 1-1,0 0 1,-1 0 0,3-3-1,-3 4-3,0 0 0,0 0-1,1 0 1,-1 0 0,0-1-1,0 1 1,0 0-1,0 0 1,1 0 0,-1 0-1,0 0 1,0 0 0,0 0-1,0 0 1,1 0 0,-1 0-1,0 0 1,0 0-1,0 0 1,1 0 0,-1 0-1,0 0 1,0 0 0,0 0-1,0 0 1,1 0 0,-1 0-1,0 0 1,0 0 0,0 1-1,0-1 1,1 0-1,4 10 248,-1 11 25,0 0-1,-2 1 0,0-1 0,-1 0 0,-3 24 1,1-1 1,-6 240 399,4 179-3254,5-430 1337,1 0-1,2 0 1,16 58-1,-10-65-10,1-8 120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17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0 106 56,'0'1'170,"0"0"0,0 0 0,0 0 1,1 0-1,-1 1 0,0-1 0,0 0 0,1 0 0,-1 0 0,1 0 0,-1 0 1,1 0-1,-1 0 0,1 0 0,-1 0 0,1 0 0,0 0 0,0 0 0,0 0 1,1 1-1,0-1-53,0 0 1,-1 0-1,2 0 1,-1 0-1,0-1 0,0 1 1,0 0-1,0-1 1,0 0-1,4 1 1,7-1-97,-1-1 0,1 0 0,17-4 1,-9 2 442,2 0-333,15-2-56,1 1 0,-1 2 0,50 3 0,112 6 252,1-16-222,-200 9-105,101-4 11,114-17 2,-161 13-8,45-9 10,-84 14-15,0 1 0,0 1 0,1 0 0,18 3 0,-2-2 4,44 6-13,0-1-1,-40-7 27,71-12 1,-5-1-10,-79 14-8,0 2 0,0 0 0,42 9 0,-24-3 8,-5-4-6,-27-3-2,1 1 1,-1 0-1,17 4 1,50 21 59,-64-21 45,0-1 0,0 0 1,1 0-1,-1-2 0,1 0 1,0 0-1,0-1 0,23-2 1,-17 0-101,0 2 1,39 4-1,13 0 3,-64-5-7,0-1 0,0 0 0,0-1 0,0 0 1,0 0-1,-1-1 0,10-4 0,27-8 1,-36 14-5,0 0 0,1 0 1,-1 1-1,0 0 0,1 0 0,10 3 0,-11-2 7,0 0-1,0 0 0,1-1 1,-1 0-1,0-1 1,11-1-1,1-6-4,-17 6 0,0 1 1,0 0 0,0 0 0,0 0 0,0 0-1,0 0 1,1 1 0,4-1 0,-3 1 28,0 0 0,-1 0 0,1-1-1,0 1 1,0-1 0,0 0 0,-1-1 0,1 1 0,0-1 0,-1 0 0,9-5 0,-4 2-22,0-1 0,18-6 1,-23 11-11,1 0 0,-1 0 0,1 0 1,-1 0-1,1 1 0,0 0 1,-1 0-1,1 0 0,5 1 0,9 1 20,29-2 0,-30 0-27,-18 0-15,0 0 1,1 0-1,-1 0 0,0 0 1,0 0-1,0 0 0,0 0 1,0-1-1,0 1 0,0 0 1,0 0-1,0 0 0,0 0 1,0 0-1,0 0 1,0-1-1,0 1 0,0 0 1,0 0-1,0 0 0,0 0 1,0 0-1,0 0 0,0-1 1,0 1-1,0 0 0,0 0 1,0 0-1,0 0 0,0 0 1,0 0-1,0-1 0,0 1 1,0 0-1,0 0 0,0 0 1,-1 0-1,1 0 0,0 0 1,0 0-1,0 0 0,0 0 1,0-1-1,0 1 0,0 0 1,-1 0-1,-3-5-1121,-12-12-2649,6 13 2663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19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9 400,'1'0'158,"0"0"-1,0 1 1,0-1 0,0 1 0,0-1-1,-1 1 1,1-1 0,0 1-1,0 0 1,-1-1 0,1 1 0,0 0-1,0 1 1,11 8 300,-10-10-427,0 0-1,0 0 0,0 0 0,0 0 1,0 0-1,0 0 0,0-1 0,0 1 1,0-1-1,0 1 0,0-1 1,0 0-1,2-1 0,-1 1 20,0-1 0,0 1-1,0 0 1,0 1 0,0-1 0,5 0-1,1-1-164,-9-3-621,-1 4 613,1 0 0,-1 1 1,1-1-1,-1 1 0,1-1 0,-1 1 1,1-1-1,-1 1 0,0 0 0,1-1 1,-1 1-1,0 0 0,1-1 0,-1 1 1,0 0-1,1 0 0,-1 0 0,-1-1 1,2 1-377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21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0 140 32,'0'0'37,"0"0"-1,0 0 1,0 0-1,0 1 1,0-1-1,0 0 1,0 0 0,0 0-1,0 0 1,0 0-1,0 0 1,0 0 0,0 0-1,0 0 1,0 0-1,0 0 1,0 0-1,0 0 1,0 0 0,0 0-1,0 0 1,0 1-1,0-1 1,0 0 0,0 0-1,0 0 1,1 0-1,-1 0 1,0 0-1,0 0 1,0 0 0,0 0-1,0 0 1,0 0-1,0 0 1,0 0 0,0 0-1,0 0 1,0 0-1,0 0 1,0 0-1,0 0 1,0 0 0,0 0-1,0 0 1,1 0-1,-1 0 1,0 0-1,0 0 1,0 0 0,0 0-1,0 0 1,0 0-1,0 0 1,0 0 0,0 0-1,0 0 1,0 0-1,0 0 1,6-4 1351,-6 3-1267,1 1 0,0-1-1,-1 0 1,1 1 0,0-1 0,0 1 0,0-1 0,0 1 0,0-1 0,0 1 0,0-1 0,0 1-1,0 0 1,-1 0 0,1-1 0,1 1 0,-1 0 0,1 0 0,133 45 2340,-128-43-2458,1 0 1,-1-1 0,0 0-1,0-1 1,0 1-1,1-2 1,-1 1 0,11-2-1,5-3 171,29-10 0,9-2 532,-46 15-668,1 1 1,0 1 0,0 0-1,0 1 1,22 4-1,-25-4-17,-2 0 40,0-2 0,-1 1 0,1-1 0,0-1 0,0 0 0,0 0 0,19-8 0,-19 6-59,-1 1 0,1 0 1,-1 0-1,1 1 1,0 1-1,0 0 1,20 0-1,-4 5 16,-18-2-17,0-1 1,0 0-1,1 0 0,13-1 0,36-9-1,-36 5-3,0 1 0,23-1 0,-8 4 14,72-9 1,-92 6-7,24-1 1,-36 4-7,0 0 0,0 0 0,0 1 0,0 0 0,0 0 0,0 0 0,-1 1 0,8 2 0,2 3 5,0-1 1,26 6-1,-33-10-5,0-1 0,0 0 0,0 0-1,0-1 1,0 0 0,0 0 0,11-3 0,6 0 7,1 1 1,1 2 0,33 2 0,36 0 17,-71-5-17,31-7 0,-39 6-12,0 1-1,0 0 1,0 1 0,33 2-1,-46 0 5,28 3 10,1-1 0,41-3 0,-66 0-6,25-2 2,-1 1 0,41 3 0,13 3 14,-75-4-16,0-1 1,0-1 0,-1 0-1,1 0 1,19-7 0,-9 2-8,1 0 0,0 2 0,0 0 0,1 2-1,-1 0 1,38 1 0,-47 1 8,1 0 0,-1-2 0,0 1-1,0-2 1,-1 0 0,15-6 0,-14 5-3,-1 0 1,1 2 0,-1-1 0,1 1 0,0 1 0,16-1 0,-23 4-5,1 0 1,-1 0 0,1 0-1,-1 1 1,0 0-1,1 1 1,-1-1 0,0 1-1,10 7 1,-8-6-1,0 1 0,1-1 0,-1-1 0,15 5 0,97 15 19,-109-21-30,0 0 1,0-2-1,0 1 1,0-1-1,0-1 1,0 0-1,0 0 1,0-1-1,12-4 1,-12 4-26,0 0 1,0 1-1,0 0 1,1 1-1,-1 0 1,0 1-1,12 2 1,76 5-340,-76-5 356,6 1-9,-1-1 1,1-1-1,33-3 1,-49 0-45,-4-1 42,0 1 1,1 1 0,-1-1-1,0 2 1,1-1 0,-1 1-1,0 0 1,0 1 0,13 4-1,-12-3 26,0 0 0,0-1 0,0 0-1,1-1 1,-1 0 0,0 0 0,13-2-1,-5 1-5,24 3-1,-33-1 16,1 0 0,12 5-1,-18-5-14,0 0-1,0 0 1,1-1 0,-1 0-1,0 0 1,1 0-1,-1 0 1,1-1 0,-1 0-1,1 0 1,-1 0-1,1 0 1,-1-1 0,0 0-1,1 0 1,6-2-1,4-4-48,-7 3-29,1 1 1,12-5-1,-18 7 78,0 1 1,0-1-1,0 1 0,0 0 0,0 0 0,0 0 1,0 0-1,-1 0 0,1 1 0,0-1 0,0 1 1,3 1-1,10 4 15,48 15 35,-56-19-33,1 0 0,-1-1 0,0 0 1,1 0-1,-1-1 0,10-1 0,10-1 58,-1 2 0,1 1 0,38 6 0,-58-7-73,-1 0 0,1 0 0,-1 0 0,14-4 0,-15 3 2,1 0 1,-1 0-1,1 0 0,-1 1 0,1 0 1,10 2-1,-13-1 12,0 0 1,0 1-1,0 0 1,0 0-1,0 0 1,0 1-1,0-1 0,5 7 1,-4-5 1,0-1 0,0 1 0,0-1 0,10 5 0,-11-7-3,0 0 0,0 0-1,0 0 1,0-1 0,6 0-1,-7 0 2,-1 0 0,1 0-1,0 0 1,0 0 0,-1 1 0,1-1 0,0 1-1,0 0 1,-1-1 0,1 1 0,-1 1-1,1-1 1,-1 0 0,3 2 0,-5-3-2,0 0 0,0 0 0,1 0 1,-1 0-1,0 0 0,0 0 0,0 0 0,0 0 0,0 0 1,0 0-1,0 0 0,0 0 0,0 1 0,1-1 1,-1 0-1,0 0 0,0 0 0,0 0 0,0 0 1,0 0-1,0 0 0,0 0 0,0 0 0,0 0 0,0 1 1,0-1-1,0 0 0,0 0 0,0 0 0,0 0 1,0 0-1,0 0 0,0 0 0,0 0 0,0 1 1,0-1-1,0 0 0,0 0 0,0 0 0,0 0 0,0 0 1,0 0-1,0 0 0,0 0 0,0 0 0,0 1 1,0-1-1,0 0 0,0 0 0,0 0 0,0 0 1,0 0-1,0 0 0,-1 0 0,1 0 0,0 0 0,-8 0-367,-12-7-1879,-9-12-1868,14 9 2853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23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38 368,'-23'6'2477,"21"-6"-2433,1 0 1,0 0-1,0 0 1,0 0-1,0 0 0,0 0 1,0 0-1,0 0 1,-1 0-1,1-1 1,0 1-1,0 0 0,0-1 1,0 1-1,0-1 1,0 1-1,0-1 1,-1-1-1,2 2-24,0 0-1,0 0 1,0 0 0,1 0-1,-1 0 1,0 0-1,0 0 1,0 0 0,0 0-1,0 0 1,1 0 0,-1 0-1,0 0 1,0 0 0,0-1-1,0 1 1,0 0-1,0 0 1,0 0 0,1 0-1,-1 0 1,0 0 0,0 0-1,0-1 1,0 1 0,0 0-1,0 0 1,0 0-1,0 0 1,0 0 0,0 0-1,0-1 1,0 1 0,0 0-1,0 0 1,0 0 0,0 0-1,0 0 1,0-1-1,0 1 1,0 0 0,0 0-1,0 0 1,0 0 0,0-1-1,0 1 1,0 0 0,0 0-1,0 0 1,0 0-1,0 0 1,0 0 0,0-1-1,0 1 1,-1 0 0,1 0-1,0 0 1,0 0 0,0 0-1,0 0 1,0 0 0,-1 0-1,12 1 626,-3 1-512,-1 0 0,0-1 0,1 0 0,-1 0 0,1 0 0,15-2-1,46-9 54,-16 1-136,-37 7 3,0 1-1,0 1 0,0 0 1,-1 1-1,1 1 1,0 0-1,-1 1 0,22 7 1,-28-7-50,0-1 0,0 0 1,0-1-1,0 0 0,14 0 1,46-6-15,-65 4 10,4 1 5,-1 0 0,1 0-1,0 1 1,0 0 0,-1 1 0,13 3-1,-11-2 3,1-1-1,0 0 1,17 1-1,23-8 4,-40 3-12,-1 1 1,1 0 0,-1 0 0,1 1 0,-1 1 0,1-1 0,17 5 0,-17-3-84,1 0 0,-1 0 0,1-1 0,0 0 0,0-1 0,-1 0 0,14-2 0,2-2-273,44-13 0,-64 17 374,-1-1 0,1 1 0,-1-1 0,1 1 1,-1 1-1,1-1 0,0 1 0,-1 0 0,0 0 1,1 1-1,-1 0 0,0 0 0,9 4 0,23 7 52,-30-12-63,0 0 1,0 0-1,0 0 1,0-1-1,0-1 1,0 1-1,0-1 1,0 0 0,0 0-1,0-1 1,-1 0-1,11-4 1,-1 1-2,1 0 0,0 2 0,0 0 0,0 1 0,1 1 0,20 1 0,-27-1-4,1 0 0,-1-1 1,0 0-1,18-7 0,-18 5 82,0 1-1,0 1 0,0 0 1,19-2-1,-15 5 100,24 4 0,-27-3-172,0 0 0,0-1 1,0 0-1,14-2 0,6-3 0,-21 2-14,0 0 1,1 1-1,-1 0 0,0 1 1,0 0-1,18 4 0,-16-2 14,1 0-1,0-1 1,-1 0 0,21-2-1,53-9 5,-38 2-18,-42 8 14,-1 0 0,1 0 0,0 1 0,0 0 0,0 0 1,9 3-1,-8-2 4,1 0-1,-1 0 1,13 0 0,13-5-4,-27 2-9,1 0 0,0 1 0,-1-1-1,1 2 1,-1-1 0,11 3 0,-5-1 4,0 0 1,0 0-1,0-1 0,1-1 1,-1 0-1,18-3 1,-26 2-6,1 1 1,-1 0 0,0-1-1,1 2 1,-1-1 0,0 1-1,0-1 1,1 2 0,-1-1-1,0 0 1,0 1 0,0 0-1,7 4 1,-9-4 3,-1 0 1,1-1-1,0 1 1,0-1-1,0 1 1,0-1-1,0 0 1,1 0-1,-1-1 1,0 1-1,0-1 1,0 1-1,1-1 1,-1 0-1,0 0 1,1-1-1,-1 1 1,0-1-1,6-1 1,1-1-6,0 1-1,0 0 1,0 1 0,1 0 0,-1 1-1,0 0 1,14 1 0,11 1 3,-32-2 13,1-1-1,-1 1 1,1-1 0,-1 1-1,1-1 1,-1 0 0,1 0 0,-1 0-1,5-3 1,3-1-17,-9 4 7,0 1 0,-1-1 1,1 1-1,0-1 0,-1 1 1,1 0-1,0 0 0,-1 0 1,3 0-1,-3 0-30,-1 0 1,1 0-1,-1 0 0,1 0 1,-1 1-1,1-1 0,-1 0 1,1 0-1,-1 0 0,1 1 1,-1-1-1,0 0 0,1 1 0,-1-1 1,1 0-1,-1 1 0,0-1 1,1 0-1,-1 1 0,0-1 1,1 1-1,-1-1 0,0 1 1,0-1-1,0 1 0,1-1 0,-1 1 1,0-1-1,0 1 0,0-1 1,0 1-1,0-1 0,0 1 1,0 0-1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25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1 404,'0'0'80,"0"0"0,0 0-1,0 1 1,0-1 0,0 0 0,0 0-1,0 0 1,0 0 0,0 0-1,0 1 1,0-1 0,0 0 0,0 0-1,0 0 1,0 0 0,0 0 0,0 0-1,0 1 1,0-1 0,0 0 0,1 0-1,-1 0 1,0 0 0,0 0 0,0 0-1,0 0 1,0 0 0,0 1 0,0-1-1,1 0 1,-1 0 0,0 0 0,0 0-1,0 0 1,0 0 0,0 0 0,1 0-1,-1 0 1,0 0 0,0 0 0,0 0-1,8-2 475,3 0-1443,-11 2 883,0 0-1,1 0 0,-1 0 1,0 0-1,0 0 1,1 0-1,-1 0 1,0 0-1,0 1 0,1-1 1,-1 0-1,0 0 1,0 0-1,0 0 0,1 0 1,-1 1-1,0-1 1,0 0-1,0 0 1,0 1-1,0-1 0,1 0 1,-1 0-1,0 0 1,0 1-1,0-1 1,0 0-1,0 0 0,0 1 1,0-1-1,0 0 1,0 0-1,0 1 1,0-1-1,0 0 0,0 0 1,0 1-1,0 4 177,0 21 358,4 32 0,-2-44-450,0-4-43,-1-1 1,0 1-1,0 0 0,-1 0 0,-2 17 1,-6 9-14,4-20-21,-2 26 0,2 124 608,4-146-531,-1-5 45,0 0-1,-1 0 1,-8 24-1,6-21-17,-5 34 0,2 7-86,3-39 44,2 0-1,0 1 1,1-1 0,3 22-1,6 22 112,-7-53-174,0 0 0,-1-1 1,-1 1-1,0 0 0,-2 11 1,-3 30 9,6-25-11,-1-16-7,0 0 1,2 0-1,1 15 0,12 76 66,-1-24-51,-2-17-4,-11-60-3,5 44-128,18 71 1,-10-77-626,-13-38 753,0 0 0,0 1 0,0-1 0,0 0 0,0 1 0,-1-1 0,1 0 0,0 1 0,-1-1 0,1 0 0,0 0 0,-1 1 0,0-1-1,1 0 1,-1 0 0,-1 2 0,-2 6 5,1-1-5,0 1 0,0-1 0,1 1 0,1 0 0,-1 0 0,1 0 0,1 0 0,0 0 0,1 10 0,4 10 32,-2-17 201,-1 0 0,0 20 1,-2-25-160,1 10 145,-5 34 0,2-34-160,1 1 0,2 26 0,0-8-56,-5 90 781,4-117-646,0-7-187,0 1 0,0-1 1,0 1-1,0 0 1,1-1-1,-1 1 0,1 0 1,-1-1-1,2 3 1,2 6 47,-1-1 0,0 1-1,-1-1 1,0 1 0,0 13 0,-2 56-3,-1-37 3,3-4 0,-1-26 0,0 0 0,-1 0 1,-2 19-1,-2-7 4,1-1 1,2 1-1,0 0 1,6 46-1,1-26-4,0 56-1,-6-69 109,-1-8-151,4 34-1,-2-43 42,-1 1 0,0 0 0,-4 24 0,2-15 3,1 27 0,1-30 9,1-18-15,-1 0 1,1 0-1,0 0 0,0 0 1,2 6-1,3 10 27,-2-1-6,-1-6-11,0 0 0,-1 0 1,0 0-1,-1 1 0,0-1 0,-3 23 0,1-27-17,-1 0 1,2 0-1,-1 0 1,1 1-1,1-1 1,2 15-1,-1-8 76,-1-1-1,-2 27 1,-1-7 65,-8-8 447,8-12-436,0 1 0,2 25-1,0-24-110,-7 9-27,3 57-17,14-98-138,-9 14 118,0 0 0,-1 0 0,1 0-1,0 0 1,-1 0 0,1 0 0,0 0 0,0 0 0,0 0 0,0 1 0,0-1 0,0 0 0,0 1 0,0-1 0,0 0-1,0 1 1,1 0 0,-1-1 0,0 1 0,0 0 0,0-1 0,1 1 0,-1 0 0,2 0 0,-2 0-153,-1 1 1,1 0 0,-1-1-1,1 1 1,-1-1 0,1 1-1,-1 0 1,0-1 0,1 1-1,-1 0 1,0 0-1,0-1 1,1 1 0,-1 0-1,0 0 1,0-1 0,0 1-1,0 0 1,0 0 0,0-1-1,0 1 1,0 0 0,-1 0-1,1 0 1,0 0 0,-4 5-1077,0 0 98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29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0 114 536,'4'2'2149,"-4"-2"-2141,0 1 0,0-1 0,0 0 0,1 0 0,-1 0 0,0 0 0,0 0 0,0 0 0,1 1-1,-1-1 1,0 0 0,0 0 0,0 0 0,1 0 0,-1 0 0,0 0 0,0 0 0,1 0 0,-1 0 0,0 0-1,0 0 1,1 0 0,-1 0 0,0 0 0,0 0 0,0 0 0,1 0 0,-1 0 0,0-1 0,0 1-1,1 0 1,-1 0 0,0 0 0,0 0 0,0 0 0,0 0 0,1-1 0,-1 1 0,0 0 0,0 0-1,0 0 1,0-1 0,0 1 0,1 0 0,-1-1 0,3-2 97,0 0 0,1 1 1,-1-1-1,1 0 0,0 1 0,0 0 1,0 0-1,0 0 0,0 1 0,0-1 1,1 1-1,-1 0 0,7-1 0,3 1 145,-1 1 0,29 2 0,-31-1-210,1 0 0,0 0 0,-1-2-1,1 1 1,12-3 0,41-15 388,-42 11-192,-1 1 1,1 1 0,0 1-1,1 1 1,42 0 0,-40 6-192,45 10 0,-42-6-2,-6-4 116,1 0 0,0-2-1,0-1 1,-1 0 0,37-7 0,5 1-26,19 4-39,26-3-80,-93 2 12,22-6 0,-22 4 0,1 2 0,-1 1 0,1 0 0,-1 1 0,25 2 0,28-2-13,0-9-29,-45 6 5,48-3 0,-39 9 25,-21-1-4,1-1 0,15-1 0,-10-1-6,0 0-1,1 2 1,-1 0 0,0 1-1,0 1 1,27 5 0,-10 2-10,54 6 1,-78-15 6,1 0 0,23-4 0,-26 3 4,-1 0 0,1 0 0,0 0 0,0 2 0,0-1 0,10 3 0,22 9-37,-29-8 32,1 0 0,21 3 1,-8-5-1,0-2 0,31-3 0,12 0-4,2 4 12,74-3 19,-123 2-23,-1 1 0,1 0-1,-1 2 1,0 1 0,35 9-1,15 3 7,-60-14-10,0-1 0,0-1 0,1 0 0,-1-1 0,16-3 0,-15 2-12,1 0 0,-1 1-1,0 1 1,19 1 0,9 6-19,-22-3 54,1-1 1,-1-1-1,1-1 1,20-1-1,-30-1-32,76-3-33,-72 4 43,0 1 0,0 0 0,0 1-1,16 5 1,0 2-16,58 14 72,-76-21-54,0-1 0,0 0 0,0-1 0,0 0 1,19-2-1,38-6-14,102 3 0,-46-5 62,-69 3-66,-28 4 23,1-1 1,-1-1 0,33-12 0,-54 14 0,1 1 0,-1 0 1,1 0-1,0 0 0,0 1 1,0 0-1,0 1 1,-1-1-1,1 2 0,0-1 1,0 1-1,0 0 0,11 3 1,-7 0 3,1-1 1,-1-1 0,1-1-1,0 1 1,0-2-1,0 0 1,26-3-1,-19 1 2,0 1-1,25 2 1,-4 6 10,-33-4-21,1-1 0,0-1 1,0 0-1,0 0 1,0-1-1,0 0 1,0 0-1,11-2 1,30-7-61,-38 7 56,0 1 0,0 0-1,0 1 1,0 0 0,-1 1-1,1 0 1,22 5 0,-17-3 25,1-1 0,29 0 1,9 0-41,-8 5-45,-26-3 80,41 1-1,-6-10-23,-38 3-17,22-1 0,-21 3-65,1-1-1,0 0 1,0-2-1,0 0 0,31-10 1,-36 7 72,-1 1-1,0 1 1,1 1 0,0 0 0,19-1-1,-30 4 14,1 0-1,-1 1 1,0 0-1,0-1 1,0 2-1,8 2 1,-8-3 7,-1 0-1,0 0 1,0 0 0,1-1 0,5 1-1,105-1 5,-108 0-14,-1 1 1,1 0 0,0 0-1,10 4 1,-11-3 16,1 0 1,0-1 0,0 0 0,12 1 0,6-4 1,-22 1-23,1 0 1,-1 1-1,1 0 0,-1 0 0,1 0 0,-1 0 0,1 0 1,-1 0-1,1 1 0,-1 0 0,5 1 0,4 3 33,-8-3-21,-1 0-1,0-1 1,1 0 0,-1 1 0,1-1-1,-1 0 1,1-1 0,-1 1-1,1-1 1,0 1 0,-1-1 0,1 0-1,0-1 1,3 0 0,-4 0-3,2 0-6,-1 0-1,0 0 0,0 0 1,1 0-1,-1 1 0,0-1 1,1 1-1,-1 0 0,1 1 1,-1-1-1,0 1 0,9 1 1,-6 1 17,-5-2-8,1 1 0,-1-1 0,1-1 0,-1 1 0,0 0 0,1-1 0,-1 1 0,1-1 0,-1 0 0,1 1 0,0-1 0,-1-1 0,1 1 0,3-1 0,-2 0-6,1-1 0,-1 1 0,1 1 0,-1-1-1,1 0 1,0 1 0,-1 0 0,1 0 0,0 0-1,-1 1 1,1 0 0,4 1 0,-1-1 15,0 1 0,15 0 1,-20-2-11,0-1 1,0 1 0,0-1-1,0 1 1,0-1 0,0 0-1,0 0 1,0 0 0,0 0-1,3-3 1,-3 3-11,0-1 1,0 1 0,1 0 0,-1 0-1,0 0 1,0 0 0,1 1-1,-1-1 1,1 1 0,-1 0-1,6 0 1,-5 0 4,-4 1-10,0-1 0,1 1 0,-1-1-1,0 1 1,0-1 0,0 0 0,0 1-1,0-1 1,0 1 0,0-1 0,0 1-1,0-1 1,0 1 0,0-1 0,0 0-1,0 1 1,0-1 0,-1 1 0,1-1-1,0 1 1,0-1 0,0 0 0,-1 1-1,1-1 1,0 0 0,0 1 0,-1-1-1,1 0 1,0 1 0,-1-1 0,1 0-1,0 1 1,-1-1 0,1 0 0,-1 0-1,1 0 1,0 1 0,-1-1 0,0 0-1,-23-5-3304,6 0 551,6 3 1536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3:32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78 396,'10'-1'1545,"-9"1"-1467,0 0 0,0-1 1,0 1-1,0 0 0,0 0 1,0 0-1,1 0 0,-1 0 1,0 0-1,0 1 0,0-1 0,0 0 1,0 0-1,0 1 0,0-1 1,0 1-1,0-1 0,0 1 1,0-1-1,0 1 0,1 1 1,0-2-5,0 0 0,-1 1 0,1-1 0,0 0-1,0 0 1,0 0 0,0 0 0,-1-1 0,1 1 0,0 0 0,0-1 0,-1 1 0,1-1 0,2-1 0,21-3 479,134 5 451,-140 0-896,4-1-113,-1 2-1,23 3 0,-27-2 19,0-1 1,0-1-1,31-3 0,14-1-38,-18 7 266,-32-2-194,1 0 0,-1 0 0,17-3 0,-2-1-7,0 2 0,1 0 0,-1 2 0,0 1-1,32 6 1,-48-7-30,0 0-1,0-1 0,0 0 0,-1-1 0,1-1 0,0 0 1,22-7-1,-14 4 133,24-3 1,-37 7-63,0 1 1,0 0-1,1 0 0,-1 0 1,0 1-1,0 0 0,8 2 1,-4 0-52,0 0 1,0-1 0,0 0-1,0-1 1,1 0-1,-1-1 1,0 0 0,1-1-1,15-3 1,-17 2-33,1 2 0,-1-1 0,0 1 0,1 1 0,-1 0 0,14 3 0,-14-2 11,0 0 1,0-1-1,0 0 0,0-1 0,0 0 0,18-3 0,10-8-24,-26 7 11,-1 1 1,24-5-1,-23 8 60,0-1 1,0 1 0,0 1 0,0 0-1,0 1 1,17 4 0,-17-4-47,1 0-1,0-1 1,1-1 0,-1 0 0,0-1 0,24-4-1,-15 1-22,27 1-1,87-4 19,0-1 339,2 10-311,-121-3 6,1 0 1,30-8-1,-31 5 94,0 1 1,31-2-1,40 11 449,-77-5-585,0-1 0,0-1 0,0 0 0,0 0 1,0-1-1,14-4 0,24-4-16,-42 10 15,1 0 1,-1 0-1,1 0 1,-1 1-1,1 1 1,12 3 0,-12-3 15,1 0 1,0 0 0,16 0 0,-9-1-16,0 1 1,0 0-1,19 6 0,-7-2 40,-20-5-43,-1 0-1,1-1 1,8 0 0,-11 0 4,1 0 0,0 0 0,-1 0 0,1 1 0,0 0 0,-1 0 0,9 3 0,-8-2 13,0 0 0,0-1-1,1 0 1,-1 1-1,1-2 1,-1 1 0,0-1-1,1 0 1,-1 0 0,12-3-1,-9 1-20,1 1-1,0 0 1,-1 1-1,1 0 1,0 0-1,16 3 1,-20-2 14,0 0 0,0-1 1,0 0-1,0 0 1,0-1-1,-1 1 1,11-4-1,21-1 7,-33 5-20,19 1 73,-1-1 1,0-2-1,0 0 1,28-7-1,-39 7-42,0 0-1,0 1 0,0 0 1,15 1-1,-21 0 44,26 8 524,19-4-289,23-2-256,-33 2 133,-40-4-23,-27-5-2874,-38 0-4705,42 3 5894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9:13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1 284,'-1'18'3496,"1"-9"-1192,0 0 1,0 0 0,3 17-1,-3-24-2195,1 1 0,0-1 0,-1 0 0,1 0-1,0 0 1,0 1 0,0-1 0,1 0 0,-1 0 0,0 0-1,1 0 1,0-1 0,-1 1 0,1 0 0,0-1-1,0 1 1,0-1 0,-1 0 0,4 2 0,12 3-2152,-5-5-2117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9:13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20 752,'2'36'8808,"-2"-29"-4946,0-7-3656,0 1 1,0-1-1,0 0 1,0 1-1,0-1 1,0 0-1,0 0 1,1 1 0,-1-1-1,0 0 1,0 0-1,0 1 1,0-1-1,0 0 1,1 0-1,-1 1 1,0-1-1,0 0 1,1 0-1,-1 0 1,0 0-1,0 1 1,1-1-1,-1 0 1,0 0-1,0 0 1,1 0-1,-1 0 1,1 0-1,12 1 1881,16-5-1934,-27 4 151,10-3-254,0 1-1,0-1 1,0-1-1,0 0 1,0-1-1,-1 0 1,21-14-1,-24 11-49,-7 7 2,0 0 1,0 0 0,1 0-1,-1 0 1,0 0-1,0 0 1,0 1 0,1-1-1,-1 0 1,0 0 0,1 1-1,-1-1 1,0 1-1,1-1 1,2 1 0,-3 0 6,-1 0 1,1 0 0,-1 1-1,1-1 1,0 0 0,-1 1-1,1-1 1,-1 0-1,1 1 1,-1-1 0,1 1-1,-1-1 1,1 1 0,-1-1-1,1 1 1,-1 0 0,0-1-1,1 1 1,-1-1-1,0 1 1,1 0 0,4 14 110,-4-6-108,2-1 1,-1 0-1,4 9 1,6 18 12,-4 6-12,-2-11 33,1 1-1,18 49 0,-25-79-21,1 0 0,-1-1-1,0 1 1,1 0 0,-1 0 0,0 0-1,1-1 1,-1 1 0,1 0-1,-1-1 1,1 1 0,0 0-1,-1-1 1,1 1 0,0-1-1,-1 1 1,1-1 0,0 1-1,0-1 1,-1 1 0,1-1-1,0 0 1,0 0 0,0 1-1,1-1 1,-1 0 7,0 0 0,1-1 1,-1 1-1,0 0 0,1-1 0,-1 1 0,0-1 0,0 1 1,0-1-1,1 0 0,-1 0 0,0 1 0,0-1 0,1-2 0,3-2-75,-1 1-1,0-2 0,0 1 1,0 0-1,4-11 0,-4 7-1077,0-1-1,-1 0 0,0 0 1,-1 0-1,2-12 0,-1-53-11169,-2 52 9724,2-2 594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9:14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759 23 1104,'4'2'13596,"-9"-10"-6603,5 7-6544,-1-1 0,0 1 0,0 0 1,0 0-1,0-1 0,0 1 0,0 0 1,0 0-1,0 0 0,0 0 0,-1 0 1,1 1-1,0-1 0,-3-1 0,2 3-98,0-1 0,0 0 1,0 0-1,0 1 0,0-1 0,0 1 0,0 0 0,0 0 0,-3 1 0,-1 2-149,0 0 1,0 0-1,-6 7 0,10-9-186,-5 5-16,0 0 0,1 1 0,0 0 0,0 0 0,0 1 0,1 0 0,1 0 0,0 0 0,0 0 0,0 0 0,1 1 0,-3 17 0,2 0 0,1 0 0,1 1 0,2 39 0,5-15 0,2 0 0,27 99 0,66 174 0,-79-264 0,31 97 0,-48-144 0,0-1 0,-2 1 0,1-1 0,-2 1 0,1 18 0,-3-27 0,1 1 0,-1-1 0,0 0 0,0 1 0,-1-1 0,1 0 0,-1 0 0,0 0 0,-1 0 0,1 0 0,-1 0 0,0-1 0,0 1 0,0-1 0,-1 0 0,-5 6 0,-9 5 0,-1 0 0,-1-1 1,0-1-1,-21 10 0,-90 37-11,103-48-585,-1-1 1,0-2-1,0 0 0,-1-2 0,0-2 1,-53 4-1,68-9-355,0-1-1,0 0 1,0-1 0,0-1 0,1 0-1,-24-8 1,26 6-372,1 0-1,1-1 1,-1 0 0,1 0-1,0-1 1,0 0-1,1-1 1,0 0 0,-9-11-1,10 10 109,1 0-1,0-1 0,0 0 1,-6-13-1,-2-14-876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9:14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1 128 1400,'54'3'14369,"-13"0"-1521,-13-3-7066,-5-3-4403,1-2-4390,209-69 3011,-170 52 0,-55 20-8,-2 0-9,0 0 0,0 0 0,0 0 0,12 0 0,-17 2-557,-14-1-6402,-27-6-6849,5 0 5548,20 5 5951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9:21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17 440 1156,'-1'6'1744,"-1"-1"0,1 0-1,-1 0 1,-3 6 0,4-7-129,0-3-1243,1 0 0,-1 0 1,1 0-1,-1 0 1,1 0-1,0 0 0,-1 0 1,1 0-1,0 0 0,0 0 1,0 1-1,0-1 1,0 0-1,0 0 0,0 0 1,0 0-1,1 0 0,-1 0 1,0 0-1,1 0 1,-1 0-1,1 0 0,0 1 1,0 0-204,0-1 0,0 0 0,0-1 0,1 1 0,-1 0 1,0 0-1,1 0 0,-1-1 0,0 1 0,1-1 0,-1 1 0,1-1 1,-1 1-1,3-1 0,6 1-147,0-1 0,0 0 0,0 0 0,9-3 0,-17 3 147,6-1-69,0 0 0,1-1 0,-1-1 0,0 1-1,-1-1 1,1 0 0,-1-1 0,1 0-1,-1 0 1,7-6 0,-10 7-36,-1 0 1,1 0-1,-1 0 1,0 0-1,0-1 1,0 1-1,0-1 1,-1 0-1,1 0 1,-1 0-1,0 0 1,0 0-1,-1-1 1,1 1-1,-1-1 0,0 1 1,0-1-1,-1 1 1,1-7-1,-1 5-23,0-1 0,-1 0 0,0 1-1,0-1 1,0 1 0,-1-1 0,-5-11-1,7 16-37,-1 1-1,0-1 0,0 0 1,0 1-1,0-1 0,0 1 0,0 0 1,0-1-1,0 1 0,-1 0 1,1 0-1,0 0 0,-1 0 1,1 0-1,-1 0 0,1 0 1,-1 0-1,0 0 0,1 1 1,-1-1-1,0 1 0,1-1 1,-1 1-1,0 0 0,0 0 0,0 0 1,1 0-1,-1 0 0,0 0 1,0 0-1,1 0 0,-1 1 1,-2 0-1,-2 1-15,0 1 0,1-1 0,-1 1 0,1 0 0,0 1 0,0-1 0,0 1 0,0 0 0,1 0 0,0 1 0,0-1 0,0 1 0,-6 9 0,3-3-40,1 0 1,0 0 0,1 1-1,0-1 1,-5 22-1,8-24 47,1 1 0,0-1 0,0 1 0,1 0 0,0-1 0,1 1 0,0 0 0,1-1 0,0 1 0,0-1 0,1 1 0,0-1 0,1 0 0,5 10 0,-7-15 11,1 0 0,-1 0 0,1-1 1,-1 1-1,1-1 0,0 0 0,1 0 0,-1 0 1,0 0-1,1 0 0,0-1 0,-1 1 1,1-1-1,0 0 0,0-1 0,0 1 1,1 0-1,-1-1 0,0 0 0,1 0 0,-1-1 1,0 1-1,1-1 0,-1 0 0,1 0 1,7-1-1,-4 0 5,0-1 0,0-1-1,0 1 1,0-1 0,0 0 0,0-1 0,-1 0 0,0 0 0,0-1 0,0 0-1,0 0 1,-1 0 0,8-9 0,-6 5-163,-2 0 1,1 0-1,-1-1 0,0 0 1,-1 0-1,0-1 0,-1 0 1,0 1-1,-1-1 0,0 0 1,-1-1-1,0 1 0,1-20 1,-2 2-1259,-2 0 1,0 0-1,-2 0 0,-9-35 1,-12-68-1633,23 124 3210,1 1 0,0-1 0,0 1 0,0 0 0,3-9 0,0-19 4727,-11 4 2110,10 71-6512,6-2-495,41 169-81,15-5 8,-33-131 44,-26-63 29,-1 0 0,1-1 0,0 0 0,1 0 0,-1 0 0,12 10 0,-16-16-19,-1-1 1,1 1 0,0 0 0,0-1-1,0 1 1,0-1 0,0 1-1,0-1 1,0 0 0,0 1-1,0-1 1,0 0 0,0 1-1,0-1 1,0 0 0,1 0-1,-1 0 1,0 0 0,0 0 0,0 0-1,0-1 1,2 1 0,-1-1-65,-1 0 1,1 0-1,0 0 0,0 0 1,0 0-1,-1-1 1,1 1-1,0 0 1,-1-1-1,3-3 1,1-1-613,-1-1 0,0 0 0,0 0 0,0 0 0,2-9 0,-2 2-2502,0 0 0,-1-1 0,-1 0 0,0 0 0,0-29 1,-2 25 1495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9:21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10 708,'-3'0'16462,"-4"-2"-10963,-3-6-2240,4 13-2673,-2 5-684,-46 49-36,47-51 115,1 1 0,-1 0 0,2 1 0,-1-1 0,-4 14 0,9-20 19,0 0-1,0 0 0,1-1 0,-1 1 1,1 0-1,0 0 0,0 0 0,0 0 1,0 0-1,0 0 0,1 0 0,-1-1 1,1 1-1,0 0 0,0 0 0,0-1 1,0 1-1,0 0 0,0-1 0,3 4 1,-2-4 4,-1 0 0,1 0 0,-1-1 0,1 1-1,-1-1 1,1 1 0,0-1 0,0 1 0,0-1 0,0 0 0,0 0 0,0 0 0,0 0 0,1 0 0,-1-1 0,0 1 0,0-1 0,1 1 0,-1-1 0,0 0 0,0 0 0,1 0 0,-1 0 0,0 0 0,4-1 0,95-18 265,-98 19-261,1 0-1,-1 0 1,1 0 0,-1 0-1,1 1 1,-1-1-1,1 1 1,-1 0 0,0 0-1,1 0 1,-1 0 0,0 1-1,0-1 1,0 1-1,0 0 1,0 0 0,0 0-1,0 0 1,3 5-1,-4-5-1,0 0 0,-1 0 0,1 1 0,-1-1-1,0 1 1,1-1 0,-1 1 0,0-1-1,-1 1 1,1 0 0,0-1 0,-1 1 0,1 0-1,-1 0 1,0-1 0,0 1 0,0 0 0,-1 0-1,1 0 1,0-1 0,-1 1 0,0 0-1,0-1 1,0 1 0,-1 3 0,-2 1-100,-1 1 0,0-1 0,0 0 0,0 0 0,-1 0 0,0-1 0,0 0 0,-14 10 0,13-10-750,0-1 0,-1-1 1,0 0-1,0 0 0,-9 4 0,14-8-44,0 1-1,0 0 1,0-1-1,0 1 1,0-1-1,0 0 1,0 0-1,-5 0 1,7 0 529,0-1 1,-1 1 0,1 0-1,0 0 1,0-1 0,0 1 0,0-1-1,0 1 1,0-1 0,1 1-1,-1-1 1,0 1 0,0-1-1,0 0 1,0 0 0,1 1 0,-1-1-1,0 0 1,1 0 0,-1 0-1,0 0 1,1 0 0,-1 0-1,1 0 1,0 0 0,-1 0 0,1-2-1,-3-8-1343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3T08:19:22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0 244 744,'125'-52'21897,"-84"31"-18189,-2 0-3846,-36 19 196,1-1 0,0 1-1,-1-1 1,0 1 0,1-1 0,-1 0 0,0 0 0,-1-1-1,1 1 1,0-1 0,-1 1 0,2-5 0,-3 5 4,0 1 0,0-1 0,0 1 0,-1-1 1,1 0-1,-1 1 0,0-1 0,1 0 1,-1 1-1,-1-1 0,1 0 0,0 1 0,-1-1 1,1 1-1,-1-1 0,0 0 0,1 1 1,-1-1-1,-1 1 0,0-3 0,0 1 86,0 1-1,-1-1 1,1 1-1,-1 0 1,1-1-1,-1 1 0,0 1 1,0-1-1,0 0 1,-1 1-1,1-1 1,-1 1-1,1 0 1,-8-3-1,8 4-103,0 1 0,0-1 0,0 1 0,0-1 0,0 1 0,0 0 0,0 0 0,0 0 0,0 0 0,-1 1 0,1 0 0,0-1 0,0 1 0,0 0-1,1 0 1,-1 0 0,0 1 0,0-1 0,1 1 0,-5 2 0,3 0-50,0 0 0,0 0-1,0 1 1,0-1-1,1 1 1,0-1 0,0 1-1,0 0 1,0 0 0,1 1-1,0-1 1,0 0 0,0 1-1,1-1 1,0 1 0,-1 6-1,1 2 3,0 0 0,0 0 0,1 0-1,1 0 1,4 20 0,-2-19 4,1-1 0,0 0 1,10 21-1,-11-27 41,1 0 1,1 0 0,-1-1-1,2 0 1,-1 0 0,1 0-1,7 7 1,-9-11 21,0 0 0,0-1 0,0 0 0,0 1 1,0-2-1,0 1 0,0 0 0,0-1 0,1 0 0,-1 0 0,1 0 1,-1-1-1,1 1 0,-1-1 0,1 0 0,7-1 0,6-1-28,0-2 0,30-8 0,-39 9-51,10-2 390,30-9-1591,0-4-3301,-38 13 1824,0-1 0,13-8 0,-19 10 311,1 0 1,0 0 0,-1-1 0,9-10 0,-3-2-1193,-3-4 845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367ED7-AC98-4E7E-9EC5-B53F3709DB8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43A43C-448F-4426-9152-AC8423A9BFD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5BFA1-440F-4EA4-8C63-E953E44BBEE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19133D-E9BD-47A6-BDCF-DD38361742A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2312F-F334-4984-A867-98C95866C8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E780D-1276-4AF1-AB4E-386541185E0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FBFB21-5B5D-43D6-9BA2-FDD02417BD7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6E5956-574A-44B6-98F3-123C64E95B7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4C6341-6593-4CAC-85FF-40E9570E48C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EADCB9-C521-4E7D-AEBE-4BE34F3DFD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B7849-F4C2-4903-8734-73FD9375714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5950BF32-8C3F-40ED-9C0D-0D16F80628C3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671" Type="http://schemas.openxmlformats.org/officeDocument/2006/relationships/image" Target="../media/image335.png"/><Relationship Id="rId21" Type="http://schemas.openxmlformats.org/officeDocument/2006/relationships/image" Target="../media/image10.png"/><Relationship Id="rId324" Type="http://schemas.openxmlformats.org/officeDocument/2006/relationships/customXml" Target="../ink/ink162.xml"/><Relationship Id="rId531" Type="http://schemas.openxmlformats.org/officeDocument/2006/relationships/image" Target="../media/image265.png"/><Relationship Id="rId629" Type="http://schemas.openxmlformats.org/officeDocument/2006/relationships/image" Target="../media/image314.png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7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542" Type="http://schemas.openxmlformats.org/officeDocument/2006/relationships/customXml" Target="../ink/ink271.xml"/><Relationship Id="rId181" Type="http://schemas.openxmlformats.org/officeDocument/2006/relationships/image" Target="../media/image90.png"/><Relationship Id="rId402" Type="http://schemas.openxmlformats.org/officeDocument/2006/relationships/customXml" Target="../ink/ink201.xml"/><Relationship Id="rId279" Type="http://schemas.openxmlformats.org/officeDocument/2006/relationships/image" Target="../media/image139.png"/><Relationship Id="rId486" Type="http://schemas.openxmlformats.org/officeDocument/2006/relationships/customXml" Target="../ink/ink243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346" Type="http://schemas.openxmlformats.org/officeDocument/2006/relationships/customXml" Target="../ink/ink173.xml"/><Relationship Id="rId553" Type="http://schemas.openxmlformats.org/officeDocument/2006/relationships/image" Target="../media/image276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6.png"/><Relationship Id="rId497" Type="http://schemas.openxmlformats.org/officeDocument/2006/relationships/image" Target="../media/image248.png"/><Relationship Id="rId620" Type="http://schemas.openxmlformats.org/officeDocument/2006/relationships/customXml" Target="../ink/ink310.xml"/><Relationship Id="rId357" Type="http://schemas.openxmlformats.org/officeDocument/2006/relationships/image" Target="../media/image178.png"/><Relationship Id="rId54" Type="http://schemas.openxmlformats.org/officeDocument/2006/relationships/customXml" Target="../ink/ink27.xml"/><Relationship Id="rId217" Type="http://schemas.openxmlformats.org/officeDocument/2006/relationships/image" Target="../media/image108.png"/><Relationship Id="rId564" Type="http://schemas.openxmlformats.org/officeDocument/2006/relationships/customXml" Target="../ink/ink282.xml"/><Relationship Id="rId424" Type="http://schemas.openxmlformats.org/officeDocument/2006/relationships/customXml" Target="../ink/ink212.xml"/><Relationship Id="rId631" Type="http://schemas.openxmlformats.org/officeDocument/2006/relationships/image" Target="../media/image315.png"/><Relationship Id="rId270" Type="http://schemas.openxmlformats.org/officeDocument/2006/relationships/customXml" Target="../ink/ink135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575" Type="http://schemas.openxmlformats.org/officeDocument/2006/relationships/image" Target="../media/image287.png"/><Relationship Id="rId228" Type="http://schemas.openxmlformats.org/officeDocument/2006/relationships/customXml" Target="../ink/ink114.xml"/><Relationship Id="rId435" Type="http://schemas.openxmlformats.org/officeDocument/2006/relationships/image" Target="../media/image217.png"/><Relationship Id="rId642" Type="http://schemas.openxmlformats.org/officeDocument/2006/relationships/customXml" Target="../ink/ink321.xml"/><Relationship Id="rId281" Type="http://schemas.openxmlformats.org/officeDocument/2006/relationships/image" Target="../media/image140.png"/><Relationship Id="rId502" Type="http://schemas.openxmlformats.org/officeDocument/2006/relationships/customXml" Target="../ink/ink251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9.png"/><Relationship Id="rId586" Type="http://schemas.openxmlformats.org/officeDocument/2006/relationships/customXml" Target="../ink/ink293.xml"/><Relationship Id="rId7" Type="http://schemas.openxmlformats.org/officeDocument/2006/relationships/image" Target="../media/image3.png"/><Relationship Id="rId239" Type="http://schemas.openxmlformats.org/officeDocument/2006/relationships/image" Target="../media/image119.png"/><Relationship Id="rId446" Type="http://schemas.openxmlformats.org/officeDocument/2006/relationships/customXml" Target="../ink/ink223.xml"/><Relationship Id="rId653" Type="http://schemas.openxmlformats.org/officeDocument/2006/relationships/image" Target="../media/image326.png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87" Type="http://schemas.openxmlformats.org/officeDocument/2006/relationships/image" Target="../media/image43.png"/><Relationship Id="rId513" Type="http://schemas.openxmlformats.org/officeDocument/2006/relationships/image" Target="../media/image256.png"/><Relationship Id="rId597" Type="http://schemas.openxmlformats.org/officeDocument/2006/relationships/image" Target="../media/image298.png"/><Relationship Id="rId152" Type="http://schemas.openxmlformats.org/officeDocument/2006/relationships/customXml" Target="../ink/ink76.xml"/><Relationship Id="rId457" Type="http://schemas.openxmlformats.org/officeDocument/2006/relationships/image" Target="../media/image228.png"/><Relationship Id="rId664" Type="http://schemas.openxmlformats.org/officeDocument/2006/relationships/customXml" Target="../ink/ink332.xml"/><Relationship Id="rId14" Type="http://schemas.openxmlformats.org/officeDocument/2006/relationships/customXml" Target="../ink/ink7.xml"/><Relationship Id="rId317" Type="http://schemas.openxmlformats.org/officeDocument/2006/relationships/image" Target="../media/image158.png"/><Relationship Id="rId524" Type="http://schemas.openxmlformats.org/officeDocument/2006/relationships/customXml" Target="../ink/ink262.xml"/><Relationship Id="rId98" Type="http://schemas.openxmlformats.org/officeDocument/2006/relationships/customXml" Target="../ink/ink49.xml"/><Relationship Id="rId163" Type="http://schemas.openxmlformats.org/officeDocument/2006/relationships/image" Target="../media/image81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675" Type="http://schemas.openxmlformats.org/officeDocument/2006/relationships/image" Target="../media/image337.png"/><Relationship Id="rId25" Type="http://schemas.openxmlformats.org/officeDocument/2006/relationships/image" Target="../media/image12.png"/><Relationship Id="rId328" Type="http://schemas.openxmlformats.org/officeDocument/2006/relationships/customXml" Target="../ink/ink164.xml"/><Relationship Id="rId535" Type="http://schemas.openxmlformats.org/officeDocument/2006/relationships/image" Target="../media/image267.png"/><Relationship Id="rId174" Type="http://schemas.openxmlformats.org/officeDocument/2006/relationships/customXml" Target="../ink/ink87.xml"/><Relationship Id="rId381" Type="http://schemas.openxmlformats.org/officeDocument/2006/relationships/image" Target="../media/image190.png"/><Relationship Id="rId602" Type="http://schemas.openxmlformats.org/officeDocument/2006/relationships/customXml" Target="../ink/ink301.xml"/><Relationship Id="rId241" Type="http://schemas.openxmlformats.org/officeDocument/2006/relationships/image" Target="../media/image120.png"/><Relationship Id="rId479" Type="http://schemas.openxmlformats.org/officeDocument/2006/relationships/image" Target="../media/image239.png"/><Relationship Id="rId36" Type="http://schemas.openxmlformats.org/officeDocument/2006/relationships/customXml" Target="../ink/ink18.xml"/><Relationship Id="rId339" Type="http://schemas.openxmlformats.org/officeDocument/2006/relationships/image" Target="../media/image169.png"/><Relationship Id="rId546" Type="http://schemas.openxmlformats.org/officeDocument/2006/relationships/customXml" Target="../ink/ink273.xml"/><Relationship Id="rId101" Type="http://schemas.openxmlformats.org/officeDocument/2006/relationships/image" Target="../media/image50.png"/><Relationship Id="rId185" Type="http://schemas.openxmlformats.org/officeDocument/2006/relationships/image" Target="../media/image92.png"/><Relationship Id="rId406" Type="http://schemas.openxmlformats.org/officeDocument/2006/relationships/customXml" Target="../ink/ink203.xml"/><Relationship Id="rId392" Type="http://schemas.openxmlformats.org/officeDocument/2006/relationships/customXml" Target="../ink/ink196.xml"/><Relationship Id="rId613" Type="http://schemas.openxmlformats.org/officeDocument/2006/relationships/image" Target="../media/image306.png"/><Relationship Id="rId252" Type="http://schemas.openxmlformats.org/officeDocument/2006/relationships/customXml" Target="../ink/ink126.xml"/><Relationship Id="rId47" Type="http://schemas.openxmlformats.org/officeDocument/2006/relationships/image" Target="../media/image23.png"/><Relationship Id="rId112" Type="http://schemas.openxmlformats.org/officeDocument/2006/relationships/customXml" Target="../ink/ink56.xml"/><Relationship Id="rId557" Type="http://schemas.openxmlformats.org/officeDocument/2006/relationships/image" Target="../media/image278.png"/><Relationship Id="rId196" Type="http://schemas.openxmlformats.org/officeDocument/2006/relationships/customXml" Target="../ink/ink98.xml"/><Relationship Id="rId417" Type="http://schemas.openxmlformats.org/officeDocument/2006/relationships/image" Target="../media/image208.png"/><Relationship Id="rId624" Type="http://schemas.openxmlformats.org/officeDocument/2006/relationships/customXml" Target="../ink/ink312.xml"/><Relationship Id="rId263" Type="http://schemas.openxmlformats.org/officeDocument/2006/relationships/image" Target="../media/image131.png"/><Relationship Id="rId470" Type="http://schemas.openxmlformats.org/officeDocument/2006/relationships/customXml" Target="../ink/ink235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5.xml"/><Relationship Id="rId568" Type="http://schemas.openxmlformats.org/officeDocument/2006/relationships/customXml" Target="../ink/ink284.xml"/><Relationship Id="rId428" Type="http://schemas.openxmlformats.org/officeDocument/2006/relationships/customXml" Target="../ink/ink214.xml"/><Relationship Id="rId635" Type="http://schemas.openxmlformats.org/officeDocument/2006/relationships/image" Target="../media/image317.png"/><Relationship Id="rId274" Type="http://schemas.openxmlformats.org/officeDocument/2006/relationships/customXml" Target="../ink/ink137.xml"/><Relationship Id="rId481" Type="http://schemas.openxmlformats.org/officeDocument/2006/relationships/image" Target="../media/image240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579" Type="http://schemas.openxmlformats.org/officeDocument/2006/relationships/image" Target="../media/image289.png"/><Relationship Id="rId341" Type="http://schemas.openxmlformats.org/officeDocument/2006/relationships/image" Target="../media/image170.png"/><Relationship Id="rId439" Type="http://schemas.openxmlformats.org/officeDocument/2006/relationships/image" Target="../media/image219.png"/><Relationship Id="rId646" Type="http://schemas.openxmlformats.org/officeDocument/2006/relationships/customXml" Target="../ink/ink323.xml"/><Relationship Id="rId201" Type="http://schemas.openxmlformats.org/officeDocument/2006/relationships/image" Target="../media/image100.png"/><Relationship Id="rId285" Type="http://schemas.openxmlformats.org/officeDocument/2006/relationships/image" Target="../media/image142.png"/><Relationship Id="rId506" Type="http://schemas.openxmlformats.org/officeDocument/2006/relationships/customXml" Target="../ink/ink253.xml"/><Relationship Id="rId492" Type="http://schemas.openxmlformats.org/officeDocument/2006/relationships/customXml" Target="../ink/ink246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615" Type="http://schemas.openxmlformats.org/officeDocument/2006/relationships/image" Target="../media/image307.png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657" Type="http://schemas.openxmlformats.org/officeDocument/2006/relationships/image" Target="../media/image328.png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image" Target="../media/image230.png"/><Relationship Id="rId517" Type="http://schemas.openxmlformats.org/officeDocument/2006/relationships/image" Target="../media/image258.png"/><Relationship Id="rId559" Type="http://schemas.openxmlformats.org/officeDocument/2006/relationships/image" Target="../media/image279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363" Type="http://schemas.openxmlformats.org/officeDocument/2006/relationships/image" Target="../media/image181.png"/><Relationship Id="rId419" Type="http://schemas.openxmlformats.org/officeDocument/2006/relationships/image" Target="../media/image209.png"/><Relationship Id="rId570" Type="http://schemas.openxmlformats.org/officeDocument/2006/relationships/customXml" Target="../ink/ink285.xml"/><Relationship Id="rId626" Type="http://schemas.openxmlformats.org/officeDocument/2006/relationships/customXml" Target="../ink/ink313.xml"/><Relationship Id="rId223" Type="http://schemas.openxmlformats.org/officeDocument/2006/relationships/image" Target="../media/image111.png"/><Relationship Id="rId430" Type="http://schemas.openxmlformats.org/officeDocument/2006/relationships/customXml" Target="../ink/ink215.xml"/><Relationship Id="rId668" Type="http://schemas.openxmlformats.org/officeDocument/2006/relationships/customXml" Target="../ink/ink334.xml"/><Relationship Id="rId18" Type="http://schemas.openxmlformats.org/officeDocument/2006/relationships/customXml" Target="../ink/ink9.xml"/><Relationship Id="rId265" Type="http://schemas.openxmlformats.org/officeDocument/2006/relationships/image" Target="../media/image132.png"/><Relationship Id="rId472" Type="http://schemas.openxmlformats.org/officeDocument/2006/relationships/customXml" Target="../ink/ink236.xml"/><Relationship Id="rId528" Type="http://schemas.openxmlformats.org/officeDocument/2006/relationships/customXml" Target="../ink/ink264.xml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581" Type="http://schemas.openxmlformats.org/officeDocument/2006/relationships/image" Target="../media/image290.png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637" Type="http://schemas.openxmlformats.org/officeDocument/2006/relationships/image" Target="../media/image318.png"/><Relationship Id="rId679" Type="http://schemas.openxmlformats.org/officeDocument/2006/relationships/image" Target="../media/image339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customXml" Target="../ink/ink138.xml"/><Relationship Id="rId441" Type="http://schemas.openxmlformats.org/officeDocument/2006/relationships/image" Target="../media/image220.png"/><Relationship Id="rId483" Type="http://schemas.openxmlformats.org/officeDocument/2006/relationships/image" Target="../media/image241.png"/><Relationship Id="rId539" Type="http://schemas.openxmlformats.org/officeDocument/2006/relationships/image" Target="../media/image269.png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43" Type="http://schemas.openxmlformats.org/officeDocument/2006/relationships/image" Target="../media/image171.png"/><Relationship Id="rId550" Type="http://schemas.openxmlformats.org/officeDocument/2006/relationships/customXml" Target="../ink/ink275.xml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image" Target="../media/image192.png"/><Relationship Id="rId592" Type="http://schemas.openxmlformats.org/officeDocument/2006/relationships/customXml" Target="../ink/ink296.xml"/><Relationship Id="rId606" Type="http://schemas.openxmlformats.org/officeDocument/2006/relationships/customXml" Target="../ink/ink303.xml"/><Relationship Id="rId648" Type="http://schemas.openxmlformats.org/officeDocument/2006/relationships/customXml" Target="../ink/ink324.xml"/><Relationship Id="rId245" Type="http://schemas.openxmlformats.org/officeDocument/2006/relationships/image" Target="../media/image122.png"/><Relationship Id="rId287" Type="http://schemas.openxmlformats.org/officeDocument/2006/relationships/image" Target="../media/image143.png"/><Relationship Id="rId410" Type="http://schemas.openxmlformats.org/officeDocument/2006/relationships/customXml" Target="../ink/ink205.xml"/><Relationship Id="rId452" Type="http://schemas.openxmlformats.org/officeDocument/2006/relationships/customXml" Target="../ink/ink226.xml"/><Relationship Id="rId494" Type="http://schemas.openxmlformats.org/officeDocument/2006/relationships/customXml" Target="../ink/ink247.xml"/><Relationship Id="rId508" Type="http://schemas.openxmlformats.org/officeDocument/2006/relationships/customXml" Target="../ink/ink254.xml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customXml" Target="../ink/ink198.xml"/><Relationship Id="rId561" Type="http://schemas.openxmlformats.org/officeDocument/2006/relationships/image" Target="../media/image280.png"/><Relationship Id="rId617" Type="http://schemas.openxmlformats.org/officeDocument/2006/relationships/image" Target="../media/image308.png"/><Relationship Id="rId659" Type="http://schemas.openxmlformats.org/officeDocument/2006/relationships/image" Target="../media/image329.png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image" Target="../media/image210.png"/><Relationship Id="rId463" Type="http://schemas.openxmlformats.org/officeDocument/2006/relationships/image" Target="../media/image231.png"/><Relationship Id="rId519" Type="http://schemas.openxmlformats.org/officeDocument/2006/relationships/image" Target="../media/image259.png"/><Relationship Id="rId670" Type="http://schemas.openxmlformats.org/officeDocument/2006/relationships/customXml" Target="../ink/ink335.xml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1.png"/><Relationship Id="rId530" Type="http://schemas.openxmlformats.org/officeDocument/2006/relationships/customXml" Target="../ink/ink265.xml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2.png"/><Relationship Id="rId572" Type="http://schemas.openxmlformats.org/officeDocument/2006/relationships/customXml" Target="../ink/ink286.xml"/><Relationship Id="rId628" Type="http://schemas.openxmlformats.org/officeDocument/2006/relationships/customXml" Target="../ink/ink314.xml"/><Relationship Id="rId225" Type="http://schemas.openxmlformats.org/officeDocument/2006/relationships/image" Target="../media/image112.png"/><Relationship Id="rId267" Type="http://schemas.openxmlformats.org/officeDocument/2006/relationships/image" Target="../media/image133.png"/><Relationship Id="rId432" Type="http://schemas.openxmlformats.org/officeDocument/2006/relationships/customXml" Target="../ink/ink216.xml"/><Relationship Id="rId474" Type="http://schemas.openxmlformats.org/officeDocument/2006/relationships/customXml" Target="../ink/ink237.xml"/><Relationship Id="rId127" Type="http://schemas.openxmlformats.org/officeDocument/2006/relationships/image" Target="../media/image63.png"/><Relationship Id="rId681" Type="http://schemas.openxmlformats.org/officeDocument/2006/relationships/image" Target="../media/image340.png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image" Target="../media/image84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541" Type="http://schemas.openxmlformats.org/officeDocument/2006/relationships/image" Target="../media/image270.png"/><Relationship Id="rId583" Type="http://schemas.openxmlformats.org/officeDocument/2006/relationships/image" Target="../media/image291.png"/><Relationship Id="rId639" Type="http://schemas.openxmlformats.org/officeDocument/2006/relationships/image" Target="../media/image319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200.png"/><Relationship Id="rId443" Type="http://schemas.openxmlformats.org/officeDocument/2006/relationships/image" Target="../media/image221.png"/><Relationship Id="rId650" Type="http://schemas.openxmlformats.org/officeDocument/2006/relationships/customXml" Target="../ink/ink325.xml"/><Relationship Id="rId303" Type="http://schemas.openxmlformats.org/officeDocument/2006/relationships/image" Target="../media/image151.png"/><Relationship Id="rId485" Type="http://schemas.openxmlformats.org/officeDocument/2006/relationships/image" Target="../media/image242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2.png"/><Relationship Id="rId387" Type="http://schemas.openxmlformats.org/officeDocument/2006/relationships/image" Target="../media/image193.png"/><Relationship Id="rId510" Type="http://schemas.openxmlformats.org/officeDocument/2006/relationships/customXml" Target="../ink/ink255.xml"/><Relationship Id="rId552" Type="http://schemas.openxmlformats.org/officeDocument/2006/relationships/customXml" Target="../ink/ink276.xml"/><Relationship Id="rId594" Type="http://schemas.openxmlformats.org/officeDocument/2006/relationships/customXml" Target="../ink/ink297.xml"/><Relationship Id="rId608" Type="http://schemas.openxmlformats.org/officeDocument/2006/relationships/customXml" Target="../ink/ink304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412" Type="http://schemas.openxmlformats.org/officeDocument/2006/relationships/customXml" Target="../ink/ink206.xml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454" Type="http://schemas.openxmlformats.org/officeDocument/2006/relationships/customXml" Target="../ink/ink227.xml"/><Relationship Id="rId496" Type="http://schemas.openxmlformats.org/officeDocument/2006/relationships/customXml" Target="../ink/ink248.xml"/><Relationship Id="rId661" Type="http://schemas.openxmlformats.org/officeDocument/2006/relationships/image" Target="../media/image330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521" Type="http://schemas.openxmlformats.org/officeDocument/2006/relationships/image" Target="../media/image260.png"/><Relationship Id="rId563" Type="http://schemas.openxmlformats.org/officeDocument/2006/relationships/image" Target="../media/image281.png"/><Relationship Id="rId619" Type="http://schemas.openxmlformats.org/officeDocument/2006/relationships/image" Target="../media/image309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1.png"/><Relationship Id="rId258" Type="http://schemas.openxmlformats.org/officeDocument/2006/relationships/customXml" Target="../ink/ink129.xml"/><Relationship Id="rId465" Type="http://schemas.openxmlformats.org/officeDocument/2006/relationships/image" Target="../media/image232.png"/><Relationship Id="rId630" Type="http://schemas.openxmlformats.org/officeDocument/2006/relationships/customXml" Target="../ink/ink315.xml"/><Relationship Id="rId672" Type="http://schemas.openxmlformats.org/officeDocument/2006/relationships/customXml" Target="../ink/ink336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367" Type="http://schemas.openxmlformats.org/officeDocument/2006/relationships/image" Target="../media/image183.png"/><Relationship Id="rId532" Type="http://schemas.openxmlformats.org/officeDocument/2006/relationships/customXml" Target="../ink/ink266.xml"/><Relationship Id="rId574" Type="http://schemas.openxmlformats.org/officeDocument/2006/relationships/customXml" Target="../ink/ink287.xml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434" Type="http://schemas.openxmlformats.org/officeDocument/2006/relationships/customXml" Target="../ink/ink217.xml"/><Relationship Id="rId476" Type="http://schemas.openxmlformats.org/officeDocument/2006/relationships/customXml" Target="../ink/ink238.xml"/><Relationship Id="rId641" Type="http://schemas.openxmlformats.org/officeDocument/2006/relationships/image" Target="../media/image320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image" Target="../media/image250.png"/><Relationship Id="rId543" Type="http://schemas.openxmlformats.org/officeDocument/2006/relationships/image" Target="../media/image271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1.png"/><Relationship Id="rId585" Type="http://schemas.openxmlformats.org/officeDocument/2006/relationships/image" Target="../media/image292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2.png"/><Relationship Id="rId487" Type="http://schemas.openxmlformats.org/officeDocument/2006/relationships/image" Target="../media/image243.png"/><Relationship Id="rId610" Type="http://schemas.openxmlformats.org/officeDocument/2006/relationships/customXml" Target="../ink/ink305.xml"/><Relationship Id="rId652" Type="http://schemas.openxmlformats.org/officeDocument/2006/relationships/customXml" Target="../ink/ink326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512" Type="http://schemas.openxmlformats.org/officeDocument/2006/relationships/customXml" Target="../ink/ink256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4.png"/><Relationship Id="rId554" Type="http://schemas.openxmlformats.org/officeDocument/2006/relationships/customXml" Target="../ink/ink277.xml"/><Relationship Id="rId596" Type="http://schemas.openxmlformats.org/officeDocument/2006/relationships/customXml" Target="../ink/ink298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414" Type="http://schemas.openxmlformats.org/officeDocument/2006/relationships/customXml" Target="../ink/ink207.xml"/><Relationship Id="rId456" Type="http://schemas.openxmlformats.org/officeDocument/2006/relationships/customXml" Target="../ink/ink228.xml"/><Relationship Id="rId498" Type="http://schemas.openxmlformats.org/officeDocument/2006/relationships/customXml" Target="../ink/ink249.xml"/><Relationship Id="rId621" Type="http://schemas.openxmlformats.org/officeDocument/2006/relationships/image" Target="../media/image310.png"/><Relationship Id="rId663" Type="http://schemas.openxmlformats.org/officeDocument/2006/relationships/image" Target="../media/image331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23" Type="http://schemas.openxmlformats.org/officeDocument/2006/relationships/image" Target="../media/image261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565" Type="http://schemas.openxmlformats.org/officeDocument/2006/relationships/image" Target="../media/image282.png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2.png"/><Relationship Id="rId467" Type="http://schemas.openxmlformats.org/officeDocument/2006/relationships/image" Target="../media/image233.png"/><Relationship Id="rId632" Type="http://schemas.openxmlformats.org/officeDocument/2006/relationships/customXml" Target="../ink/ink316.xml"/><Relationship Id="rId271" Type="http://schemas.openxmlformats.org/officeDocument/2006/relationships/image" Target="../media/image135.png"/><Relationship Id="rId674" Type="http://schemas.openxmlformats.org/officeDocument/2006/relationships/customXml" Target="../ink/ink337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369" Type="http://schemas.openxmlformats.org/officeDocument/2006/relationships/image" Target="../media/image184.png"/><Relationship Id="rId534" Type="http://schemas.openxmlformats.org/officeDocument/2006/relationships/customXml" Target="../ink/ink267.xml"/><Relationship Id="rId576" Type="http://schemas.openxmlformats.org/officeDocument/2006/relationships/customXml" Target="../ink/ink288.xml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601" Type="http://schemas.openxmlformats.org/officeDocument/2006/relationships/image" Target="../media/image300.png"/><Relationship Id="rId643" Type="http://schemas.openxmlformats.org/officeDocument/2006/relationships/image" Target="../media/image321.png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51.png"/><Relationship Id="rId545" Type="http://schemas.openxmlformats.org/officeDocument/2006/relationships/image" Target="../media/image272.png"/><Relationship Id="rId587" Type="http://schemas.openxmlformats.org/officeDocument/2006/relationships/image" Target="../media/image293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5.png"/><Relationship Id="rId405" Type="http://schemas.openxmlformats.org/officeDocument/2006/relationships/image" Target="../media/image202.png"/><Relationship Id="rId447" Type="http://schemas.openxmlformats.org/officeDocument/2006/relationships/image" Target="../media/image223.png"/><Relationship Id="rId612" Type="http://schemas.openxmlformats.org/officeDocument/2006/relationships/customXml" Target="../ink/ink306.xml"/><Relationship Id="rId251" Type="http://schemas.openxmlformats.org/officeDocument/2006/relationships/image" Target="../media/image125.png"/><Relationship Id="rId489" Type="http://schemas.openxmlformats.org/officeDocument/2006/relationships/image" Target="../media/image244.png"/><Relationship Id="rId654" Type="http://schemas.openxmlformats.org/officeDocument/2006/relationships/customXml" Target="../ink/ink327.xml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514" Type="http://schemas.openxmlformats.org/officeDocument/2006/relationships/customXml" Target="../ink/ink257.xml"/><Relationship Id="rId556" Type="http://schemas.openxmlformats.org/officeDocument/2006/relationships/customXml" Target="../ink/ink278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598" Type="http://schemas.openxmlformats.org/officeDocument/2006/relationships/customXml" Target="../ink/ink299.xml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623" Type="http://schemas.openxmlformats.org/officeDocument/2006/relationships/image" Target="../media/image311.png"/><Relationship Id="rId665" Type="http://schemas.openxmlformats.org/officeDocument/2006/relationships/image" Target="../media/image332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image" Target="../media/image262.png"/><Relationship Id="rId567" Type="http://schemas.openxmlformats.org/officeDocument/2006/relationships/image" Target="../media/image283.png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5.png"/><Relationship Id="rId427" Type="http://schemas.openxmlformats.org/officeDocument/2006/relationships/image" Target="../media/image213.png"/><Relationship Id="rId469" Type="http://schemas.openxmlformats.org/officeDocument/2006/relationships/image" Target="../media/image234.png"/><Relationship Id="rId634" Type="http://schemas.openxmlformats.org/officeDocument/2006/relationships/customXml" Target="../ink/ink317.xml"/><Relationship Id="rId676" Type="http://schemas.openxmlformats.org/officeDocument/2006/relationships/customXml" Target="../ink/ink338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image" Target="../media/image164.png"/><Relationship Id="rId480" Type="http://schemas.openxmlformats.org/officeDocument/2006/relationships/customXml" Target="../ink/ink240.xml"/><Relationship Id="rId536" Type="http://schemas.openxmlformats.org/officeDocument/2006/relationships/customXml" Target="../ink/ink268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170.xml"/><Relationship Id="rId578" Type="http://schemas.openxmlformats.org/officeDocument/2006/relationships/customXml" Target="../ink/ink289.xml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603" Type="http://schemas.openxmlformats.org/officeDocument/2006/relationships/image" Target="../media/image301.png"/><Relationship Id="rId645" Type="http://schemas.openxmlformats.org/officeDocument/2006/relationships/image" Target="../media/image322.png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5.png"/><Relationship Id="rId505" Type="http://schemas.openxmlformats.org/officeDocument/2006/relationships/image" Target="../media/image252.png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image" Target="../media/image273.png"/><Relationship Id="rId589" Type="http://schemas.openxmlformats.org/officeDocument/2006/relationships/image" Target="../media/image294.png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5.png"/><Relationship Id="rId393" Type="http://schemas.openxmlformats.org/officeDocument/2006/relationships/image" Target="../media/image196.png"/><Relationship Id="rId407" Type="http://schemas.openxmlformats.org/officeDocument/2006/relationships/image" Target="../media/image203.png"/><Relationship Id="rId449" Type="http://schemas.openxmlformats.org/officeDocument/2006/relationships/image" Target="../media/image224.png"/><Relationship Id="rId614" Type="http://schemas.openxmlformats.org/officeDocument/2006/relationships/customXml" Target="../ink/ink307.xml"/><Relationship Id="rId656" Type="http://schemas.openxmlformats.org/officeDocument/2006/relationships/customXml" Target="../ink/ink328.xml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460" Type="http://schemas.openxmlformats.org/officeDocument/2006/relationships/customXml" Target="../ink/ink230.xml"/><Relationship Id="rId516" Type="http://schemas.openxmlformats.org/officeDocument/2006/relationships/customXml" Target="../ink/ink258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customXml" Target="../ink/ink160.xml"/><Relationship Id="rId558" Type="http://schemas.openxmlformats.org/officeDocument/2006/relationships/customXml" Target="../ink/ink279.xml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625" Type="http://schemas.openxmlformats.org/officeDocument/2006/relationships/image" Target="../media/image312.png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5.png"/><Relationship Id="rId667" Type="http://schemas.openxmlformats.org/officeDocument/2006/relationships/image" Target="../media/image333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527" Type="http://schemas.openxmlformats.org/officeDocument/2006/relationships/image" Target="../media/image263.png"/><Relationship Id="rId569" Type="http://schemas.openxmlformats.org/officeDocument/2006/relationships/image" Target="../media/image284.png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5.png"/><Relationship Id="rId373" Type="http://schemas.openxmlformats.org/officeDocument/2006/relationships/image" Target="../media/image186.png"/><Relationship Id="rId429" Type="http://schemas.openxmlformats.org/officeDocument/2006/relationships/image" Target="../media/image214.png"/><Relationship Id="rId580" Type="http://schemas.openxmlformats.org/officeDocument/2006/relationships/customXml" Target="../ink/ink290.xml"/><Relationship Id="rId636" Type="http://schemas.openxmlformats.org/officeDocument/2006/relationships/customXml" Target="../ink/ink318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16.png"/><Relationship Id="rId440" Type="http://schemas.openxmlformats.org/officeDocument/2006/relationships/customXml" Target="../ink/ink220.xml"/><Relationship Id="rId678" Type="http://schemas.openxmlformats.org/officeDocument/2006/relationships/customXml" Target="../ink/ink339.xml"/><Relationship Id="rId28" Type="http://schemas.openxmlformats.org/officeDocument/2006/relationships/customXml" Target="../ink/ink14.xml"/><Relationship Id="rId275" Type="http://schemas.openxmlformats.org/officeDocument/2006/relationships/image" Target="../media/image137.png"/><Relationship Id="rId300" Type="http://schemas.openxmlformats.org/officeDocument/2006/relationships/customXml" Target="../ink/ink150.xml"/><Relationship Id="rId482" Type="http://schemas.openxmlformats.org/officeDocument/2006/relationships/customXml" Target="../ink/ink241.xml"/><Relationship Id="rId538" Type="http://schemas.openxmlformats.org/officeDocument/2006/relationships/customXml" Target="../ink/ink269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591" Type="http://schemas.openxmlformats.org/officeDocument/2006/relationships/image" Target="../media/image295.png"/><Relationship Id="rId605" Type="http://schemas.openxmlformats.org/officeDocument/2006/relationships/image" Target="../media/image302.png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647" Type="http://schemas.openxmlformats.org/officeDocument/2006/relationships/image" Target="../media/image323.png"/><Relationship Id="rId39" Type="http://schemas.openxmlformats.org/officeDocument/2006/relationships/image" Target="../media/image19.png"/><Relationship Id="rId286" Type="http://schemas.openxmlformats.org/officeDocument/2006/relationships/customXml" Target="../ink/ink143.xml"/><Relationship Id="rId451" Type="http://schemas.openxmlformats.org/officeDocument/2006/relationships/image" Target="../media/image225.png"/><Relationship Id="rId493" Type="http://schemas.openxmlformats.org/officeDocument/2006/relationships/image" Target="../media/image246.png"/><Relationship Id="rId507" Type="http://schemas.openxmlformats.org/officeDocument/2006/relationships/image" Target="../media/image253.png"/><Relationship Id="rId549" Type="http://schemas.openxmlformats.org/officeDocument/2006/relationships/image" Target="../media/image274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53" Type="http://schemas.openxmlformats.org/officeDocument/2006/relationships/image" Target="../media/image176.png"/><Relationship Id="rId395" Type="http://schemas.openxmlformats.org/officeDocument/2006/relationships/image" Target="../media/image197.png"/><Relationship Id="rId409" Type="http://schemas.openxmlformats.org/officeDocument/2006/relationships/image" Target="../media/image204.png"/><Relationship Id="rId560" Type="http://schemas.openxmlformats.org/officeDocument/2006/relationships/customXml" Target="../ink/ink280.xml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customXml" Target="../ink/ink210.xml"/><Relationship Id="rId616" Type="http://schemas.openxmlformats.org/officeDocument/2006/relationships/customXml" Target="../ink/ink308.xml"/><Relationship Id="rId658" Type="http://schemas.openxmlformats.org/officeDocument/2006/relationships/customXml" Target="../ink/ink329.xml"/><Relationship Id="rId255" Type="http://schemas.openxmlformats.org/officeDocument/2006/relationships/image" Target="../media/image127.png"/><Relationship Id="rId297" Type="http://schemas.openxmlformats.org/officeDocument/2006/relationships/image" Target="../media/image148.png"/><Relationship Id="rId462" Type="http://schemas.openxmlformats.org/officeDocument/2006/relationships/customXml" Target="../ink/ink231.xml"/><Relationship Id="rId518" Type="http://schemas.openxmlformats.org/officeDocument/2006/relationships/customXml" Target="../ink/ink259.xml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571" Type="http://schemas.openxmlformats.org/officeDocument/2006/relationships/image" Target="../media/image285.png"/><Relationship Id="rId627" Type="http://schemas.openxmlformats.org/officeDocument/2006/relationships/image" Target="../media/image313.png"/><Relationship Id="rId669" Type="http://schemas.openxmlformats.org/officeDocument/2006/relationships/image" Target="../media/image334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5.png"/><Relationship Id="rId473" Type="http://schemas.openxmlformats.org/officeDocument/2006/relationships/image" Target="../media/image236.png"/><Relationship Id="rId529" Type="http://schemas.openxmlformats.org/officeDocument/2006/relationships/image" Target="../media/image264.png"/><Relationship Id="rId680" Type="http://schemas.openxmlformats.org/officeDocument/2006/relationships/customXml" Target="../ink/ink340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6.png"/><Relationship Id="rId540" Type="http://schemas.openxmlformats.org/officeDocument/2006/relationships/customXml" Target="../ink/ink270.xml"/><Relationship Id="rId72" Type="http://schemas.openxmlformats.org/officeDocument/2006/relationships/customXml" Target="../ink/ink36.xml"/><Relationship Id="rId375" Type="http://schemas.openxmlformats.org/officeDocument/2006/relationships/image" Target="../media/image187.png"/><Relationship Id="rId582" Type="http://schemas.openxmlformats.org/officeDocument/2006/relationships/customXml" Target="../ink/ink291.xml"/><Relationship Id="rId638" Type="http://schemas.openxmlformats.org/officeDocument/2006/relationships/customXml" Target="../ink/ink319.xml"/><Relationship Id="rId3" Type="http://schemas.openxmlformats.org/officeDocument/2006/relationships/image" Target="../media/image1.png"/><Relationship Id="rId235" Type="http://schemas.openxmlformats.org/officeDocument/2006/relationships/image" Target="../media/image117.png"/><Relationship Id="rId277" Type="http://schemas.openxmlformats.org/officeDocument/2006/relationships/image" Target="../media/image138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2.xml"/><Relationship Id="rId137" Type="http://schemas.openxmlformats.org/officeDocument/2006/relationships/image" Target="../media/image68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86" Type="http://schemas.openxmlformats.org/officeDocument/2006/relationships/customXml" Target="../ink/ink193.xml"/><Relationship Id="rId551" Type="http://schemas.openxmlformats.org/officeDocument/2006/relationships/image" Target="../media/image275.png"/><Relationship Id="rId593" Type="http://schemas.openxmlformats.org/officeDocument/2006/relationships/image" Target="../media/image296.png"/><Relationship Id="rId607" Type="http://schemas.openxmlformats.org/officeDocument/2006/relationships/image" Target="../media/image303.png"/><Relationship Id="rId649" Type="http://schemas.openxmlformats.org/officeDocument/2006/relationships/image" Target="../media/image32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5.png"/><Relationship Id="rId453" Type="http://schemas.openxmlformats.org/officeDocument/2006/relationships/image" Target="../media/image226.png"/><Relationship Id="rId509" Type="http://schemas.openxmlformats.org/officeDocument/2006/relationships/image" Target="../media/image254.png"/><Relationship Id="rId660" Type="http://schemas.openxmlformats.org/officeDocument/2006/relationships/customXml" Target="../ink/ink330.xml"/><Relationship Id="rId106" Type="http://schemas.openxmlformats.org/officeDocument/2006/relationships/customXml" Target="../ink/ink53.xml"/><Relationship Id="rId313" Type="http://schemas.openxmlformats.org/officeDocument/2006/relationships/image" Target="../media/image156.png"/><Relationship Id="rId495" Type="http://schemas.openxmlformats.org/officeDocument/2006/relationships/image" Target="../media/image247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7.png"/><Relationship Id="rId397" Type="http://schemas.openxmlformats.org/officeDocument/2006/relationships/image" Target="../media/image198.png"/><Relationship Id="rId520" Type="http://schemas.openxmlformats.org/officeDocument/2006/relationships/customXml" Target="../ink/ink260.xml"/><Relationship Id="rId562" Type="http://schemas.openxmlformats.org/officeDocument/2006/relationships/customXml" Target="../ink/ink281.xml"/><Relationship Id="rId618" Type="http://schemas.openxmlformats.org/officeDocument/2006/relationships/customXml" Target="../ink/ink309.xml"/><Relationship Id="rId215" Type="http://schemas.openxmlformats.org/officeDocument/2006/relationships/image" Target="../media/image107.png"/><Relationship Id="rId257" Type="http://schemas.openxmlformats.org/officeDocument/2006/relationships/image" Target="../media/image128.png"/><Relationship Id="rId422" Type="http://schemas.openxmlformats.org/officeDocument/2006/relationships/customXml" Target="../ink/ink211.xml"/><Relationship Id="rId464" Type="http://schemas.openxmlformats.org/officeDocument/2006/relationships/customXml" Target="../ink/ink232.xml"/><Relationship Id="rId299" Type="http://schemas.openxmlformats.org/officeDocument/2006/relationships/image" Target="../media/image149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66" Type="http://schemas.openxmlformats.org/officeDocument/2006/relationships/customXml" Target="../ink/ink183.xml"/><Relationship Id="rId573" Type="http://schemas.openxmlformats.org/officeDocument/2006/relationships/image" Target="../media/image286.png"/><Relationship Id="rId226" Type="http://schemas.openxmlformats.org/officeDocument/2006/relationships/customXml" Target="../ink/ink113.xml"/><Relationship Id="rId433" Type="http://schemas.openxmlformats.org/officeDocument/2006/relationships/image" Target="../media/image216.png"/><Relationship Id="rId640" Type="http://schemas.openxmlformats.org/officeDocument/2006/relationships/customXml" Target="../ink/ink320.xml"/><Relationship Id="rId74" Type="http://schemas.openxmlformats.org/officeDocument/2006/relationships/customXml" Target="../ink/ink37.xml"/><Relationship Id="rId377" Type="http://schemas.openxmlformats.org/officeDocument/2006/relationships/image" Target="../media/image188.png"/><Relationship Id="rId500" Type="http://schemas.openxmlformats.org/officeDocument/2006/relationships/customXml" Target="../ink/ink250.xml"/><Relationship Id="rId584" Type="http://schemas.openxmlformats.org/officeDocument/2006/relationships/customXml" Target="../ink/ink292.xml"/><Relationship Id="rId5" Type="http://schemas.openxmlformats.org/officeDocument/2006/relationships/image" Target="../media/image2.png"/><Relationship Id="rId237" Type="http://schemas.openxmlformats.org/officeDocument/2006/relationships/image" Target="../media/image118.png"/><Relationship Id="rId444" Type="http://schemas.openxmlformats.org/officeDocument/2006/relationships/customXml" Target="../ink/ink222.xml"/><Relationship Id="rId651" Type="http://schemas.openxmlformats.org/officeDocument/2006/relationships/image" Target="../media/image325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image" Target="../media/image255.png"/><Relationship Id="rId609" Type="http://schemas.openxmlformats.org/officeDocument/2006/relationships/image" Target="../media/image304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595" Type="http://schemas.openxmlformats.org/officeDocument/2006/relationships/image" Target="../media/image297.png"/><Relationship Id="rId248" Type="http://schemas.openxmlformats.org/officeDocument/2006/relationships/customXml" Target="../ink/ink124.xml"/><Relationship Id="rId455" Type="http://schemas.openxmlformats.org/officeDocument/2006/relationships/image" Target="../media/image227.png"/><Relationship Id="rId662" Type="http://schemas.openxmlformats.org/officeDocument/2006/relationships/customXml" Target="../ink/ink331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522" Type="http://schemas.openxmlformats.org/officeDocument/2006/relationships/customXml" Target="../ink/ink261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399" Type="http://schemas.openxmlformats.org/officeDocument/2006/relationships/image" Target="../media/image199.png"/><Relationship Id="rId259" Type="http://schemas.openxmlformats.org/officeDocument/2006/relationships/image" Target="../media/image129.png"/><Relationship Id="rId466" Type="http://schemas.openxmlformats.org/officeDocument/2006/relationships/customXml" Target="../ink/ink233.xml"/><Relationship Id="rId673" Type="http://schemas.openxmlformats.org/officeDocument/2006/relationships/image" Target="../media/image336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326" Type="http://schemas.openxmlformats.org/officeDocument/2006/relationships/customXml" Target="../ink/ink163.xml"/><Relationship Id="rId533" Type="http://schemas.openxmlformats.org/officeDocument/2006/relationships/image" Target="../media/image266.png"/><Relationship Id="rId172" Type="http://schemas.openxmlformats.org/officeDocument/2006/relationships/customXml" Target="../ink/ink86.xml"/><Relationship Id="rId477" Type="http://schemas.openxmlformats.org/officeDocument/2006/relationships/image" Target="../media/image238.png"/><Relationship Id="rId600" Type="http://schemas.openxmlformats.org/officeDocument/2006/relationships/customXml" Target="../ink/ink300.xml"/><Relationship Id="rId337" Type="http://schemas.openxmlformats.org/officeDocument/2006/relationships/image" Target="../media/image168.png"/><Relationship Id="rId34" Type="http://schemas.openxmlformats.org/officeDocument/2006/relationships/customXml" Target="../ink/ink17.xml"/><Relationship Id="rId544" Type="http://schemas.openxmlformats.org/officeDocument/2006/relationships/customXml" Target="../ink/ink272.xml"/><Relationship Id="rId183" Type="http://schemas.openxmlformats.org/officeDocument/2006/relationships/image" Target="../media/image91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611" Type="http://schemas.openxmlformats.org/officeDocument/2006/relationships/image" Target="../media/image305.png"/><Relationship Id="rId250" Type="http://schemas.openxmlformats.org/officeDocument/2006/relationships/customXml" Target="../ink/ink125.xml"/><Relationship Id="rId488" Type="http://schemas.openxmlformats.org/officeDocument/2006/relationships/customXml" Target="../ink/ink244.xml"/><Relationship Id="rId45" Type="http://schemas.openxmlformats.org/officeDocument/2006/relationships/image" Target="../media/image22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55" Type="http://schemas.openxmlformats.org/officeDocument/2006/relationships/image" Target="../media/image277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7.png"/><Relationship Id="rId622" Type="http://schemas.openxmlformats.org/officeDocument/2006/relationships/customXml" Target="../ink/ink311.xml"/><Relationship Id="rId261" Type="http://schemas.openxmlformats.org/officeDocument/2006/relationships/image" Target="../media/image130.png"/><Relationship Id="rId499" Type="http://schemas.openxmlformats.org/officeDocument/2006/relationships/image" Target="../media/image249.png"/><Relationship Id="rId56" Type="http://schemas.openxmlformats.org/officeDocument/2006/relationships/customXml" Target="../ink/ink28.xml"/><Relationship Id="rId359" Type="http://schemas.openxmlformats.org/officeDocument/2006/relationships/image" Target="../media/image179.png"/><Relationship Id="rId566" Type="http://schemas.openxmlformats.org/officeDocument/2006/relationships/customXml" Target="../ink/ink283.xml"/><Relationship Id="rId121" Type="http://schemas.openxmlformats.org/officeDocument/2006/relationships/image" Target="../media/image60.png"/><Relationship Id="rId219" Type="http://schemas.openxmlformats.org/officeDocument/2006/relationships/image" Target="../media/image109.png"/><Relationship Id="rId426" Type="http://schemas.openxmlformats.org/officeDocument/2006/relationships/customXml" Target="../ink/ink213.xml"/><Relationship Id="rId633" Type="http://schemas.openxmlformats.org/officeDocument/2006/relationships/image" Target="../media/image316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577" Type="http://schemas.openxmlformats.org/officeDocument/2006/relationships/image" Target="../media/image288.png"/><Relationship Id="rId132" Type="http://schemas.openxmlformats.org/officeDocument/2006/relationships/customXml" Target="../ink/ink66.xml"/><Relationship Id="rId437" Type="http://schemas.openxmlformats.org/officeDocument/2006/relationships/image" Target="../media/image218.png"/><Relationship Id="rId644" Type="http://schemas.openxmlformats.org/officeDocument/2006/relationships/customXml" Target="../ink/ink322.xml"/><Relationship Id="rId283" Type="http://schemas.openxmlformats.org/officeDocument/2006/relationships/image" Target="../media/image141.png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78" Type="http://schemas.openxmlformats.org/officeDocument/2006/relationships/customXml" Target="../ink/ink39.xml"/><Relationship Id="rId143" Type="http://schemas.openxmlformats.org/officeDocument/2006/relationships/image" Target="../media/image71.png"/><Relationship Id="rId350" Type="http://schemas.openxmlformats.org/officeDocument/2006/relationships/customXml" Target="../ink/ink175.xml"/><Relationship Id="rId588" Type="http://schemas.openxmlformats.org/officeDocument/2006/relationships/customXml" Target="../ink/ink294.xml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448" Type="http://schemas.openxmlformats.org/officeDocument/2006/relationships/customXml" Target="../ink/ink224.xml"/><Relationship Id="rId655" Type="http://schemas.openxmlformats.org/officeDocument/2006/relationships/image" Target="../media/image327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image" Target="../media/image257.png"/><Relationship Id="rId89" Type="http://schemas.openxmlformats.org/officeDocument/2006/relationships/image" Target="../media/image44.png"/><Relationship Id="rId154" Type="http://schemas.openxmlformats.org/officeDocument/2006/relationships/customXml" Target="../ink/ink77.xml"/><Relationship Id="rId361" Type="http://schemas.openxmlformats.org/officeDocument/2006/relationships/image" Target="../media/image180.png"/><Relationship Id="rId599" Type="http://schemas.openxmlformats.org/officeDocument/2006/relationships/image" Target="../media/image299.png"/><Relationship Id="rId459" Type="http://schemas.openxmlformats.org/officeDocument/2006/relationships/image" Target="../media/image229.png"/><Relationship Id="rId666" Type="http://schemas.openxmlformats.org/officeDocument/2006/relationships/customXml" Target="../ink/ink333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319" Type="http://schemas.openxmlformats.org/officeDocument/2006/relationships/image" Target="../media/image159.png"/><Relationship Id="rId526" Type="http://schemas.openxmlformats.org/officeDocument/2006/relationships/customXml" Target="../ink/ink263.xml"/><Relationship Id="rId165" Type="http://schemas.openxmlformats.org/officeDocument/2006/relationships/image" Target="../media/image82.png"/><Relationship Id="rId372" Type="http://schemas.openxmlformats.org/officeDocument/2006/relationships/customXml" Target="../ink/ink186.xml"/><Relationship Id="rId677" Type="http://schemas.openxmlformats.org/officeDocument/2006/relationships/image" Target="../media/image338.png"/><Relationship Id="rId232" Type="http://schemas.openxmlformats.org/officeDocument/2006/relationships/customXml" Target="../ink/ink116.xml"/><Relationship Id="rId27" Type="http://schemas.openxmlformats.org/officeDocument/2006/relationships/image" Target="../media/image13.png"/><Relationship Id="rId537" Type="http://schemas.openxmlformats.org/officeDocument/2006/relationships/image" Target="../media/image268.png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83" Type="http://schemas.openxmlformats.org/officeDocument/2006/relationships/image" Target="../media/image191.png"/><Relationship Id="rId590" Type="http://schemas.openxmlformats.org/officeDocument/2006/relationships/customXml" Target="../ink/ink295.xml"/><Relationship Id="rId604" Type="http://schemas.openxmlformats.org/officeDocument/2006/relationships/customXml" Target="../ink/ink302.xml"/><Relationship Id="rId243" Type="http://schemas.openxmlformats.org/officeDocument/2006/relationships/image" Target="../media/image121.png"/><Relationship Id="rId450" Type="http://schemas.openxmlformats.org/officeDocument/2006/relationships/customXml" Target="../ink/ink225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customXml" Target="../ink/ink155.xml"/><Relationship Id="rId548" Type="http://schemas.openxmlformats.org/officeDocument/2006/relationships/customXml" Target="../ink/ink27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4.xml"/><Relationship Id="rId3" Type="http://schemas.openxmlformats.org/officeDocument/2006/relationships/image" Target="../media/image341.png"/><Relationship Id="rId7" Type="http://schemas.openxmlformats.org/officeDocument/2006/relationships/image" Target="../media/image343.png"/><Relationship Id="rId2" Type="http://schemas.openxmlformats.org/officeDocument/2006/relationships/customXml" Target="../ink/ink3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3.xml"/><Relationship Id="rId5" Type="http://schemas.openxmlformats.org/officeDocument/2006/relationships/image" Target="../media/image342.png"/><Relationship Id="rId4" Type="http://schemas.openxmlformats.org/officeDocument/2006/relationships/customXml" Target="../ink/ink342.xml"/><Relationship Id="rId9" Type="http://schemas.openxmlformats.org/officeDocument/2006/relationships/image" Target="../media/image344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7.xml"/><Relationship Id="rId21" Type="http://schemas.openxmlformats.org/officeDocument/2006/relationships/image" Target="../media/image354.png"/><Relationship Id="rId34" Type="http://schemas.openxmlformats.org/officeDocument/2006/relationships/customXml" Target="../ink/ink361.xml"/><Relationship Id="rId42" Type="http://schemas.openxmlformats.org/officeDocument/2006/relationships/customXml" Target="../ink/ink365.xml"/><Relationship Id="rId47" Type="http://schemas.openxmlformats.org/officeDocument/2006/relationships/image" Target="../media/image367.png"/><Relationship Id="rId50" Type="http://schemas.openxmlformats.org/officeDocument/2006/relationships/customXml" Target="../ink/ink369.xml"/><Relationship Id="rId55" Type="http://schemas.openxmlformats.org/officeDocument/2006/relationships/image" Target="../media/image371.png"/><Relationship Id="rId63" Type="http://schemas.openxmlformats.org/officeDocument/2006/relationships/image" Target="../media/image375.png"/><Relationship Id="rId7" Type="http://schemas.openxmlformats.org/officeDocument/2006/relationships/image" Target="../media/image347.png"/><Relationship Id="rId2" Type="http://schemas.openxmlformats.org/officeDocument/2006/relationships/customXml" Target="../ink/ink345.xml"/><Relationship Id="rId16" Type="http://schemas.openxmlformats.org/officeDocument/2006/relationships/customXml" Target="../ink/ink352.xml"/><Relationship Id="rId29" Type="http://schemas.openxmlformats.org/officeDocument/2006/relationships/image" Target="../media/image358.png"/><Relationship Id="rId11" Type="http://schemas.openxmlformats.org/officeDocument/2006/relationships/image" Target="../media/image349.png"/><Relationship Id="rId24" Type="http://schemas.openxmlformats.org/officeDocument/2006/relationships/customXml" Target="../ink/ink356.xml"/><Relationship Id="rId32" Type="http://schemas.openxmlformats.org/officeDocument/2006/relationships/customXml" Target="../ink/ink360.xml"/><Relationship Id="rId37" Type="http://schemas.openxmlformats.org/officeDocument/2006/relationships/image" Target="../media/image362.png"/><Relationship Id="rId40" Type="http://schemas.openxmlformats.org/officeDocument/2006/relationships/customXml" Target="../ink/ink364.xml"/><Relationship Id="rId45" Type="http://schemas.openxmlformats.org/officeDocument/2006/relationships/image" Target="../media/image366.png"/><Relationship Id="rId53" Type="http://schemas.openxmlformats.org/officeDocument/2006/relationships/image" Target="../media/image370.png"/><Relationship Id="rId58" Type="http://schemas.openxmlformats.org/officeDocument/2006/relationships/customXml" Target="../ink/ink373.xml"/><Relationship Id="rId5" Type="http://schemas.openxmlformats.org/officeDocument/2006/relationships/image" Target="../media/image346.png"/><Relationship Id="rId61" Type="http://schemas.openxmlformats.org/officeDocument/2006/relationships/image" Target="../media/image374.png"/><Relationship Id="rId19" Type="http://schemas.openxmlformats.org/officeDocument/2006/relationships/image" Target="../media/image353.png"/><Relationship Id="rId14" Type="http://schemas.openxmlformats.org/officeDocument/2006/relationships/customXml" Target="../ink/ink351.xml"/><Relationship Id="rId22" Type="http://schemas.openxmlformats.org/officeDocument/2006/relationships/customXml" Target="../ink/ink355.xml"/><Relationship Id="rId27" Type="http://schemas.openxmlformats.org/officeDocument/2006/relationships/image" Target="../media/image357.png"/><Relationship Id="rId30" Type="http://schemas.openxmlformats.org/officeDocument/2006/relationships/customXml" Target="../ink/ink359.xml"/><Relationship Id="rId35" Type="http://schemas.openxmlformats.org/officeDocument/2006/relationships/image" Target="../media/image361.png"/><Relationship Id="rId43" Type="http://schemas.openxmlformats.org/officeDocument/2006/relationships/image" Target="../media/image365.png"/><Relationship Id="rId48" Type="http://schemas.openxmlformats.org/officeDocument/2006/relationships/customXml" Target="../ink/ink368.xml"/><Relationship Id="rId56" Type="http://schemas.openxmlformats.org/officeDocument/2006/relationships/customXml" Target="../ink/ink372.xml"/><Relationship Id="rId64" Type="http://schemas.openxmlformats.org/officeDocument/2006/relationships/customXml" Target="../ink/ink376.xml"/><Relationship Id="rId8" Type="http://schemas.openxmlformats.org/officeDocument/2006/relationships/customXml" Target="../ink/ink348.xml"/><Relationship Id="rId51" Type="http://schemas.openxmlformats.org/officeDocument/2006/relationships/image" Target="../media/image369.png"/><Relationship Id="rId3" Type="http://schemas.openxmlformats.org/officeDocument/2006/relationships/image" Target="../media/image345.png"/><Relationship Id="rId12" Type="http://schemas.openxmlformats.org/officeDocument/2006/relationships/customXml" Target="../ink/ink350.xml"/><Relationship Id="rId17" Type="http://schemas.openxmlformats.org/officeDocument/2006/relationships/image" Target="../media/image352.png"/><Relationship Id="rId25" Type="http://schemas.openxmlformats.org/officeDocument/2006/relationships/image" Target="../media/image356.png"/><Relationship Id="rId33" Type="http://schemas.openxmlformats.org/officeDocument/2006/relationships/image" Target="../media/image360.png"/><Relationship Id="rId38" Type="http://schemas.openxmlformats.org/officeDocument/2006/relationships/customXml" Target="../ink/ink363.xml"/><Relationship Id="rId46" Type="http://schemas.openxmlformats.org/officeDocument/2006/relationships/customXml" Target="../ink/ink367.xml"/><Relationship Id="rId59" Type="http://schemas.openxmlformats.org/officeDocument/2006/relationships/image" Target="../media/image373.png"/><Relationship Id="rId20" Type="http://schemas.openxmlformats.org/officeDocument/2006/relationships/customXml" Target="../ink/ink354.xml"/><Relationship Id="rId41" Type="http://schemas.openxmlformats.org/officeDocument/2006/relationships/image" Target="../media/image364.png"/><Relationship Id="rId54" Type="http://schemas.openxmlformats.org/officeDocument/2006/relationships/customXml" Target="../ink/ink371.xml"/><Relationship Id="rId62" Type="http://schemas.openxmlformats.org/officeDocument/2006/relationships/customXml" Target="../ink/ink37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7.xml"/><Relationship Id="rId15" Type="http://schemas.openxmlformats.org/officeDocument/2006/relationships/image" Target="../media/image351.png"/><Relationship Id="rId23" Type="http://schemas.openxmlformats.org/officeDocument/2006/relationships/image" Target="../media/image355.png"/><Relationship Id="rId28" Type="http://schemas.openxmlformats.org/officeDocument/2006/relationships/customXml" Target="../ink/ink358.xml"/><Relationship Id="rId36" Type="http://schemas.openxmlformats.org/officeDocument/2006/relationships/customXml" Target="../ink/ink362.xml"/><Relationship Id="rId49" Type="http://schemas.openxmlformats.org/officeDocument/2006/relationships/image" Target="../media/image368.png"/><Relationship Id="rId57" Type="http://schemas.openxmlformats.org/officeDocument/2006/relationships/image" Target="../media/image372.png"/><Relationship Id="rId10" Type="http://schemas.openxmlformats.org/officeDocument/2006/relationships/customXml" Target="../ink/ink349.xml"/><Relationship Id="rId31" Type="http://schemas.openxmlformats.org/officeDocument/2006/relationships/image" Target="../media/image359.png"/><Relationship Id="rId44" Type="http://schemas.openxmlformats.org/officeDocument/2006/relationships/customXml" Target="../ink/ink366.xml"/><Relationship Id="rId52" Type="http://schemas.openxmlformats.org/officeDocument/2006/relationships/customXml" Target="../ink/ink370.xml"/><Relationship Id="rId60" Type="http://schemas.openxmlformats.org/officeDocument/2006/relationships/customXml" Target="../ink/ink374.xml"/><Relationship Id="rId65" Type="http://schemas.openxmlformats.org/officeDocument/2006/relationships/image" Target="../media/image376.png"/><Relationship Id="rId4" Type="http://schemas.openxmlformats.org/officeDocument/2006/relationships/customXml" Target="../ink/ink346.xml"/><Relationship Id="rId9" Type="http://schemas.openxmlformats.org/officeDocument/2006/relationships/image" Target="../media/image348.png"/><Relationship Id="rId13" Type="http://schemas.openxmlformats.org/officeDocument/2006/relationships/image" Target="../media/image350.png"/><Relationship Id="rId18" Type="http://schemas.openxmlformats.org/officeDocument/2006/relationships/customXml" Target="../ink/ink353.xml"/><Relationship Id="rId39" Type="http://schemas.openxmlformats.org/officeDocument/2006/relationships/image" Target="../media/image363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89.xml"/><Relationship Id="rId21" Type="http://schemas.openxmlformats.org/officeDocument/2006/relationships/image" Target="../media/image386.png"/><Relationship Id="rId42" Type="http://schemas.openxmlformats.org/officeDocument/2006/relationships/customXml" Target="../ink/ink397.xml"/><Relationship Id="rId47" Type="http://schemas.openxmlformats.org/officeDocument/2006/relationships/image" Target="../media/image399.png"/><Relationship Id="rId63" Type="http://schemas.openxmlformats.org/officeDocument/2006/relationships/image" Target="../media/image407.png"/><Relationship Id="rId68" Type="http://schemas.openxmlformats.org/officeDocument/2006/relationships/customXml" Target="../ink/ink410.xml"/><Relationship Id="rId84" Type="http://schemas.openxmlformats.org/officeDocument/2006/relationships/customXml" Target="../ink/ink418.xml"/><Relationship Id="rId89" Type="http://schemas.openxmlformats.org/officeDocument/2006/relationships/image" Target="../media/image420.png"/><Relationship Id="rId16" Type="http://schemas.openxmlformats.org/officeDocument/2006/relationships/customXml" Target="../ink/ink384.xml"/><Relationship Id="rId11" Type="http://schemas.openxmlformats.org/officeDocument/2006/relationships/image" Target="../media/image381.png"/><Relationship Id="rId32" Type="http://schemas.openxmlformats.org/officeDocument/2006/relationships/customXml" Target="../ink/ink392.xml"/><Relationship Id="rId37" Type="http://schemas.openxmlformats.org/officeDocument/2006/relationships/image" Target="../media/image394.png"/><Relationship Id="rId53" Type="http://schemas.openxmlformats.org/officeDocument/2006/relationships/image" Target="../media/image402.png"/><Relationship Id="rId58" Type="http://schemas.openxmlformats.org/officeDocument/2006/relationships/customXml" Target="../ink/ink405.xml"/><Relationship Id="rId74" Type="http://schemas.openxmlformats.org/officeDocument/2006/relationships/customXml" Target="../ink/ink413.xml"/><Relationship Id="rId79" Type="http://schemas.openxmlformats.org/officeDocument/2006/relationships/image" Target="../media/image415.png"/><Relationship Id="rId5" Type="http://schemas.openxmlformats.org/officeDocument/2006/relationships/image" Target="../media/image378.png"/><Relationship Id="rId90" Type="http://schemas.openxmlformats.org/officeDocument/2006/relationships/customXml" Target="../ink/ink421.xml"/><Relationship Id="rId95" Type="http://schemas.openxmlformats.org/officeDocument/2006/relationships/image" Target="../media/image423.png"/><Relationship Id="rId22" Type="http://schemas.openxmlformats.org/officeDocument/2006/relationships/customXml" Target="../ink/ink387.xml"/><Relationship Id="rId27" Type="http://schemas.openxmlformats.org/officeDocument/2006/relationships/image" Target="../media/image389.png"/><Relationship Id="rId43" Type="http://schemas.openxmlformats.org/officeDocument/2006/relationships/image" Target="../media/image397.png"/><Relationship Id="rId48" Type="http://schemas.openxmlformats.org/officeDocument/2006/relationships/customXml" Target="../ink/ink400.xml"/><Relationship Id="rId64" Type="http://schemas.openxmlformats.org/officeDocument/2006/relationships/customXml" Target="../ink/ink408.xml"/><Relationship Id="rId69" Type="http://schemas.openxmlformats.org/officeDocument/2006/relationships/image" Target="../media/image410.png"/><Relationship Id="rId80" Type="http://schemas.openxmlformats.org/officeDocument/2006/relationships/customXml" Target="../ink/ink416.xml"/><Relationship Id="rId85" Type="http://schemas.openxmlformats.org/officeDocument/2006/relationships/image" Target="../media/image418.png"/><Relationship Id="rId3" Type="http://schemas.openxmlformats.org/officeDocument/2006/relationships/image" Target="../media/image377.png"/><Relationship Id="rId12" Type="http://schemas.openxmlformats.org/officeDocument/2006/relationships/customXml" Target="../ink/ink382.xml"/><Relationship Id="rId17" Type="http://schemas.openxmlformats.org/officeDocument/2006/relationships/image" Target="../media/image384.png"/><Relationship Id="rId25" Type="http://schemas.openxmlformats.org/officeDocument/2006/relationships/image" Target="../media/image388.png"/><Relationship Id="rId33" Type="http://schemas.openxmlformats.org/officeDocument/2006/relationships/image" Target="../media/image392.png"/><Relationship Id="rId38" Type="http://schemas.openxmlformats.org/officeDocument/2006/relationships/customXml" Target="../ink/ink395.xml"/><Relationship Id="rId46" Type="http://schemas.openxmlformats.org/officeDocument/2006/relationships/customXml" Target="../ink/ink399.xml"/><Relationship Id="rId59" Type="http://schemas.openxmlformats.org/officeDocument/2006/relationships/image" Target="../media/image405.png"/><Relationship Id="rId67" Type="http://schemas.openxmlformats.org/officeDocument/2006/relationships/image" Target="../media/image409.png"/><Relationship Id="rId20" Type="http://schemas.openxmlformats.org/officeDocument/2006/relationships/customXml" Target="../ink/ink386.xml"/><Relationship Id="rId41" Type="http://schemas.openxmlformats.org/officeDocument/2006/relationships/image" Target="../media/image396.png"/><Relationship Id="rId54" Type="http://schemas.openxmlformats.org/officeDocument/2006/relationships/customXml" Target="../ink/ink403.xml"/><Relationship Id="rId62" Type="http://schemas.openxmlformats.org/officeDocument/2006/relationships/customXml" Target="../ink/ink407.xml"/><Relationship Id="rId70" Type="http://schemas.openxmlformats.org/officeDocument/2006/relationships/customXml" Target="../ink/ink411.xml"/><Relationship Id="rId75" Type="http://schemas.openxmlformats.org/officeDocument/2006/relationships/image" Target="../media/image413.png"/><Relationship Id="rId83" Type="http://schemas.openxmlformats.org/officeDocument/2006/relationships/image" Target="../media/image417.png"/><Relationship Id="rId88" Type="http://schemas.openxmlformats.org/officeDocument/2006/relationships/customXml" Target="../ink/ink420.xml"/><Relationship Id="rId91" Type="http://schemas.openxmlformats.org/officeDocument/2006/relationships/image" Target="../media/image421.png"/><Relationship Id="rId96" Type="http://schemas.openxmlformats.org/officeDocument/2006/relationships/customXml" Target="../ink/ink4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9.xml"/><Relationship Id="rId15" Type="http://schemas.openxmlformats.org/officeDocument/2006/relationships/image" Target="../media/image383.png"/><Relationship Id="rId23" Type="http://schemas.openxmlformats.org/officeDocument/2006/relationships/image" Target="../media/image387.png"/><Relationship Id="rId28" Type="http://schemas.openxmlformats.org/officeDocument/2006/relationships/customXml" Target="../ink/ink390.xml"/><Relationship Id="rId36" Type="http://schemas.openxmlformats.org/officeDocument/2006/relationships/customXml" Target="../ink/ink394.xml"/><Relationship Id="rId49" Type="http://schemas.openxmlformats.org/officeDocument/2006/relationships/image" Target="../media/image400.png"/><Relationship Id="rId57" Type="http://schemas.openxmlformats.org/officeDocument/2006/relationships/image" Target="../media/image404.png"/><Relationship Id="rId10" Type="http://schemas.openxmlformats.org/officeDocument/2006/relationships/customXml" Target="../ink/ink381.xml"/><Relationship Id="rId31" Type="http://schemas.openxmlformats.org/officeDocument/2006/relationships/image" Target="../media/image391.png"/><Relationship Id="rId44" Type="http://schemas.openxmlformats.org/officeDocument/2006/relationships/customXml" Target="../ink/ink398.xml"/><Relationship Id="rId52" Type="http://schemas.openxmlformats.org/officeDocument/2006/relationships/customXml" Target="../ink/ink402.xml"/><Relationship Id="rId60" Type="http://schemas.openxmlformats.org/officeDocument/2006/relationships/customXml" Target="../ink/ink406.xml"/><Relationship Id="rId65" Type="http://schemas.openxmlformats.org/officeDocument/2006/relationships/image" Target="../media/image408.png"/><Relationship Id="rId73" Type="http://schemas.openxmlformats.org/officeDocument/2006/relationships/image" Target="../media/image412.png"/><Relationship Id="rId78" Type="http://schemas.openxmlformats.org/officeDocument/2006/relationships/customXml" Target="../ink/ink415.xml"/><Relationship Id="rId81" Type="http://schemas.openxmlformats.org/officeDocument/2006/relationships/image" Target="../media/image416.png"/><Relationship Id="rId86" Type="http://schemas.openxmlformats.org/officeDocument/2006/relationships/customXml" Target="../ink/ink419.xml"/><Relationship Id="rId94" Type="http://schemas.openxmlformats.org/officeDocument/2006/relationships/customXml" Target="../ink/ink423.xml"/><Relationship Id="rId99" Type="http://schemas.openxmlformats.org/officeDocument/2006/relationships/image" Target="../media/image425.png"/><Relationship Id="rId4" Type="http://schemas.openxmlformats.org/officeDocument/2006/relationships/customXml" Target="../ink/ink378.xml"/><Relationship Id="rId9" Type="http://schemas.openxmlformats.org/officeDocument/2006/relationships/image" Target="../media/image380.png"/><Relationship Id="rId13" Type="http://schemas.openxmlformats.org/officeDocument/2006/relationships/image" Target="../media/image382.png"/><Relationship Id="rId18" Type="http://schemas.openxmlformats.org/officeDocument/2006/relationships/customXml" Target="../ink/ink385.xml"/><Relationship Id="rId39" Type="http://schemas.openxmlformats.org/officeDocument/2006/relationships/image" Target="../media/image395.png"/><Relationship Id="rId34" Type="http://schemas.openxmlformats.org/officeDocument/2006/relationships/customXml" Target="../ink/ink393.xml"/><Relationship Id="rId50" Type="http://schemas.openxmlformats.org/officeDocument/2006/relationships/customXml" Target="../ink/ink401.xml"/><Relationship Id="rId55" Type="http://schemas.openxmlformats.org/officeDocument/2006/relationships/image" Target="../media/image403.png"/><Relationship Id="rId76" Type="http://schemas.openxmlformats.org/officeDocument/2006/relationships/customXml" Target="../ink/ink414.xml"/><Relationship Id="rId97" Type="http://schemas.openxmlformats.org/officeDocument/2006/relationships/image" Target="../media/image424.png"/><Relationship Id="rId7" Type="http://schemas.openxmlformats.org/officeDocument/2006/relationships/image" Target="../media/image379.png"/><Relationship Id="rId71" Type="http://schemas.openxmlformats.org/officeDocument/2006/relationships/image" Target="../media/image411.png"/><Relationship Id="rId92" Type="http://schemas.openxmlformats.org/officeDocument/2006/relationships/customXml" Target="../ink/ink422.xml"/><Relationship Id="rId2" Type="http://schemas.openxmlformats.org/officeDocument/2006/relationships/customXml" Target="../ink/ink377.xml"/><Relationship Id="rId29" Type="http://schemas.openxmlformats.org/officeDocument/2006/relationships/image" Target="../media/image390.png"/><Relationship Id="rId24" Type="http://schemas.openxmlformats.org/officeDocument/2006/relationships/customXml" Target="../ink/ink388.xml"/><Relationship Id="rId40" Type="http://schemas.openxmlformats.org/officeDocument/2006/relationships/customXml" Target="../ink/ink396.xml"/><Relationship Id="rId45" Type="http://schemas.openxmlformats.org/officeDocument/2006/relationships/image" Target="../media/image398.png"/><Relationship Id="rId66" Type="http://schemas.openxmlformats.org/officeDocument/2006/relationships/customXml" Target="../ink/ink409.xml"/><Relationship Id="rId87" Type="http://schemas.openxmlformats.org/officeDocument/2006/relationships/image" Target="../media/image419.png"/><Relationship Id="rId61" Type="http://schemas.openxmlformats.org/officeDocument/2006/relationships/image" Target="../media/image406.png"/><Relationship Id="rId82" Type="http://schemas.openxmlformats.org/officeDocument/2006/relationships/customXml" Target="../ink/ink417.xml"/><Relationship Id="rId19" Type="http://schemas.openxmlformats.org/officeDocument/2006/relationships/image" Target="../media/image385.png"/><Relationship Id="rId14" Type="http://schemas.openxmlformats.org/officeDocument/2006/relationships/customXml" Target="../ink/ink383.xml"/><Relationship Id="rId30" Type="http://schemas.openxmlformats.org/officeDocument/2006/relationships/customXml" Target="../ink/ink391.xml"/><Relationship Id="rId35" Type="http://schemas.openxmlformats.org/officeDocument/2006/relationships/image" Target="../media/image393.png"/><Relationship Id="rId56" Type="http://schemas.openxmlformats.org/officeDocument/2006/relationships/customXml" Target="../ink/ink404.xml"/><Relationship Id="rId77" Type="http://schemas.openxmlformats.org/officeDocument/2006/relationships/image" Target="../media/image414.png"/><Relationship Id="rId8" Type="http://schemas.openxmlformats.org/officeDocument/2006/relationships/customXml" Target="../ink/ink380.xml"/><Relationship Id="rId51" Type="http://schemas.openxmlformats.org/officeDocument/2006/relationships/image" Target="../media/image401.png"/><Relationship Id="rId72" Type="http://schemas.openxmlformats.org/officeDocument/2006/relationships/customXml" Target="../ink/ink412.xml"/><Relationship Id="rId93" Type="http://schemas.openxmlformats.org/officeDocument/2006/relationships/image" Target="../media/image422.png"/><Relationship Id="rId98" Type="http://schemas.openxmlformats.org/officeDocument/2006/relationships/customXml" Target="../ink/ink42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9.xml"/><Relationship Id="rId13" Type="http://schemas.openxmlformats.org/officeDocument/2006/relationships/image" Target="../media/image431.png"/><Relationship Id="rId18" Type="http://schemas.openxmlformats.org/officeDocument/2006/relationships/customXml" Target="../ink/ink434.xml"/><Relationship Id="rId3" Type="http://schemas.openxmlformats.org/officeDocument/2006/relationships/image" Target="../media/image426.png"/><Relationship Id="rId21" Type="http://schemas.openxmlformats.org/officeDocument/2006/relationships/image" Target="../media/image435.png"/><Relationship Id="rId7" Type="http://schemas.openxmlformats.org/officeDocument/2006/relationships/image" Target="../media/image428.png"/><Relationship Id="rId12" Type="http://schemas.openxmlformats.org/officeDocument/2006/relationships/customXml" Target="../ink/ink431.xml"/><Relationship Id="rId17" Type="http://schemas.openxmlformats.org/officeDocument/2006/relationships/image" Target="../media/image433.png"/><Relationship Id="rId2" Type="http://schemas.openxmlformats.org/officeDocument/2006/relationships/customXml" Target="../ink/ink426.xml"/><Relationship Id="rId16" Type="http://schemas.openxmlformats.org/officeDocument/2006/relationships/customXml" Target="../ink/ink433.xml"/><Relationship Id="rId20" Type="http://schemas.openxmlformats.org/officeDocument/2006/relationships/customXml" Target="../ink/ink43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8.xml"/><Relationship Id="rId11" Type="http://schemas.openxmlformats.org/officeDocument/2006/relationships/image" Target="../media/image430.png"/><Relationship Id="rId5" Type="http://schemas.openxmlformats.org/officeDocument/2006/relationships/image" Target="../media/image427.png"/><Relationship Id="rId15" Type="http://schemas.openxmlformats.org/officeDocument/2006/relationships/image" Target="../media/image432.png"/><Relationship Id="rId23" Type="http://schemas.openxmlformats.org/officeDocument/2006/relationships/image" Target="../media/image436.png"/><Relationship Id="rId10" Type="http://schemas.openxmlformats.org/officeDocument/2006/relationships/customXml" Target="../ink/ink430.xml"/><Relationship Id="rId19" Type="http://schemas.openxmlformats.org/officeDocument/2006/relationships/image" Target="../media/image434.png"/><Relationship Id="rId4" Type="http://schemas.openxmlformats.org/officeDocument/2006/relationships/customXml" Target="../ink/ink427.xml"/><Relationship Id="rId9" Type="http://schemas.openxmlformats.org/officeDocument/2006/relationships/image" Target="../media/image429.png"/><Relationship Id="rId14" Type="http://schemas.openxmlformats.org/officeDocument/2006/relationships/customXml" Target="../ink/ink432.xml"/><Relationship Id="rId22" Type="http://schemas.openxmlformats.org/officeDocument/2006/relationships/customXml" Target="../ink/ink4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0.xml"/><Relationship Id="rId13" Type="http://schemas.openxmlformats.org/officeDocument/2006/relationships/image" Target="../media/image442.png"/><Relationship Id="rId3" Type="http://schemas.openxmlformats.org/officeDocument/2006/relationships/image" Target="../media/image437.png"/><Relationship Id="rId7" Type="http://schemas.openxmlformats.org/officeDocument/2006/relationships/image" Target="../media/image439.png"/><Relationship Id="rId12" Type="http://schemas.openxmlformats.org/officeDocument/2006/relationships/customXml" Target="../ink/ink442.xml"/><Relationship Id="rId2" Type="http://schemas.openxmlformats.org/officeDocument/2006/relationships/customXml" Target="../ink/ink4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9.xml"/><Relationship Id="rId11" Type="http://schemas.openxmlformats.org/officeDocument/2006/relationships/image" Target="../media/image441.png"/><Relationship Id="rId5" Type="http://schemas.openxmlformats.org/officeDocument/2006/relationships/image" Target="../media/image438.png"/><Relationship Id="rId15" Type="http://schemas.openxmlformats.org/officeDocument/2006/relationships/image" Target="../media/image443.png"/><Relationship Id="rId10" Type="http://schemas.openxmlformats.org/officeDocument/2006/relationships/customXml" Target="../ink/ink441.xml"/><Relationship Id="rId4" Type="http://schemas.openxmlformats.org/officeDocument/2006/relationships/customXml" Target="../ink/ink438.xml"/><Relationship Id="rId9" Type="http://schemas.openxmlformats.org/officeDocument/2006/relationships/image" Target="../media/image440.png"/><Relationship Id="rId14" Type="http://schemas.openxmlformats.org/officeDocument/2006/relationships/customXml" Target="../ink/ink44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5.png"/><Relationship Id="rId2" Type="http://schemas.openxmlformats.org/officeDocument/2006/relationships/image" Target="../media/image4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8.wmf"/><Relationship Id="rId4" Type="http://schemas.openxmlformats.org/officeDocument/2006/relationships/oleObject" Target="../embeddings/oleObject2.bin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2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4.jpe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5.jpe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7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8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9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ctrTitle"/>
          </p:nvPr>
        </p:nvSpPr>
        <p:spPr>
          <a:xfrm>
            <a:off x="685800" y="1357313"/>
            <a:ext cx="7772400" cy="2243137"/>
          </a:xfrm>
        </p:spPr>
        <p:txBody>
          <a:bodyPr/>
          <a:lstStyle/>
          <a:p>
            <a:pPr eaLnBrk="1" hangingPunct="1"/>
            <a:r>
              <a:rPr lang="zh-CN" altLang="en-US" dirty="0"/>
              <a:t>微机原理与接口技术</a:t>
            </a:r>
            <a:br>
              <a:rPr lang="en-US" altLang="zh-CN" dirty="0"/>
            </a:br>
            <a:r>
              <a:rPr lang="en-US" altLang="zh-CN" dirty="0"/>
              <a:t>8088 CPU </a:t>
            </a:r>
            <a:r>
              <a:rPr lang="zh-CN" altLang="en-US" dirty="0"/>
              <a:t>外部特性与</a:t>
            </a:r>
            <a:br>
              <a:rPr lang="en-US" altLang="zh-CN" dirty="0"/>
            </a:br>
            <a:r>
              <a:rPr lang="en-US" altLang="zh-CN" dirty="0"/>
              <a:t>IBM PC</a:t>
            </a:r>
            <a:r>
              <a:rPr lang="zh-CN" altLang="en-US" dirty="0"/>
              <a:t>总线结构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8088 CPU </a:t>
            </a:r>
            <a:r>
              <a:rPr lang="zh-CN" altLang="en-US"/>
              <a:t>外部特性与</a:t>
            </a:r>
            <a:br>
              <a:rPr lang="en-US" altLang="zh-CN"/>
            </a:br>
            <a:r>
              <a:rPr lang="en-US" altLang="zh-CN"/>
              <a:t>IBM PC</a:t>
            </a:r>
            <a:r>
              <a:rPr lang="zh-CN" altLang="en-US"/>
              <a:t>总线结构</a:t>
            </a:r>
          </a:p>
        </p:txBody>
      </p:sp>
      <p:sp>
        <p:nvSpPr>
          <p:cNvPr id="30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sz="4000" u="sng">
              <a:solidFill>
                <a:srgbClr val="FFFF00"/>
              </a:solidFill>
              <a:ea typeface="隶书" panose="02010509060101010101" pitchFamily="49" charset="-122"/>
            </a:endParaRPr>
          </a:p>
          <a:p>
            <a:pPr eaLnBrk="1" hangingPunct="1"/>
            <a:r>
              <a:rPr lang="zh-CN" altLang="en-US" sz="4000" u="sng">
                <a:ea typeface="隶书" panose="02010509060101010101" pitchFamily="49" charset="-122"/>
              </a:rPr>
              <a:t>教学重点</a:t>
            </a:r>
            <a:endParaRPr lang="en-US" altLang="zh-CN" sz="4000" u="sng">
              <a:ea typeface="隶书" panose="02010509060101010101" pitchFamily="49" charset="-122"/>
            </a:endParaRPr>
          </a:p>
          <a:p>
            <a:pPr eaLnBrk="1" hangingPunct="1">
              <a:spcBef>
                <a:spcPct val="8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  最小组态下的基本引脚和总线形成</a:t>
            </a: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/>
              <a:t>  最小组态下的总线时序</a:t>
            </a: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/>
              <a:t>  </a:t>
            </a:r>
            <a:r>
              <a:rPr lang="en-US" altLang="zh-CN"/>
              <a:t>IBM PC</a:t>
            </a:r>
            <a:r>
              <a:rPr lang="zh-CN" altLang="en-US"/>
              <a:t>总线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dirty="0">
                <a:latin typeface="Arial" panose="020B0604020202020204" pitchFamily="34" charset="0"/>
              </a:rPr>
              <a:t>信号名称惯例</a:t>
            </a:r>
            <a:endParaRPr lang="zh-CN" altLang="en-US" dirty="0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88900" algn="just" eaLnBrk="1" hangingPunct="1"/>
            <a:endParaRPr lang="en-US" altLang="zh-CN" dirty="0">
              <a:latin typeface="Arial" panose="020B0604020202020204" pitchFamily="34" charset="0"/>
            </a:endParaRPr>
          </a:p>
          <a:p>
            <a:pPr indent="0" algn="just" eaLnBrk="1" hangingPunct="1">
              <a:buNone/>
            </a:pPr>
            <a:endParaRPr lang="en-US" altLang="zh-CN" dirty="0">
              <a:latin typeface="Arial" panose="020B0604020202020204" pitchFamily="34" charset="0"/>
            </a:endParaRPr>
          </a:p>
          <a:p>
            <a:pPr indent="88900" algn="just" eaLnBrk="1" hangingPunct="1"/>
            <a:r>
              <a:rPr lang="zh-CN" altLang="en-US" dirty="0">
                <a:latin typeface="Arial" panose="020B0604020202020204" pitchFamily="34" charset="0"/>
              </a:rPr>
              <a:t>通常在信号名称加上划线（如：</a:t>
            </a:r>
            <a:r>
              <a:rPr lang="en-US" altLang="zh-CN" b="1" dirty="0">
                <a:latin typeface="Arial" panose="020B0604020202020204" pitchFamily="34" charset="0"/>
              </a:rPr>
              <a:t>MX</a:t>
            </a:r>
            <a:r>
              <a:rPr lang="zh-CN" altLang="en-US" dirty="0">
                <a:latin typeface="Arial" panose="020B0604020202020204" pitchFamily="34" charset="0"/>
              </a:rPr>
              <a:t>）或星号（如：</a:t>
            </a:r>
            <a:r>
              <a:rPr lang="en-US" altLang="zh-CN" b="1" dirty="0">
                <a:latin typeface="Arial" panose="020B0604020202020204" pitchFamily="34" charset="0"/>
              </a:rPr>
              <a:t>MX*</a:t>
            </a:r>
            <a:r>
              <a:rPr lang="zh-CN" altLang="en-US" dirty="0">
                <a:latin typeface="Arial" panose="020B0604020202020204" pitchFamily="34" charset="0"/>
              </a:rPr>
              <a:t>）或井号（如：</a:t>
            </a:r>
            <a:r>
              <a:rPr lang="en-US" altLang="zh-CN" b="1" dirty="0">
                <a:latin typeface="Arial" panose="020B0604020202020204" pitchFamily="34" charset="0"/>
              </a:rPr>
              <a:t>#MX</a:t>
            </a:r>
            <a:r>
              <a:rPr lang="zh-CN" altLang="en-US" dirty="0">
                <a:latin typeface="Arial" panose="020B0604020202020204" pitchFamily="34" charset="0"/>
              </a:rPr>
              <a:t>）表示低电平有效</a:t>
            </a:r>
          </a:p>
        </p:txBody>
      </p:sp>
      <p:sp>
        <p:nvSpPr>
          <p:cNvPr id="6148" name="Line 9"/>
          <p:cNvSpPr>
            <a:spLocks noChangeShapeType="1"/>
          </p:cNvSpPr>
          <p:nvPr/>
        </p:nvSpPr>
        <p:spPr bwMode="auto">
          <a:xfrm>
            <a:off x="4788024" y="2636912"/>
            <a:ext cx="414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26013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1.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数据线引脚的位数不同：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8088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数据线引脚为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8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个，是一个“准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16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位”的微处理器；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8086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数据线引脚为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16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个，是真正的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16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位微处理器。</a:t>
            </a:r>
            <a:endParaRPr lang="en-US" altLang="zh-CN" b="0" i="0" dirty="0">
              <a:solidFill>
                <a:srgbClr val="333333"/>
              </a:solidFill>
              <a:effectLst/>
              <a:cs typeface="+mn-lt"/>
            </a:endParaRPr>
          </a:p>
          <a:p>
            <a:pPr marL="0" indent="0">
              <a:buNone/>
            </a:pPr>
            <a:endParaRPr lang="zh-CN" altLang="en-US" b="0" i="0" dirty="0">
              <a:solidFill>
                <a:srgbClr val="333333"/>
              </a:solidFill>
              <a:effectLst/>
              <a:cs typeface="+mn-lt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2.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指令队列容量的差别</a:t>
            </a:r>
            <a:endParaRPr lang="en-US" altLang="zh-CN" b="0" i="0" dirty="0">
              <a:solidFill>
                <a:srgbClr val="333333"/>
              </a:solidFill>
              <a:effectLst/>
              <a:cs typeface="+mn-lt"/>
            </a:endParaRPr>
          </a:p>
          <a:p>
            <a:pPr marL="0" indent="0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8088CPU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的指令队列只能容纳 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个字节，当队列有一个字节空缺时就自动取指，当队列有一个字节就会执行。</a:t>
            </a:r>
            <a:endParaRPr lang="en-US" altLang="zh-CN" b="0" i="0" dirty="0">
              <a:solidFill>
                <a:srgbClr val="333333"/>
              </a:solidFill>
              <a:effectLst/>
              <a:cs typeface="+mn-lt"/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 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8086CPU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的指令队列可容纳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6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个字节，当队列有两个字节空缺时才自动取指，当队列有两个字节才会执行。</a:t>
            </a:r>
            <a:endParaRPr lang="en-US" altLang="zh-CN" b="0" i="0" dirty="0">
              <a:solidFill>
                <a:srgbClr val="333333"/>
              </a:solidFill>
              <a:effectLst/>
              <a:cs typeface="+mn-lt"/>
            </a:endParaRPr>
          </a:p>
          <a:p>
            <a:pPr marL="0" indent="0">
              <a:buNone/>
            </a:pPr>
            <a:endParaRPr lang="zh-CN" altLang="en-US" b="0" i="0" dirty="0">
              <a:solidFill>
                <a:srgbClr val="333333"/>
              </a:solidFill>
              <a:effectLst/>
              <a:cs typeface="+mn-lt"/>
            </a:endParaRPr>
          </a:p>
          <a:p>
            <a:pPr algn="l"/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3.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引脚特性的差别</a:t>
            </a:r>
            <a:endParaRPr lang="en-US" altLang="zh-CN" b="0" i="0" dirty="0">
              <a:solidFill>
                <a:srgbClr val="333333"/>
              </a:solidFill>
              <a:effectLst/>
              <a:cs typeface="+mn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33333"/>
                </a:solidFill>
                <a:cs typeface="+mn-lt"/>
              </a:rPr>
              <a:t>8086</a:t>
            </a:r>
            <a:r>
              <a:rPr lang="zh-CN" altLang="en-US" dirty="0">
                <a:solidFill>
                  <a:srgbClr val="333333"/>
                </a:solidFill>
                <a:cs typeface="+mn-lt"/>
              </a:rPr>
              <a:t>定义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AD15—AD0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引脚为地址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数据复用总线；</a:t>
            </a:r>
            <a:endParaRPr lang="en-US" altLang="zh-CN" b="0" i="0" dirty="0">
              <a:solidFill>
                <a:srgbClr val="333333"/>
              </a:solidFill>
              <a:effectLst/>
              <a:cs typeface="+mn-lt"/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 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8088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由于只需用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8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条数据总线，因此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AD7</a:t>
            </a:r>
            <a:r>
              <a:rPr lang="en-US" altLang="zh-CN" dirty="0">
                <a:solidFill>
                  <a:srgbClr val="333333"/>
                </a:solidFill>
                <a:cs typeface="+mn-lt"/>
              </a:rPr>
              <a:t>—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AD0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这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8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条引脚作为地址</a:t>
            </a:r>
            <a:r>
              <a:rPr lang="en-US" altLang="zh-CN" b="0" i="0" dirty="0">
                <a:solidFill>
                  <a:srgbClr val="333333"/>
                </a:solidFill>
                <a:effectLst/>
                <a:cs typeface="+mn-lt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cs typeface="+mn-lt"/>
              </a:rPr>
              <a:t>数据复用。</a:t>
            </a:r>
          </a:p>
          <a:p>
            <a:pPr marL="0" indent="0">
              <a:buNone/>
            </a:pPr>
            <a:endParaRPr lang="zh-CN" altLang="en-US" dirty="0">
              <a:cs typeface="+mn-lt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+mn-lt"/>
                <a:cs typeface="+mn-lt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+mn-lt"/>
                <a:cs typeface="+mn-lt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+mn-lt"/>
                <a:cs typeface="+mn-lt"/>
              </a:rPr>
              <a:t>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lt"/>
                <a:cs typeface="+mn-lt"/>
              </a:rPr>
              <a:t>8086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lt"/>
                <a:cs typeface="+mn-lt"/>
              </a:rPr>
              <a:t>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lt"/>
                <a:cs typeface="+mn-lt"/>
              </a:rPr>
              <a:t>8088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lt"/>
                <a:cs typeface="+mn-lt"/>
              </a:rPr>
              <a:t>的区别</a:t>
            </a:r>
            <a:endParaRPr lang="zh-CN" altLang="en-US" dirty="0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260131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cs typeface="+mn-lt"/>
            </a:endParaRPr>
          </a:p>
          <a:p>
            <a:pPr marL="0" indent="0">
              <a:buNone/>
            </a:pPr>
            <a:r>
              <a:rPr lang="zh-CN" altLang="en-US" dirty="0">
                <a:cs typeface="+mn-lt"/>
              </a:rPr>
              <a:t>第</a:t>
            </a:r>
            <a:r>
              <a:rPr lang="en-US" altLang="zh-CN" dirty="0">
                <a:cs typeface="+mn-lt"/>
              </a:rPr>
              <a:t>28</a:t>
            </a:r>
            <a:r>
              <a:rPr lang="zh-CN" altLang="en-US" dirty="0">
                <a:cs typeface="+mn-lt"/>
              </a:rPr>
              <a:t>号引脚：</a:t>
            </a:r>
            <a:endParaRPr lang="en-US" altLang="zh-CN" dirty="0">
              <a:cs typeface="+mn-lt"/>
            </a:endParaRPr>
          </a:p>
          <a:p>
            <a:pPr marL="0" indent="0">
              <a:buNone/>
            </a:pPr>
            <a:r>
              <a:rPr lang="en-US" altLang="zh-CN" dirty="0">
                <a:cs typeface="+mn-lt"/>
              </a:rPr>
              <a:t>8088</a:t>
            </a:r>
            <a:r>
              <a:rPr lang="zh-CN" altLang="en-US" dirty="0">
                <a:cs typeface="+mn-lt"/>
              </a:rPr>
              <a:t>为</a:t>
            </a:r>
            <a:r>
              <a:rPr lang="en-US" altLang="zh-CN" dirty="0">
                <a:cs typeface="+mn-lt"/>
              </a:rPr>
              <a:t>IO/M*</a:t>
            </a:r>
            <a:r>
              <a:rPr lang="zh-CN" altLang="en-US" dirty="0">
                <a:cs typeface="+mn-lt"/>
              </a:rPr>
              <a:t>，</a:t>
            </a:r>
            <a:r>
              <a:rPr lang="en-US" altLang="zh-CN" dirty="0">
                <a:cs typeface="+mn-lt"/>
              </a:rPr>
              <a:t>8086</a:t>
            </a:r>
            <a:r>
              <a:rPr lang="zh-CN" altLang="en-US" dirty="0">
                <a:cs typeface="+mn-lt"/>
              </a:rPr>
              <a:t>为</a:t>
            </a:r>
            <a:r>
              <a:rPr lang="en-US" altLang="zh-CN" dirty="0">
                <a:cs typeface="+mn-lt"/>
              </a:rPr>
              <a:t>IO*/M</a:t>
            </a:r>
            <a:r>
              <a:rPr lang="zh-CN" altLang="en-US" dirty="0">
                <a:cs typeface="+mn-lt"/>
              </a:rPr>
              <a:t>。</a:t>
            </a:r>
            <a:endParaRPr lang="en-US" altLang="zh-CN" dirty="0">
              <a:cs typeface="+mn-lt"/>
            </a:endParaRPr>
          </a:p>
          <a:p>
            <a:pPr marL="0" indent="0">
              <a:buNone/>
            </a:pPr>
            <a:endParaRPr lang="en-US" altLang="zh-CN" dirty="0">
              <a:solidFill>
                <a:srgbClr val="333333"/>
              </a:solidFill>
              <a:cs typeface="+mn-lt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333333"/>
                </a:solidFill>
                <a:cs typeface="+mn-lt"/>
              </a:rPr>
              <a:t>第</a:t>
            </a:r>
            <a:r>
              <a:rPr lang="en-US" altLang="zh-CN" dirty="0">
                <a:solidFill>
                  <a:srgbClr val="333333"/>
                </a:solidFill>
                <a:cs typeface="+mn-lt"/>
              </a:rPr>
              <a:t>34</a:t>
            </a:r>
            <a:r>
              <a:rPr lang="zh-CN" altLang="en-US" dirty="0">
                <a:solidFill>
                  <a:srgbClr val="333333"/>
                </a:solidFill>
                <a:cs typeface="+mn-lt"/>
              </a:rPr>
              <a:t>号引脚：</a:t>
            </a:r>
            <a:endParaRPr lang="en-US" altLang="zh-CN" dirty="0">
              <a:solidFill>
                <a:srgbClr val="333333"/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dirty="0">
                <a:cs typeface="+mn-lt"/>
              </a:rPr>
              <a:t>8088</a:t>
            </a:r>
            <a:r>
              <a:rPr lang="zh-CN" altLang="en-US" dirty="0">
                <a:cs typeface="+mn-lt"/>
              </a:rPr>
              <a:t>为</a:t>
            </a:r>
            <a:r>
              <a:rPr lang="en-US" altLang="zh-CN" dirty="0">
                <a:cs typeface="+mn-lt"/>
              </a:rPr>
              <a:t>SS0*</a:t>
            </a:r>
            <a:r>
              <a:rPr lang="zh-CN" altLang="en-US" dirty="0">
                <a:cs typeface="+mn-lt"/>
              </a:rPr>
              <a:t>，</a:t>
            </a:r>
            <a:r>
              <a:rPr lang="en-US" altLang="zh-CN" dirty="0">
                <a:cs typeface="+mn-lt"/>
              </a:rPr>
              <a:t>8086</a:t>
            </a:r>
            <a:r>
              <a:rPr lang="zh-CN" altLang="en-US" dirty="0">
                <a:cs typeface="+mn-lt"/>
              </a:rPr>
              <a:t>为</a:t>
            </a:r>
            <a:r>
              <a:rPr lang="en-US" altLang="zh-CN" dirty="0">
                <a:cs typeface="+mn-lt"/>
              </a:rPr>
              <a:t>BHE*/S7</a:t>
            </a:r>
            <a:r>
              <a:rPr lang="zh-CN" altLang="en-US" dirty="0">
                <a:cs typeface="+mn-lt"/>
              </a:rPr>
              <a:t>（系统未定义状态信号</a:t>
            </a:r>
            <a:r>
              <a:rPr lang="en-US" altLang="zh-CN" dirty="0">
                <a:cs typeface="+mn-lt"/>
              </a:rPr>
              <a:t>S7</a:t>
            </a:r>
            <a:r>
              <a:rPr lang="zh-CN" altLang="en-US" dirty="0">
                <a:cs typeface="+mn-lt"/>
              </a:rPr>
              <a:t>的功能）</a:t>
            </a:r>
            <a:endParaRPr lang="en-US" altLang="zh-CN" dirty="0">
              <a:cs typeface="+mn-lt"/>
            </a:endParaRPr>
          </a:p>
          <a:p>
            <a:pPr marL="0" indent="0">
              <a:buNone/>
            </a:pPr>
            <a:endParaRPr lang="zh-CN" altLang="en-US" dirty="0">
              <a:cs typeface="+mn-lt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+mn-lt"/>
                <a:cs typeface="+mn-lt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+mn-lt"/>
                <a:cs typeface="+mn-lt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+mn-lt"/>
                <a:cs typeface="+mn-lt"/>
              </a:rPr>
              <a:t>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lt"/>
                <a:cs typeface="+mn-lt"/>
              </a:rPr>
              <a:t>8086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lt"/>
                <a:cs typeface="+mn-lt"/>
              </a:rPr>
              <a:t>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lt"/>
                <a:cs typeface="+mn-lt"/>
              </a:rPr>
              <a:t>8088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lt"/>
                <a:cs typeface="+mn-lt"/>
              </a:rPr>
              <a:t>的区别（续）</a:t>
            </a:r>
            <a:endParaRPr lang="zh-CN" altLang="en-US" dirty="0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31626"/>
          </a:xfrm>
        </p:spPr>
        <p:txBody>
          <a:bodyPr/>
          <a:lstStyle/>
          <a:p>
            <a:pPr eaLnBrk="1" hangingPunct="1"/>
            <a:r>
              <a:rPr lang="en-US" altLang="zh-CN" dirty="0"/>
              <a:t>8088</a:t>
            </a:r>
            <a:r>
              <a:rPr lang="zh-CN" altLang="en-US" dirty="0"/>
              <a:t>的引脚图</a:t>
            </a:r>
          </a:p>
        </p:txBody>
      </p:sp>
      <p:grpSp>
        <p:nvGrpSpPr>
          <p:cNvPr id="5123" name="Group 3"/>
          <p:cNvGrpSpPr/>
          <p:nvPr/>
        </p:nvGrpSpPr>
        <p:grpSpPr bwMode="auto">
          <a:xfrm>
            <a:off x="1619672" y="1340768"/>
            <a:ext cx="5486400" cy="4965700"/>
            <a:chOff x="1392" y="1006"/>
            <a:chExt cx="3456" cy="3128"/>
          </a:xfrm>
        </p:grpSpPr>
        <p:sp>
          <p:nvSpPr>
            <p:cNvPr id="5124" name="Rectangle 4"/>
            <p:cNvSpPr>
              <a:spLocks noChangeArrowheads="1"/>
            </p:cNvSpPr>
            <p:nvPr/>
          </p:nvSpPr>
          <p:spPr bwMode="auto">
            <a:xfrm>
              <a:off x="2160" y="1006"/>
              <a:ext cx="912" cy="302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sz="2000" b="1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2160" y="1054"/>
              <a:ext cx="240" cy="2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10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11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20</a:t>
              </a:r>
            </a:p>
          </p:txBody>
        </p:sp>
        <p:sp>
          <p:nvSpPr>
            <p:cNvPr id="5126" name="Text Box 6"/>
            <p:cNvSpPr txBox="1">
              <a:spLocks noChangeArrowheads="1"/>
            </p:cNvSpPr>
            <p:nvPr/>
          </p:nvSpPr>
          <p:spPr bwMode="auto">
            <a:xfrm>
              <a:off x="2832" y="1054"/>
              <a:ext cx="240" cy="2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40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31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30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21</a:t>
              </a:r>
            </a:p>
          </p:txBody>
        </p:sp>
        <p:sp>
          <p:nvSpPr>
            <p:cNvPr id="5127" name="Line 7"/>
            <p:cNvSpPr>
              <a:spLocks noChangeShapeType="1"/>
            </p:cNvSpPr>
            <p:nvPr/>
          </p:nvSpPr>
          <p:spPr bwMode="auto">
            <a:xfrm>
              <a:off x="1776" y="11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" name="Line 8"/>
            <p:cNvSpPr>
              <a:spLocks noChangeShapeType="1"/>
            </p:cNvSpPr>
            <p:nvPr/>
          </p:nvSpPr>
          <p:spPr bwMode="auto">
            <a:xfrm>
              <a:off x="1776" y="12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9" name="Line 9"/>
            <p:cNvSpPr>
              <a:spLocks noChangeShapeType="1"/>
            </p:cNvSpPr>
            <p:nvPr/>
          </p:nvSpPr>
          <p:spPr bwMode="auto">
            <a:xfrm>
              <a:off x="3072" y="11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" name="Line 10"/>
            <p:cNvSpPr>
              <a:spLocks noChangeShapeType="1"/>
            </p:cNvSpPr>
            <p:nvPr/>
          </p:nvSpPr>
          <p:spPr bwMode="auto">
            <a:xfrm>
              <a:off x="1776" y="13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Line 11"/>
            <p:cNvSpPr>
              <a:spLocks noChangeShapeType="1"/>
            </p:cNvSpPr>
            <p:nvPr/>
          </p:nvSpPr>
          <p:spPr bwMode="auto">
            <a:xfrm>
              <a:off x="1776" y="15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Line 12"/>
            <p:cNvSpPr>
              <a:spLocks noChangeShapeType="1"/>
            </p:cNvSpPr>
            <p:nvPr/>
          </p:nvSpPr>
          <p:spPr bwMode="auto">
            <a:xfrm>
              <a:off x="1776" y="16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3" name="Line 13"/>
            <p:cNvSpPr>
              <a:spLocks noChangeShapeType="1"/>
            </p:cNvSpPr>
            <p:nvPr/>
          </p:nvSpPr>
          <p:spPr bwMode="auto">
            <a:xfrm>
              <a:off x="1776" y="18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4" name="Line 14"/>
            <p:cNvSpPr>
              <a:spLocks noChangeShapeType="1"/>
            </p:cNvSpPr>
            <p:nvPr/>
          </p:nvSpPr>
          <p:spPr bwMode="auto">
            <a:xfrm>
              <a:off x="1776" y="19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5" name="Line 15"/>
            <p:cNvSpPr>
              <a:spLocks noChangeShapeType="1"/>
            </p:cNvSpPr>
            <p:nvPr/>
          </p:nvSpPr>
          <p:spPr bwMode="auto">
            <a:xfrm>
              <a:off x="1776" y="21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6" name="Line 16"/>
            <p:cNvSpPr>
              <a:spLocks noChangeShapeType="1"/>
            </p:cNvSpPr>
            <p:nvPr/>
          </p:nvSpPr>
          <p:spPr bwMode="auto">
            <a:xfrm>
              <a:off x="1776" y="23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7" name="Line 17"/>
            <p:cNvSpPr>
              <a:spLocks noChangeShapeType="1"/>
            </p:cNvSpPr>
            <p:nvPr/>
          </p:nvSpPr>
          <p:spPr bwMode="auto">
            <a:xfrm>
              <a:off x="1776" y="24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8" name="Line 18"/>
            <p:cNvSpPr>
              <a:spLocks noChangeShapeType="1"/>
            </p:cNvSpPr>
            <p:nvPr/>
          </p:nvSpPr>
          <p:spPr bwMode="auto">
            <a:xfrm>
              <a:off x="1776" y="25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9" name="Line 19"/>
            <p:cNvSpPr>
              <a:spLocks noChangeShapeType="1"/>
            </p:cNvSpPr>
            <p:nvPr/>
          </p:nvSpPr>
          <p:spPr bwMode="auto">
            <a:xfrm>
              <a:off x="1776" y="27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0" name="Line 20"/>
            <p:cNvSpPr>
              <a:spLocks noChangeShapeType="1"/>
            </p:cNvSpPr>
            <p:nvPr/>
          </p:nvSpPr>
          <p:spPr bwMode="auto">
            <a:xfrm>
              <a:off x="1776" y="28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1" name="Line 21"/>
            <p:cNvSpPr>
              <a:spLocks noChangeShapeType="1"/>
            </p:cNvSpPr>
            <p:nvPr/>
          </p:nvSpPr>
          <p:spPr bwMode="auto">
            <a:xfrm>
              <a:off x="1776" y="30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2" name="Line 22"/>
            <p:cNvSpPr>
              <a:spLocks noChangeShapeType="1"/>
            </p:cNvSpPr>
            <p:nvPr/>
          </p:nvSpPr>
          <p:spPr bwMode="auto">
            <a:xfrm>
              <a:off x="1776" y="31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3" name="Line 23"/>
            <p:cNvSpPr>
              <a:spLocks noChangeShapeType="1"/>
            </p:cNvSpPr>
            <p:nvPr/>
          </p:nvSpPr>
          <p:spPr bwMode="auto">
            <a:xfrm>
              <a:off x="1776" y="33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4" name="Line 24"/>
            <p:cNvSpPr>
              <a:spLocks noChangeShapeType="1"/>
            </p:cNvSpPr>
            <p:nvPr/>
          </p:nvSpPr>
          <p:spPr bwMode="auto">
            <a:xfrm>
              <a:off x="1776" y="345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5" name="Line 25"/>
            <p:cNvSpPr>
              <a:spLocks noChangeShapeType="1"/>
            </p:cNvSpPr>
            <p:nvPr/>
          </p:nvSpPr>
          <p:spPr bwMode="auto">
            <a:xfrm>
              <a:off x="1776" y="359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6" name="Line 26"/>
            <p:cNvSpPr>
              <a:spLocks noChangeShapeType="1"/>
            </p:cNvSpPr>
            <p:nvPr/>
          </p:nvSpPr>
          <p:spPr bwMode="auto">
            <a:xfrm>
              <a:off x="1776" y="374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7" name="Line 27"/>
            <p:cNvSpPr>
              <a:spLocks noChangeShapeType="1"/>
            </p:cNvSpPr>
            <p:nvPr/>
          </p:nvSpPr>
          <p:spPr bwMode="auto">
            <a:xfrm>
              <a:off x="1776" y="388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8" name="Text Box 28"/>
            <p:cNvSpPr txBox="1">
              <a:spLocks noChangeArrowheads="1"/>
            </p:cNvSpPr>
            <p:nvPr/>
          </p:nvSpPr>
          <p:spPr bwMode="auto">
            <a:xfrm>
              <a:off x="1392" y="1006"/>
              <a:ext cx="432" cy="3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GND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12</a:t>
              </a:r>
              <a:endParaRPr lang="en-US" altLang="zh-CN" sz="1400" b="1" baseline="-200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11</a:t>
              </a:r>
              <a:endParaRPr lang="en-US" altLang="zh-CN" sz="1400" b="1" baseline="-200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10</a:t>
              </a:r>
              <a:endParaRPr lang="en-US" altLang="zh-CN" sz="1400" b="1" baseline="-200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9</a:t>
              </a:r>
              <a:endParaRPr lang="en-US" altLang="zh-CN" sz="1400" b="1" baseline="-200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8</a:t>
              </a:r>
              <a:endParaRPr lang="en-US" altLang="zh-CN" sz="1400" b="1" baseline="-200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7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6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5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0</a:t>
              </a:r>
              <a:endParaRPr lang="en-US" altLang="zh-CN" sz="1400" b="1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NMI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INTR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CLK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GND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altLang="zh-CN" sz="1400" b="1" baseline="-2000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149" name="Line 29"/>
            <p:cNvSpPr>
              <a:spLocks noChangeShapeType="1"/>
            </p:cNvSpPr>
            <p:nvPr/>
          </p:nvSpPr>
          <p:spPr bwMode="auto">
            <a:xfrm>
              <a:off x="3072" y="12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0" name="Line 30"/>
            <p:cNvSpPr>
              <a:spLocks noChangeShapeType="1"/>
            </p:cNvSpPr>
            <p:nvPr/>
          </p:nvSpPr>
          <p:spPr bwMode="auto">
            <a:xfrm>
              <a:off x="3072" y="13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1" name="Line 31"/>
            <p:cNvSpPr>
              <a:spLocks noChangeShapeType="1"/>
            </p:cNvSpPr>
            <p:nvPr/>
          </p:nvSpPr>
          <p:spPr bwMode="auto">
            <a:xfrm>
              <a:off x="3072" y="15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2" name="Line 32"/>
            <p:cNvSpPr>
              <a:spLocks noChangeShapeType="1"/>
            </p:cNvSpPr>
            <p:nvPr/>
          </p:nvSpPr>
          <p:spPr bwMode="auto">
            <a:xfrm>
              <a:off x="3072" y="16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3" name="Line 33"/>
            <p:cNvSpPr>
              <a:spLocks noChangeShapeType="1"/>
            </p:cNvSpPr>
            <p:nvPr/>
          </p:nvSpPr>
          <p:spPr bwMode="auto">
            <a:xfrm>
              <a:off x="3072" y="18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4" name="Line 34"/>
            <p:cNvSpPr>
              <a:spLocks noChangeShapeType="1"/>
            </p:cNvSpPr>
            <p:nvPr/>
          </p:nvSpPr>
          <p:spPr bwMode="auto">
            <a:xfrm>
              <a:off x="3072" y="19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5" name="Line 35"/>
            <p:cNvSpPr>
              <a:spLocks noChangeShapeType="1"/>
            </p:cNvSpPr>
            <p:nvPr/>
          </p:nvSpPr>
          <p:spPr bwMode="auto">
            <a:xfrm>
              <a:off x="3072" y="21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6" name="Line 36"/>
            <p:cNvSpPr>
              <a:spLocks noChangeShapeType="1"/>
            </p:cNvSpPr>
            <p:nvPr/>
          </p:nvSpPr>
          <p:spPr bwMode="auto">
            <a:xfrm>
              <a:off x="3072" y="23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7" name="Line 37"/>
            <p:cNvSpPr>
              <a:spLocks noChangeShapeType="1"/>
            </p:cNvSpPr>
            <p:nvPr/>
          </p:nvSpPr>
          <p:spPr bwMode="auto">
            <a:xfrm>
              <a:off x="3072" y="24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8" name="Line 38"/>
            <p:cNvSpPr>
              <a:spLocks noChangeShapeType="1"/>
            </p:cNvSpPr>
            <p:nvPr/>
          </p:nvSpPr>
          <p:spPr bwMode="auto">
            <a:xfrm>
              <a:off x="3072" y="25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9" name="Line 39"/>
            <p:cNvSpPr>
              <a:spLocks noChangeShapeType="1"/>
            </p:cNvSpPr>
            <p:nvPr/>
          </p:nvSpPr>
          <p:spPr bwMode="auto">
            <a:xfrm>
              <a:off x="3072" y="27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0" name="Line 40"/>
            <p:cNvSpPr>
              <a:spLocks noChangeShapeType="1"/>
            </p:cNvSpPr>
            <p:nvPr/>
          </p:nvSpPr>
          <p:spPr bwMode="auto">
            <a:xfrm>
              <a:off x="3072" y="28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1" name="Line 41"/>
            <p:cNvSpPr>
              <a:spLocks noChangeShapeType="1"/>
            </p:cNvSpPr>
            <p:nvPr/>
          </p:nvSpPr>
          <p:spPr bwMode="auto">
            <a:xfrm>
              <a:off x="3072" y="30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2" name="Line 42"/>
            <p:cNvSpPr>
              <a:spLocks noChangeShapeType="1"/>
            </p:cNvSpPr>
            <p:nvPr/>
          </p:nvSpPr>
          <p:spPr bwMode="auto">
            <a:xfrm>
              <a:off x="3072" y="31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3" name="Line 43"/>
            <p:cNvSpPr>
              <a:spLocks noChangeShapeType="1"/>
            </p:cNvSpPr>
            <p:nvPr/>
          </p:nvSpPr>
          <p:spPr bwMode="auto">
            <a:xfrm>
              <a:off x="3072" y="33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4" name="Line 44"/>
            <p:cNvSpPr>
              <a:spLocks noChangeShapeType="1"/>
            </p:cNvSpPr>
            <p:nvPr/>
          </p:nvSpPr>
          <p:spPr bwMode="auto">
            <a:xfrm>
              <a:off x="3072" y="345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5" name="Line 45"/>
            <p:cNvSpPr>
              <a:spLocks noChangeShapeType="1"/>
            </p:cNvSpPr>
            <p:nvPr/>
          </p:nvSpPr>
          <p:spPr bwMode="auto">
            <a:xfrm>
              <a:off x="3072" y="359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6" name="Line 46"/>
            <p:cNvSpPr>
              <a:spLocks noChangeShapeType="1"/>
            </p:cNvSpPr>
            <p:nvPr/>
          </p:nvSpPr>
          <p:spPr bwMode="auto">
            <a:xfrm>
              <a:off x="3072" y="374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7" name="Line 47"/>
            <p:cNvSpPr>
              <a:spLocks noChangeShapeType="1"/>
            </p:cNvSpPr>
            <p:nvPr/>
          </p:nvSpPr>
          <p:spPr bwMode="auto">
            <a:xfrm>
              <a:off x="3072" y="388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8" name="Text Box 48"/>
            <p:cNvSpPr txBox="1">
              <a:spLocks noChangeArrowheads="1"/>
            </p:cNvSpPr>
            <p:nvPr/>
          </p:nvSpPr>
          <p:spPr bwMode="auto">
            <a:xfrm>
              <a:off x="3408" y="1054"/>
              <a:ext cx="1440" cy="3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VCC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15</a:t>
              </a:r>
              <a:endParaRPr lang="en-US" altLang="zh-CN" sz="1400" b="1" baseline="-2000" dirty="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16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17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18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5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19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6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SS0*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  (HIGH)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MN / MX*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RD*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HOLD      (RQ0*/ GT0*)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HLDA      (RQ1* /GT1*)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WR*          (LOCK*)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IO / M*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( S2*</a:t>
              </a:r>
              <a:r>
                <a:rPr lang="en-US" altLang="zh-CN" sz="1400" b="1" baseline="-2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DT / R*      ( S1*</a:t>
              </a:r>
              <a:r>
                <a:rPr lang="en-US" altLang="zh-CN" sz="1400" b="1" baseline="-2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)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DEN           ( S0</a:t>
              </a:r>
              <a:r>
                <a:rPr lang="en-US" altLang="zh-CN" sz="1400" b="1" baseline="-2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)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ALE           (QS0)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INTA         (QS1)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TEST*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READY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RESET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169" name="Text Box 49"/>
            <p:cNvSpPr txBox="1">
              <a:spLocks noChangeArrowheads="1"/>
            </p:cNvSpPr>
            <p:nvPr/>
          </p:nvSpPr>
          <p:spPr bwMode="auto">
            <a:xfrm>
              <a:off x="2400" y="1918"/>
              <a:ext cx="5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8088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6300C62-2B4A-B96D-07EE-86ED161E28EE}"/>
                  </a:ext>
                </a:extLst>
              </p14:cNvPr>
              <p14:cNvContentPartPr/>
              <p14:nvPr/>
            </p14:nvContentPartPr>
            <p14:xfrm>
              <a:off x="4909102" y="3244412"/>
              <a:ext cx="782280" cy="58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6300C62-2B4A-B96D-07EE-86ED161E28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02982" y="3238292"/>
                <a:ext cx="79452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84" name="组合 5183">
            <a:extLst>
              <a:ext uri="{FF2B5EF4-FFF2-40B4-BE49-F238E27FC236}">
                <a16:creationId xmlns:a16="http://schemas.microsoft.com/office/drawing/2014/main" id="{83E07E1B-B779-6AF6-C8A0-74F0B8769200}"/>
              </a:ext>
            </a:extLst>
          </p:cNvPr>
          <p:cNvGrpSpPr/>
          <p:nvPr/>
        </p:nvGrpSpPr>
        <p:grpSpPr>
          <a:xfrm>
            <a:off x="5780302" y="3017612"/>
            <a:ext cx="2851920" cy="306000"/>
            <a:chOff x="5780302" y="3017612"/>
            <a:chExt cx="285192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3E877CB6-A1F0-E988-93CC-7BBE5AE3BD69}"/>
                    </a:ext>
                  </a:extLst>
                </p14:cNvPr>
                <p14:cNvContentPartPr/>
                <p14:nvPr/>
              </p14:nvContentPartPr>
              <p14:xfrm>
                <a:off x="5780302" y="3017612"/>
                <a:ext cx="139680" cy="68040"/>
              </p14:xfrm>
            </p:contentPart>
          </mc:Choice>
          <mc:Fallback xmlns=""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3E877CB6-A1F0-E988-93CC-7BBE5AE3BD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74182" y="3011492"/>
                  <a:ext cx="151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D6FF989C-77E6-8D69-143D-F920021CEDEA}"/>
                    </a:ext>
                  </a:extLst>
                </p14:cNvPr>
                <p14:cNvContentPartPr/>
                <p14:nvPr/>
              </p14:nvContentPartPr>
              <p14:xfrm>
                <a:off x="5817022" y="3107972"/>
                <a:ext cx="14400" cy="3492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D6FF989C-77E6-8D69-143D-F920021CED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10902" y="3101852"/>
                  <a:ext cx="26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8262D251-8999-4453-E1B9-E6655AF4BAB7}"/>
                    </a:ext>
                  </a:extLst>
                </p14:cNvPr>
                <p14:cNvContentPartPr/>
                <p14:nvPr/>
              </p14:nvContentPartPr>
              <p14:xfrm>
                <a:off x="5830702" y="3092132"/>
                <a:ext cx="60480" cy="6300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8262D251-8999-4453-E1B9-E6655AF4BA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24582" y="3086012"/>
                  <a:ext cx="72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B4D40D6D-C06C-05BA-815E-AD207EFE03ED}"/>
                    </a:ext>
                  </a:extLst>
                </p14:cNvPr>
                <p14:cNvContentPartPr/>
                <p14:nvPr/>
              </p14:nvContentPartPr>
              <p14:xfrm>
                <a:off x="5808022" y="3182492"/>
                <a:ext cx="15480" cy="6660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B4D40D6D-C06C-05BA-815E-AD207EFE03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01902" y="3176372"/>
                  <a:ext cx="277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BE39B54D-2AA1-5FDF-4556-5B2A09C424B7}"/>
                    </a:ext>
                  </a:extLst>
                </p14:cNvPr>
                <p14:cNvContentPartPr/>
                <p14:nvPr/>
              </p14:nvContentPartPr>
              <p14:xfrm>
                <a:off x="5807662" y="3152972"/>
                <a:ext cx="149040" cy="13608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BE39B54D-2AA1-5FDF-4556-5B2A09C424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01542" y="3146852"/>
                  <a:ext cx="1612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786FE7F6-2FC6-08F9-4400-431F80491115}"/>
                    </a:ext>
                  </a:extLst>
                </p14:cNvPr>
                <p14:cNvContentPartPr/>
                <p14:nvPr/>
              </p14:nvContentPartPr>
              <p14:xfrm>
                <a:off x="5987662" y="3137852"/>
                <a:ext cx="9720" cy="6120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786FE7F6-2FC6-08F9-4400-431F804911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81542" y="3131732"/>
                  <a:ext cx="219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8D63FDB7-9E31-BDC5-95B3-10C28C4FC8BC}"/>
                    </a:ext>
                  </a:extLst>
                </p14:cNvPr>
                <p14:cNvContentPartPr/>
                <p14:nvPr/>
              </p14:nvContentPartPr>
              <p14:xfrm>
                <a:off x="5987302" y="3108692"/>
                <a:ext cx="106560" cy="11700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8D63FDB7-9E31-BDC5-95B3-10C28C4FC8B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81182" y="3102572"/>
                  <a:ext cx="118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F7BDBD49-1347-5A34-A0D4-998FB9317CB5}"/>
                    </a:ext>
                  </a:extLst>
                </p14:cNvPr>
                <p14:cNvContentPartPr/>
                <p14:nvPr/>
              </p14:nvContentPartPr>
              <p14:xfrm>
                <a:off x="6016102" y="3094292"/>
                <a:ext cx="174600" cy="1900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F7BDBD49-1347-5A34-A0D4-998FB9317CB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09982" y="3088172"/>
                  <a:ext cx="1868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91813C6E-2646-418E-973C-4F2191528AA4}"/>
                    </a:ext>
                  </a:extLst>
                </p14:cNvPr>
                <p14:cNvContentPartPr/>
                <p14:nvPr/>
              </p14:nvContentPartPr>
              <p14:xfrm>
                <a:off x="6185662" y="3069812"/>
                <a:ext cx="41760" cy="2124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91813C6E-2646-418E-973C-4F2191528AA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79542" y="3063692"/>
                  <a:ext cx="54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CE748CD9-954E-AE95-11C9-094E42963FEA}"/>
                    </a:ext>
                  </a:extLst>
                </p14:cNvPr>
                <p14:cNvContentPartPr/>
                <p14:nvPr/>
              </p14:nvContentPartPr>
              <p14:xfrm>
                <a:off x="6183862" y="3127412"/>
                <a:ext cx="36000" cy="169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CE748CD9-954E-AE95-11C9-094E42963F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77742" y="3121292"/>
                  <a:ext cx="48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B90FD530-F213-BD12-9C38-0AD644D56E16}"/>
                    </a:ext>
                  </a:extLst>
                </p14:cNvPr>
                <p14:cNvContentPartPr/>
                <p14:nvPr/>
              </p14:nvContentPartPr>
              <p14:xfrm>
                <a:off x="6163702" y="3099692"/>
                <a:ext cx="138240" cy="10368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B90FD530-F213-BD12-9C38-0AD644D56E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57582" y="3093572"/>
                  <a:ext cx="150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0E2C34E0-5AD1-C623-1E40-58714D433DEA}"/>
                    </a:ext>
                  </a:extLst>
                </p14:cNvPr>
                <p14:cNvContentPartPr/>
                <p14:nvPr/>
              </p14:nvContentPartPr>
              <p14:xfrm>
                <a:off x="6223822" y="3122012"/>
                <a:ext cx="36000" cy="20160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0E2C34E0-5AD1-C623-1E40-58714D433DE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17702" y="3115892"/>
                  <a:ext cx="48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D2589EE5-3B03-C362-DCBA-1F52063B04E7}"/>
                    </a:ext>
                  </a:extLst>
                </p14:cNvPr>
                <p14:cNvContentPartPr/>
                <p14:nvPr/>
              </p14:nvContentPartPr>
              <p14:xfrm>
                <a:off x="6326062" y="3093572"/>
                <a:ext cx="12960" cy="2340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D2589EE5-3B03-C362-DCBA-1F52063B04E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19942" y="3087452"/>
                  <a:ext cx="25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550D8332-3AB8-98BC-7DCD-0B08B3FD4AC6}"/>
                    </a:ext>
                  </a:extLst>
                </p14:cNvPr>
                <p14:cNvContentPartPr/>
                <p14:nvPr/>
              </p14:nvContentPartPr>
              <p14:xfrm>
                <a:off x="6291502" y="3052172"/>
                <a:ext cx="162000" cy="12708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550D8332-3AB8-98BC-7DCD-0B08B3FD4AC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85382" y="3046052"/>
                  <a:ext cx="174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4924B367-249F-2441-7107-18CDAFE2F282}"/>
                    </a:ext>
                  </a:extLst>
                </p14:cNvPr>
                <p14:cNvContentPartPr/>
                <p14:nvPr/>
              </p14:nvContentPartPr>
              <p14:xfrm>
                <a:off x="6359902" y="3183212"/>
                <a:ext cx="6120" cy="4608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4924B367-249F-2441-7107-18CDAFE2F2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53782" y="3177092"/>
                  <a:ext cx="18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BEEC03D7-1061-CB44-B83B-690F67A7CA9B}"/>
                    </a:ext>
                  </a:extLst>
                </p14:cNvPr>
                <p14:cNvContentPartPr/>
                <p14:nvPr/>
              </p14:nvContentPartPr>
              <p14:xfrm>
                <a:off x="6335782" y="3191492"/>
                <a:ext cx="72360" cy="11952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BEEC03D7-1061-CB44-B83B-690F67A7CA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29662" y="3185372"/>
                  <a:ext cx="846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E8C20468-2F90-E618-C972-439BA433BCA3}"/>
                    </a:ext>
                  </a:extLst>
                </p14:cNvPr>
                <p14:cNvContentPartPr/>
                <p14:nvPr/>
              </p14:nvContentPartPr>
              <p14:xfrm>
                <a:off x="6390502" y="3184652"/>
                <a:ext cx="74160" cy="8928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E8C20468-2F90-E618-C972-439BA433BCA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84382" y="3178532"/>
                  <a:ext cx="864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7E4A6801-8C6E-7C64-251C-5567D5972A6D}"/>
                    </a:ext>
                  </a:extLst>
                </p14:cNvPr>
                <p14:cNvContentPartPr/>
                <p14:nvPr/>
              </p14:nvContentPartPr>
              <p14:xfrm>
                <a:off x="6407062" y="3201212"/>
                <a:ext cx="159480" cy="8208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7E4A6801-8C6E-7C64-251C-5567D5972A6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00942" y="3195092"/>
                  <a:ext cx="171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B47890AD-49FA-B833-0D7B-125664023AD3}"/>
                    </a:ext>
                  </a:extLst>
                </p14:cNvPr>
                <p14:cNvContentPartPr/>
                <p14:nvPr/>
              </p14:nvContentPartPr>
              <p14:xfrm>
                <a:off x="6559342" y="3097892"/>
                <a:ext cx="64080" cy="19404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B47890AD-49FA-B833-0D7B-125664023A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53222" y="3091772"/>
                  <a:ext cx="76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50A7F28D-871A-9C2C-FA54-64EA46FE5524}"/>
                    </a:ext>
                  </a:extLst>
                </p14:cNvPr>
                <p14:cNvContentPartPr/>
                <p14:nvPr/>
              </p14:nvContentPartPr>
              <p14:xfrm>
                <a:off x="6510382" y="3174932"/>
                <a:ext cx="24480" cy="4680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50A7F28D-871A-9C2C-FA54-64EA46FE552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04262" y="3168812"/>
                  <a:ext cx="36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7BE3BAED-25D4-8B00-351B-C0B60AD69DA3}"/>
                    </a:ext>
                  </a:extLst>
                </p14:cNvPr>
                <p14:cNvContentPartPr/>
                <p14:nvPr/>
              </p14:nvContentPartPr>
              <p14:xfrm>
                <a:off x="6654742" y="3185372"/>
                <a:ext cx="42120" cy="255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7BE3BAED-25D4-8B00-351B-C0B60AD69DA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48622" y="3179252"/>
                  <a:ext cx="54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2582A180-794E-2DCB-20E0-E0412DF60A63}"/>
                    </a:ext>
                  </a:extLst>
                </p14:cNvPr>
                <p14:cNvContentPartPr/>
                <p14:nvPr/>
              </p14:nvContentPartPr>
              <p14:xfrm>
                <a:off x="6703702" y="3110132"/>
                <a:ext cx="34200" cy="10044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582A180-794E-2DCB-20E0-E0412DF60A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97582" y="3104012"/>
                  <a:ext cx="46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FBA4C1B0-45AF-429D-B993-A198FD1EBA71}"/>
                    </a:ext>
                  </a:extLst>
                </p14:cNvPr>
                <p14:cNvContentPartPr/>
                <p14:nvPr/>
              </p14:nvContentPartPr>
              <p14:xfrm>
                <a:off x="6720262" y="3209492"/>
                <a:ext cx="32040" cy="5976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FBA4C1B0-45AF-429D-B993-A198FD1EBA7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14142" y="3203372"/>
                  <a:ext cx="44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4C8276BD-D748-CA0A-D2F6-351BD83A5EEF}"/>
                    </a:ext>
                  </a:extLst>
                </p14:cNvPr>
                <p14:cNvContentPartPr/>
                <p14:nvPr/>
              </p14:nvContentPartPr>
              <p14:xfrm>
                <a:off x="6755182" y="3174212"/>
                <a:ext cx="7920" cy="8172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4C8276BD-D748-CA0A-D2F6-351BD83A5E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49062" y="3168092"/>
                  <a:ext cx="20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3904DE92-4A1F-FD9F-0CEB-D55D929183FD}"/>
                    </a:ext>
                  </a:extLst>
                </p14:cNvPr>
                <p14:cNvContentPartPr/>
                <p14:nvPr/>
              </p14:nvContentPartPr>
              <p14:xfrm>
                <a:off x="6750502" y="3075572"/>
                <a:ext cx="92880" cy="22716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3904DE92-4A1F-FD9F-0CEB-D55D929183F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44382" y="3069452"/>
                  <a:ext cx="105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AC47EF3A-A036-5DFF-0522-9037D318DB7A}"/>
                    </a:ext>
                  </a:extLst>
                </p14:cNvPr>
                <p14:cNvContentPartPr/>
                <p14:nvPr/>
              </p14:nvContentPartPr>
              <p14:xfrm>
                <a:off x="6736462" y="3175652"/>
                <a:ext cx="193680" cy="11340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AC47EF3A-A036-5DFF-0522-9037D318DB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30342" y="3169532"/>
                  <a:ext cx="205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AA26F5A7-6B0D-3E51-CF01-00A8BF42FF0D}"/>
                    </a:ext>
                  </a:extLst>
                </p14:cNvPr>
                <p14:cNvContentPartPr/>
                <p14:nvPr/>
              </p14:nvContentPartPr>
              <p14:xfrm>
                <a:off x="6895942" y="3086012"/>
                <a:ext cx="99720" cy="4572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AA26F5A7-6B0D-3E51-CF01-00A8BF42FF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89822" y="3079892"/>
                  <a:ext cx="1119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4C91BCA1-DD74-E3FE-3406-0FE28C99B80E}"/>
                    </a:ext>
                  </a:extLst>
                </p14:cNvPr>
                <p14:cNvContentPartPr/>
                <p14:nvPr/>
              </p14:nvContentPartPr>
              <p14:xfrm>
                <a:off x="6877582" y="3079892"/>
                <a:ext cx="61920" cy="10620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4C91BCA1-DD74-E3FE-3406-0FE28C99B8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71462" y="3073772"/>
                  <a:ext cx="74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D8179CA6-EC2B-8C8B-D924-697FB63E733F}"/>
                    </a:ext>
                  </a:extLst>
                </p14:cNvPr>
                <p14:cNvContentPartPr/>
                <p14:nvPr/>
              </p14:nvContentPartPr>
              <p14:xfrm>
                <a:off x="6948142" y="3136412"/>
                <a:ext cx="51480" cy="2196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D8179CA6-EC2B-8C8B-D924-697FB63E733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42022" y="3130292"/>
                  <a:ext cx="63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BB0086A9-0C53-CD15-B0E6-3F0DC49DD6B2}"/>
                    </a:ext>
                  </a:extLst>
                </p14:cNvPr>
                <p14:cNvContentPartPr/>
                <p14:nvPr/>
              </p14:nvContentPartPr>
              <p14:xfrm>
                <a:off x="6941662" y="3176372"/>
                <a:ext cx="10080" cy="756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BB0086A9-0C53-CD15-B0E6-3F0DC49DD6B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35542" y="3170252"/>
                  <a:ext cx="223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E363281C-0E9E-6326-BE28-96DFD3E4F94C}"/>
                    </a:ext>
                  </a:extLst>
                </p14:cNvPr>
                <p14:cNvContentPartPr/>
                <p14:nvPr/>
              </p14:nvContentPartPr>
              <p14:xfrm>
                <a:off x="6881182" y="3205892"/>
                <a:ext cx="57960" cy="5760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E363281C-0E9E-6326-BE28-96DFD3E4F94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75062" y="3199772"/>
                  <a:ext cx="70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DD8209A2-C11E-806E-9CCD-52866D07D972}"/>
                    </a:ext>
                  </a:extLst>
                </p14:cNvPr>
                <p14:cNvContentPartPr/>
                <p14:nvPr/>
              </p14:nvContentPartPr>
              <p14:xfrm>
                <a:off x="6940582" y="3225332"/>
                <a:ext cx="156960" cy="6120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DD8209A2-C11E-806E-9CCD-52866D07D97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34462" y="3219212"/>
                  <a:ext cx="169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EC540111-CAC6-05E6-C626-20E8B385CC9F}"/>
                    </a:ext>
                  </a:extLst>
                </p14:cNvPr>
                <p14:cNvContentPartPr/>
                <p14:nvPr/>
              </p14:nvContentPartPr>
              <p14:xfrm>
                <a:off x="6992422" y="3201932"/>
                <a:ext cx="13680" cy="396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EC540111-CAC6-05E6-C626-20E8B385CC9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86302" y="3195812"/>
                  <a:ext cx="259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F6504E3F-0A27-C057-6FD6-EF39D15D4AF2}"/>
                    </a:ext>
                  </a:extLst>
                </p14:cNvPr>
                <p14:cNvContentPartPr/>
                <p14:nvPr/>
              </p14:nvContentPartPr>
              <p14:xfrm>
                <a:off x="7030222" y="3170252"/>
                <a:ext cx="18360" cy="1908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F6504E3F-0A27-C057-6FD6-EF39D15D4AF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24102" y="3164132"/>
                  <a:ext cx="306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E3BB14D7-E411-E262-F981-0ABCA261A43A}"/>
                    </a:ext>
                  </a:extLst>
                </p14:cNvPr>
                <p14:cNvContentPartPr/>
                <p14:nvPr/>
              </p14:nvContentPartPr>
              <p14:xfrm>
                <a:off x="7141462" y="3245852"/>
                <a:ext cx="21240" cy="14040"/>
              </p14:xfrm>
            </p:contentPart>
          </mc:Choice>
          <mc:Fallback xmlns=""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E3BB14D7-E411-E262-F981-0ABCA261A4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35342" y="3239732"/>
                  <a:ext cx="33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2C3FC29B-5365-8266-4E84-19D77CDB5408}"/>
                    </a:ext>
                  </a:extLst>
                </p14:cNvPr>
                <p14:cNvContentPartPr/>
                <p14:nvPr/>
              </p14:nvContentPartPr>
              <p14:xfrm>
                <a:off x="7180702" y="3074852"/>
                <a:ext cx="66960" cy="16956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2C3FC29B-5365-8266-4E84-19D77CDB540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74582" y="3068732"/>
                  <a:ext cx="79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40442E8A-C967-5AD2-8BB7-06042301D012}"/>
                    </a:ext>
                  </a:extLst>
                </p14:cNvPr>
                <p14:cNvContentPartPr/>
                <p14:nvPr/>
              </p14:nvContentPartPr>
              <p14:xfrm>
                <a:off x="7228582" y="3086012"/>
                <a:ext cx="77400" cy="16956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40442E8A-C967-5AD2-8BB7-06042301D01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22462" y="3079892"/>
                  <a:ext cx="89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2DFA1C1D-9F0E-5BDE-1F0A-F4ABA8752B9B}"/>
                    </a:ext>
                  </a:extLst>
                </p14:cNvPr>
                <p14:cNvContentPartPr/>
                <p14:nvPr/>
              </p14:nvContentPartPr>
              <p14:xfrm>
                <a:off x="7255582" y="3141092"/>
                <a:ext cx="59760" cy="4356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2DFA1C1D-9F0E-5BDE-1F0A-F4ABA8752B9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49462" y="3134972"/>
                  <a:ext cx="72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3CE54C09-DA53-3C38-8C5D-86C319E591D5}"/>
                    </a:ext>
                  </a:extLst>
                </p14:cNvPr>
                <p14:cNvContentPartPr/>
                <p14:nvPr/>
              </p14:nvContentPartPr>
              <p14:xfrm>
                <a:off x="7284382" y="3123812"/>
                <a:ext cx="117000" cy="12996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3CE54C09-DA53-3C38-8C5D-86C319E591D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78262" y="3117692"/>
                  <a:ext cx="1292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07E19E30-9BB3-5DA9-AD83-ADF969295D3A}"/>
                    </a:ext>
                  </a:extLst>
                </p14:cNvPr>
                <p14:cNvContentPartPr/>
                <p14:nvPr/>
              </p14:nvContentPartPr>
              <p14:xfrm>
                <a:off x="7301302" y="3245852"/>
                <a:ext cx="11160" cy="1512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07E19E30-9BB3-5DA9-AD83-ADF969295D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95182" y="3239732"/>
                  <a:ext cx="234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2C79A84E-D658-AC35-26DC-B53F98C83387}"/>
                    </a:ext>
                  </a:extLst>
                </p14:cNvPr>
                <p14:cNvContentPartPr/>
                <p14:nvPr/>
              </p14:nvContentPartPr>
              <p14:xfrm>
                <a:off x="7407502" y="3123092"/>
                <a:ext cx="7920" cy="2376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2C79A84E-D658-AC35-26DC-B53F98C8338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01382" y="3116972"/>
                  <a:ext cx="20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3A89D7DE-CD70-9354-4C3E-F78C2B2FAFA9}"/>
                    </a:ext>
                  </a:extLst>
                </p14:cNvPr>
                <p14:cNvContentPartPr/>
                <p14:nvPr/>
              </p14:nvContentPartPr>
              <p14:xfrm>
                <a:off x="7410742" y="3079892"/>
                <a:ext cx="89640" cy="10332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3A89D7DE-CD70-9354-4C3E-F78C2B2FAFA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04622" y="3073772"/>
                  <a:ext cx="101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355B7BE3-8BF4-1DDC-896C-E7A80CD29F19}"/>
                    </a:ext>
                  </a:extLst>
                </p14:cNvPr>
                <p14:cNvContentPartPr/>
                <p14:nvPr/>
              </p14:nvContentPartPr>
              <p14:xfrm>
                <a:off x="7435582" y="3052172"/>
                <a:ext cx="175680" cy="22428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355B7BE3-8BF4-1DDC-896C-E7A80CD29F1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29462" y="3046052"/>
                  <a:ext cx="187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75E4D676-F838-43AA-7840-3A47726C06F5}"/>
                    </a:ext>
                  </a:extLst>
                </p14:cNvPr>
                <p14:cNvContentPartPr/>
                <p14:nvPr/>
              </p14:nvContentPartPr>
              <p14:xfrm>
                <a:off x="7607662" y="3056852"/>
                <a:ext cx="48960" cy="28080"/>
              </p14:xfrm>
            </p:contentPart>
          </mc:Choice>
          <mc:Fallback xmlns=""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75E4D676-F838-43AA-7840-3A47726C06F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01542" y="3050732"/>
                  <a:ext cx="612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A656DD83-B773-3C46-8212-75874A6E3A26}"/>
                    </a:ext>
                  </a:extLst>
                </p14:cNvPr>
                <p14:cNvContentPartPr/>
                <p14:nvPr/>
              </p14:nvContentPartPr>
              <p14:xfrm>
                <a:off x="7606582" y="3113012"/>
                <a:ext cx="37440" cy="1404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A656DD83-B773-3C46-8212-75874A6E3A2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00462" y="3106892"/>
                  <a:ext cx="49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C2332C1C-F4E6-3DC0-3102-B0FB9A304395}"/>
                    </a:ext>
                  </a:extLst>
                </p14:cNvPr>
                <p14:cNvContentPartPr/>
                <p14:nvPr/>
              </p14:nvContentPartPr>
              <p14:xfrm>
                <a:off x="7567342" y="3095012"/>
                <a:ext cx="168120" cy="101880"/>
              </p14:xfrm>
            </p:contentPart>
          </mc:Choice>
          <mc:Fallback xmlns=""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C2332C1C-F4E6-3DC0-3102-B0FB9A30439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61222" y="3088892"/>
                  <a:ext cx="180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55A430E7-467F-0C57-7D65-335BCE59A6FB}"/>
                    </a:ext>
                  </a:extLst>
                </p14:cNvPr>
                <p14:cNvContentPartPr/>
                <p14:nvPr/>
              </p14:nvContentPartPr>
              <p14:xfrm>
                <a:off x="7632142" y="3104372"/>
                <a:ext cx="34920" cy="212400"/>
              </p14:xfrm>
            </p:contentPart>
          </mc:Choice>
          <mc:Fallback xmlns=""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55A430E7-467F-0C57-7D65-335BCE59A6F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26022" y="3098252"/>
                  <a:ext cx="471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5472B723-CA3A-4568-71BB-895435C84F68}"/>
                    </a:ext>
                  </a:extLst>
                </p14:cNvPr>
                <p14:cNvContentPartPr/>
                <p14:nvPr/>
              </p14:nvContentPartPr>
              <p14:xfrm>
                <a:off x="7780822" y="3099692"/>
                <a:ext cx="8640" cy="21960"/>
              </p14:xfrm>
            </p:contentPart>
          </mc:Choice>
          <mc:Fallback xmlns=""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5472B723-CA3A-4568-71BB-895435C84F6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4702" y="3093572"/>
                  <a:ext cx="20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795EAE87-ABDD-886E-ED37-8F059E58ED9E}"/>
                    </a:ext>
                  </a:extLst>
                </p14:cNvPr>
                <p14:cNvContentPartPr/>
                <p14:nvPr/>
              </p14:nvContentPartPr>
              <p14:xfrm>
                <a:off x="7778302" y="3043172"/>
                <a:ext cx="59040" cy="83160"/>
              </p14:xfrm>
            </p:contentPart>
          </mc:Choice>
          <mc:Fallback xmlns=""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795EAE87-ABDD-886E-ED37-8F059E58ED9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72182" y="3037052"/>
                  <a:ext cx="71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3C76912D-34E0-9F40-BCBE-42001D982213}"/>
                    </a:ext>
                  </a:extLst>
                </p14:cNvPr>
                <p14:cNvContentPartPr/>
                <p14:nvPr/>
              </p14:nvContentPartPr>
              <p14:xfrm>
                <a:off x="7742302" y="3137132"/>
                <a:ext cx="177120" cy="33840"/>
              </p14:xfrm>
            </p:contentPart>
          </mc:Choice>
          <mc:Fallback xmlns=""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3C76912D-34E0-9F40-BCBE-42001D98221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36182" y="3131012"/>
                  <a:ext cx="189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F7C77A31-7A94-6345-91FD-DA821F2A75CA}"/>
                    </a:ext>
                  </a:extLst>
                </p14:cNvPr>
                <p14:cNvContentPartPr/>
                <p14:nvPr/>
              </p14:nvContentPartPr>
              <p14:xfrm>
                <a:off x="7803142" y="3177092"/>
                <a:ext cx="7200" cy="39600"/>
              </p14:xfrm>
            </p:contentPart>
          </mc:Choice>
          <mc:Fallback xmlns=""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F7C77A31-7A94-6345-91FD-DA821F2A75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97022" y="3170972"/>
                  <a:ext cx="19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8DE698B8-0359-BBD5-3D78-343F15C523EA}"/>
                    </a:ext>
                  </a:extLst>
                </p14:cNvPr>
                <p14:cNvContentPartPr/>
                <p14:nvPr/>
              </p14:nvContentPartPr>
              <p14:xfrm>
                <a:off x="7781902" y="3161972"/>
                <a:ext cx="68760" cy="11988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8DE698B8-0359-BBD5-3D78-343F15C523E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75782" y="3155852"/>
                  <a:ext cx="81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FA7D6E9B-4888-0B1E-B78A-E146B880C377}"/>
                    </a:ext>
                  </a:extLst>
                </p14:cNvPr>
                <p14:cNvContentPartPr/>
                <p14:nvPr/>
              </p14:nvContentPartPr>
              <p14:xfrm>
                <a:off x="7849942" y="3187172"/>
                <a:ext cx="56160" cy="90000"/>
              </p14:xfrm>
            </p:contentPart>
          </mc:Choice>
          <mc:Fallback xmlns=""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FA7D6E9B-4888-0B1E-B78A-E146B880C37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43822" y="3181052"/>
                  <a:ext cx="68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07652C63-6F01-F60C-E7FF-DB29752F7236}"/>
                    </a:ext>
                  </a:extLst>
                </p14:cNvPr>
                <p14:cNvContentPartPr/>
                <p14:nvPr/>
              </p14:nvContentPartPr>
              <p14:xfrm>
                <a:off x="7865062" y="3223172"/>
                <a:ext cx="132120" cy="78480"/>
              </p14:xfrm>
            </p:contentPart>
          </mc:Choice>
          <mc:Fallback xmlns=""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07652C63-6F01-F60C-E7FF-DB29752F723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58942" y="3217052"/>
                  <a:ext cx="1443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120" name="墨迹 5119">
                  <a:extLst>
                    <a:ext uri="{FF2B5EF4-FFF2-40B4-BE49-F238E27FC236}">
                      <a16:creationId xmlns:a16="http://schemas.microsoft.com/office/drawing/2014/main" id="{18D5EF3B-EC7D-4FCB-6257-AED86FD170A0}"/>
                    </a:ext>
                  </a:extLst>
                </p14:cNvPr>
                <p14:cNvContentPartPr/>
                <p14:nvPr/>
              </p14:nvContentPartPr>
              <p14:xfrm>
                <a:off x="8009062" y="3137132"/>
                <a:ext cx="109440" cy="23760"/>
              </p14:xfrm>
            </p:contentPart>
          </mc:Choice>
          <mc:Fallback xmlns="">
            <p:pic>
              <p:nvPicPr>
                <p:cNvPr id="5120" name="墨迹 5119">
                  <a:extLst>
                    <a:ext uri="{FF2B5EF4-FFF2-40B4-BE49-F238E27FC236}">
                      <a16:creationId xmlns:a16="http://schemas.microsoft.com/office/drawing/2014/main" id="{18D5EF3B-EC7D-4FCB-6257-AED86FD170A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02942" y="3131012"/>
                  <a:ext cx="121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121" name="墨迹 5120">
                  <a:extLst>
                    <a:ext uri="{FF2B5EF4-FFF2-40B4-BE49-F238E27FC236}">
                      <a16:creationId xmlns:a16="http://schemas.microsoft.com/office/drawing/2014/main" id="{F5FFD4CE-107A-5FE7-A742-8894FF1195FA}"/>
                    </a:ext>
                  </a:extLst>
                </p14:cNvPr>
                <p14:cNvContentPartPr/>
                <p14:nvPr/>
              </p14:nvContentPartPr>
              <p14:xfrm>
                <a:off x="7991422" y="3098972"/>
                <a:ext cx="71640" cy="142920"/>
              </p14:xfrm>
            </p:contentPart>
          </mc:Choice>
          <mc:Fallback xmlns="">
            <p:pic>
              <p:nvPicPr>
                <p:cNvPr id="5121" name="墨迹 5120">
                  <a:extLst>
                    <a:ext uri="{FF2B5EF4-FFF2-40B4-BE49-F238E27FC236}">
                      <a16:creationId xmlns:a16="http://schemas.microsoft.com/office/drawing/2014/main" id="{F5FFD4CE-107A-5FE7-A742-8894FF1195F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85302" y="3092852"/>
                  <a:ext cx="83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170" name="墨迹 5169">
                  <a:extLst>
                    <a:ext uri="{FF2B5EF4-FFF2-40B4-BE49-F238E27FC236}">
                      <a16:creationId xmlns:a16="http://schemas.microsoft.com/office/drawing/2014/main" id="{6D912856-D968-CBF1-63E3-7571F116A128}"/>
                    </a:ext>
                  </a:extLst>
                </p14:cNvPr>
                <p14:cNvContentPartPr/>
                <p14:nvPr/>
              </p14:nvContentPartPr>
              <p14:xfrm>
                <a:off x="8063782" y="3191492"/>
                <a:ext cx="158760" cy="69480"/>
              </p14:xfrm>
            </p:contentPart>
          </mc:Choice>
          <mc:Fallback xmlns="">
            <p:pic>
              <p:nvPicPr>
                <p:cNvPr id="5170" name="墨迹 5169">
                  <a:extLst>
                    <a:ext uri="{FF2B5EF4-FFF2-40B4-BE49-F238E27FC236}">
                      <a16:creationId xmlns:a16="http://schemas.microsoft.com/office/drawing/2014/main" id="{6D912856-D968-CBF1-63E3-7571F116A12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57662" y="3185372"/>
                  <a:ext cx="171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171" name="墨迹 5170">
                  <a:extLst>
                    <a:ext uri="{FF2B5EF4-FFF2-40B4-BE49-F238E27FC236}">
                      <a16:creationId xmlns:a16="http://schemas.microsoft.com/office/drawing/2014/main" id="{1B163E83-852B-1A3A-A5C3-CC059522B339}"/>
                    </a:ext>
                  </a:extLst>
                </p14:cNvPr>
                <p14:cNvContentPartPr/>
                <p14:nvPr/>
              </p14:nvContentPartPr>
              <p14:xfrm>
                <a:off x="8179342" y="3094292"/>
                <a:ext cx="53280" cy="105840"/>
              </p14:xfrm>
            </p:contentPart>
          </mc:Choice>
          <mc:Fallback xmlns="">
            <p:pic>
              <p:nvPicPr>
                <p:cNvPr id="5171" name="墨迹 5170">
                  <a:extLst>
                    <a:ext uri="{FF2B5EF4-FFF2-40B4-BE49-F238E27FC236}">
                      <a16:creationId xmlns:a16="http://schemas.microsoft.com/office/drawing/2014/main" id="{1B163E83-852B-1A3A-A5C3-CC059522B3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73222" y="3088172"/>
                  <a:ext cx="65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172" name="墨迹 5171">
                  <a:extLst>
                    <a:ext uri="{FF2B5EF4-FFF2-40B4-BE49-F238E27FC236}">
                      <a16:creationId xmlns:a16="http://schemas.microsoft.com/office/drawing/2014/main" id="{D6A93531-BB81-AD3A-99D0-D9D8682BADC0}"/>
                    </a:ext>
                  </a:extLst>
                </p14:cNvPr>
                <p14:cNvContentPartPr/>
                <p14:nvPr/>
              </p14:nvContentPartPr>
              <p14:xfrm>
                <a:off x="8204902" y="3188612"/>
                <a:ext cx="43920" cy="62640"/>
              </p14:xfrm>
            </p:contentPart>
          </mc:Choice>
          <mc:Fallback xmlns="">
            <p:pic>
              <p:nvPicPr>
                <p:cNvPr id="5172" name="墨迹 5171">
                  <a:extLst>
                    <a:ext uri="{FF2B5EF4-FFF2-40B4-BE49-F238E27FC236}">
                      <a16:creationId xmlns:a16="http://schemas.microsoft.com/office/drawing/2014/main" id="{D6A93531-BB81-AD3A-99D0-D9D8682BADC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198782" y="3182492"/>
                  <a:ext cx="56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173" name="墨迹 5172">
                  <a:extLst>
                    <a:ext uri="{FF2B5EF4-FFF2-40B4-BE49-F238E27FC236}">
                      <a16:creationId xmlns:a16="http://schemas.microsoft.com/office/drawing/2014/main" id="{3BE40184-65C1-8765-CED0-35724D21A7DD}"/>
                    </a:ext>
                  </a:extLst>
                </p14:cNvPr>
                <p14:cNvContentPartPr/>
                <p14:nvPr/>
              </p14:nvContentPartPr>
              <p14:xfrm>
                <a:off x="8253862" y="3150092"/>
                <a:ext cx="11520" cy="90000"/>
              </p14:xfrm>
            </p:contentPart>
          </mc:Choice>
          <mc:Fallback xmlns="">
            <p:pic>
              <p:nvPicPr>
                <p:cNvPr id="5173" name="墨迹 5172">
                  <a:extLst>
                    <a:ext uri="{FF2B5EF4-FFF2-40B4-BE49-F238E27FC236}">
                      <a16:creationId xmlns:a16="http://schemas.microsoft.com/office/drawing/2014/main" id="{3BE40184-65C1-8765-CED0-35724D21A7D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47742" y="3143972"/>
                  <a:ext cx="23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174" name="墨迹 5173">
                  <a:extLst>
                    <a:ext uri="{FF2B5EF4-FFF2-40B4-BE49-F238E27FC236}">
                      <a16:creationId xmlns:a16="http://schemas.microsoft.com/office/drawing/2014/main" id="{74C9D80B-CD4F-5BDD-ACEC-1DB4BFD4F797}"/>
                    </a:ext>
                  </a:extLst>
                </p14:cNvPr>
                <p14:cNvContentPartPr/>
                <p14:nvPr/>
              </p14:nvContentPartPr>
              <p14:xfrm>
                <a:off x="8259622" y="3061172"/>
                <a:ext cx="92160" cy="238680"/>
              </p14:xfrm>
            </p:contentPart>
          </mc:Choice>
          <mc:Fallback xmlns="">
            <p:pic>
              <p:nvPicPr>
                <p:cNvPr id="5174" name="墨迹 5173">
                  <a:extLst>
                    <a:ext uri="{FF2B5EF4-FFF2-40B4-BE49-F238E27FC236}">
                      <a16:creationId xmlns:a16="http://schemas.microsoft.com/office/drawing/2014/main" id="{74C9D80B-CD4F-5BDD-ACEC-1DB4BFD4F79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53502" y="3055052"/>
                  <a:ext cx="1044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175" name="墨迹 5174">
                  <a:extLst>
                    <a:ext uri="{FF2B5EF4-FFF2-40B4-BE49-F238E27FC236}">
                      <a16:creationId xmlns:a16="http://schemas.microsoft.com/office/drawing/2014/main" id="{8BF8251C-B63D-99E6-F7DE-713577BA9A0F}"/>
                    </a:ext>
                  </a:extLst>
                </p14:cNvPr>
                <p14:cNvContentPartPr/>
                <p14:nvPr/>
              </p14:nvContentPartPr>
              <p14:xfrm>
                <a:off x="8226502" y="3169532"/>
                <a:ext cx="198720" cy="120960"/>
              </p14:xfrm>
            </p:contentPart>
          </mc:Choice>
          <mc:Fallback xmlns="">
            <p:pic>
              <p:nvPicPr>
                <p:cNvPr id="5175" name="墨迹 5174">
                  <a:extLst>
                    <a:ext uri="{FF2B5EF4-FFF2-40B4-BE49-F238E27FC236}">
                      <a16:creationId xmlns:a16="http://schemas.microsoft.com/office/drawing/2014/main" id="{8BF8251C-B63D-99E6-F7DE-713577BA9A0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20382" y="3163412"/>
                  <a:ext cx="210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176" name="墨迹 5175">
                  <a:extLst>
                    <a:ext uri="{FF2B5EF4-FFF2-40B4-BE49-F238E27FC236}">
                      <a16:creationId xmlns:a16="http://schemas.microsoft.com/office/drawing/2014/main" id="{604D32A2-EBFB-1A15-AA6F-93FC29D6A473}"/>
                    </a:ext>
                  </a:extLst>
                </p14:cNvPr>
                <p14:cNvContentPartPr/>
                <p14:nvPr/>
              </p14:nvContentPartPr>
              <p14:xfrm>
                <a:off x="8419462" y="3079172"/>
                <a:ext cx="113400" cy="36360"/>
              </p14:xfrm>
            </p:contentPart>
          </mc:Choice>
          <mc:Fallback xmlns="">
            <p:pic>
              <p:nvPicPr>
                <p:cNvPr id="5176" name="墨迹 5175">
                  <a:extLst>
                    <a:ext uri="{FF2B5EF4-FFF2-40B4-BE49-F238E27FC236}">
                      <a16:creationId xmlns:a16="http://schemas.microsoft.com/office/drawing/2014/main" id="{604D32A2-EBFB-1A15-AA6F-93FC29D6A47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13342" y="3073052"/>
                  <a:ext cx="125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177" name="墨迹 5176">
                  <a:extLst>
                    <a:ext uri="{FF2B5EF4-FFF2-40B4-BE49-F238E27FC236}">
                      <a16:creationId xmlns:a16="http://schemas.microsoft.com/office/drawing/2014/main" id="{A5024773-194B-F8EC-54D3-B9B3DE4628D4}"/>
                    </a:ext>
                  </a:extLst>
                </p14:cNvPr>
                <p14:cNvContentPartPr/>
                <p14:nvPr/>
              </p14:nvContentPartPr>
              <p14:xfrm>
                <a:off x="8412622" y="3075572"/>
                <a:ext cx="53280" cy="84960"/>
              </p14:xfrm>
            </p:contentPart>
          </mc:Choice>
          <mc:Fallback xmlns="">
            <p:pic>
              <p:nvPicPr>
                <p:cNvPr id="5177" name="墨迹 5176">
                  <a:extLst>
                    <a:ext uri="{FF2B5EF4-FFF2-40B4-BE49-F238E27FC236}">
                      <a16:creationId xmlns:a16="http://schemas.microsoft.com/office/drawing/2014/main" id="{A5024773-194B-F8EC-54D3-B9B3DE4628D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06502" y="3069452"/>
                  <a:ext cx="65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178" name="墨迹 5177">
                  <a:extLst>
                    <a:ext uri="{FF2B5EF4-FFF2-40B4-BE49-F238E27FC236}">
                      <a16:creationId xmlns:a16="http://schemas.microsoft.com/office/drawing/2014/main" id="{650D862B-CB14-CAF1-2A64-8CC98A637947}"/>
                    </a:ext>
                  </a:extLst>
                </p14:cNvPr>
                <p14:cNvContentPartPr/>
                <p14:nvPr/>
              </p14:nvContentPartPr>
              <p14:xfrm>
                <a:off x="8476702" y="3123812"/>
                <a:ext cx="56880" cy="29520"/>
              </p14:xfrm>
            </p:contentPart>
          </mc:Choice>
          <mc:Fallback xmlns="">
            <p:pic>
              <p:nvPicPr>
                <p:cNvPr id="5178" name="墨迹 5177">
                  <a:extLst>
                    <a:ext uri="{FF2B5EF4-FFF2-40B4-BE49-F238E27FC236}">
                      <a16:creationId xmlns:a16="http://schemas.microsoft.com/office/drawing/2014/main" id="{650D862B-CB14-CAF1-2A64-8CC98A63794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70582" y="3117692"/>
                  <a:ext cx="69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179" name="墨迹 5178">
                  <a:extLst>
                    <a:ext uri="{FF2B5EF4-FFF2-40B4-BE49-F238E27FC236}">
                      <a16:creationId xmlns:a16="http://schemas.microsoft.com/office/drawing/2014/main" id="{EFB9A5E7-7685-1470-F1C7-F291E381BCBB}"/>
                    </a:ext>
                  </a:extLst>
                </p14:cNvPr>
                <p14:cNvContentPartPr/>
                <p14:nvPr/>
              </p14:nvContentPartPr>
              <p14:xfrm>
                <a:off x="8475262" y="3173492"/>
                <a:ext cx="14040" cy="6480"/>
              </p14:xfrm>
            </p:contentPart>
          </mc:Choice>
          <mc:Fallback xmlns="">
            <p:pic>
              <p:nvPicPr>
                <p:cNvPr id="5179" name="墨迹 5178">
                  <a:extLst>
                    <a:ext uri="{FF2B5EF4-FFF2-40B4-BE49-F238E27FC236}">
                      <a16:creationId xmlns:a16="http://schemas.microsoft.com/office/drawing/2014/main" id="{EFB9A5E7-7685-1470-F1C7-F291E381BCB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69142" y="3167372"/>
                  <a:ext cx="262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180" name="墨迹 5179">
                  <a:extLst>
                    <a:ext uri="{FF2B5EF4-FFF2-40B4-BE49-F238E27FC236}">
                      <a16:creationId xmlns:a16="http://schemas.microsoft.com/office/drawing/2014/main" id="{C3BFF6B5-72B7-E23D-AD37-CB2F74787B0C}"/>
                    </a:ext>
                  </a:extLst>
                </p14:cNvPr>
                <p14:cNvContentPartPr/>
                <p14:nvPr/>
              </p14:nvContentPartPr>
              <p14:xfrm>
                <a:off x="8427022" y="3212732"/>
                <a:ext cx="38880" cy="48600"/>
              </p14:xfrm>
            </p:contentPart>
          </mc:Choice>
          <mc:Fallback xmlns="">
            <p:pic>
              <p:nvPicPr>
                <p:cNvPr id="5180" name="墨迹 5179">
                  <a:extLst>
                    <a:ext uri="{FF2B5EF4-FFF2-40B4-BE49-F238E27FC236}">
                      <a16:creationId xmlns:a16="http://schemas.microsoft.com/office/drawing/2014/main" id="{C3BFF6B5-72B7-E23D-AD37-CB2F74787B0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20902" y="3206612"/>
                  <a:ext cx="511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181" name="墨迹 5180">
                  <a:extLst>
                    <a:ext uri="{FF2B5EF4-FFF2-40B4-BE49-F238E27FC236}">
                      <a16:creationId xmlns:a16="http://schemas.microsoft.com/office/drawing/2014/main" id="{7E90A692-123D-0E50-AE09-1E923B6D36E1}"/>
                    </a:ext>
                  </a:extLst>
                </p14:cNvPr>
                <p14:cNvContentPartPr/>
                <p14:nvPr/>
              </p14:nvContentPartPr>
              <p14:xfrm>
                <a:off x="8473102" y="3223172"/>
                <a:ext cx="159120" cy="74520"/>
              </p14:xfrm>
            </p:contentPart>
          </mc:Choice>
          <mc:Fallback xmlns="">
            <p:pic>
              <p:nvPicPr>
                <p:cNvPr id="5181" name="墨迹 5180">
                  <a:extLst>
                    <a:ext uri="{FF2B5EF4-FFF2-40B4-BE49-F238E27FC236}">
                      <a16:creationId xmlns:a16="http://schemas.microsoft.com/office/drawing/2014/main" id="{7E90A692-123D-0E50-AE09-1E923B6D36E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466982" y="3217052"/>
                  <a:ext cx="171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5182" name="墨迹 5181">
                  <a:extLst>
                    <a:ext uri="{FF2B5EF4-FFF2-40B4-BE49-F238E27FC236}">
                      <a16:creationId xmlns:a16="http://schemas.microsoft.com/office/drawing/2014/main" id="{CD80F785-7F31-1AB1-D838-454CA194A5C9}"/>
                    </a:ext>
                  </a:extLst>
                </p14:cNvPr>
                <p14:cNvContentPartPr/>
                <p14:nvPr/>
              </p14:nvContentPartPr>
              <p14:xfrm>
                <a:off x="8540782" y="3208772"/>
                <a:ext cx="12600" cy="9360"/>
              </p14:xfrm>
            </p:contentPart>
          </mc:Choice>
          <mc:Fallback xmlns="">
            <p:pic>
              <p:nvPicPr>
                <p:cNvPr id="5182" name="墨迹 5181">
                  <a:extLst>
                    <a:ext uri="{FF2B5EF4-FFF2-40B4-BE49-F238E27FC236}">
                      <a16:creationId xmlns:a16="http://schemas.microsoft.com/office/drawing/2014/main" id="{CD80F785-7F31-1AB1-D838-454CA194A5C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34662" y="3202652"/>
                  <a:ext cx="248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5183" name="墨迹 5182">
                  <a:extLst>
                    <a:ext uri="{FF2B5EF4-FFF2-40B4-BE49-F238E27FC236}">
                      <a16:creationId xmlns:a16="http://schemas.microsoft.com/office/drawing/2014/main" id="{E7265262-A447-001F-6A7E-84B0C6DF5024}"/>
                    </a:ext>
                  </a:extLst>
                </p14:cNvPr>
                <p14:cNvContentPartPr/>
                <p14:nvPr/>
              </p14:nvContentPartPr>
              <p14:xfrm>
                <a:off x="8594782" y="3194372"/>
                <a:ext cx="16200" cy="12600"/>
              </p14:xfrm>
            </p:contentPart>
          </mc:Choice>
          <mc:Fallback xmlns="">
            <p:pic>
              <p:nvPicPr>
                <p:cNvPr id="5183" name="墨迹 5182">
                  <a:extLst>
                    <a:ext uri="{FF2B5EF4-FFF2-40B4-BE49-F238E27FC236}">
                      <a16:creationId xmlns:a16="http://schemas.microsoft.com/office/drawing/2014/main" id="{E7265262-A447-001F-6A7E-84B0C6DF50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88662" y="3188252"/>
                  <a:ext cx="2844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5185" name="墨迹 5184">
                <a:extLst>
                  <a:ext uri="{FF2B5EF4-FFF2-40B4-BE49-F238E27FC236}">
                    <a16:creationId xmlns:a16="http://schemas.microsoft.com/office/drawing/2014/main" id="{FE1362E4-6482-070B-BE62-C5A640E7F6A9}"/>
                  </a:ext>
                </a:extLst>
              </p14:cNvPr>
              <p14:cNvContentPartPr/>
              <p14:nvPr/>
            </p14:nvContentPartPr>
            <p14:xfrm>
              <a:off x="3116302" y="2634932"/>
              <a:ext cx="5760" cy="13320"/>
            </p14:xfrm>
          </p:contentPart>
        </mc:Choice>
        <mc:Fallback xmlns="">
          <p:pic>
            <p:nvPicPr>
              <p:cNvPr id="5185" name="墨迹 5184">
                <a:extLst>
                  <a:ext uri="{FF2B5EF4-FFF2-40B4-BE49-F238E27FC236}">
                    <a16:creationId xmlns:a16="http://schemas.microsoft.com/office/drawing/2014/main" id="{FE1362E4-6482-070B-BE62-C5A640E7F6A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110182" y="2628812"/>
                <a:ext cx="180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5186" name="墨迹 5185">
                <a:extLst>
                  <a:ext uri="{FF2B5EF4-FFF2-40B4-BE49-F238E27FC236}">
                    <a16:creationId xmlns:a16="http://schemas.microsoft.com/office/drawing/2014/main" id="{7E6BE7AC-291D-939B-8C2F-27CA80D735A3}"/>
                  </a:ext>
                </a:extLst>
              </p14:cNvPr>
              <p14:cNvContentPartPr/>
              <p14:nvPr/>
            </p14:nvContentPartPr>
            <p14:xfrm>
              <a:off x="1605022" y="3384812"/>
              <a:ext cx="249840" cy="1740240"/>
            </p14:xfrm>
          </p:contentPart>
        </mc:Choice>
        <mc:Fallback xmlns="">
          <p:pic>
            <p:nvPicPr>
              <p:cNvPr id="5186" name="墨迹 5185">
                <a:extLst>
                  <a:ext uri="{FF2B5EF4-FFF2-40B4-BE49-F238E27FC236}">
                    <a16:creationId xmlns:a16="http://schemas.microsoft.com/office/drawing/2014/main" id="{7E6BE7AC-291D-939B-8C2F-27CA80D735A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598902" y="3378692"/>
                <a:ext cx="262080" cy="175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31" name="组合 5230">
            <a:extLst>
              <a:ext uri="{FF2B5EF4-FFF2-40B4-BE49-F238E27FC236}">
                <a16:creationId xmlns:a16="http://schemas.microsoft.com/office/drawing/2014/main" id="{E1F22226-75F0-5D52-4662-17E7F8FFBE22}"/>
              </a:ext>
            </a:extLst>
          </p:cNvPr>
          <p:cNvGrpSpPr/>
          <p:nvPr/>
        </p:nvGrpSpPr>
        <p:grpSpPr>
          <a:xfrm>
            <a:off x="103822" y="3883772"/>
            <a:ext cx="1416240" cy="298800"/>
            <a:chOff x="103822" y="3883772"/>
            <a:chExt cx="141624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5187" name="墨迹 5186">
                  <a:extLst>
                    <a:ext uri="{FF2B5EF4-FFF2-40B4-BE49-F238E27FC236}">
                      <a16:creationId xmlns:a16="http://schemas.microsoft.com/office/drawing/2014/main" id="{3318CDD4-8420-A561-EA52-5B42A52C6A81}"/>
                    </a:ext>
                  </a:extLst>
                </p14:cNvPr>
                <p14:cNvContentPartPr/>
                <p14:nvPr/>
              </p14:nvContentPartPr>
              <p14:xfrm>
                <a:off x="130102" y="3910412"/>
                <a:ext cx="23040" cy="19800"/>
              </p14:xfrm>
            </p:contentPart>
          </mc:Choice>
          <mc:Fallback xmlns="">
            <p:pic>
              <p:nvPicPr>
                <p:cNvPr id="5187" name="墨迹 5186">
                  <a:extLst>
                    <a:ext uri="{FF2B5EF4-FFF2-40B4-BE49-F238E27FC236}">
                      <a16:creationId xmlns:a16="http://schemas.microsoft.com/office/drawing/2014/main" id="{3318CDD4-8420-A561-EA52-5B42A52C6A8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23982" y="3904292"/>
                  <a:ext cx="35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5188" name="墨迹 5187">
                  <a:extLst>
                    <a:ext uri="{FF2B5EF4-FFF2-40B4-BE49-F238E27FC236}">
                      <a16:creationId xmlns:a16="http://schemas.microsoft.com/office/drawing/2014/main" id="{62D18B50-E34A-B67B-6704-FE7F1077C5DF}"/>
                    </a:ext>
                  </a:extLst>
                </p14:cNvPr>
                <p14:cNvContentPartPr/>
                <p14:nvPr/>
              </p14:nvContentPartPr>
              <p14:xfrm>
                <a:off x="103822" y="3883772"/>
                <a:ext cx="108360" cy="99000"/>
              </p14:xfrm>
            </p:contentPart>
          </mc:Choice>
          <mc:Fallback xmlns="">
            <p:pic>
              <p:nvPicPr>
                <p:cNvPr id="5188" name="墨迹 5187">
                  <a:extLst>
                    <a:ext uri="{FF2B5EF4-FFF2-40B4-BE49-F238E27FC236}">
                      <a16:creationId xmlns:a16="http://schemas.microsoft.com/office/drawing/2014/main" id="{62D18B50-E34A-B67B-6704-FE7F1077C5D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7702" y="3877652"/>
                  <a:ext cx="120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5189" name="墨迹 5188">
                  <a:extLst>
                    <a:ext uri="{FF2B5EF4-FFF2-40B4-BE49-F238E27FC236}">
                      <a16:creationId xmlns:a16="http://schemas.microsoft.com/office/drawing/2014/main" id="{01834E8C-5B88-8DB0-2EBC-64D2F6F716FF}"/>
                    </a:ext>
                  </a:extLst>
                </p14:cNvPr>
                <p14:cNvContentPartPr/>
                <p14:nvPr/>
              </p14:nvContentPartPr>
              <p14:xfrm>
                <a:off x="141982" y="3887732"/>
                <a:ext cx="37800" cy="155880"/>
              </p14:xfrm>
            </p:contentPart>
          </mc:Choice>
          <mc:Fallback xmlns="">
            <p:pic>
              <p:nvPicPr>
                <p:cNvPr id="5189" name="墨迹 5188">
                  <a:extLst>
                    <a:ext uri="{FF2B5EF4-FFF2-40B4-BE49-F238E27FC236}">
                      <a16:creationId xmlns:a16="http://schemas.microsoft.com/office/drawing/2014/main" id="{01834E8C-5B88-8DB0-2EBC-64D2F6F716F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5862" y="3881612"/>
                  <a:ext cx="50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5190" name="墨迹 5189">
                  <a:extLst>
                    <a:ext uri="{FF2B5EF4-FFF2-40B4-BE49-F238E27FC236}">
                      <a16:creationId xmlns:a16="http://schemas.microsoft.com/office/drawing/2014/main" id="{C210BAE9-7829-E7D8-A809-D687DFC789BD}"/>
                    </a:ext>
                  </a:extLst>
                </p14:cNvPr>
                <p14:cNvContentPartPr/>
                <p14:nvPr/>
              </p14:nvContentPartPr>
              <p14:xfrm>
                <a:off x="131542" y="3991052"/>
                <a:ext cx="27360" cy="21960"/>
              </p14:xfrm>
            </p:contentPart>
          </mc:Choice>
          <mc:Fallback xmlns="">
            <p:pic>
              <p:nvPicPr>
                <p:cNvPr id="5190" name="墨迹 5189">
                  <a:extLst>
                    <a:ext uri="{FF2B5EF4-FFF2-40B4-BE49-F238E27FC236}">
                      <a16:creationId xmlns:a16="http://schemas.microsoft.com/office/drawing/2014/main" id="{C210BAE9-7829-E7D8-A809-D687DFC789B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25422" y="3984932"/>
                  <a:ext cx="39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5191" name="墨迹 5190">
                  <a:extLst>
                    <a:ext uri="{FF2B5EF4-FFF2-40B4-BE49-F238E27FC236}">
                      <a16:creationId xmlns:a16="http://schemas.microsoft.com/office/drawing/2014/main" id="{E2AC1092-22BB-8924-2CFC-7004E452A575}"/>
                    </a:ext>
                  </a:extLst>
                </p14:cNvPr>
                <p14:cNvContentPartPr/>
                <p14:nvPr/>
              </p14:nvContentPartPr>
              <p14:xfrm>
                <a:off x="170782" y="3986372"/>
                <a:ext cx="55800" cy="19080"/>
              </p14:xfrm>
            </p:contentPart>
          </mc:Choice>
          <mc:Fallback xmlns="">
            <p:pic>
              <p:nvPicPr>
                <p:cNvPr id="5191" name="墨迹 5190">
                  <a:extLst>
                    <a:ext uri="{FF2B5EF4-FFF2-40B4-BE49-F238E27FC236}">
                      <a16:creationId xmlns:a16="http://schemas.microsoft.com/office/drawing/2014/main" id="{E2AC1092-22BB-8924-2CFC-7004E452A57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4662" y="3980252"/>
                  <a:ext cx="68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5192" name="墨迹 5191">
                  <a:extLst>
                    <a:ext uri="{FF2B5EF4-FFF2-40B4-BE49-F238E27FC236}">
                      <a16:creationId xmlns:a16="http://schemas.microsoft.com/office/drawing/2014/main" id="{F8D840E7-E899-6BDC-A52B-133EE8DDF6DB}"/>
                    </a:ext>
                  </a:extLst>
                </p14:cNvPr>
                <p14:cNvContentPartPr/>
                <p14:nvPr/>
              </p14:nvContentPartPr>
              <p14:xfrm>
                <a:off x="152422" y="4023092"/>
                <a:ext cx="78120" cy="84600"/>
              </p14:xfrm>
            </p:contentPart>
          </mc:Choice>
          <mc:Fallback xmlns="">
            <p:pic>
              <p:nvPicPr>
                <p:cNvPr id="5192" name="墨迹 5191">
                  <a:extLst>
                    <a:ext uri="{FF2B5EF4-FFF2-40B4-BE49-F238E27FC236}">
                      <a16:creationId xmlns:a16="http://schemas.microsoft.com/office/drawing/2014/main" id="{F8D840E7-E899-6BDC-A52B-133EE8DDF6D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46302" y="4016972"/>
                  <a:ext cx="90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5193" name="墨迹 5192">
                  <a:extLst>
                    <a:ext uri="{FF2B5EF4-FFF2-40B4-BE49-F238E27FC236}">
                      <a16:creationId xmlns:a16="http://schemas.microsoft.com/office/drawing/2014/main" id="{B3C9A767-6EC4-169A-BD64-5B57E0160D2A}"/>
                    </a:ext>
                  </a:extLst>
                </p14:cNvPr>
                <p14:cNvContentPartPr/>
                <p14:nvPr/>
              </p14:nvContentPartPr>
              <p14:xfrm>
                <a:off x="150982" y="4026332"/>
                <a:ext cx="54000" cy="100440"/>
              </p14:xfrm>
            </p:contentPart>
          </mc:Choice>
          <mc:Fallback xmlns="">
            <p:pic>
              <p:nvPicPr>
                <p:cNvPr id="5193" name="墨迹 5192">
                  <a:extLst>
                    <a:ext uri="{FF2B5EF4-FFF2-40B4-BE49-F238E27FC236}">
                      <a16:creationId xmlns:a16="http://schemas.microsoft.com/office/drawing/2014/main" id="{B3C9A767-6EC4-169A-BD64-5B57E0160D2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44862" y="4020212"/>
                  <a:ext cx="66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5194" name="墨迹 5193">
                  <a:extLst>
                    <a:ext uri="{FF2B5EF4-FFF2-40B4-BE49-F238E27FC236}">
                      <a16:creationId xmlns:a16="http://schemas.microsoft.com/office/drawing/2014/main" id="{00A11601-054E-EE37-5F85-741B0041BEA1}"/>
                    </a:ext>
                  </a:extLst>
                </p14:cNvPr>
                <p14:cNvContentPartPr/>
                <p14:nvPr/>
              </p14:nvContentPartPr>
              <p14:xfrm>
                <a:off x="113542" y="4025612"/>
                <a:ext cx="123840" cy="88560"/>
              </p14:xfrm>
            </p:contentPart>
          </mc:Choice>
          <mc:Fallback xmlns="">
            <p:pic>
              <p:nvPicPr>
                <p:cNvPr id="5194" name="墨迹 5193">
                  <a:extLst>
                    <a:ext uri="{FF2B5EF4-FFF2-40B4-BE49-F238E27FC236}">
                      <a16:creationId xmlns:a16="http://schemas.microsoft.com/office/drawing/2014/main" id="{00A11601-054E-EE37-5F85-741B0041BEA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7422" y="4019492"/>
                  <a:ext cx="136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195" name="墨迹 5194">
                  <a:extLst>
                    <a:ext uri="{FF2B5EF4-FFF2-40B4-BE49-F238E27FC236}">
                      <a16:creationId xmlns:a16="http://schemas.microsoft.com/office/drawing/2014/main" id="{F4E721EC-EE77-3C9C-4C56-5C76D4D5B803}"/>
                    </a:ext>
                  </a:extLst>
                </p14:cNvPr>
                <p14:cNvContentPartPr/>
                <p14:nvPr/>
              </p14:nvContentPartPr>
              <p14:xfrm>
                <a:off x="198502" y="3929132"/>
                <a:ext cx="82800" cy="178200"/>
              </p14:xfrm>
            </p:contentPart>
          </mc:Choice>
          <mc:Fallback xmlns="">
            <p:pic>
              <p:nvPicPr>
                <p:cNvPr id="5195" name="墨迹 5194">
                  <a:extLst>
                    <a:ext uri="{FF2B5EF4-FFF2-40B4-BE49-F238E27FC236}">
                      <a16:creationId xmlns:a16="http://schemas.microsoft.com/office/drawing/2014/main" id="{F4E721EC-EE77-3C9C-4C56-5C76D4D5B80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2382" y="3923012"/>
                  <a:ext cx="95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5196" name="墨迹 5195">
                  <a:extLst>
                    <a:ext uri="{FF2B5EF4-FFF2-40B4-BE49-F238E27FC236}">
                      <a16:creationId xmlns:a16="http://schemas.microsoft.com/office/drawing/2014/main" id="{582A8AAD-5DFD-EFA3-5612-0A716A2ABFF2}"/>
                    </a:ext>
                  </a:extLst>
                </p14:cNvPr>
                <p14:cNvContentPartPr/>
                <p14:nvPr/>
              </p14:nvContentPartPr>
              <p14:xfrm>
                <a:off x="221182" y="4047212"/>
                <a:ext cx="151920" cy="72000"/>
              </p14:xfrm>
            </p:contentPart>
          </mc:Choice>
          <mc:Fallback xmlns="">
            <p:pic>
              <p:nvPicPr>
                <p:cNvPr id="5196" name="墨迹 5195">
                  <a:extLst>
                    <a:ext uri="{FF2B5EF4-FFF2-40B4-BE49-F238E27FC236}">
                      <a16:creationId xmlns:a16="http://schemas.microsoft.com/office/drawing/2014/main" id="{582A8AAD-5DFD-EFA3-5612-0A716A2ABFF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15062" y="4041092"/>
                  <a:ext cx="1641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5197" name="墨迹 5196">
                  <a:extLst>
                    <a:ext uri="{FF2B5EF4-FFF2-40B4-BE49-F238E27FC236}">
                      <a16:creationId xmlns:a16="http://schemas.microsoft.com/office/drawing/2014/main" id="{8070D387-73ED-F6F3-5BAE-F2D5BC0095D4}"/>
                    </a:ext>
                  </a:extLst>
                </p14:cNvPr>
                <p14:cNvContentPartPr/>
                <p14:nvPr/>
              </p14:nvContentPartPr>
              <p14:xfrm>
                <a:off x="372022" y="3949292"/>
                <a:ext cx="34560" cy="37440"/>
              </p14:xfrm>
            </p:contentPart>
          </mc:Choice>
          <mc:Fallback xmlns="">
            <p:pic>
              <p:nvPicPr>
                <p:cNvPr id="5197" name="墨迹 5196">
                  <a:extLst>
                    <a:ext uri="{FF2B5EF4-FFF2-40B4-BE49-F238E27FC236}">
                      <a16:creationId xmlns:a16="http://schemas.microsoft.com/office/drawing/2014/main" id="{8070D387-73ED-F6F3-5BAE-F2D5BC0095D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5902" y="3943172"/>
                  <a:ext cx="46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5198" name="墨迹 5197">
                  <a:extLst>
                    <a:ext uri="{FF2B5EF4-FFF2-40B4-BE49-F238E27FC236}">
                      <a16:creationId xmlns:a16="http://schemas.microsoft.com/office/drawing/2014/main" id="{555A96ED-2373-D65B-10B8-621086DD9C64}"/>
                    </a:ext>
                  </a:extLst>
                </p14:cNvPr>
                <p14:cNvContentPartPr/>
                <p14:nvPr/>
              </p14:nvContentPartPr>
              <p14:xfrm>
                <a:off x="326302" y="3929132"/>
                <a:ext cx="90360" cy="176040"/>
              </p14:xfrm>
            </p:contentPart>
          </mc:Choice>
          <mc:Fallback xmlns="">
            <p:pic>
              <p:nvPicPr>
                <p:cNvPr id="5198" name="墨迹 5197">
                  <a:extLst>
                    <a:ext uri="{FF2B5EF4-FFF2-40B4-BE49-F238E27FC236}">
                      <a16:creationId xmlns:a16="http://schemas.microsoft.com/office/drawing/2014/main" id="{555A96ED-2373-D65B-10B8-621086DD9C6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0182" y="3923012"/>
                  <a:ext cx="102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199" name="墨迹 5198">
                  <a:extLst>
                    <a:ext uri="{FF2B5EF4-FFF2-40B4-BE49-F238E27FC236}">
                      <a16:creationId xmlns:a16="http://schemas.microsoft.com/office/drawing/2014/main" id="{E9F1E6A8-B3AF-4B97-0953-02ED9806ADB5}"/>
                    </a:ext>
                  </a:extLst>
                </p14:cNvPr>
                <p14:cNvContentPartPr/>
                <p14:nvPr/>
              </p14:nvContentPartPr>
              <p14:xfrm>
                <a:off x="438262" y="3923372"/>
                <a:ext cx="62280" cy="66240"/>
              </p14:xfrm>
            </p:contentPart>
          </mc:Choice>
          <mc:Fallback xmlns="">
            <p:pic>
              <p:nvPicPr>
                <p:cNvPr id="5199" name="墨迹 5198">
                  <a:extLst>
                    <a:ext uri="{FF2B5EF4-FFF2-40B4-BE49-F238E27FC236}">
                      <a16:creationId xmlns:a16="http://schemas.microsoft.com/office/drawing/2014/main" id="{E9F1E6A8-B3AF-4B97-0953-02ED9806ADB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32142" y="3917252"/>
                  <a:ext cx="74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200" name="墨迹 5199">
                  <a:extLst>
                    <a:ext uri="{FF2B5EF4-FFF2-40B4-BE49-F238E27FC236}">
                      <a16:creationId xmlns:a16="http://schemas.microsoft.com/office/drawing/2014/main" id="{A5CE9682-F51B-CDB5-9574-CFD4A32A141B}"/>
                    </a:ext>
                  </a:extLst>
                </p14:cNvPr>
                <p14:cNvContentPartPr/>
                <p14:nvPr/>
              </p14:nvContentPartPr>
              <p14:xfrm>
                <a:off x="386062" y="3968372"/>
                <a:ext cx="53640" cy="174600"/>
              </p14:xfrm>
            </p:contentPart>
          </mc:Choice>
          <mc:Fallback xmlns="">
            <p:pic>
              <p:nvPicPr>
                <p:cNvPr id="5200" name="墨迹 5199">
                  <a:extLst>
                    <a:ext uri="{FF2B5EF4-FFF2-40B4-BE49-F238E27FC236}">
                      <a16:creationId xmlns:a16="http://schemas.microsoft.com/office/drawing/2014/main" id="{A5CE9682-F51B-CDB5-9574-CFD4A32A141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9942" y="3962252"/>
                  <a:ext cx="658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201" name="墨迹 5200">
                  <a:extLst>
                    <a:ext uri="{FF2B5EF4-FFF2-40B4-BE49-F238E27FC236}">
                      <a16:creationId xmlns:a16="http://schemas.microsoft.com/office/drawing/2014/main" id="{EC574AAF-41EF-057E-690E-4755ED9DABDD}"/>
                    </a:ext>
                  </a:extLst>
                </p14:cNvPr>
                <p14:cNvContentPartPr/>
                <p14:nvPr/>
              </p14:nvContentPartPr>
              <p14:xfrm>
                <a:off x="427462" y="4009772"/>
                <a:ext cx="86760" cy="37440"/>
              </p14:xfrm>
            </p:contentPart>
          </mc:Choice>
          <mc:Fallback xmlns="">
            <p:pic>
              <p:nvPicPr>
                <p:cNvPr id="5201" name="墨迹 5200">
                  <a:extLst>
                    <a:ext uri="{FF2B5EF4-FFF2-40B4-BE49-F238E27FC236}">
                      <a16:creationId xmlns:a16="http://schemas.microsoft.com/office/drawing/2014/main" id="{EC574AAF-41EF-057E-690E-4755ED9DABD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21342" y="4003652"/>
                  <a:ext cx="99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5202" name="墨迹 5201">
                  <a:extLst>
                    <a:ext uri="{FF2B5EF4-FFF2-40B4-BE49-F238E27FC236}">
                      <a16:creationId xmlns:a16="http://schemas.microsoft.com/office/drawing/2014/main" id="{509E1BAB-E961-1D49-AF95-97F8D01C3BF0}"/>
                    </a:ext>
                  </a:extLst>
                </p14:cNvPr>
                <p14:cNvContentPartPr/>
                <p14:nvPr/>
              </p14:nvContentPartPr>
              <p14:xfrm>
                <a:off x="458422" y="4003652"/>
                <a:ext cx="15840" cy="81720"/>
              </p14:xfrm>
            </p:contentPart>
          </mc:Choice>
          <mc:Fallback xmlns="">
            <p:pic>
              <p:nvPicPr>
                <p:cNvPr id="5202" name="墨迹 5201">
                  <a:extLst>
                    <a:ext uri="{FF2B5EF4-FFF2-40B4-BE49-F238E27FC236}">
                      <a16:creationId xmlns:a16="http://schemas.microsoft.com/office/drawing/2014/main" id="{509E1BAB-E961-1D49-AF95-97F8D01C3BF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2302" y="3997532"/>
                  <a:ext cx="28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203" name="墨迹 5202">
                  <a:extLst>
                    <a:ext uri="{FF2B5EF4-FFF2-40B4-BE49-F238E27FC236}">
                      <a16:creationId xmlns:a16="http://schemas.microsoft.com/office/drawing/2014/main" id="{5DF2EE35-C8B5-A179-D4C0-2ECA2B8EA5CB}"/>
                    </a:ext>
                  </a:extLst>
                </p14:cNvPr>
                <p14:cNvContentPartPr/>
                <p14:nvPr/>
              </p14:nvContentPartPr>
              <p14:xfrm>
                <a:off x="453382" y="4094732"/>
                <a:ext cx="16920" cy="23400"/>
              </p14:xfrm>
            </p:contentPart>
          </mc:Choice>
          <mc:Fallback xmlns="">
            <p:pic>
              <p:nvPicPr>
                <p:cNvPr id="5203" name="墨迹 5202">
                  <a:extLst>
                    <a:ext uri="{FF2B5EF4-FFF2-40B4-BE49-F238E27FC236}">
                      <a16:creationId xmlns:a16="http://schemas.microsoft.com/office/drawing/2014/main" id="{5DF2EE35-C8B5-A179-D4C0-2ECA2B8EA5C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47262" y="4088612"/>
                  <a:ext cx="291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5204" name="墨迹 5203">
                  <a:extLst>
                    <a:ext uri="{FF2B5EF4-FFF2-40B4-BE49-F238E27FC236}">
                      <a16:creationId xmlns:a16="http://schemas.microsoft.com/office/drawing/2014/main" id="{D72A9F48-DBE5-D3F1-48F8-A95533C570CA}"/>
                    </a:ext>
                  </a:extLst>
                </p14:cNvPr>
                <p14:cNvContentPartPr/>
                <p14:nvPr/>
              </p14:nvContentPartPr>
              <p14:xfrm>
                <a:off x="459862" y="4082132"/>
                <a:ext cx="81000" cy="41040"/>
              </p14:xfrm>
            </p:contentPart>
          </mc:Choice>
          <mc:Fallback xmlns="">
            <p:pic>
              <p:nvPicPr>
                <p:cNvPr id="5204" name="墨迹 5203">
                  <a:extLst>
                    <a:ext uri="{FF2B5EF4-FFF2-40B4-BE49-F238E27FC236}">
                      <a16:creationId xmlns:a16="http://schemas.microsoft.com/office/drawing/2014/main" id="{D72A9F48-DBE5-D3F1-48F8-A95533C570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742" y="4076012"/>
                  <a:ext cx="93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5205" name="墨迹 5204">
                  <a:extLst>
                    <a:ext uri="{FF2B5EF4-FFF2-40B4-BE49-F238E27FC236}">
                      <a16:creationId xmlns:a16="http://schemas.microsoft.com/office/drawing/2014/main" id="{15190081-2FC9-EFF7-B1C0-1969C75B2964}"/>
                    </a:ext>
                  </a:extLst>
                </p14:cNvPr>
                <p14:cNvContentPartPr/>
                <p14:nvPr/>
              </p14:nvContentPartPr>
              <p14:xfrm>
                <a:off x="481102" y="4109132"/>
                <a:ext cx="87480" cy="12240"/>
              </p14:xfrm>
            </p:contentPart>
          </mc:Choice>
          <mc:Fallback xmlns="">
            <p:pic>
              <p:nvPicPr>
                <p:cNvPr id="5205" name="墨迹 5204">
                  <a:extLst>
                    <a:ext uri="{FF2B5EF4-FFF2-40B4-BE49-F238E27FC236}">
                      <a16:creationId xmlns:a16="http://schemas.microsoft.com/office/drawing/2014/main" id="{15190081-2FC9-EFF7-B1C0-1969C75B296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4982" y="4103012"/>
                  <a:ext cx="99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5206" name="墨迹 5205">
                  <a:extLst>
                    <a:ext uri="{FF2B5EF4-FFF2-40B4-BE49-F238E27FC236}">
                      <a16:creationId xmlns:a16="http://schemas.microsoft.com/office/drawing/2014/main" id="{CB522A90-7436-9B94-BCC1-C623036C342F}"/>
                    </a:ext>
                  </a:extLst>
                </p14:cNvPr>
                <p14:cNvContentPartPr/>
                <p14:nvPr/>
              </p14:nvContentPartPr>
              <p14:xfrm>
                <a:off x="594862" y="3928772"/>
                <a:ext cx="57960" cy="23760"/>
              </p14:xfrm>
            </p:contentPart>
          </mc:Choice>
          <mc:Fallback xmlns="">
            <p:pic>
              <p:nvPicPr>
                <p:cNvPr id="5206" name="墨迹 5205">
                  <a:extLst>
                    <a:ext uri="{FF2B5EF4-FFF2-40B4-BE49-F238E27FC236}">
                      <a16:creationId xmlns:a16="http://schemas.microsoft.com/office/drawing/2014/main" id="{CB522A90-7436-9B94-BCC1-C623036C342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8742" y="3922652"/>
                  <a:ext cx="70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5207" name="墨迹 5206">
                  <a:extLst>
                    <a:ext uri="{FF2B5EF4-FFF2-40B4-BE49-F238E27FC236}">
                      <a16:creationId xmlns:a16="http://schemas.microsoft.com/office/drawing/2014/main" id="{06A4A2B7-73F7-0144-4A88-286EBC2526EF}"/>
                    </a:ext>
                  </a:extLst>
                </p14:cNvPr>
                <p14:cNvContentPartPr/>
                <p14:nvPr/>
              </p14:nvContentPartPr>
              <p14:xfrm>
                <a:off x="564262" y="3924452"/>
                <a:ext cx="136440" cy="177840"/>
              </p14:xfrm>
            </p:contentPart>
          </mc:Choice>
          <mc:Fallback xmlns="">
            <p:pic>
              <p:nvPicPr>
                <p:cNvPr id="5207" name="墨迹 5206">
                  <a:extLst>
                    <a:ext uri="{FF2B5EF4-FFF2-40B4-BE49-F238E27FC236}">
                      <a16:creationId xmlns:a16="http://schemas.microsoft.com/office/drawing/2014/main" id="{06A4A2B7-73F7-0144-4A88-286EBC2526E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8142" y="3918332"/>
                  <a:ext cx="148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5208" name="墨迹 5207">
                  <a:extLst>
                    <a:ext uri="{FF2B5EF4-FFF2-40B4-BE49-F238E27FC236}">
                      <a16:creationId xmlns:a16="http://schemas.microsoft.com/office/drawing/2014/main" id="{EF7CEF36-CE5C-C1FD-4176-CF5F7B8B8151}"/>
                    </a:ext>
                  </a:extLst>
                </p14:cNvPr>
                <p14:cNvContentPartPr/>
                <p14:nvPr/>
              </p14:nvContentPartPr>
              <p14:xfrm>
                <a:off x="534022" y="4029932"/>
                <a:ext cx="99720" cy="21600"/>
              </p14:xfrm>
            </p:contentPart>
          </mc:Choice>
          <mc:Fallback xmlns="">
            <p:pic>
              <p:nvPicPr>
                <p:cNvPr id="5208" name="墨迹 5207">
                  <a:extLst>
                    <a:ext uri="{FF2B5EF4-FFF2-40B4-BE49-F238E27FC236}">
                      <a16:creationId xmlns:a16="http://schemas.microsoft.com/office/drawing/2014/main" id="{EF7CEF36-CE5C-C1FD-4176-CF5F7B8B815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7902" y="4023812"/>
                  <a:ext cx="111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5210" name="墨迹 5209">
                  <a:extLst>
                    <a:ext uri="{FF2B5EF4-FFF2-40B4-BE49-F238E27FC236}">
                      <a16:creationId xmlns:a16="http://schemas.microsoft.com/office/drawing/2014/main" id="{1F5D699C-4309-A346-98AB-6312ED56813C}"/>
                    </a:ext>
                  </a:extLst>
                </p14:cNvPr>
                <p14:cNvContentPartPr/>
                <p14:nvPr/>
              </p14:nvContentPartPr>
              <p14:xfrm>
                <a:off x="757582" y="3990692"/>
                <a:ext cx="32040" cy="20160"/>
              </p14:xfrm>
            </p:contentPart>
          </mc:Choice>
          <mc:Fallback xmlns="">
            <p:pic>
              <p:nvPicPr>
                <p:cNvPr id="5210" name="墨迹 5209">
                  <a:extLst>
                    <a:ext uri="{FF2B5EF4-FFF2-40B4-BE49-F238E27FC236}">
                      <a16:creationId xmlns:a16="http://schemas.microsoft.com/office/drawing/2014/main" id="{1F5D699C-4309-A346-98AB-6312ED56813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1462" y="3984572"/>
                  <a:ext cx="44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5211" name="墨迹 5210">
                  <a:extLst>
                    <a:ext uri="{FF2B5EF4-FFF2-40B4-BE49-F238E27FC236}">
                      <a16:creationId xmlns:a16="http://schemas.microsoft.com/office/drawing/2014/main" id="{49C8D9E0-0A18-A701-D9D8-80CA8F17A981}"/>
                    </a:ext>
                  </a:extLst>
                </p14:cNvPr>
                <p14:cNvContentPartPr/>
                <p14:nvPr/>
              </p14:nvContentPartPr>
              <p14:xfrm>
                <a:off x="756862" y="3972692"/>
                <a:ext cx="19440" cy="102960"/>
              </p14:xfrm>
            </p:contentPart>
          </mc:Choice>
          <mc:Fallback xmlns="">
            <p:pic>
              <p:nvPicPr>
                <p:cNvPr id="5211" name="墨迹 5210">
                  <a:extLst>
                    <a:ext uri="{FF2B5EF4-FFF2-40B4-BE49-F238E27FC236}">
                      <a16:creationId xmlns:a16="http://schemas.microsoft.com/office/drawing/2014/main" id="{49C8D9E0-0A18-A701-D9D8-80CA8F17A98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0742" y="3966572"/>
                  <a:ext cx="31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5212" name="墨迹 5211">
                  <a:extLst>
                    <a:ext uri="{FF2B5EF4-FFF2-40B4-BE49-F238E27FC236}">
                      <a16:creationId xmlns:a16="http://schemas.microsoft.com/office/drawing/2014/main" id="{36B9A5D4-DBDE-EEC3-2C19-8898E813858E}"/>
                    </a:ext>
                  </a:extLst>
                </p14:cNvPr>
                <p14:cNvContentPartPr/>
                <p14:nvPr/>
              </p14:nvContentPartPr>
              <p14:xfrm>
                <a:off x="746422" y="4036052"/>
                <a:ext cx="54360" cy="73800"/>
              </p14:xfrm>
            </p:contentPart>
          </mc:Choice>
          <mc:Fallback xmlns="">
            <p:pic>
              <p:nvPicPr>
                <p:cNvPr id="5212" name="墨迹 5211">
                  <a:extLst>
                    <a:ext uri="{FF2B5EF4-FFF2-40B4-BE49-F238E27FC236}">
                      <a16:creationId xmlns:a16="http://schemas.microsoft.com/office/drawing/2014/main" id="{36B9A5D4-DBDE-EEC3-2C19-8898E813858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40302" y="4029932"/>
                  <a:ext cx="666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5213" name="墨迹 5212">
                  <a:extLst>
                    <a:ext uri="{FF2B5EF4-FFF2-40B4-BE49-F238E27FC236}">
                      <a16:creationId xmlns:a16="http://schemas.microsoft.com/office/drawing/2014/main" id="{D7EF5E35-728F-4D7D-6011-C9BEDB81DAAB}"/>
                    </a:ext>
                  </a:extLst>
                </p14:cNvPr>
                <p14:cNvContentPartPr/>
                <p14:nvPr/>
              </p14:nvContentPartPr>
              <p14:xfrm>
                <a:off x="798982" y="3988892"/>
                <a:ext cx="93240" cy="44640"/>
              </p14:xfrm>
            </p:contentPart>
          </mc:Choice>
          <mc:Fallback xmlns="">
            <p:pic>
              <p:nvPicPr>
                <p:cNvPr id="5213" name="墨迹 5212">
                  <a:extLst>
                    <a:ext uri="{FF2B5EF4-FFF2-40B4-BE49-F238E27FC236}">
                      <a16:creationId xmlns:a16="http://schemas.microsoft.com/office/drawing/2014/main" id="{D7EF5E35-728F-4D7D-6011-C9BEDB81DAA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92862" y="3982772"/>
                  <a:ext cx="105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5214" name="墨迹 5213">
                  <a:extLst>
                    <a:ext uri="{FF2B5EF4-FFF2-40B4-BE49-F238E27FC236}">
                      <a16:creationId xmlns:a16="http://schemas.microsoft.com/office/drawing/2014/main" id="{C8D4DA45-456F-7622-DBD7-0C5E1288EE25}"/>
                    </a:ext>
                  </a:extLst>
                </p14:cNvPr>
                <p14:cNvContentPartPr/>
                <p14:nvPr/>
              </p14:nvContentPartPr>
              <p14:xfrm>
                <a:off x="839662" y="3965132"/>
                <a:ext cx="18360" cy="68760"/>
              </p14:xfrm>
            </p:contentPart>
          </mc:Choice>
          <mc:Fallback xmlns="">
            <p:pic>
              <p:nvPicPr>
                <p:cNvPr id="5214" name="墨迹 5213">
                  <a:extLst>
                    <a:ext uri="{FF2B5EF4-FFF2-40B4-BE49-F238E27FC236}">
                      <a16:creationId xmlns:a16="http://schemas.microsoft.com/office/drawing/2014/main" id="{C8D4DA45-456F-7622-DBD7-0C5E1288EE2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33542" y="3959012"/>
                  <a:ext cx="30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5215" name="墨迹 5214">
                  <a:extLst>
                    <a:ext uri="{FF2B5EF4-FFF2-40B4-BE49-F238E27FC236}">
                      <a16:creationId xmlns:a16="http://schemas.microsoft.com/office/drawing/2014/main" id="{8F0AE060-B4D2-51ED-F285-A769241A9D39}"/>
                    </a:ext>
                  </a:extLst>
                </p14:cNvPr>
                <p14:cNvContentPartPr/>
                <p14:nvPr/>
              </p14:nvContentPartPr>
              <p14:xfrm>
                <a:off x="801502" y="3960452"/>
                <a:ext cx="176760" cy="165240"/>
              </p14:xfrm>
            </p:contentPart>
          </mc:Choice>
          <mc:Fallback xmlns="">
            <p:pic>
              <p:nvPicPr>
                <p:cNvPr id="5215" name="墨迹 5214">
                  <a:extLst>
                    <a:ext uri="{FF2B5EF4-FFF2-40B4-BE49-F238E27FC236}">
                      <a16:creationId xmlns:a16="http://schemas.microsoft.com/office/drawing/2014/main" id="{8F0AE060-B4D2-51ED-F285-A769241A9D3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5382" y="3954332"/>
                  <a:ext cx="189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216" name="墨迹 5215">
                  <a:extLst>
                    <a:ext uri="{FF2B5EF4-FFF2-40B4-BE49-F238E27FC236}">
                      <a16:creationId xmlns:a16="http://schemas.microsoft.com/office/drawing/2014/main" id="{79829545-9758-B072-A1FF-D1A3B9516821}"/>
                    </a:ext>
                  </a:extLst>
                </p14:cNvPr>
                <p14:cNvContentPartPr/>
                <p14:nvPr/>
              </p14:nvContentPartPr>
              <p14:xfrm>
                <a:off x="985102" y="3956852"/>
                <a:ext cx="43200" cy="33840"/>
              </p14:xfrm>
            </p:contentPart>
          </mc:Choice>
          <mc:Fallback xmlns="">
            <p:pic>
              <p:nvPicPr>
                <p:cNvPr id="5216" name="墨迹 5215">
                  <a:extLst>
                    <a:ext uri="{FF2B5EF4-FFF2-40B4-BE49-F238E27FC236}">
                      <a16:creationId xmlns:a16="http://schemas.microsoft.com/office/drawing/2014/main" id="{79829545-9758-B072-A1FF-D1A3B951682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8982" y="3950732"/>
                  <a:ext cx="55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217" name="墨迹 5216">
                  <a:extLst>
                    <a:ext uri="{FF2B5EF4-FFF2-40B4-BE49-F238E27FC236}">
                      <a16:creationId xmlns:a16="http://schemas.microsoft.com/office/drawing/2014/main" id="{12E14745-6688-D83D-3EDF-4017E6BEA40D}"/>
                    </a:ext>
                  </a:extLst>
                </p14:cNvPr>
                <p14:cNvContentPartPr/>
                <p14:nvPr/>
              </p14:nvContentPartPr>
              <p14:xfrm>
                <a:off x="1007062" y="3953972"/>
                <a:ext cx="11880" cy="125280"/>
              </p14:xfrm>
            </p:contentPart>
          </mc:Choice>
          <mc:Fallback xmlns="">
            <p:pic>
              <p:nvPicPr>
                <p:cNvPr id="5217" name="墨迹 5216">
                  <a:extLst>
                    <a:ext uri="{FF2B5EF4-FFF2-40B4-BE49-F238E27FC236}">
                      <a16:creationId xmlns:a16="http://schemas.microsoft.com/office/drawing/2014/main" id="{12E14745-6688-D83D-3EDF-4017E6BEA40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0942" y="3947852"/>
                  <a:ext cx="24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218" name="墨迹 5217">
                  <a:extLst>
                    <a:ext uri="{FF2B5EF4-FFF2-40B4-BE49-F238E27FC236}">
                      <a16:creationId xmlns:a16="http://schemas.microsoft.com/office/drawing/2014/main" id="{6C777ECB-D888-B353-944A-245E27069F21}"/>
                    </a:ext>
                  </a:extLst>
                </p14:cNvPr>
                <p14:cNvContentPartPr/>
                <p14:nvPr/>
              </p14:nvContentPartPr>
              <p14:xfrm>
                <a:off x="997342" y="4009052"/>
                <a:ext cx="56880" cy="91800"/>
              </p14:xfrm>
            </p:contentPart>
          </mc:Choice>
          <mc:Fallback xmlns="">
            <p:pic>
              <p:nvPicPr>
                <p:cNvPr id="5218" name="墨迹 5217">
                  <a:extLst>
                    <a:ext uri="{FF2B5EF4-FFF2-40B4-BE49-F238E27FC236}">
                      <a16:creationId xmlns:a16="http://schemas.microsoft.com/office/drawing/2014/main" id="{6C777ECB-D888-B353-944A-245E27069F2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1222" y="4002932"/>
                  <a:ext cx="69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219" name="墨迹 5218">
                  <a:extLst>
                    <a:ext uri="{FF2B5EF4-FFF2-40B4-BE49-F238E27FC236}">
                      <a16:creationId xmlns:a16="http://schemas.microsoft.com/office/drawing/2014/main" id="{4B9C91BC-E43D-F849-836F-9A8B1A0A2B9C}"/>
                    </a:ext>
                  </a:extLst>
                </p14:cNvPr>
                <p14:cNvContentPartPr/>
                <p14:nvPr/>
              </p14:nvContentPartPr>
              <p14:xfrm>
                <a:off x="1078702" y="3954332"/>
                <a:ext cx="18360" cy="106920"/>
              </p14:xfrm>
            </p:contentPart>
          </mc:Choice>
          <mc:Fallback xmlns="">
            <p:pic>
              <p:nvPicPr>
                <p:cNvPr id="5219" name="墨迹 5218">
                  <a:extLst>
                    <a:ext uri="{FF2B5EF4-FFF2-40B4-BE49-F238E27FC236}">
                      <a16:creationId xmlns:a16="http://schemas.microsoft.com/office/drawing/2014/main" id="{4B9C91BC-E43D-F849-836F-9A8B1A0A2B9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2582" y="3948212"/>
                  <a:ext cx="30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220" name="墨迹 5219">
                  <a:extLst>
                    <a:ext uri="{FF2B5EF4-FFF2-40B4-BE49-F238E27FC236}">
                      <a16:creationId xmlns:a16="http://schemas.microsoft.com/office/drawing/2014/main" id="{610492AD-94C6-6DFB-465B-3612FEDAE15D}"/>
                    </a:ext>
                  </a:extLst>
                </p14:cNvPr>
                <p14:cNvContentPartPr/>
                <p14:nvPr/>
              </p14:nvContentPartPr>
              <p14:xfrm>
                <a:off x="1100302" y="4010492"/>
                <a:ext cx="28080" cy="23760"/>
              </p14:xfrm>
            </p:contentPart>
          </mc:Choice>
          <mc:Fallback xmlns="">
            <p:pic>
              <p:nvPicPr>
                <p:cNvPr id="5220" name="墨迹 5219">
                  <a:extLst>
                    <a:ext uri="{FF2B5EF4-FFF2-40B4-BE49-F238E27FC236}">
                      <a16:creationId xmlns:a16="http://schemas.microsoft.com/office/drawing/2014/main" id="{610492AD-94C6-6DFB-465B-3612FEDAE15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4182" y="4004372"/>
                  <a:ext cx="4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221" name="墨迹 5220">
                  <a:extLst>
                    <a:ext uri="{FF2B5EF4-FFF2-40B4-BE49-F238E27FC236}">
                      <a16:creationId xmlns:a16="http://schemas.microsoft.com/office/drawing/2014/main" id="{C1ACB236-925F-B011-C9BE-5B756D8739DE}"/>
                    </a:ext>
                  </a:extLst>
                </p14:cNvPr>
                <p14:cNvContentPartPr/>
                <p14:nvPr/>
              </p14:nvContentPartPr>
              <p14:xfrm>
                <a:off x="1037302" y="4008332"/>
                <a:ext cx="152640" cy="100440"/>
              </p14:xfrm>
            </p:contentPart>
          </mc:Choice>
          <mc:Fallback xmlns="">
            <p:pic>
              <p:nvPicPr>
                <p:cNvPr id="5221" name="墨迹 5220">
                  <a:extLst>
                    <a:ext uri="{FF2B5EF4-FFF2-40B4-BE49-F238E27FC236}">
                      <a16:creationId xmlns:a16="http://schemas.microsoft.com/office/drawing/2014/main" id="{C1ACB236-925F-B011-C9BE-5B756D8739D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31182" y="4002212"/>
                  <a:ext cx="164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5222" name="墨迹 5221">
                  <a:extLst>
                    <a:ext uri="{FF2B5EF4-FFF2-40B4-BE49-F238E27FC236}">
                      <a16:creationId xmlns:a16="http://schemas.microsoft.com/office/drawing/2014/main" id="{18B38BDC-47CB-5BC4-B297-845115B85C72}"/>
                    </a:ext>
                  </a:extLst>
                </p14:cNvPr>
                <p14:cNvContentPartPr/>
                <p14:nvPr/>
              </p14:nvContentPartPr>
              <p14:xfrm>
                <a:off x="1148542" y="3949292"/>
                <a:ext cx="85680" cy="159840"/>
              </p14:xfrm>
            </p:contentPart>
          </mc:Choice>
          <mc:Fallback xmlns="">
            <p:pic>
              <p:nvPicPr>
                <p:cNvPr id="5222" name="墨迹 5221">
                  <a:extLst>
                    <a:ext uri="{FF2B5EF4-FFF2-40B4-BE49-F238E27FC236}">
                      <a16:creationId xmlns:a16="http://schemas.microsoft.com/office/drawing/2014/main" id="{18B38BDC-47CB-5BC4-B297-845115B85C7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42422" y="3943172"/>
                  <a:ext cx="97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224" name="墨迹 5223">
                  <a:extLst>
                    <a:ext uri="{FF2B5EF4-FFF2-40B4-BE49-F238E27FC236}">
                      <a16:creationId xmlns:a16="http://schemas.microsoft.com/office/drawing/2014/main" id="{A0D73878-1F76-2C4C-B789-967E8FADB6B6}"/>
                    </a:ext>
                  </a:extLst>
                </p14:cNvPr>
                <p14:cNvContentPartPr/>
                <p14:nvPr/>
              </p14:nvContentPartPr>
              <p14:xfrm>
                <a:off x="1264102" y="3950012"/>
                <a:ext cx="14400" cy="177840"/>
              </p14:xfrm>
            </p:contentPart>
          </mc:Choice>
          <mc:Fallback xmlns="">
            <p:pic>
              <p:nvPicPr>
                <p:cNvPr id="5224" name="墨迹 5223">
                  <a:extLst>
                    <a:ext uri="{FF2B5EF4-FFF2-40B4-BE49-F238E27FC236}">
                      <a16:creationId xmlns:a16="http://schemas.microsoft.com/office/drawing/2014/main" id="{A0D73878-1F76-2C4C-B789-967E8FADB6B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257982" y="3943892"/>
                  <a:ext cx="26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225" name="墨迹 5224">
                  <a:extLst>
                    <a:ext uri="{FF2B5EF4-FFF2-40B4-BE49-F238E27FC236}">
                      <a16:creationId xmlns:a16="http://schemas.microsoft.com/office/drawing/2014/main" id="{B9517FF7-5CC1-214B-6B83-7733DE762C27}"/>
                    </a:ext>
                  </a:extLst>
                </p14:cNvPr>
                <p14:cNvContentPartPr/>
                <p14:nvPr/>
              </p14:nvContentPartPr>
              <p14:xfrm>
                <a:off x="1304782" y="3974852"/>
                <a:ext cx="47880" cy="121680"/>
              </p14:xfrm>
            </p:contentPart>
          </mc:Choice>
          <mc:Fallback xmlns="">
            <p:pic>
              <p:nvPicPr>
                <p:cNvPr id="5225" name="墨迹 5224">
                  <a:extLst>
                    <a:ext uri="{FF2B5EF4-FFF2-40B4-BE49-F238E27FC236}">
                      <a16:creationId xmlns:a16="http://schemas.microsoft.com/office/drawing/2014/main" id="{B9517FF7-5CC1-214B-6B83-7733DE762C2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298662" y="3968732"/>
                  <a:ext cx="60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226" name="墨迹 5225">
                  <a:extLst>
                    <a:ext uri="{FF2B5EF4-FFF2-40B4-BE49-F238E27FC236}">
                      <a16:creationId xmlns:a16="http://schemas.microsoft.com/office/drawing/2014/main" id="{BD3C426C-A2F1-FDAE-3A8E-C2A8B33C1BE2}"/>
                    </a:ext>
                  </a:extLst>
                </p14:cNvPr>
                <p14:cNvContentPartPr/>
                <p14:nvPr/>
              </p14:nvContentPartPr>
              <p14:xfrm>
                <a:off x="1324222" y="3948572"/>
                <a:ext cx="85680" cy="180000"/>
              </p14:xfrm>
            </p:contentPart>
          </mc:Choice>
          <mc:Fallback xmlns="">
            <p:pic>
              <p:nvPicPr>
                <p:cNvPr id="5226" name="墨迹 5225">
                  <a:extLst>
                    <a:ext uri="{FF2B5EF4-FFF2-40B4-BE49-F238E27FC236}">
                      <a16:creationId xmlns:a16="http://schemas.microsoft.com/office/drawing/2014/main" id="{BD3C426C-A2F1-FDAE-3A8E-C2A8B33C1BE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318102" y="3942452"/>
                  <a:ext cx="97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227" name="墨迹 5226">
                  <a:extLst>
                    <a:ext uri="{FF2B5EF4-FFF2-40B4-BE49-F238E27FC236}">
                      <a16:creationId xmlns:a16="http://schemas.microsoft.com/office/drawing/2014/main" id="{F1B2443F-354F-0EF7-41A2-1804E742F461}"/>
                    </a:ext>
                  </a:extLst>
                </p14:cNvPr>
                <p14:cNvContentPartPr/>
                <p14:nvPr/>
              </p14:nvContentPartPr>
              <p14:xfrm>
                <a:off x="1386142" y="3962252"/>
                <a:ext cx="56160" cy="30600"/>
              </p14:xfrm>
            </p:contentPart>
          </mc:Choice>
          <mc:Fallback xmlns="">
            <p:pic>
              <p:nvPicPr>
                <p:cNvPr id="5227" name="墨迹 5226">
                  <a:extLst>
                    <a:ext uri="{FF2B5EF4-FFF2-40B4-BE49-F238E27FC236}">
                      <a16:creationId xmlns:a16="http://schemas.microsoft.com/office/drawing/2014/main" id="{F1B2443F-354F-0EF7-41A2-1804E742F46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380022" y="3956132"/>
                  <a:ext cx="68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228" name="墨迹 5227">
                  <a:extLst>
                    <a:ext uri="{FF2B5EF4-FFF2-40B4-BE49-F238E27FC236}">
                      <a16:creationId xmlns:a16="http://schemas.microsoft.com/office/drawing/2014/main" id="{C54D0657-591C-8001-2E92-BF9AC5AA0E8E}"/>
                    </a:ext>
                  </a:extLst>
                </p14:cNvPr>
                <p14:cNvContentPartPr/>
                <p14:nvPr/>
              </p14:nvContentPartPr>
              <p14:xfrm>
                <a:off x="1403422" y="3962252"/>
                <a:ext cx="12600" cy="74880"/>
              </p14:xfrm>
            </p:contentPart>
          </mc:Choice>
          <mc:Fallback xmlns="">
            <p:pic>
              <p:nvPicPr>
                <p:cNvPr id="5228" name="墨迹 5227">
                  <a:extLst>
                    <a:ext uri="{FF2B5EF4-FFF2-40B4-BE49-F238E27FC236}">
                      <a16:creationId xmlns:a16="http://schemas.microsoft.com/office/drawing/2014/main" id="{C54D0657-591C-8001-2E92-BF9AC5AA0E8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397302" y="3956132"/>
                  <a:ext cx="24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229" name="墨迹 5228">
                  <a:extLst>
                    <a:ext uri="{FF2B5EF4-FFF2-40B4-BE49-F238E27FC236}">
                      <a16:creationId xmlns:a16="http://schemas.microsoft.com/office/drawing/2014/main" id="{F0A6B585-F092-B327-4F36-359B8C14BCDC}"/>
                    </a:ext>
                  </a:extLst>
                </p14:cNvPr>
                <p14:cNvContentPartPr/>
                <p14:nvPr/>
              </p14:nvContentPartPr>
              <p14:xfrm>
                <a:off x="1397662" y="4027052"/>
                <a:ext cx="74160" cy="75600"/>
              </p14:xfrm>
            </p:contentPart>
          </mc:Choice>
          <mc:Fallback xmlns="">
            <p:pic>
              <p:nvPicPr>
                <p:cNvPr id="5229" name="墨迹 5228">
                  <a:extLst>
                    <a:ext uri="{FF2B5EF4-FFF2-40B4-BE49-F238E27FC236}">
                      <a16:creationId xmlns:a16="http://schemas.microsoft.com/office/drawing/2014/main" id="{F0A6B585-F092-B327-4F36-359B8C14BCD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391542" y="4020932"/>
                  <a:ext cx="86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230" name="墨迹 5229">
                  <a:extLst>
                    <a:ext uri="{FF2B5EF4-FFF2-40B4-BE49-F238E27FC236}">
                      <a16:creationId xmlns:a16="http://schemas.microsoft.com/office/drawing/2014/main" id="{22C17CA3-5147-E2EB-E2F7-883108261843}"/>
                    </a:ext>
                  </a:extLst>
                </p14:cNvPr>
                <p14:cNvContentPartPr/>
                <p14:nvPr/>
              </p14:nvContentPartPr>
              <p14:xfrm>
                <a:off x="1453102" y="3965852"/>
                <a:ext cx="66960" cy="216720"/>
              </p14:xfrm>
            </p:contentPart>
          </mc:Choice>
          <mc:Fallback xmlns="">
            <p:pic>
              <p:nvPicPr>
                <p:cNvPr id="5230" name="墨迹 5229">
                  <a:extLst>
                    <a:ext uri="{FF2B5EF4-FFF2-40B4-BE49-F238E27FC236}">
                      <a16:creationId xmlns:a16="http://schemas.microsoft.com/office/drawing/2014/main" id="{22C17CA3-5147-E2EB-E2F7-88310826184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446982" y="3959732"/>
                  <a:ext cx="7920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77" name="组合 5276">
            <a:extLst>
              <a:ext uri="{FF2B5EF4-FFF2-40B4-BE49-F238E27FC236}">
                <a16:creationId xmlns:a16="http://schemas.microsoft.com/office/drawing/2014/main" id="{D30877D0-FC94-1BB0-C8B3-43574E249A8B}"/>
              </a:ext>
            </a:extLst>
          </p:cNvPr>
          <p:cNvGrpSpPr/>
          <p:nvPr/>
        </p:nvGrpSpPr>
        <p:grpSpPr>
          <a:xfrm>
            <a:off x="185542" y="4255292"/>
            <a:ext cx="1570680" cy="269280"/>
            <a:chOff x="185542" y="4255292"/>
            <a:chExt cx="157068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232" name="墨迹 5231">
                  <a:extLst>
                    <a:ext uri="{FF2B5EF4-FFF2-40B4-BE49-F238E27FC236}">
                      <a16:creationId xmlns:a16="http://schemas.microsoft.com/office/drawing/2014/main" id="{9CE22DC1-8FED-0F70-D27C-E21D8A620506}"/>
                    </a:ext>
                  </a:extLst>
                </p14:cNvPr>
                <p14:cNvContentPartPr/>
                <p14:nvPr/>
              </p14:nvContentPartPr>
              <p14:xfrm>
                <a:off x="185542" y="4282292"/>
                <a:ext cx="55080" cy="163800"/>
              </p14:xfrm>
            </p:contentPart>
          </mc:Choice>
          <mc:Fallback xmlns="">
            <p:pic>
              <p:nvPicPr>
                <p:cNvPr id="5232" name="墨迹 5231">
                  <a:extLst>
                    <a:ext uri="{FF2B5EF4-FFF2-40B4-BE49-F238E27FC236}">
                      <a16:creationId xmlns:a16="http://schemas.microsoft.com/office/drawing/2014/main" id="{9CE22DC1-8FED-0F70-D27C-E21D8A62050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79422" y="4276172"/>
                  <a:ext cx="67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233" name="墨迹 5232">
                  <a:extLst>
                    <a:ext uri="{FF2B5EF4-FFF2-40B4-BE49-F238E27FC236}">
                      <a16:creationId xmlns:a16="http://schemas.microsoft.com/office/drawing/2014/main" id="{50FB2256-995F-35D7-D991-3B78460F423C}"/>
                    </a:ext>
                  </a:extLst>
                </p14:cNvPr>
                <p14:cNvContentPartPr/>
                <p14:nvPr/>
              </p14:nvContentPartPr>
              <p14:xfrm>
                <a:off x="260422" y="4284812"/>
                <a:ext cx="52920" cy="70200"/>
              </p14:xfrm>
            </p:contentPart>
          </mc:Choice>
          <mc:Fallback xmlns="">
            <p:pic>
              <p:nvPicPr>
                <p:cNvPr id="5233" name="墨迹 5232">
                  <a:extLst>
                    <a:ext uri="{FF2B5EF4-FFF2-40B4-BE49-F238E27FC236}">
                      <a16:creationId xmlns:a16="http://schemas.microsoft.com/office/drawing/2014/main" id="{50FB2256-995F-35D7-D991-3B78460F423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4302" y="4278692"/>
                  <a:ext cx="65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234" name="墨迹 5233">
                  <a:extLst>
                    <a:ext uri="{FF2B5EF4-FFF2-40B4-BE49-F238E27FC236}">
                      <a16:creationId xmlns:a16="http://schemas.microsoft.com/office/drawing/2014/main" id="{76097B71-3D5D-C066-D6EB-D16AD9439EA3}"/>
                    </a:ext>
                  </a:extLst>
                </p14:cNvPr>
                <p14:cNvContentPartPr/>
                <p14:nvPr/>
              </p14:nvContentPartPr>
              <p14:xfrm>
                <a:off x="331342" y="4304972"/>
                <a:ext cx="41040" cy="38880"/>
              </p14:xfrm>
            </p:contentPart>
          </mc:Choice>
          <mc:Fallback xmlns="">
            <p:pic>
              <p:nvPicPr>
                <p:cNvPr id="5234" name="墨迹 5233">
                  <a:extLst>
                    <a:ext uri="{FF2B5EF4-FFF2-40B4-BE49-F238E27FC236}">
                      <a16:creationId xmlns:a16="http://schemas.microsoft.com/office/drawing/2014/main" id="{76097B71-3D5D-C066-D6EB-D16AD9439EA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25222" y="4298852"/>
                  <a:ext cx="53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5235" name="墨迹 5234">
                  <a:extLst>
                    <a:ext uri="{FF2B5EF4-FFF2-40B4-BE49-F238E27FC236}">
                      <a16:creationId xmlns:a16="http://schemas.microsoft.com/office/drawing/2014/main" id="{E9B8802E-1FF9-5928-6477-7447FEA80012}"/>
                    </a:ext>
                  </a:extLst>
                </p14:cNvPr>
                <p14:cNvContentPartPr/>
                <p14:nvPr/>
              </p14:nvContentPartPr>
              <p14:xfrm>
                <a:off x="293182" y="4357892"/>
                <a:ext cx="88200" cy="109080"/>
              </p14:xfrm>
            </p:contentPart>
          </mc:Choice>
          <mc:Fallback xmlns="">
            <p:pic>
              <p:nvPicPr>
                <p:cNvPr id="5235" name="墨迹 5234">
                  <a:extLst>
                    <a:ext uri="{FF2B5EF4-FFF2-40B4-BE49-F238E27FC236}">
                      <a16:creationId xmlns:a16="http://schemas.microsoft.com/office/drawing/2014/main" id="{E9B8802E-1FF9-5928-6477-7447FEA8001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87062" y="4351772"/>
                  <a:ext cx="100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5236" name="墨迹 5235">
                  <a:extLst>
                    <a:ext uri="{FF2B5EF4-FFF2-40B4-BE49-F238E27FC236}">
                      <a16:creationId xmlns:a16="http://schemas.microsoft.com/office/drawing/2014/main" id="{A0950234-760B-4B0F-6192-BCC9F7FF9290}"/>
                    </a:ext>
                  </a:extLst>
                </p14:cNvPr>
                <p14:cNvContentPartPr/>
                <p14:nvPr/>
              </p14:nvContentPartPr>
              <p14:xfrm>
                <a:off x="262582" y="4379492"/>
                <a:ext cx="68760" cy="80640"/>
              </p14:xfrm>
            </p:contentPart>
          </mc:Choice>
          <mc:Fallback xmlns="">
            <p:pic>
              <p:nvPicPr>
                <p:cNvPr id="5236" name="墨迹 5235">
                  <a:extLst>
                    <a:ext uri="{FF2B5EF4-FFF2-40B4-BE49-F238E27FC236}">
                      <a16:creationId xmlns:a16="http://schemas.microsoft.com/office/drawing/2014/main" id="{A0950234-760B-4B0F-6192-BCC9F7FF929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56462" y="4373372"/>
                  <a:ext cx="81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237" name="墨迹 5236">
                  <a:extLst>
                    <a:ext uri="{FF2B5EF4-FFF2-40B4-BE49-F238E27FC236}">
                      <a16:creationId xmlns:a16="http://schemas.microsoft.com/office/drawing/2014/main" id="{863203FA-D570-CAF3-0E64-D9BC334B41A7}"/>
                    </a:ext>
                  </a:extLst>
                </p14:cNvPr>
                <p14:cNvContentPartPr/>
                <p14:nvPr/>
              </p14:nvContentPartPr>
              <p14:xfrm>
                <a:off x="413422" y="4340612"/>
                <a:ext cx="9000" cy="52200"/>
              </p14:xfrm>
            </p:contentPart>
          </mc:Choice>
          <mc:Fallback xmlns="">
            <p:pic>
              <p:nvPicPr>
                <p:cNvPr id="5237" name="墨迹 5236">
                  <a:extLst>
                    <a:ext uri="{FF2B5EF4-FFF2-40B4-BE49-F238E27FC236}">
                      <a16:creationId xmlns:a16="http://schemas.microsoft.com/office/drawing/2014/main" id="{863203FA-D570-CAF3-0E64-D9BC334B41A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07302" y="4334492"/>
                  <a:ext cx="21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238" name="墨迹 5237">
                  <a:extLst>
                    <a:ext uri="{FF2B5EF4-FFF2-40B4-BE49-F238E27FC236}">
                      <a16:creationId xmlns:a16="http://schemas.microsoft.com/office/drawing/2014/main" id="{BE475DBA-864F-BD49-BDD1-85CA5234CB25}"/>
                    </a:ext>
                  </a:extLst>
                </p14:cNvPr>
                <p14:cNvContentPartPr/>
                <p14:nvPr/>
              </p14:nvContentPartPr>
              <p14:xfrm>
                <a:off x="415582" y="4313252"/>
                <a:ext cx="42480" cy="105480"/>
              </p14:xfrm>
            </p:contentPart>
          </mc:Choice>
          <mc:Fallback xmlns="">
            <p:pic>
              <p:nvPicPr>
                <p:cNvPr id="5238" name="墨迹 5237">
                  <a:extLst>
                    <a:ext uri="{FF2B5EF4-FFF2-40B4-BE49-F238E27FC236}">
                      <a16:creationId xmlns:a16="http://schemas.microsoft.com/office/drawing/2014/main" id="{BE475DBA-864F-BD49-BDD1-85CA5234CB2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09462" y="4307132"/>
                  <a:ext cx="54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239" name="墨迹 5238">
                  <a:extLst>
                    <a:ext uri="{FF2B5EF4-FFF2-40B4-BE49-F238E27FC236}">
                      <a16:creationId xmlns:a16="http://schemas.microsoft.com/office/drawing/2014/main" id="{904B2214-5F48-070C-336A-A5C7065A2530}"/>
                    </a:ext>
                  </a:extLst>
                </p14:cNvPr>
                <p14:cNvContentPartPr/>
                <p14:nvPr/>
              </p14:nvContentPartPr>
              <p14:xfrm>
                <a:off x="409102" y="4374812"/>
                <a:ext cx="29160" cy="9720"/>
              </p14:xfrm>
            </p:contentPart>
          </mc:Choice>
          <mc:Fallback xmlns="">
            <p:pic>
              <p:nvPicPr>
                <p:cNvPr id="5239" name="墨迹 5238">
                  <a:extLst>
                    <a:ext uri="{FF2B5EF4-FFF2-40B4-BE49-F238E27FC236}">
                      <a16:creationId xmlns:a16="http://schemas.microsoft.com/office/drawing/2014/main" id="{904B2214-5F48-070C-336A-A5C7065A253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02982" y="4368692"/>
                  <a:ext cx="414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5240" name="墨迹 5239">
                  <a:extLst>
                    <a:ext uri="{FF2B5EF4-FFF2-40B4-BE49-F238E27FC236}">
                      <a16:creationId xmlns:a16="http://schemas.microsoft.com/office/drawing/2014/main" id="{E137CF83-604B-25EB-B9CE-5F967CAEAAF0}"/>
                    </a:ext>
                  </a:extLst>
                </p14:cNvPr>
                <p14:cNvContentPartPr/>
                <p14:nvPr/>
              </p14:nvContentPartPr>
              <p14:xfrm>
                <a:off x="415582" y="4394612"/>
                <a:ext cx="45720" cy="36720"/>
              </p14:xfrm>
            </p:contentPart>
          </mc:Choice>
          <mc:Fallback xmlns="">
            <p:pic>
              <p:nvPicPr>
                <p:cNvPr id="5240" name="墨迹 5239">
                  <a:extLst>
                    <a:ext uri="{FF2B5EF4-FFF2-40B4-BE49-F238E27FC236}">
                      <a16:creationId xmlns:a16="http://schemas.microsoft.com/office/drawing/2014/main" id="{E137CF83-604B-25EB-B9CE-5F967CAEAAF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09462" y="4388492"/>
                  <a:ext cx="579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5241" name="墨迹 5240">
                  <a:extLst>
                    <a:ext uri="{FF2B5EF4-FFF2-40B4-BE49-F238E27FC236}">
                      <a16:creationId xmlns:a16="http://schemas.microsoft.com/office/drawing/2014/main" id="{A15604CA-6B2C-6508-55AC-189480A574C9}"/>
                    </a:ext>
                  </a:extLst>
                </p14:cNvPr>
                <p14:cNvContentPartPr/>
                <p14:nvPr/>
              </p14:nvContentPartPr>
              <p14:xfrm>
                <a:off x="480382" y="4297052"/>
                <a:ext cx="74520" cy="49680"/>
              </p14:xfrm>
            </p:contentPart>
          </mc:Choice>
          <mc:Fallback xmlns="">
            <p:pic>
              <p:nvPicPr>
                <p:cNvPr id="5241" name="墨迹 5240">
                  <a:extLst>
                    <a:ext uri="{FF2B5EF4-FFF2-40B4-BE49-F238E27FC236}">
                      <a16:creationId xmlns:a16="http://schemas.microsoft.com/office/drawing/2014/main" id="{A15604CA-6B2C-6508-55AC-189480A574C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4262" y="4290932"/>
                  <a:ext cx="86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5242" name="墨迹 5241">
                  <a:extLst>
                    <a:ext uri="{FF2B5EF4-FFF2-40B4-BE49-F238E27FC236}">
                      <a16:creationId xmlns:a16="http://schemas.microsoft.com/office/drawing/2014/main" id="{54901C34-9D0C-5867-EF11-165F53A63641}"/>
                    </a:ext>
                  </a:extLst>
                </p14:cNvPr>
                <p14:cNvContentPartPr/>
                <p14:nvPr/>
              </p14:nvContentPartPr>
              <p14:xfrm>
                <a:off x="409462" y="4262132"/>
                <a:ext cx="136440" cy="245160"/>
              </p14:xfrm>
            </p:contentPart>
          </mc:Choice>
          <mc:Fallback xmlns="">
            <p:pic>
              <p:nvPicPr>
                <p:cNvPr id="5242" name="墨迹 5241">
                  <a:extLst>
                    <a:ext uri="{FF2B5EF4-FFF2-40B4-BE49-F238E27FC236}">
                      <a16:creationId xmlns:a16="http://schemas.microsoft.com/office/drawing/2014/main" id="{54901C34-9D0C-5867-EF11-165F53A6364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03342" y="4256012"/>
                  <a:ext cx="1486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5243" name="墨迹 5242">
                  <a:extLst>
                    <a:ext uri="{FF2B5EF4-FFF2-40B4-BE49-F238E27FC236}">
                      <a16:creationId xmlns:a16="http://schemas.microsoft.com/office/drawing/2014/main" id="{92B1EE8F-51E5-4539-AB0F-56D5DC6EDA53}"/>
                    </a:ext>
                  </a:extLst>
                </p14:cNvPr>
                <p14:cNvContentPartPr/>
                <p14:nvPr/>
              </p14:nvContentPartPr>
              <p14:xfrm>
                <a:off x="474982" y="4367612"/>
                <a:ext cx="41040" cy="14040"/>
              </p14:xfrm>
            </p:contentPart>
          </mc:Choice>
          <mc:Fallback xmlns="">
            <p:pic>
              <p:nvPicPr>
                <p:cNvPr id="5243" name="墨迹 5242">
                  <a:extLst>
                    <a:ext uri="{FF2B5EF4-FFF2-40B4-BE49-F238E27FC236}">
                      <a16:creationId xmlns:a16="http://schemas.microsoft.com/office/drawing/2014/main" id="{92B1EE8F-51E5-4539-AB0F-56D5DC6EDA5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8862" y="4361492"/>
                  <a:ext cx="53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5244" name="墨迹 5243">
                  <a:extLst>
                    <a:ext uri="{FF2B5EF4-FFF2-40B4-BE49-F238E27FC236}">
                      <a16:creationId xmlns:a16="http://schemas.microsoft.com/office/drawing/2014/main" id="{D5CB1DF9-C698-B783-ED17-02603F37E6CA}"/>
                    </a:ext>
                  </a:extLst>
                </p14:cNvPr>
                <p14:cNvContentPartPr/>
                <p14:nvPr/>
              </p14:nvContentPartPr>
              <p14:xfrm>
                <a:off x="585142" y="4255292"/>
                <a:ext cx="92520" cy="65880"/>
              </p14:xfrm>
            </p:contentPart>
          </mc:Choice>
          <mc:Fallback xmlns="">
            <p:pic>
              <p:nvPicPr>
                <p:cNvPr id="5244" name="墨迹 5243">
                  <a:extLst>
                    <a:ext uri="{FF2B5EF4-FFF2-40B4-BE49-F238E27FC236}">
                      <a16:creationId xmlns:a16="http://schemas.microsoft.com/office/drawing/2014/main" id="{D5CB1DF9-C698-B783-ED17-02603F37E6C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79022" y="4249172"/>
                  <a:ext cx="104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5245" name="墨迹 5244">
                  <a:extLst>
                    <a:ext uri="{FF2B5EF4-FFF2-40B4-BE49-F238E27FC236}">
                      <a16:creationId xmlns:a16="http://schemas.microsoft.com/office/drawing/2014/main" id="{684D9044-FFA5-EF29-B6FC-D7D608304061}"/>
                    </a:ext>
                  </a:extLst>
                </p14:cNvPr>
                <p14:cNvContentPartPr/>
                <p14:nvPr/>
              </p14:nvContentPartPr>
              <p14:xfrm>
                <a:off x="607822" y="4361492"/>
                <a:ext cx="10080" cy="24840"/>
              </p14:xfrm>
            </p:contentPart>
          </mc:Choice>
          <mc:Fallback xmlns="">
            <p:pic>
              <p:nvPicPr>
                <p:cNvPr id="5245" name="墨迹 5244">
                  <a:extLst>
                    <a:ext uri="{FF2B5EF4-FFF2-40B4-BE49-F238E27FC236}">
                      <a16:creationId xmlns:a16="http://schemas.microsoft.com/office/drawing/2014/main" id="{684D9044-FFA5-EF29-B6FC-D7D60830406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01702" y="4355372"/>
                  <a:ext cx="22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5246" name="墨迹 5245">
                  <a:extLst>
                    <a:ext uri="{FF2B5EF4-FFF2-40B4-BE49-F238E27FC236}">
                      <a16:creationId xmlns:a16="http://schemas.microsoft.com/office/drawing/2014/main" id="{FCCC30D1-AF06-250D-CE4E-C2C324BA765E}"/>
                    </a:ext>
                  </a:extLst>
                </p14:cNvPr>
                <p14:cNvContentPartPr/>
                <p14:nvPr/>
              </p14:nvContentPartPr>
              <p14:xfrm>
                <a:off x="616822" y="4328372"/>
                <a:ext cx="67320" cy="66600"/>
              </p14:xfrm>
            </p:contentPart>
          </mc:Choice>
          <mc:Fallback xmlns="">
            <p:pic>
              <p:nvPicPr>
                <p:cNvPr id="5246" name="墨迹 5245">
                  <a:extLst>
                    <a:ext uri="{FF2B5EF4-FFF2-40B4-BE49-F238E27FC236}">
                      <a16:creationId xmlns:a16="http://schemas.microsoft.com/office/drawing/2014/main" id="{FCCC30D1-AF06-250D-CE4E-C2C324BA765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10702" y="4322252"/>
                  <a:ext cx="79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5247" name="墨迹 5246">
                  <a:extLst>
                    <a:ext uri="{FF2B5EF4-FFF2-40B4-BE49-F238E27FC236}">
                      <a16:creationId xmlns:a16="http://schemas.microsoft.com/office/drawing/2014/main" id="{FAB649BB-2AB8-2E06-F635-880C14A5501D}"/>
                    </a:ext>
                  </a:extLst>
                </p14:cNvPr>
                <p14:cNvContentPartPr/>
                <p14:nvPr/>
              </p14:nvContentPartPr>
              <p14:xfrm>
                <a:off x="590542" y="4355372"/>
                <a:ext cx="87840" cy="104400"/>
              </p14:xfrm>
            </p:contentPart>
          </mc:Choice>
          <mc:Fallback xmlns="">
            <p:pic>
              <p:nvPicPr>
                <p:cNvPr id="5247" name="墨迹 5246">
                  <a:extLst>
                    <a:ext uri="{FF2B5EF4-FFF2-40B4-BE49-F238E27FC236}">
                      <a16:creationId xmlns:a16="http://schemas.microsoft.com/office/drawing/2014/main" id="{FAB649BB-2AB8-2E06-F635-880C14A5501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84422" y="4349252"/>
                  <a:ext cx="100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5248" name="墨迹 5247">
                  <a:extLst>
                    <a:ext uri="{FF2B5EF4-FFF2-40B4-BE49-F238E27FC236}">
                      <a16:creationId xmlns:a16="http://schemas.microsoft.com/office/drawing/2014/main" id="{1EF8AE7E-509E-D511-99A8-8BDA67D48FD9}"/>
                    </a:ext>
                  </a:extLst>
                </p14:cNvPr>
                <p14:cNvContentPartPr/>
                <p14:nvPr/>
              </p14:nvContentPartPr>
              <p14:xfrm>
                <a:off x="621142" y="4402892"/>
                <a:ext cx="96840" cy="70560"/>
              </p14:xfrm>
            </p:contentPart>
          </mc:Choice>
          <mc:Fallback xmlns="">
            <p:pic>
              <p:nvPicPr>
                <p:cNvPr id="5248" name="墨迹 5247">
                  <a:extLst>
                    <a:ext uri="{FF2B5EF4-FFF2-40B4-BE49-F238E27FC236}">
                      <a16:creationId xmlns:a16="http://schemas.microsoft.com/office/drawing/2014/main" id="{1EF8AE7E-509E-D511-99A8-8BDA67D48FD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15022" y="4396772"/>
                  <a:ext cx="109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5249" name="墨迹 5248">
                  <a:extLst>
                    <a:ext uri="{FF2B5EF4-FFF2-40B4-BE49-F238E27FC236}">
                      <a16:creationId xmlns:a16="http://schemas.microsoft.com/office/drawing/2014/main" id="{D5847DE6-1503-C307-FC5C-6F50295F98FD}"/>
                    </a:ext>
                  </a:extLst>
                </p14:cNvPr>
                <p14:cNvContentPartPr/>
                <p14:nvPr/>
              </p14:nvContentPartPr>
              <p14:xfrm>
                <a:off x="631222" y="4422692"/>
                <a:ext cx="171360" cy="54000"/>
              </p14:xfrm>
            </p:contentPart>
          </mc:Choice>
          <mc:Fallback xmlns="">
            <p:pic>
              <p:nvPicPr>
                <p:cNvPr id="5249" name="墨迹 5248">
                  <a:extLst>
                    <a:ext uri="{FF2B5EF4-FFF2-40B4-BE49-F238E27FC236}">
                      <a16:creationId xmlns:a16="http://schemas.microsoft.com/office/drawing/2014/main" id="{D5847DE6-1503-C307-FC5C-6F50295F98F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25102" y="4416572"/>
                  <a:ext cx="183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5250" name="墨迹 5249">
                  <a:extLst>
                    <a:ext uri="{FF2B5EF4-FFF2-40B4-BE49-F238E27FC236}">
                      <a16:creationId xmlns:a16="http://schemas.microsoft.com/office/drawing/2014/main" id="{465A9E26-CA36-97BA-6080-9CB86B1CF818}"/>
                    </a:ext>
                  </a:extLst>
                </p14:cNvPr>
                <p14:cNvContentPartPr/>
                <p14:nvPr/>
              </p14:nvContentPartPr>
              <p14:xfrm>
                <a:off x="743182" y="4359332"/>
                <a:ext cx="47160" cy="99000"/>
              </p14:xfrm>
            </p:contentPart>
          </mc:Choice>
          <mc:Fallback xmlns="">
            <p:pic>
              <p:nvPicPr>
                <p:cNvPr id="5250" name="墨迹 5249">
                  <a:extLst>
                    <a:ext uri="{FF2B5EF4-FFF2-40B4-BE49-F238E27FC236}">
                      <a16:creationId xmlns:a16="http://schemas.microsoft.com/office/drawing/2014/main" id="{465A9E26-CA36-97BA-6080-9CB86B1CF81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37062" y="4353212"/>
                  <a:ext cx="59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5251" name="墨迹 5250">
                  <a:extLst>
                    <a:ext uri="{FF2B5EF4-FFF2-40B4-BE49-F238E27FC236}">
                      <a16:creationId xmlns:a16="http://schemas.microsoft.com/office/drawing/2014/main" id="{A91F900A-E0D5-260F-ED44-42915DBC4777}"/>
                    </a:ext>
                  </a:extLst>
                </p14:cNvPr>
                <p14:cNvContentPartPr/>
                <p14:nvPr/>
              </p14:nvContentPartPr>
              <p14:xfrm>
                <a:off x="773062" y="4292372"/>
                <a:ext cx="150840" cy="190800"/>
              </p14:xfrm>
            </p:contentPart>
          </mc:Choice>
          <mc:Fallback xmlns="">
            <p:pic>
              <p:nvPicPr>
                <p:cNvPr id="5251" name="墨迹 5250">
                  <a:extLst>
                    <a:ext uri="{FF2B5EF4-FFF2-40B4-BE49-F238E27FC236}">
                      <a16:creationId xmlns:a16="http://schemas.microsoft.com/office/drawing/2014/main" id="{A91F900A-E0D5-260F-ED44-42915DBC477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66942" y="4286252"/>
                  <a:ext cx="163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5252" name="墨迹 5251">
                  <a:extLst>
                    <a:ext uri="{FF2B5EF4-FFF2-40B4-BE49-F238E27FC236}">
                      <a16:creationId xmlns:a16="http://schemas.microsoft.com/office/drawing/2014/main" id="{412415B7-5024-0E75-2090-B0E883B73FE3}"/>
                    </a:ext>
                  </a:extLst>
                </p14:cNvPr>
                <p14:cNvContentPartPr/>
                <p14:nvPr/>
              </p14:nvContentPartPr>
              <p14:xfrm>
                <a:off x="806542" y="4353212"/>
                <a:ext cx="36360" cy="145800"/>
              </p14:xfrm>
            </p:contentPart>
          </mc:Choice>
          <mc:Fallback xmlns="">
            <p:pic>
              <p:nvPicPr>
                <p:cNvPr id="5252" name="墨迹 5251">
                  <a:extLst>
                    <a:ext uri="{FF2B5EF4-FFF2-40B4-BE49-F238E27FC236}">
                      <a16:creationId xmlns:a16="http://schemas.microsoft.com/office/drawing/2014/main" id="{412415B7-5024-0E75-2090-B0E883B73FE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00422" y="4347092"/>
                  <a:ext cx="48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5255" name="墨迹 5254">
                  <a:extLst>
                    <a:ext uri="{FF2B5EF4-FFF2-40B4-BE49-F238E27FC236}">
                      <a16:creationId xmlns:a16="http://schemas.microsoft.com/office/drawing/2014/main" id="{FA3EF8A5-6844-E1F4-E8A3-B7119DD7E681}"/>
                    </a:ext>
                  </a:extLst>
                </p14:cNvPr>
                <p14:cNvContentPartPr/>
                <p14:nvPr/>
              </p14:nvContentPartPr>
              <p14:xfrm>
                <a:off x="960982" y="4447532"/>
                <a:ext cx="21600" cy="28080"/>
              </p14:xfrm>
            </p:contentPart>
          </mc:Choice>
          <mc:Fallback xmlns="">
            <p:pic>
              <p:nvPicPr>
                <p:cNvPr id="5255" name="墨迹 5254">
                  <a:extLst>
                    <a:ext uri="{FF2B5EF4-FFF2-40B4-BE49-F238E27FC236}">
                      <a16:creationId xmlns:a16="http://schemas.microsoft.com/office/drawing/2014/main" id="{FA3EF8A5-6844-E1F4-E8A3-B7119DD7E68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54862" y="4441412"/>
                  <a:ext cx="33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5256" name="墨迹 5255">
                  <a:extLst>
                    <a:ext uri="{FF2B5EF4-FFF2-40B4-BE49-F238E27FC236}">
                      <a16:creationId xmlns:a16="http://schemas.microsoft.com/office/drawing/2014/main" id="{986D1C8D-73F8-4FCE-065B-A162FCE0DBBC}"/>
                    </a:ext>
                  </a:extLst>
                </p14:cNvPr>
                <p14:cNvContentPartPr/>
                <p14:nvPr/>
              </p14:nvContentPartPr>
              <p14:xfrm>
                <a:off x="1010662" y="4333772"/>
                <a:ext cx="50760" cy="108720"/>
              </p14:xfrm>
            </p:contentPart>
          </mc:Choice>
          <mc:Fallback xmlns="">
            <p:pic>
              <p:nvPicPr>
                <p:cNvPr id="5256" name="墨迹 5255">
                  <a:extLst>
                    <a:ext uri="{FF2B5EF4-FFF2-40B4-BE49-F238E27FC236}">
                      <a16:creationId xmlns:a16="http://schemas.microsoft.com/office/drawing/2014/main" id="{986D1C8D-73F8-4FCE-065B-A162FCE0DBB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4542" y="4327652"/>
                  <a:ext cx="6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5257" name="墨迹 5256">
                  <a:extLst>
                    <a:ext uri="{FF2B5EF4-FFF2-40B4-BE49-F238E27FC236}">
                      <a16:creationId xmlns:a16="http://schemas.microsoft.com/office/drawing/2014/main" id="{DACE181B-8ECF-18CD-9EE1-805BE9937C95}"/>
                    </a:ext>
                  </a:extLst>
                </p14:cNvPr>
                <p14:cNvContentPartPr/>
                <p14:nvPr/>
              </p14:nvContentPartPr>
              <p14:xfrm>
                <a:off x="1016062" y="4379492"/>
                <a:ext cx="53640" cy="46800"/>
              </p14:xfrm>
            </p:contentPart>
          </mc:Choice>
          <mc:Fallback xmlns="">
            <p:pic>
              <p:nvPicPr>
                <p:cNvPr id="5257" name="墨迹 5256">
                  <a:extLst>
                    <a:ext uri="{FF2B5EF4-FFF2-40B4-BE49-F238E27FC236}">
                      <a16:creationId xmlns:a16="http://schemas.microsoft.com/office/drawing/2014/main" id="{DACE181B-8ECF-18CD-9EE1-805BE9937C9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09942" y="4373372"/>
                  <a:ext cx="65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5258" name="墨迹 5257">
                  <a:extLst>
                    <a:ext uri="{FF2B5EF4-FFF2-40B4-BE49-F238E27FC236}">
                      <a16:creationId xmlns:a16="http://schemas.microsoft.com/office/drawing/2014/main" id="{FC037177-C065-93C5-DC39-D669D672C44B}"/>
                    </a:ext>
                  </a:extLst>
                </p14:cNvPr>
                <p14:cNvContentPartPr/>
                <p14:nvPr/>
              </p14:nvContentPartPr>
              <p14:xfrm>
                <a:off x="1056022" y="4312532"/>
                <a:ext cx="82440" cy="138960"/>
              </p14:xfrm>
            </p:contentPart>
          </mc:Choice>
          <mc:Fallback xmlns="">
            <p:pic>
              <p:nvPicPr>
                <p:cNvPr id="5258" name="墨迹 5257">
                  <a:extLst>
                    <a:ext uri="{FF2B5EF4-FFF2-40B4-BE49-F238E27FC236}">
                      <a16:creationId xmlns:a16="http://schemas.microsoft.com/office/drawing/2014/main" id="{FC037177-C065-93C5-DC39-D669D672C44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49902" y="4306412"/>
                  <a:ext cx="94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5259" name="墨迹 5258">
                  <a:extLst>
                    <a:ext uri="{FF2B5EF4-FFF2-40B4-BE49-F238E27FC236}">
                      <a16:creationId xmlns:a16="http://schemas.microsoft.com/office/drawing/2014/main" id="{9CF21239-230E-5F25-1A9E-302705934BF2}"/>
                    </a:ext>
                  </a:extLst>
                </p14:cNvPr>
                <p14:cNvContentPartPr/>
                <p14:nvPr/>
              </p14:nvContentPartPr>
              <p14:xfrm>
                <a:off x="1076182" y="4371212"/>
                <a:ext cx="145080" cy="81000"/>
              </p14:xfrm>
            </p:contentPart>
          </mc:Choice>
          <mc:Fallback xmlns="">
            <p:pic>
              <p:nvPicPr>
                <p:cNvPr id="5259" name="墨迹 5258">
                  <a:extLst>
                    <a:ext uri="{FF2B5EF4-FFF2-40B4-BE49-F238E27FC236}">
                      <a16:creationId xmlns:a16="http://schemas.microsoft.com/office/drawing/2014/main" id="{9CF21239-230E-5F25-1A9E-302705934BF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70062" y="4365092"/>
                  <a:ext cx="157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5260" name="墨迹 5259">
                  <a:extLst>
                    <a:ext uri="{FF2B5EF4-FFF2-40B4-BE49-F238E27FC236}">
                      <a16:creationId xmlns:a16="http://schemas.microsoft.com/office/drawing/2014/main" id="{6D4035B4-AD2E-5273-2EBA-7C889780ADA9}"/>
                    </a:ext>
                  </a:extLst>
                </p14:cNvPr>
                <p14:cNvContentPartPr/>
                <p14:nvPr/>
              </p14:nvContentPartPr>
              <p14:xfrm>
                <a:off x="1185622" y="4280132"/>
                <a:ext cx="58320" cy="165240"/>
              </p14:xfrm>
            </p:contentPart>
          </mc:Choice>
          <mc:Fallback xmlns="">
            <p:pic>
              <p:nvPicPr>
                <p:cNvPr id="5260" name="墨迹 5259">
                  <a:extLst>
                    <a:ext uri="{FF2B5EF4-FFF2-40B4-BE49-F238E27FC236}">
                      <a16:creationId xmlns:a16="http://schemas.microsoft.com/office/drawing/2014/main" id="{6D4035B4-AD2E-5273-2EBA-7C889780ADA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79502" y="4274012"/>
                  <a:ext cx="70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5261" name="墨迹 5260">
                  <a:extLst>
                    <a:ext uri="{FF2B5EF4-FFF2-40B4-BE49-F238E27FC236}">
                      <a16:creationId xmlns:a16="http://schemas.microsoft.com/office/drawing/2014/main" id="{3831ECF3-607E-3689-4503-F539AE4436FD}"/>
                    </a:ext>
                  </a:extLst>
                </p14:cNvPr>
                <p14:cNvContentPartPr/>
                <p14:nvPr/>
              </p14:nvContentPartPr>
              <p14:xfrm>
                <a:off x="1205062" y="4332332"/>
                <a:ext cx="127080" cy="166680"/>
              </p14:xfrm>
            </p:contentPart>
          </mc:Choice>
          <mc:Fallback xmlns="">
            <p:pic>
              <p:nvPicPr>
                <p:cNvPr id="5261" name="墨迹 5260">
                  <a:extLst>
                    <a:ext uri="{FF2B5EF4-FFF2-40B4-BE49-F238E27FC236}">
                      <a16:creationId xmlns:a16="http://schemas.microsoft.com/office/drawing/2014/main" id="{3831ECF3-607E-3689-4503-F539AE4436F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98942" y="4326212"/>
                  <a:ext cx="139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5262" name="墨迹 5261">
                  <a:extLst>
                    <a:ext uri="{FF2B5EF4-FFF2-40B4-BE49-F238E27FC236}">
                      <a16:creationId xmlns:a16="http://schemas.microsoft.com/office/drawing/2014/main" id="{F5306C9B-4B33-5940-112F-5426358DA8A9}"/>
                    </a:ext>
                  </a:extLst>
                </p14:cNvPr>
                <p14:cNvContentPartPr/>
                <p14:nvPr/>
              </p14:nvContentPartPr>
              <p14:xfrm>
                <a:off x="1224862" y="4387052"/>
                <a:ext cx="48240" cy="52560"/>
              </p14:xfrm>
            </p:contentPart>
          </mc:Choice>
          <mc:Fallback xmlns="">
            <p:pic>
              <p:nvPicPr>
                <p:cNvPr id="5262" name="墨迹 5261">
                  <a:extLst>
                    <a:ext uri="{FF2B5EF4-FFF2-40B4-BE49-F238E27FC236}">
                      <a16:creationId xmlns:a16="http://schemas.microsoft.com/office/drawing/2014/main" id="{F5306C9B-4B33-5940-112F-5426358DA8A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218742" y="4380932"/>
                  <a:ext cx="604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5263" name="墨迹 5262">
                  <a:extLst>
                    <a:ext uri="{FF2B5EF4-FFF2-40B4-BE49-F238E27FC236}">
                      <a16:creationId xmlns:a16="http://schemas.microsoft.com/office/drawing/2014/main" id="{EC4DAC83-0002-5BA2-7C99-40A9C9727A0D}"/>
                    </a:ext>
                  </a:extLst>
                </p14:cNvPr>
                <p14:cNvContentPartPr/>
                <p14:nvPr/>
              </p14:nvContentPartPr>
              <p14:xfrm>
                <a:off x="1230982" y="4415132"/>
                <a:ext cx="39600" cy="27000"/>
              </p14:xfrm>
            </p:contentPart>
          </mc:Choice>
          <mc:Fallback xmlns="">
            <p:pic>
              <p:nvPicPr>
                <p:cNvPr id="5263" name="墨迹 5262">
                  <a:extLst>
                    <a:ext uri="{FF2B5EF4-FFF2-40B4-BE49-F238E27FC236}">
                      <a16:creationId xmlns:a16="http://schemas.microsoft.com/office/drawing/2014/main" id="{EC4DAC83-0002-5BA2-7C99-40A9C9727A0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224862" y="4409012"/>
                  <a:ext cx="51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5264" name="墨迹 5263">
                  <a:extLst>
                    <a:ext uri="{FF2B5EF4-FFF2-40B4-BE49-F238E27FC236}">
                      <a16:creationId xmlns:a16="http://schemas.microsoft.com/office/drawing/2014/main" id="{EF7AE982-2A63-5C4C-2E92-EAC27C4C9FE3}"/>
                    </a:ext>
                  </a:extLst>
                </p14:cNvPr>
                <p14:cNvContentPartPr/>
                <p14:nvPr/>
              </p14:nvContentPartPr>
              <p14:xfrm>
                <a:off x="1371742" y="4459412"/>
                <a:ext cx="19080" cy="17640"/>
              </p14:xfrm>
            </p:contentPart>
          </mc:Choice>
          <mc:Fallback xmlns="">
            <p:pic>
              <p:nvPicPr>
                <p:cNvPr id="5264" name="墨迹 5263">
                  <a:extLst>
                    <a:ext uri="{FF2B5EF4-FFF2-40B4-BE49-F238E27FC236}">
                      <a16:creationId xmlns:a16="http://schemas.microsoft.com/office/drawing/2014/main" id="{EF7AE982-2A63-5C4C-2E92-EAC27C4C9FE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365622" y="4453292"/>
                  <a:ext cx="31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5265" name="墨迹 5264">
                  <a:extLst>
                    <a:ext uri="{FF2B5EF4-FFF2-40B4-BE49-F238E27FC236}">
                      <a16:creationId xmlns:a16="http://schemas.microsoft.com/office/drawing/2014/main" id="{702787AB-C151-A766-AD29-18993EA0E546}"/>
                    </a:ext>
                  </a:extLst>
                </p14:cNvPr>
                <p14:cNvContentPartPr/>
                <p14:nvPr/>
              </p14:nvContentPartPr>
              <p14:xfrm>
                <a:off x="1466062" y="4344932"/>
                <a:ext cx="42480" cy="10080"/>
              </p14:xfrm>
            </p:contentPart>
          </mc:Choice>
          <mc:Fallback xmlns="">
            <p:pic>
              <p:nvPicPr>
                <p:cNvPr id="5265" name="墨迹 5264">
                  <a:extLst>
                    <a:ext uri="{FF2B5EF4-FFF2-40B4-BE49-F238E27FC236}">
                      <a16:creationId xmlns:a16="http://schemas.microsoft.com/office/drawing/2014/main" id="{702787AB-C151-A766-AD29-18993EA0E54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459942" y="4338812"/>
                  <a:ext cx="54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5266" name="墨迹 5265">
                  <a:extLst>
                    <a:ext uri="{FF2B5EF4-FFF2-40B4-BE49-F238E27FC236}">
                      <a16:creationId xmlns:a16="http://schemas.microsoft.com/office/drawing/2014/main" id="{217A75AF-243F-5CEF-54AF-8D1F27F0EFAA}"/>
                    </a:ext>
                  </a:extLst>
                </p14:cNvPr>
                <p14:cNvContentPartPr/>
                <p14:nvPr/>
              </p14:nvContentPartPr>
              <p14:xfrm>
                <a:off x="1457422" y="4397852"/>
                <a:ext cx="53640" cy="16200"/>
              </p14:xfrm>
            </p:contentPart>
          </mc:Choice>
          <mc:Fallback xmlns="">
            <p:pic>
              <p:nvPicPr>
                <p:cNvPr id="5266" name="墨迹 5265">
                  <a:extLst>
                    <a:ext uri="{FF2B5EF4-FFF2-40B4-BE49-F238E27FC236}">
                      <a16:creationId xmlns:a16="http://schemas.microsoft.com/office/drawing/2014/main" id="{217A75AF-243F-5CEF-54AF-8D1F27F0EFA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451302" y="4391732"/>
                  <a:ext cx="65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5267" name="墨迹 5266">
                  <a:extLst>
                    <a:ext uri="{FF2B5EF4-FFF2-40B4-BE49-F238E27FC236}">
                      <a16:creationId xmlns:a16="http://schemas.microsoft.com/office/drawing/2014/main" id="{533B04B0-78B6-B782-2573-B1826DB84E86}"/>
                    </a:ext>
                  </a:extLst>
                </p14:cNvPr>
                <p14:cNvContentPartPr/>
                <p14:nvPr/>
              </p14:nvContentPartPr>
              <p14:xfrm>
                <a:off x="1422502" y="4446812"/>
                <a:ext cx="153360" cy="23760"/>
              </p14:xfrm>
            </p:contentPart>
          </mc:Choice>
          <mc:Fallback xmlns="">
            <p:pic>
              <p:nvPicPr>
                <p:cNvPr id="5267" name="墨迹 5266">
                  <a:extLst>
                    <a:ext uri="{FF2B5EF4-FFF2-40B4-BE49-F238E27FC236}">
                      <a16:creationId xmlns:a16="http://schemas.microsoft.com/office/drawing/2014/main" id="{533B04B0-78B6-B782-2573-B1826DB84E8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416382" y="4440692"/>
                  <a:ext cx="165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5268" name="墨迹 5267">
                  <a:extLst>
                    <a:ext uri="{FF2B5EF4-FFF2-40B4-BE49-F238E27FC236}">
                      <a16:creationId xmlns:a16="http://schemas.microsoft.com/office/drawing/2014/main" id="{2883CE5C-8D7D-B8A9-67E6-449F2AE0F6BF}"/>
                    </a:ext>
                  </a:extLst>
                </p14:cNvPr>
                <p14:cNvContentPartPr/>
                <p14:nvPr/>
              </p14:nvContentPartPr>
              <p14:xfrm>
                <a:off x="1575862" y="4314692"/>
                <a:ext cx="93960" cy="32040"/>
              </p14:xfrm>
            </p:contentPart>
          </mc:Choice>
          <mc:Fallback xmlns="">
            <p:pic>
              <p:nvPicPr>
                <p:cNvPr id="5268" name="墨迹 5267">
                  <a:extLst>
                    <a:ext uri="{FF2B5EF4-FFF2-40B4-BE49-F238E27FC236}">
                      <a16:creationId xmlns:a16="http://schemas.microsoft.com/office/drawing/2014/main" id="{2883CE5C-8D7D-B8A9-67E6-449F2AE0F6B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569742" y="4308572"/>
                  <a:ext cx="1062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5269" name="墨迹 5268">
                  <a:extLst>
                    <a:ext uri="{FF2B5EF4-FFF2-40B4-BE49-F238E27FC236}">
                      <a16:creationId xmlns:a16="http://schemas.microsoft.com/office/drawing/2014/main" id="{3E815941-AE9F-85B5-B559-99687ABC58F3}"/>
                    </a:ext>
                  </a:extLst>
                </p14:cNvPr>
                <p14:cNvContentPartPr/>
                <p14:nvPr/>
              </p14:nvContentPartPr>
              <p14:xfrm>
                <a:off x="1560022" y="4311812"/>
                <a:ext cx="53280" cy="87120"/>
              </p14:xfrm>
            </p:contentPart>
          </mc:Choice>
          <mc:Fallback xmlns="">
            <p:pic>
              <p:nvPicPr>
                <p:cNvPr id="5269" name="墨迹 5268">
                  <a:extLst>
                    <a:ext uri="{FF2B5EF4-FFF2-40B4-BE49-F238E27FC236}">
                      <a16:creationId xmlns:a16="http://schemas.microsoft.com/office/drawing/2014/main" id="{3E815941-AE9F-85B5-B559-99687ABC58F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553902" y="4305692"/>
                  <a:ext cx="655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5270" name="墨迹 5269">
                  <a:extLst>
                    <a:ext uri="{FF2B5EF4-FFF2-40B4-BE49-F238E27FC236}">
                      <a16:creationId xmlns:a16="http://schemas.microsoft.com/office/drawing/2014/main" id="{11528134-46E7-6F88-2D9C-2059C8329F0B}"/>
                    </a:ext>
                  </a:extLst>
                </p14:cNvPr>
                <p14:cNvContentPartPr/>
                <p14:nvPr/>
              </p14:nvContentPartPr>
              <p14:xfrm>
                <a:off x="1606822" y="4353212"/>
                <a:ext cx="52920" cy="26640"/>
              </p14:xfrm>
            </p:contentPart>
          </mc:Choice>
          <mc:Fallback xmlns="">
            <p:pic>
              <p:nvPicPr>
                <p:cNvPr id="5270" name="墨迹 5269">
                  <a:extLst>
                    <a:ext uri="{FF2B5EF4-FFF2-40B4-BE49-F238E27FC236}">
                      <a16:creationId xmlns:a16="http://schemas.microsoft.com/office/drawing/2014/main" id="{11528134-46E7-6F88-2D9C-2059C8329F0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600702" y="4347092"/>
                  <a:ext cx="65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5271" name="墨迹 5270">
                  <a:extLst>
                    <a:ext uri="{FF2B5EF4-FFF2-40B4-BE49-F238E27FC236}">
                      <a16:creationId xmlns:a16="http://schemas.microsoft.com/office/drawing/2014/main" id="{6DC8D8F8-3E07-EE28-96C5-F9954111723C}"/>
                    </a:ext>
                  </a:extLst>
                </p14:cNvPr>
                <p14:cNvContentPartPr/>
                <p14:nvPr/>
              </p14:nvContentPartPr>
              <p14:xfrm>
                <a:off x="1606462" y="4392452"/>
                <a:ext cx="18360" cy="15480"/>
              </p14:xfrm>
            </p:contentPart>
          </mc:Choice>
          <mc:Fallback xmlns="">
            <p:pic>
              <p:nvPicPr>
                <p:cNvPr id="5271" name="墨迹 5270">
                  <a:extLst>
                    <a:ext uri="{FF2B5EF4-FFF2-40B4-BE49-F238E27FC236}">
                      <a16:creationId xmlns:a16="http://schemas.microsoft.com/office/drawing/2014/main" id="{6DC8D8F8-3E07-EE28-96C5-F9954111723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600342" y="4386332"/>
                  <a:ext cx="30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5272" name="墨迹 5271">
                  <a:extLst>
                    <a:ext uri="{FF2B5EF4-FFF2-40B4-BE49-F238E27FC236}">
                      <a16:creationId xmlns:a16="http://schemas.microsoft.com/office/drawing/2014/main" id="{71905D16-6393-2F3E-AECD-7034C94EF42F}"/>
                    </a:ext>
                  </a:extLst>
                </p14:cNvPr>
                <p14:cNvContentPartPr/>
                <p14:nvPr/>
              </p14:nvContentPartPr>
              <p14:xfrm>
                <a:off x="1561462" y="4418012"/>
                <a:ext cx="39240" cy="57960"/>
              </p14:xfrm>
            </p:contentPart>
          </mc:Choice>
          <mc:Fallback xmlns="">
            <p:pic>
              <p:nvPicPr>
                <p:cNvPr id="5272" name="墨迹 5271">
                  <a:extLst>
                    <a:ext uri="{FF2B5EF4-FFF2-40B4-BE49-F238E27FC236}">
                      <a16:creationId xmlns:a16="http://schemas.microsoft.com/office/drawing/2014/main" id="{71905D16-6393-2F3E-AECD-7034C94EF42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555342" y="4411892"/>
                  <a:ext cx="514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5273" name="墨迹 5272">
                  <a:extLst>
                    <a:ext uri="{FF2B5EF4-FFF2-40B4-BE49-F238E27FC236}">
                      <a16:creationId xmlns:a16="http://schemas.microsoft.com/office/drawing/2014/main" id="{21EC1311-01B1-FCC5-74F4-126692D3C474}"/>
                    </a:ext>
                  </a:extLst>
                </p14:cNvPr>
                <p14:cNvContentPartPr/>
                <p14:nvPr/>
              </p14:nvContentPartPr>
              <p14:xfrm>
                <a:off x="1608982" y="4433132"/>
                <a:ext cx="134280" cy="69840"/>
              </p14:xfrm>
            </p:contentPart>
          </mc:Choice>
          <mc:Fallback xmlns="">
            <p:pic>
              <p:nvPicPr>
                <p:cNvPr id="5273" name="墨迹 5272">
                  <a:extLst>
                    <a:ext uri="{FF2B5EF4-FFF2-40B4-BE49-F238E27FC236}">
                      <a16:creationId xmlns:a16="http://schemas.microsoft.com/office/drawing/2014/main" id="{21EC1311-01B1-FCC5-74F4-126692D3C47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602862" y="4427012"/>
                  <a:ext cx="146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5274" name="墨迹 5273">
                  <a:extLst>
                    <a:ext uri="{FF2B5EF4-FFF2-40B4-BE49-F238E27FC236}">
                      <a16:creationId xmlns:a16="http://schemas.microsoft.com/office/drawing/2014/main" id="{61819EE9-B647-063C-90B0-3545175AB10D}"/>
                    </a:ext>
                  </a:extLst>
                </p14:cNvPr>
                <p14:cNvContentPartPr/>
                <p14:nvPr/>
              </p14:nvContentPartPr>
              <p14:xfrm>
                <a:off x="1655782" y="4433132"/>
                <a:ext cx="6120" cy="6480"/>
              </p14:xfrm>
            </p:contentPart>
          </mc:Choice>
          <mc:Fallback xmlns="">
            <p:pic>
              <p:nvPicPr>
                <p:cNvPr id="5274" name="墨迹 5273">
                  <a:extLst>
                    <a:ext uri="{FF2B5EF4-FFF2-40B4-BE49-F238E27FC236}">
                      <a16:creationId xmlns:a16="http://schemas.microsoft.com/office/drawing/2014/main" id="{61819EE9-B647-063C-90B0-3545175AB10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649662" y="4427012"/>
                  <a:ext cx="183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5275" name="墨迹 5274">
                  <a:extLst>
                    <a:ext uri="{FF2B5EF4-FFF2-40B4-BE49-F238E27FC236}">
                      <a16:creationId xmlns:a16="http://schemas.microsoft.com/office/drawing/2014/main" id="{27FC3310-2FAF-CC1E-211D-49073D66D73D}"/>
                    </a:ext>
                  </a:extLst>
                </p14:cNvPr>
                <p14:cNvContentPartPr/>
                <p14:nvPr/>
              </p14:nvContentPartPr>
              <p14:xfrm>
                <a:off x="1691422" y="4418732"/>
                <a:ext cx="7920" cy="14400"/>
              </p14:xfrm>
            </p:contentPart>
          </mc:Choice>
          <mc:Fallback xmlns="">
            <p:pic>
              <p:nvPicPr>
                <p:cNvPr id="5275" name="墨迹 5274">
                  <a:extLst>
                    <a:ext uri="{FF2B5EF4-FFF2-40B4-BE49-F238E27FC236}">
                      <a16:creationId xmlns:a16="http://schemas.microsoft.com/office/drawing/2014/main" id="{27FC3310-2FAF-CC1E-211D-49073D66D73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685302" y="4412612"/>
                  <a:ext cx="20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5276" name="墨迹 5275">
                  <a:extLst>
                    <a:ext uri="{FF2B5EF4-FFF2-40B4-BE49-F238E27FC236}">
                      <a16:creationId xmlns:a16="http://schemas.microsoft.com/office/drawing/2014/main" id="{0C421565-AC31-1220-BE54-ED170496FBE4}"/>
                    </a:ext>
                  </a:extLst>
                </p14:cNvPr>
                <p14:cNvContentPartPr/>
                <p14:nvPr/>
              </p14:nvContentPartPr>
              <p14:xfrm>
                <a:off x="1715902" y="4327652"/>
                <a:ext cx="40320" cy="196920"/>
              </p14:xfrm>
            </p:contentPart>
          </mc:Choice>
          <mc:Fallback xmlns="">
            <p:pic>
              <p:nvPicPr>
                <p:cNvPr id="5276" name="墨迹 5275">
                  <a:extLst>
                    <a:ext uri="{FF2B5EF4-FFF2-40B4-BE49-F238E27FC236}">
                      <a16:creationId xmlns:a16="http://schemas.microsoft.com/office/drawing/2014/main" id="{0C421565-AC31-1220-BE54-ED170496FBE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709782" y="4321532"/>
                  <a:ext cx="52560" cy="20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5278" name="墨迹 5277">
                <a:extLst>
                  <a:ext uri="{FF2B5EF4-FFF2-40B4-BE49-F238E27FC236}">
                    <a16:creationId xmlns:a16="http://schemas.microsoft.com/office/drawing/2014/main" id="{4A12436A-E39D-FBAB-4877-0FC292822AFD}"/>
                  </a:ext>
                </a:extLst>
              </p14:cNvPr>
              <p14:cNvContentPartPr/>
              <p14:nvPr/>
            </p14:nvContentPartPr>
            <p14:xfrm>
              <a:off x="1625182" y="1709372"/>
              <a:ext cx="159840" cy="1474200"/>
            </p14:xfrm>
          </p:contentPart>
        </mc:Choice>
        <mc:Fallback xmlns="">
          <p:pic>
            <p:nvPicPr>
              <p:cNvPr id="5278" name="墨迹 5277">
                <a:extLst>
                  <a:ext uri="{FF2B5EF4-FFF2-40B4-BE49-F238E27FC236}">
                    <a16:creationId xmlns:a16="http://schemas.microsoft.com/office/drawing/2014/main" id="{4A12436A-E39D-FBAB-4877-0FC292822AF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619062" y="1703252"/>
                <a:ext cx="172080" cy="148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81" name="组合 5280">
            <a:extLst>
              <a:ext uri="{FF2B5EF4-FFF2-40B4-BE49-F238E27FC236}">
                <a16:creationId xmlns:a16="http://schemas.microsoft.com/office/drawing/2014/main" id="{3D222461-AFD0-9B28-48F4-9A8596AD236F}"/>
              </a:ext>
            </a:extLst>
          </p:cNvPr>
          <p:cNvGrpSpPr/>
          <p:nvPr/>
        </p:nvGrpSpPr>
        <p:grpSpPr>
          <a:xfrm>
            <a:off x="1900582" y="1342532"/>
            <a:ext cx="2845440" cy="380160"/>
            <a:chOff x="1900582" y="1342532"/>
            <a:chExt cx="284544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5279" name="墨迹 5278">
                  <a:extLst>
                    <a:ext uri="{FF2B5EF4-FFF2-40B4-BE49-F238E27FC236}">
                      <a16:creationId xmlns:a16="http://schemas.microsoft.com/office/drawing/2014/main" id="{DC937856-856B-050D-7112-7794BB4A7CB6}"/>
                    </a:ext>
                  </a:extLst>
                </p14:cNvPr>
                <p14:cNvContentPartPr/>
                <p14:nvPr/>
              </p14:nvContentPartPr>
              <p14:xfrm>
                <a:off x="1921822" y="1342532"/>
                <a:ext cx="2824200" cy="345600"/>
              </p14:xfrm>
            </p:contentPart>
          </mc:Choice>
          <mc:Fallback xmlns="">
            <p:pic>
              <p:nvPicPr>
                <p:cNvPr id="5279" name="墨迹 5278">
                  <a:extLst>
                    <a:ext uri="{FF2B5EF4-FFF2-40B4-BE49-F238E27FC236}">
                      <a16:creationId xmlns:a16="http://schemas.microsoft.com/office/drawing/2014/main" id="{DC937856-856B-050D-7112-7794BB4A7CB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915702" y="1336412"/>
                  <a:ext cx="28364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5280" name="墨迹 5279">
                  <a:extLst>
                    <a:ext uri="{FF2B5EF4-FFF2-40B4-BE49-F238E27FC236}">
                      <a16:creationId xmlns:a16="http://schemas.microsoft.com/office/drawing/2014/main" id="{B31D3B22-46F2-9B9F-ABE9-4A0EF4C8F606}"/>
                    </a:ext>
                  </a:extLst>
                </p14:cNvPr>
                <p14:cNvContentPartPr/>
                <p14:nvPr/>
              </p14:nvContentPartPr>
              <p14:xfrm>
                <a:off x="1900582" y="1597772"/>
                <a:ext cx="95760" cy="124920"/>
              </p14:xfrm>
            </p:contentPart>
          </mc:Choice>
          <mc:Fallback xmlns="">
            <p:pic>
              <p:nvPicPr>
                <p:cNvPr id="5280" name="墨迹 5279">
                  <a:extLst>
                    <a:ext uri="{FF2B5EF4-FFF2-40B4-BE49-F238E27FC236}">
                      <a16:creationId xmlns:a16="http://schemas.microsoft.com/office/drawing/2014/main" id="{B31D3B22-46F2-9B9F-ABE9-4A0EF4C8F60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894462" y="1591652"/>
                  <a:ext cx="10800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03" name="组合 5302">
            <a:extLst>
              <a:ext uri="{FF2B5EF4-FFF2-40B4-BE49-F238E27FC236}">
                <a16:creationId xmlns:a16="http://schemas.microsoft.com/office/drawing/2014/main" id="{474E899C-D9A5-006F-725E-F87B4C053FA1}"/>
              </a:ext>
            </a:extLst>
          </p:cNvPr>
          <p:cNvGrpSpPr/>
          <p:nvPr/>
        </p:nvGrpSpPr>
        <p:grpSpPr>
          <a:xfrm>
            <a:off x="542302" y="2259452"/>
            <a:ext cx="842040" cy="351360"/>
            <a:chOff x="542302" y="2259452"/>
            <a:chExt cx="84204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5282" name="墨迹 5281">
                  <a:extLst>
                    <a:ext uri="{FF2B5EF4-FFF2-40B4-BE49-F238E27FC236}">
                      <a16:creationId xmlns:a16="http://schemas.microsoft.com/office/drawing/2014/main" id="{EFFE5EF4-87EB-8C15-7A98-77CF2148F8ED}"/>
                    </a:ext>
                  </a:extLst>
                </p14:cNvPr>
                <p14:cNvContentPartPr/>
                <p14:nvPr/>
              </p14:nvContentPartPr>
              <p14:xfrm>
                <a:off x="542302" y="2333252"/>
                <a:ext cx="45000" cy="30600"/>
              </p14:xfrm>
            </p:contentPart>
          </mc:Choice>
          <mc:Fallback xmlns="">
            <p:pic>
              <p:nvPicPr>
                <p:cNvPr id="5282" name="墨迹 5281">
                  <a:extLst>
                    <a:ext uri="{FF2B5EF4-FFF2-40B4-BE49-F238E27FC236}">
                      <a16:creationId xmlns:a16="http://schemas.microsoft.com/office/drawing/2014/main" id="{EFFE5EF4-87EB-8C15-7A98-77CF2148F8E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36182" y="2327132"/>
                  <a:ext cx="57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5283" name="墨迹 5282">
                  <a:extLst>
                    <a:ext uri="{FF2B5EF4-FFF2-40B4-BE49-F238E27FC236}">
                      <a16:creationId xmlns:a16="http://schemas.microsoft.com/office/drawing/2014/main" id="{3E857156-CA36-AF14-1F65-D575B0D6C9FF}"/>
                    </a:ext>
                  </a:extLst>
                </p14:cNvPr>
                <p14:cNvContentPartPr/>
                <p14:nvPr/>
              </p14:nvContentPartPr>
              <p14:xfrm>
                <a:off x="559942" y="2329652"/>
                <a:ext cx="23400" cy="134640"/>
              </p14:xfrm>
            </p:contentPart>
          </mc:Choice>
          <mc:Fallback xmlns="">
            <p:pic>
              <p:nvPicPr>
                <p:cNvPr id="5283" name="墨迹 5282">
                  <a:extLst>
                    <a:ext uri="{FF2B5EF4-FFF2-40B4-BE49-F238E27FC236}">
                      <a16:creationId xmlns:a16="http://schemas.microsoft.com/office/drawing/2014/main" id="{3E857156-CA36-AF14-1F65-D575B0D6C9F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53822" y="2323532"/>
                  <a:ext cx="35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5284" name="墨迹 5283">
                  <a:extLst>
                    <a:ext uri="{FF2B5EF4-FFF2-40B4-BE49-F238E27FC236}">
                      <a16:creationId xmlns:a16="http://schemas.microsoft.com/office/drawing/2014/main" id="{4DAF67C7-D412-4A35-9226-5012B2D13FAC}"/>
                    </a:ext>
                  </a:extLst>
                </p14:cNvPr>
                <p14:cNvContentPartPr/>
                <p14:nvPr/>
              </p14:nvContentPartPr>
              <p14:xfrm>
                <a:off x="553462" y="2388332"/>
                <a:ext cx="42480" cy="78120"/>
              </p14:xfrm>
            </p:contentPart>
          </mc:Choice>
          <mc:Fallback xmlns="">
            <p:pic>
              <p:nvPicPr>
                <p:cNvPr id="5284" name="墨迹 5283">
                  <a:extLst>
                    <a:ext uri="{FF2B5EF4-FFF2-40B4-BE49-F238E27FC236}">
                      <a16:creationId xmlns:a16="http://schemas.microsoft.com/office/drawing/2014/main" id="{4DAF67C7-D412-4A35-9226-5012B2D13FA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47342" y="2382212"/>
                  <a:ext cx="547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5285" name="墨迹 5284">
                  <a:extLst>
                    <a:ext uri="{FF2B5EF4-FFF2-40B4-BE49-F238E27FC236}">
                      <a16:creationId xmlns:a16="http://schemas.microsoft.com/office/drawing/2014/main" id="{984A1791-0FC7-7688-D279-555C318E9964}"/>
                    </a:ext>
                  </a:extLst>
                </p14:cNvPr>
                <p14:cNvContentPartPr/>
                <p14:nvPr/>
              </p14:nvContentPartPr>
              <p14:xfrm>
                <a:off x="618982" y="2310572"/>
                <a:ext cx="78120" cy="81000"/>
              </p14:xfrm>
            </p:contentPart>
          </mc:Choice>
          <mc:Fallback xmlns="">
            <p:pic>
              <p:nvPicPr>
                <p:cNvPr id="5285" name="墨迹 5284">
                  <a:extLst>
                    <a:ext uri="{FF2B5EF4-FFF2-40B4-BE49-F238E27FC236}">
                      <a16:creationId xmlns:a16="http://schemas.microsoft.com/office/drawing/2014/main" id="{984A1791-0FC7-7688-D279-555C318E996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12862" y="2304452"/>
                  <a:ext cx="903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5286" name="墨迹 5285">
                  <a:extLst>
                    <a:ext uri="{FF2B5EF4-FFF2-40B4-BE49-F238E27FC236}">
                      <a16:creationId xmlns:a16="http://schemas.microsoft.com/office/drawing/2014/main" id="{2AF2D47A-E20B-1765-38A1-ECA21A2444E5}"/>
                    </a:ext>
                  </a:extLst>
                </p14:cNvPr>
                <p14:cNvContentPartPr/>
                <p14:nvPr/>
              </p14:nvContentPartPr>
              <p14:xfrm>
                <a:off x="644542" y="2312372"/>
                <a:ext cx="19080" cy="95760"/>
              </p14:xfrm>
            </p:contentPart>
          </mc:Choice>
          <mc:Fallback xmlns="">
            <p:pic>
              <p:nvPicPr>
                <p:cNvPr id="5286" name="墨迹 5285">
                  <a:extLst>
                    <a:ext uri="{FF2B5EF4-FFF2-40B4-BE49-F238E27FC236}">
                      <a16:creationId xmlns:a16="http://schemas.microsoft.com/office/drawing/2014/main" id="{2AF2D47A-E20B-1765-38A1-ECA21A2444E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38422" y="2306252"/>
                  <a:ext cx="313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5287" name="墨迹 5286">
                  <a:extLst>
                    <a:ext uri="{FF2B5EF4-FFF2-40B4-BE49-F238E27FC236}">
                      <a16:creationId xmlns:a16="http://schemas.microsoft.com/office/drawing/2014/main" id="{1A8232BF-0FCA-F562-948A-01212D87D904}"/>
                    </a:ext>
                  </a:extLst>
                </p14:cNvPr>
                <p14:cNvContentPartPr/>
                <p14:nvPr/>
              </p14:nvContentPartPr>
              <p14:xfrm>
                <a:off x="617542" y="2332532"/>
                <a:ext cx="166680" cy="145080"/>
              </p14:xfrm>
            </p:contentPart>
          </mc:Choice>
          <mc:Fallback xmlns="">
            <p:pic>
              <p:nvPicPr>
                <p:cNvPr id="5287" name="墨迹 5286">
                  <a:extLst>
                    <a:ext uri="{FF2B5EF4-FFF2-40B4-BE49-F238E27FC236}">
                      <a16:creationId xmlns:a16="http://schemas.microsoft.com/office/drawing/2014/main" id="{1A8232BF-0FCA-F562-948A-01212D87D90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11422" y="2326412"/>
                  <a:ext cx="1789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5288" name="墨迹 5287">
                  <a:extLst>
                    <a:ext uri="{FF2B5EF4-FFF2-40B4-BE49-F238E27FC236}">
                      <a16:creationId xmlns:a16="http://schemas.microsoft.com/office/drawing/2014/main" id="{6A649765-96E5-5306-77FF-1A36D17EC0F3}"/>
                    </a:ext>
                  </a:extLst>
                </p14:cNvPr>
                <p14:cNvContentPartPr/>
                <p14:nvPr/>
              </p14:nvContentPartPr>
              <p14:xfrm>
                <a:off x="775582" y="2332532"/>
                <a:ext cx="34200" cy="29880"/>
              </p14:xfrm>
            </p:contentPart>
          </mc:Choice>
          <mc:Fallback xmlns="">
            <p:pic>
              <p:nvPicPr>
                <p:cNvPr id="5288" name="墨迹 5287">
                  <a:extLst>
                    <a:ext uri="{FF2B5EF4-FFF2-40B4-BE49-F238E27FC236}">
                      <a16:creationId xmlns:a16="http://schemas.microsoft.com/office/drawing/2014/main" id="{6A649765-96E5-5306-77FF-1A36D17EC0F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69462" y="2326412"/>
                  <a:ext cx="46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5289" name="墨迹 5288">
                  <a:extLst>
                    <a:ext uri="{FF2B5EF4-FFF2-40B4-BE49-F238E27FC236}">
                      <a16:creationId xmlns:a16="http://schemas.microsoft.com/office/drawing/2014/main" id="{AC12E50B-7EFA-BE71-6BBC-13D827D05906}"/>
                    </a:ext>
                  </a:extLst>
                </p14:cNvPr>
                <p14:cNvContentPartPr/>
                <p14:nvPr/>
              </p14:nvContentPartPr>
              <p14:xfrm>
                <a:off x="789262" y="2331812"/>
                <a:ext cx="14040" cy="112680"/>
              </p14:xfrm>
            </p:contentPart>
          </mc:Choice>
          <mc:Fallback xmlns="">
            <p:pic>
              <p:nvPicPr>
                <p:cNvPr id="5289" name="墨迹 5288">
                  <a:extLst>
                    <a:ext uri="{FF2B5EF4-FFF2-40B4-BE49-F238E27FC236}">
                      <a16:creationId xmlns:a16="http://schemas.microsoft.com/office/drawing/2014/main" id="{AC12E50B-7EFA-BE71-6BBC-13D827D0590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83142" y="2325692"/>
                  <a:ext cx="26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5290" name="墨迹 5289">
                  <a:extLst>
                    <a:ext uri="{FF2B5EF4-FFF2-40B4-BE49-F238E27FC236}">
                      <a16:creationId xmlns:a16="http://schemas.microsoft.com/office/drawing/2014/main" id="{A556B96E-E489-200E-B432-FB0352985E06}"/>
                    </a:ext>
                  </a:extLst>
                </p14:cNvPr>
                <p14:cNvContentPartPr/>
                <p14:nvPr/>
              </p14:nvContentPartPr>
              <p14:xfrm>
                <a:off x="789262" y="2358812"/>
                <a:ext cx="53280" cy="110520"/>
              </p14:xfrm>
            </p:contentPart>
          </mc:Choice>
          <mc:Fallback xmlns="">
            <p:pic>
              <p:nvPicPr>
                <p:cNvPr id="5290" name="墨迹 5289">
                  <a:extLst>
                    <a:ext uri="{FF2B5EF4-FFF2-40B4-BE49-F238E27FC236}">
                      <a16:creationId xmlns:a16="http://schemas.microsoft.com/office/drawing/2014/main" id="{A556B96E-E489-200E-B432-FB0352985E0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83142" y="2352692"/>
                  <a:ext cx="6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5291" name="墨迹 5290">
                  <a:extLst>
                    <a:ext uri="{FF2B5EF4-FFF2-40B4-BE49-F238E27FC236}">
                      <a16:creationId xmlns:a16="http://schemas.microsoft.com/office/drawing/2014/main" id="{9F0F535B-10D3-2F49-9793-D508826B9836}"/>
                    </a:ext>
                  </a:extLst>
                </p14:cNvPr>
                <p14:cNvContentPartPr/>
                <p14:nvPr/>
              </p14:nvContentPartPr>
              <p14:xfrm>
                <a:off x="863782" y="2290412"/>
                <a:ext cx="28080" cy="135720"/>
              </p14:xfrm>
            </p:contentPart>
          </mc:Choice>
          <mc:Fallback xmlns="">
            <p:pic>
              <p:nvPicPr>
                <p:cNvPr id="5291" name="墨迹 5290">
                  <a:extLst>
                    <a:ext uri="{FF2B5EF4-FFF2-40B4-BE49-F238E27FC236}">
                      <a16:creationId xmlns:a16="http://schemas.microsoft.com/office/drawing/2014/main" id="{9F0F535B-10D3-2F49-9793-D508826B983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57662" y="2284292"/>
                  <a:ext cx="40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5292" name="墨迹 5291">
                  <a:extLst>
                    <a:ext uri="{FF2B5EF4-FFF2-40B4-BE49-F238E27FC236}">
                      <a16:creationId xmlns:a16="http://schemas.microsoft.com/office/drawing/2014/main" id="{52D0BEB3-DCFB-F5C3-C695-6FEF33B76711}"/>
                    </a:ext>
                  </a:extLst>
                </p14:cNvPr>
                <p14:cNvContentPartPr/>
                <p14:nvPr/>
              </p14:nvContentPartPr>
              <p14:xfrm>
                <a:off x="893302" y="2367452"/>
                <a:ext cx="28440" cy="34200"/>
              </p14:xfrm>
            </p:contentPart>
          </mc:Choice>
          <mc:Fallback xmlns="">
            <p:pic>
              <p:nvPicPr>
                <p:cNvPr id="5292" name="墨迹 5291">
                  <a:extLst>
                    <a:ext uri="{FF2B5EF4-FFF2-40B4-BE49-F238E27FC236}">
                      <a16:creationId xmlns:a16="http://schemas.microsoft.com/office/drawing/2014/main" id="{52D0BEB3-DCFB-F5C3-C695-6FEF33B7671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87182" y="2361332"/>
                  <a:ext cx="40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5293" name="墨迹 5292">
                  <a:extLst>
                    <a:ext uri="{FF2B5EF4-FFF2-40B4-BE49-F238E27FC236}">
                      <a16:creationId xmlns:a16="http://schemas.microsoft.com/office/drawing/2014/main" id="{1B4E7641-7800-B0D9-1F49-AD5C39594D40}"/>
                    </a:ext>
                  </a:extLst>
                </p14:cNvPr>
                <p14:cNvContentPartPr/>
                <p14:nvPr/>
              </p14:nvContentPartPr>
              <p14:xfrm>
                <a:off x="852622" y="2393732"/>
                <a:ext cx="14040" cy="83880"/>
              </p14:xfrm>
            </p:contentPart>
          </mc:Choice>
          <mc:Fallback xmlns="">
            <p:pic>
              <p:nvPicPr>
                <p:cNvPr id="5293" name="墨迹 5292">
                  <a:extLst>
                    <a:ext uri="{FF2B5EF4-FFF2-40B4-BE49-F238E27FC236}">
                      <a16:creationId xmlns:a16="http://schemas.microsoft.com/office/drawing/2014/main" id="{1B4E7641-7800-B0D9-1F49-AD5C39594D4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46502" y="2387612"/>
                  <a:ext cx="26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5294" name="墨迹 5293">
                  <a:extLst>
                    <a:ext uri="{FF2B5EF4-FFF2-40B4-BE49-F238E27FC236}">
                      <a16:creationId xmlns:a16="http://schemas.microsoft.com/office/drawing/2014/main" id="{E175169F-53A0-9654-0A54-752CBE237F7A}"/>
                    </a:ext>
                  </a:extLst>
                </p14:cNvPr>
                <p14:cNvContentPartPr/>
                <p14:nvPr/>
              </p14:nvContentPartPr>
              <p14:xfrm>
                <a:off x="836062" y="2456012"/>
                <a:ext cx="185760" cy="36360"/>
              </p14:xfrm>
            </p:contentPart>
          </mc:Choice>
          <mc:Fallback xmlns="">
            <p:pic>
              <p:nvPicPr>
                <p:cNvPr id="5294" name="墨迹 5293">
                  <a:extLst>
                    <a:ext uri="{FF2B5EF4-FFF2-40B4-BE49-F238E27FC236}">
                      <a16:creationId xmlns:a16="http://schemas.microsoft.com/office/drawing/2014/main" id="{E175169F-53A0-9654-0A54-752CBE237F7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29942" y="2449892"/>
                  <a:ext cx="198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5295" name="墨迹 5294">
                  <a:extLst>
                    <a:ext uri="{FF2B5EF4-FFF2-40B4-BE49-F238E27FC236}">
                      <a16:creationId xmlns:a16="http://schemas.microsoft.com/office/drawing/2014/main" id="{FB4397B7-9CD6-0621-E717-21302334E746}"/>
                    </a:ext>
                  </a:extLst>
                </p14:cNvPr>
                <p14:cNvContentPartPr/>
                <p14:nvPr/>
              </p14:nvContentPartPr>
              <p14:xfrm>
                <a:off x="986182" y="2294732"/>
                <a:ext cx="92880" cy="162000"/>
              </p14:xfrm>
            </p:contentPart>
          </mc:Choice>
          <mc:Fallback xmlns="">
            <p:pic>
              <p:nvPicPr>
                <p:cNvPr id="5295" name="墨迹 5294">
                  <a:extLst>
                    <a:ext uri="{FF2B5EF4-FFF2-40B4-BE49-F238E27FC236}">
                      <a16:creationId xmlns:a16="http://schemas.microsoft.com/office/drawing/2014/main" id="{FB4397B7-9CD6-0621-E717-21302334E74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80062" y="2288612"/>
                  <a:ext cx="105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5296" name="墨迹 5295">
                  <a:extLst>
                    <a:ext uri="{FF2B5EF4-FFF2-40B4-BE49-F238E27FC236}">
                      <a16:creationId xmlns:a16="http://schemas.microsoft.com/office/drawing/2014/main" id="{E33EAA56-3383-C4D6-415D-2FB69BE1D3E9}"/>
                    </a:ext>
                  </a:extLst>
                </p14:cNvPr>
                <p14:cNvContentPartPr/>
                <p14:nvPr/>
              </p14:nvContentPartPr>
              <p14:xfrm>
                <a:off x="1083022" y="2275292"/>
                <a:ext cx="44640" cy="211320"/>
              </p14:xfrm>
            </p:contentPart>
          </mc:Choice>
          <mc:Fallback xmlns="">
            <p:pic>
              <p:nvPicPr>
                <p:cNvPr id="5296" name="墨迹 5295">
                  <a:extLst>
                    <a:ext uri="{FF2B5EF4-FFF2-40B4-BE49-F238E27FC236}">
                      <a16:creationId xmlns:a16="http://schemas.microsoft.com/office/drawing/2014/main" id="{E33EAA56-3383-C4D6-415D-2FB69BE1D3E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76902" y="2269172"/>
                  <a:ext cx="56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5298" name="墨迹 5297">
                  <a:extLst>
                    <a:ext uri="{FF2B5EF4-FFF2-40B4-BE49-F238E27FC236}">
                      <a16:creationId xmlns:a16="http://schemas.microsoft.com/office/drawing/2014/main" id="{99C33C35-F6CF-F017-C32E-D96736C8E7A9}"/>
                    </a:ext>
                  </a:extLst>
                </p14:cNvPr>
                <p14:cNvContentPartPr/>
                <p14:nvPr/>
              </p14:nvContentPartPr>
              <p14:xfrm>
                <a:off x="1122982" y="2333972"/>
                <a:ext cx="61200" cy="124560"/>
              </p14:xfrm>
            </p:contentPart>
          </mc:Choice>
          <mc:Fallback xmlns="">
            <p:pic>
              <p:nvPicPr>
                <p:cNvPr id="5298" name="墨迹 5297">
                  <a:extLst>
                    <a:ext uri="{FF2B5EF4-FFF2-40B4-BE49-F238E27FC236}">
                      <a16:creationId xmlns:a16="http://schemas.microsoft.com/office/drawing/2014/main" id="{99C33C35-F6CF-F017-C32E-D96736C8E7A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16862" y="2327852"/>
                  <a:ext cx="734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5299" name="墨迹 5298">
                  <a:extLst>
                    <a:ext uri="{FF2B5EF4-FFF2-40B4-BE49-F238E27FC236}">
                      <a16:creationId xmlns:a16="http://schemas.microsoft.com/office/drawing/2014/main" id="{1B3B0625-0BD7-4BC4-7F8C-FB72578E4796}"/>
                    </a:ext>
                  </a:extLst>
                </p14:cNvPr>
                <p14:cNvContentPartPr/>
                <p14:nvPr/>
              </p14:nvContentPartPr>
              <p14:xfrm>
                <a:off x="1151062" y="2272052"/>
                <a:ext cx="104400" cy="190080"/>
              </p14:xfrm>
            </p:contentPart>
          </mc:Choice>
          <mc:Fallback xmlns="">
            <p:pic>
              <p:nvPicPr>
                <p:cNvPr id="5299" name="墨迹 5298">
                  <a:extLst>
                    <a:ext uri="{FF2B5EF4-FFF2-40B4-BE49-F238E27FC236}">
                      <a16:creationId xmlns:a16="http://schemas.microsoft.com/office/drawing/2014/main" id="{1B3B0625-0BD7-4BC4-7F8C-FB72578E479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44942" y="2265932"/>
                  <a:ext cx="116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5300" name="墨迹 5299">
                  <a:extLst>
                    <a:ext uri="{FF2B5EF4-FFF2-40B4-BE49-F238E27FC236}">
                      <a16:creationId xmlns:a16="http://schemas.microsoft.com/office/drawing/2014/main" id="{CB908301-2BE6-9E4C-4364-D7B1C35C66A1}"/>
                    </a:ext>
                  </a:extLst>
                </p14:cNvPr>
                <p14:cNvContentPartPr/>
                <p14:nvPr/>
              </p14:nvContentPartPr>
              <p14:xfrm>
                <a:off x="1236022" y="2282132"/>
                <a:ext cx="56880" cy="36720"/>
              </p14:xfrm>
            </p:contentPart>
          </mc:Choice>
          <mc:Fallback xmlns="">
            <p:pic>
              <p:nvPicPr>
                <p:cNvPr id="5300" name="墨迹 5299">
                  <a:extLst>
                    <a:ext uri="{FF2B5EF4-FFF2-40B4-BE49-F238E27FC236}">
                      <a16:creationId xmlns:a16="http://schemas.microsoft.com/office/drawing/2014/main" id="{CB908301-2BE6-9E4C-4364-D7B1C35C66A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229902" y="2276012"/>
                  <a:ext cx="69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5301" name="墨迹 5300">
                  <a:extLst>
                    <a:ext uri="{FF2B5EF4-FFF2-40B4-BE49-F238E27FC236}">
                      <a16:creationId xmlns:a16="http://schemas.microsoft.com/office/drawing/2014/main" id="{0BE4E040-3CBE-56EF-81B3-A139BF408243}"/>
                    </a:ext>
                  </a:extLst>
                </p14:cNvPr>
                <p14:cNvContentPartPr/>
                <p14:nvPr/>
              </p14:nvContentPartPr>
              <p14:xfrm>
                <a:off x="1254022" y="2279972"/>
                <a:ext cx="73440" cy="165600"/>
              </p14:xfrm>
            </p:contentPart>
          </mc:Choice>
          <mc:Fallback xmlns="">
            <p:pic>
              <p:nvPicPr>
                <p:cNvPr id="5301" name="墨迹 5300">
                  <a:extLst>
                    <a:ext uri="{FF2B5EF4-FFF2-40B4-BE49-F238E27FC236}">
                      <a16:creationId xmlns:a16="http://schemas.microsoft.com/office/drawing/2014/main" id="{0BE4E040-3CBE-56EF-81B3-A139BF40824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247902" y="2273852"/>
                  <a:ext cx="85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5302" name="墨迹 5301">
                  <a:extLst>
                    <a:ext uri="{FF2B5EF4-FFF2-40B4-BE49-F238E27FC236}">
                      <a16:creationId xmlns:a16="http://schemas.microsoft.com/office/drawing/2014/main" id="{4B010153-78C8-196F-99A2-93A734FC529B}"/>
                    </a:ext>
                  </a:extLst>
                </p14:cNvPr>
                <p14:cNvContentPartPr/>
                <p14:nvPr/>
              </p14:nvContentPartPr>
              <p14:xfrm>
                <a:off x="1305502" y="2259452"/>
                <a:ext cx="78840" cy="351360"/>
              </p14:xfrm>
            </p:contentPart>
          </mc:Choice>
          <mc:Fallback xmlns="">
            <p:pic>
              <p:nvPicPr>
                <p:cNvPr id="5302" name="墨迹 5301">
                  <a:extLst>
                    <a:ext uri="{FF2B5EF4-FFF2-40B4-BE49-F238E27FC236}">
                      <a16:creationId xmlns:a16="http://schemas.microsoft.com/office/drawing/2014/main" id="{4B010153-78C8-196F-99A2-93A734FC529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299382" y="2253332"/>
                  <a:ext cx="9108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69" name="组合 5368">
            <a:extLst>
              <a:ext uri="{FF2B5EF4-FFF2-40B4-BE49-F238E27FC236}">
                <a16:creationId xmlns:a16="http://schemas.microsoft.com/office/drawing/2014/main" id="{7053CE3F-6833-ED34-5DB2-CE57A188D1A0}"/>
              </a:ext>
            </a:extLst>
          </p:cNvPr>
          <p:cNvGrpSpPr/>
          <p:nvPr/>
        </p:nvGrpSpPr>
        <p:grpSpPr>
          <a:xfrm>
            <a:off x="5420662" y="1984052"/>
            <a:ext cx="2035440" cy="760320"/>
            <a:chOff x="5420662" y="1984052"/>
            <a:chExt cx="2035440" cy="76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5304" name="墨迹 5303">
                  <a:extLst>
                    <a:ext uri="{FF2B5EF4-FFF2-40B4-BE49-F238E27FC236}">
                      <a16:creationId xmlns:a16="http://schemas.microsoft.com/office/drawing/2014/main" id="{EF160F8B-584B-C94F-01BD-E4E9859879AC}"/>
                    </a:ext>
                  </a:extLst>
                </p14:cNvPr>
                <p14:cNvContentPartPr/>
                <p14:nvPr/>
              </p14:nvContentPartPr>
              <p14:xfrm>
                <a:off x="5420662" y="1984052"/>
                <a:ext cx="115200" cy="760320"/>
              </p14:xfrm>
            </p:contentPart>
          </mc:Choice>
          <mc:Fallback xmlns="">
            <p:pic>
              <p:nvPicPr>
                <p:cNvPr id="5304" name="墨迹 5303">
                  <a:extLst>
                    <a:ext uri="{FF2B5EF4-FFF2-40B4-BE49-F238E27FC236}">
                      <a16:creationId xmlns:a16="http://schemas.microsoft.com/office/drawing/2014/main" id="{EF160F8B-584B-C94F-01BD-E4E9859879A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414542" y="1977932"/>
                  <a:ext cx="12744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5305" name="墨迹 5304">
                  <a:extLst>
                    <a:ext uri="{FF2B5EF4-FFF2-40B4-BE49-F238E27FC236}">
                      <a16:creationId xmlns:a16="http://schemas.microsoft.com/office/drawing/2014/main" id="{040BD71B-5533-423D-841A-462595EE7C93}"/>
                    </a:ext>
                  </a:extLst>
                </p14:cNvPr>
                <p14:cNvContentPartPr/>
                <p14:nvPr/>
              </p14:nvContentPartPr>
              <p14:xfrm>
                <a:off x="5594182" y="2291852"/>
                <a:ext cx="30960" cy="130680"/>
              </p14:xfrm>
            </p:contentPart>
          </mc:Choice>
          <mc:Fallback xmlns="">
            <p:pic>
              <p:nvPicPr>
                <p:cNvPr id="5305" name="墨迹 5304">
                  <a:extLst>
                    <a:ext uri="{FF2B5EF4-FFF2-40B4-BE49-F238E27FC236}">
                      <a16:creationId xmlns:a16="http://schemas.microsoft.com/office/drawing/2014/main" id="{040BD71B-5533-423D-841A-462595EE7C9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588062" y="2285732"/>
                  <a:ext cx="43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5306" name="墨迹 5305">
                  <a:extLst>
                    <a:ext uri="{FF2B5EF4-FFF2-40B4-BE49-F238E27FC236}">
                      <a16:creationId xmlns:a16="http://schemas.microsoft.com/office/drawing/2014/main" id="{CDCD5972-5459-C35C-06C4-963DCCE2D3E6}"/>
                    </a:ext>
                  </a:extLst>
                </p14:cNvPr>
                <p14:cNvContentPartPr/>
                <p14:nvPr/>
              </p14:nvContentPartPr>
              <p14:xfrm>
                <a:off x="5587702" y="2340812"/>
                <a:ext cx="42120" cy="83880"/>
              </p14:xfrm>
            </p:contentPart>
          </mc:Choice>
          <mc:Fallback xmlns="">
            <p:pic>
              <p:nvPicPr>
                <p:cNvPr id="5306" name="墨迹 5305">
                  <a:extLst>
                    <a:ext uri="{FF2B5EF4-FFF2-40B4-BE49-F238E27FC236}">
                      <a16:creationId xmlns:a16="http://schemas.microsoft.com/office/drawing/2014/main" id="{CDCD5972-5459-C35C-06C4-963DCCE2D3E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581582" y="2334692"/>
                  <a:ext cx="54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5307" name="墨迹 5306">
                  <a:extLst>
                    <a:ext uri="{FF2B5EF4-FFF2-40B4-BE49-F238E27FC236}">
                      <a16:creationId xmlns:a16="http://schemas.microsoft.com/office/drawing/2014/main" id="{C7C97C76-9A40-9305-A43F-806B70C6E6A0}"/>
                    </a:ext>
                  </a:extLst>
                </p14:cNvPr>
                <p14:cNvContentPartPr/>
                <p14:nvPr/>
              </p14:nvContentPartPr>
              <p14:xfrm>
                <a:off x="5634862" y="2278892"/>
                <a:ext cx="74160" cy="66240"/>
              </p14:xfrm>
            </p:contentPart>
          </mc:Choice>
          <mc:Fallback xmlns="">
            <p:pic>
              <p:nvPicPr>
                <p:cNvPr id="5307" name="墨迹 5306">
                  <a:extLst>
                    <a:ext uri="{FF2B5EF4-FFF2-40B4-BE49-F238E27FC236}">
                      <a16:creationId xmlns:a16="http://schemas.microsoft.com/office/drawing/2014/main" id="{C7C97C76-9A40-9305-A43F-806B70C6E6A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628742" y="2272772"/>
                  <a:ext cx="86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5308" name="墨迹 5307">
                  <a:extLst>
                    <a:ext uri="{FF2B5EF4-FFF2-40B4-BE49-F238E27FC236}">
                      <a16:creationId xmlns:a16="http://schemas.microsoft.com/office/drawing/2014/main" id="{92BCEF87-2E4E-44CA-A515-ECB62FC77C6C}"/>
                    </a:ext>
                  </a:extLst>
                </p14:cNvPr>
                <p14:cNvContentPartPr/>
                <p14:nvPr/>
              </p14:nvContentPartPr>
              <p14:xfrm>
                <a:off x="5653582" y="2264132"/>
                <a:ext cx="19080" cy="94680"/>
              </p14:xfrm>
            </p:contentPart>
          </mc:Choice>
          <mc:Fallback xmlns="">
            <p:pic>
              <p:nvPicPr>
                <p:cNvPr id="5308" name="墨迹 5307">
                  <a:extLst>
                    <a:ext uri="{FF2B5EF4-FFF2-40B4-BE49-F238E27FC236}">
                      <a16:creationId xmlns:a16="http://schemas.microsoft.com/office/drawing/2014/main" id="{92BCEF87-2E4E-44CA-A515-ECB62FC77C6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647462" y="2258012"/>
                  <a:ext cx="31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5309" name="墨迹 5308">
                  <a:extLst>
                    <a:ext uri="{FF2B5EF4-FFF2-40B4-BE49-F238E27FC236}">
                      <a16:creationId xmlns:a16="http://schemas.microsoft.com/office/drawing/2014/main" id="{3EEE96C6-72B6-E563-C30A-B191468C6D9B}"/>
                    </a:ext>
                  </a:extLst>
                </p14:cNvPr>
                <p14:cNvContentPartPr/>
                <p14:nvPr/>
              </p14:nvContentPartPr>
              <p14:xfrm>
                <a:off x="5635582" y="2278172"/>
                <a:ext cx="157680" cy="155880"/>
              </p14:xfrm>
            </p:contentPart>
          </mc:Choice>
          <mc:Fallback xmlns="">
            <p:pic>
              <p:nvPicPr>
                <p:cNvPr id="5309" name="墨迹 5308">
                  <a:extLst>
                    <a:ext uri="{FF2B5EF4-FFF2-40B4-BE49-F238E27FC236}">
                      <a16:creationId xmlns:a16="http://schemas.microsoft.com/office/drawing/2014/main" id="{3EEE96C6-72B6-E563-C30A-B191468C6D9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629462" y="2272052"/>
                  <a:ext cx="169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5310" name="墨迹 5309">
                  <a:extLst>
                    <a:ext uri="{FF2B5EF4-FFF2-40B4-BE49-F238E27FC236}">
                      <a16:creationId xmlns:a16="http://schemas.microsoft.com/office/drawing/2014/main" id="{96CD8CA6-BC44-AF5E-FB1F-F5C317EEA631}"/>
                    </a:ext>
                  </a:extLst>
                </p14:cNvPr>
                <p14:cNvContentPartPr/>
                <p14:nvPr/>
              </p14:nvContentPartPr>
              <p14:xfrm>
                <a:off x="5786422" y="2294012"/>
                <a:ext cx="34920" cy="39240"/>
              </p14:xfrm>
            </p:contentPart>
          </mc:Choice>
          <mc:Fallback xmlns="">
            <p:pic>
              <p:nvPicPr>
                <p:cNvPr id="5310" name="墨迹 5309">
                  <a:extLst>
                    <a:ext uri="{FF2B5EF4-FFF2-40B4-BE49-F238E27FC236}">
                      <a16:creationId xmlns:a16="http://schemas.microsoft.com/office/drawing/2014/main" id="{96CD8CA6-BC44-AF5E-FB1F-F5C317EEA63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780302" y="2287892"/>
                  <a:ext cx="47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5311" name="墨迹 5310">
                  <a:extLst>
                    <a:ext uri="{FF2B5EF4-FFF2-40B4-BE49-F238E27FC236}">
                      <a16:creationId xmlns:a16="http://schemas.microsoft.com/office/drawing/2014/main" id="{B85AD476-28BB-9054-32AD-D580D0C25CD7}"/>
                    </a:ext>
                  </a:extLst>
                </p14:cNvPr>
                <p14:cNvContentPartPr/>
                <p14:nvPr/>
              </p14:nvContentPartPr>
              <p14:xfrm>
                <a:off x="5806942" y="2290412"/>
                <a:ext cx="11160" cy="119520"/>
              </p14:xfrm>
            </p:contentPart>
          </mc:Choice>
          <mc:Fallback xmlns="">
            <p:pic>
              <p:nvPicPr>
                <p:cNvPr id="5311" name="墨迹 5310">
                  <a:extLst>
                    <a:ext uri="{FF2B5EF4-FFF2-40B4-BE49-F238E27FC236}">
                      <a16:creationId xmlns:a16="http://schemas.microsoft.com/office/drawing/2014/main" id="{B85AD476-28BB-9054-32AD-D580D0C25CD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800822" y="2284292"/>
                  <a:ext cx="234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5312" name="墨迹 5311">
                  <a:extLst>
                    <a:ext uri="{FF2B5EF4-FFF2-40B4-BE49-F238E27FC236}">
                      <a16:creationId xmlns:a16="http://schemas.microsoft.com/office/drawing/2014/main" id="{C9D7B02D-5936-F2FD-B018-745615090F96}"/>
                    </a:ext>
                  </a:extLst>
                </p14:cNvPr>
                <p14:cNvContentPartPr/>
                <p14:nvPr/>
              </p14:nvContentPartPr>
              <p14:xfrm>
                <a:off x="5792902" y="2337932"/>
                <a:ext cx="51120" cy="87480"/>
              </p14:xfrm>
            </p:contentPart>
          </mc:Choice>
          <mc:Fallback xmlns="">
            <p:pic>
              <p:nvPicPr>
                <p:cNvPr id="5312" name="墨迹 5311">
                  <a:extLst>
                    <a:ext uri="{FF2B5EF4-FFF2-40B4-BE49-F238E27FC236}">
                      <a16:creationId xmlns:a16="http://schemas.microsoft.com/office/drawing/2014/main" id="{C9D7B02D-5936-F2FD-B018-745615090F9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786782" y="2331812"/>
                  <a:ext cx="63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5313" name="墨迹 5312">
                  <a:extLst>
                    <a:ext uri="{FF2B5EF4-FFF2-40B4-BE49-F238E27FC236}">
                      <a16:creationId xmlns:a16="http://schemas.microsoft.com/office/drawing/2014/main" id="{4F9E97DB-7749-BC16-438C-D5478562901D}"/>
                    </a:ext>
                  </a:extLst>
                </p14:cNvPr>
                <p14:cNvContentPartPr/>
                <p14:nvPr/>
              </p14:nvContentPartPr>
              <p14:xfrm>
                <a:off x="5867422" y="2276732"/>
                <a:ext cx="26640" cy="132840"/>
              </p14:xfrm>
            </p:contentPart>
          </mc:Choice>
          <mc:Fallback xmlns="">
            <p:pic>
              <p:nvPicPr>
                <p:cNvPr id="5313" name="墨迹 5312">
                  <a:extLst>
                    <a:ext uri="{FF2B5EF4-FFF2-40B4-BE49-F238E27FC236}">
                      <a16:creationId xmlns:a16="http://schemas.microsoft.com/office/drawing/2014/main" id="{4F9E97DB-7749-BC16-438C-D5478562901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861302" y="2270612"/>
                  <a:ext cx="38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5314" name="墨迹 5313">
                  <a:extLst>
                    <a:ext uri="{FF2B5EF4-FFF2-40B4-BE49-F238E27FC236}">
                      <a16:creationId xmlns:a16="http://schemas.microsoft.com/office/drawing/2014/main" id="{30614B8D-B318-B3D4-53A7-4C4D77CC81E5}"/>
                    </a:ext>
                  </a:extLst>
                </p14:cNvPr>
                <p14:cNvContentPartPr/>
                <p14:nvPr/>
              </p14:nvContentPartPr>
              <p14:xfrm>
                <a:off x="5890822" y="2354492"/>
                <a:ext cx="24480" cy="17640"/>
              </p14:xfrm>
            </p:contentPart>
          </mc:Choice>
          <mc:Fallback xmlns="">
            <p:pic>
              <p:nvPicPr>
                <p:cNvPr id="5314" name="墨迹 5313">
                  <a:extLst>
                    <a:ext uri="{FF2B5EF4-FFF2-40B4-BE49-F238E27FC236}">
                      <a16:creationId xmlns:a16="http://schemas.microsoft.com/office/drawing/2014/main" id="{30614B8D-B318-B3D4-53A7-4C4D77CC81E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884702" y="2348372"/>
                  <a:ext cx="36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5315" name="墨迹 5314">
                  <a:extLst>
                    <a:ext uri="{FF2B5EF4-FFF2-40B4-BE49-F238E27FC236}">
                      <a16:creationId xmlns:a16="http://schemas.microsoft.com/office/drawing/2014/main" id="{4C91AA0C-B837-3CC6-74C4-51634297BBDC}"/>
                    </a:ext>
                  </a:extLst>
                </p14:cNvPr>
                <p14:cNvContentPartPr/>
                <p14:nvPr/>
              </p14:nvContentPartPr>
              <p14:xfrm>
                <a:off x="5844022" y="2365652"/>
                <a:ext cx="17280" cy="62280"/>
              </p14:xfrm>
            </p:contentPart>
          </mc:Choice>
          <mc:Fallback xmlns="">
            <p:pic>
              <p:nvPicPr>
                <p:cNvPr id="5315" name="墨迹 5314">
                  <a:extLst>
                    <a:ext uri="{FF2B5EF4-FFF2-40B4-BE49-F238E27FC236}">
                      <a16:creationId xmlns:a16="http://schemas.microsoft.com/office/drawing/2014/main" id="{4C91AA0C-B837-3CC6-74C4-51634297BBD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837902" y="2359532"/>
                  <a:ext cx="295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5316" name="墨迹 5315">
                  <a:extLst>
                    <a:ext uri="{FF2B5EF4-FFF2-40B4-BE49-F238E27FC236}">
                      <a16:creationId xmlns:a16="http://schemas.microsoft.com/office/drawing/2014/main" id="{16CCB2E4-8E4A-B371-5839-766A4186C704}"/>
                    </a:ext>
                  </a:extLst>
                </p14:cNvPr>
                <p14:cNvContentPartPr/>
                <p14:nvPr/>
              </p14:nvContentPartPr>
              <p14:xfrm>
                <a:off x="5829622" y="2426132"/>
                <a:ext cx="170640" cy="17280"/>
              </p14:xfrm>
            </p:contentPart>
          </mc:Choice>
          <mc:Fallback xmlns="">
            <p:pic>
              <p:nvPicPr>
                <p:cNvPr id="5316" name="墨迹 5315">
                  <a:extLst>
                    <a:ext uri="{FF2B5EF4-FFF2-40B4-BE49-F238E27FC236}">
                      <a16:creationId xmlns:a16="http://schemas.microsoft.com/office/drawing/2014/main" id="{16CCB2E4-8E4A-B371-5839-766A4186C70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823502" y="2420012"/>
                  <a:ext cx="182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5317" name="墨迹 5316">
                  <a:extLst>
                    <a:ext uri="{FF2B5EF4-FFF2-40B4-BE49-F238E27FC236}">
                      <a16:creationId xmlns:a16="http://schemas.microsoft.com/office/drawing/2014/main" id="{A4BF4E90-E705-2C90-8F29-F280F77BAE31}"/>
                    </a:ext>
                  </a:extLst>
                </p14:cNvPr>
                <p14:cNvContentPartPr/>
                <p14:nvPr/>
              </p14:nvContentPartPr>
              <p14:xfrm>
                <a:off x="5983702" y="2207972"/>
                <a:ext cx="46080" cy="361440"/>
              </p14:xfrm>
            </p:contentPart>
          </mc:Choice>
          <mc:Fallback xmlns="">
            <p:pic>
              <p:nvPicPr>
                <p:cNvPr id="5317" name="墨迹 5316">
                  <a:extLst>
                    <a:ext uri="{FF2B5EF4-FFF2-40B4-BE49-F238E27FC236}">
                      <a16:creationId xmlns:a16="http://schemas.microsoft.com/office/drawing/2014/main" id="{A4BF4E90-E705-2C90-8F29-F280F77BAE3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977582" y="2201852"/>
                  <a:ext cx="583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5318" name="墨迹 5317">
                  <a:extLst>
                    <a:ext uri="{FF2B5EF4-FFF2-40B4-BE49-F238E27FC236}">
                      <a16:creationId xmlns:a16="http://schemas.microsoft.com/office/drawing/2014/main" id="{C5139E25-6C98-9763-7FE4-E711485BF14F}"/>
                    </a:ext>
                  </a:extLst>
                </p14:cNvPr>
                <p14:cNvContentPartPr/>
                <p14:nvPr/>
              </p14:nvContentPartPr>
              <p14:xfrm>
                <a:off x="6045262" y="2322812"/>
                <a:ext cx="15840" cy="19080"/>
              </p14:xfrm>
            </p:contentPart>
          </mc:Choice>
          <mc:Fallback xmlns="">
            <p:pic>
              <p:nvPicPr>
                <p:cNvPr id="5318" name="墨迹 5317">
                  <a:extLst>
                    <a:ext uri="{FF2B5EF4-FFF2-40B4-BE49-F238E27FC236}">
                      <a16:creationId xmlns:a16="http://schemas.microsoft.com/office/drawing/2014/main" id="{C5139E25-6C98-9763-7FE4-E711485BF14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039142" y="2316692"/>
                  <a:ext cx="28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5319" name="墨迹 5318">
                  <a:extLst>
                    <a:ext uri="{FF2B5EF4-FFF2-40B4-BE49-F238E27FC236}">
                      <a16:creationId xmlns:a16="http://schemas.microsoft.com/office/drawing/2014/main" id="{6B19B45E-2EEC-C3BD-565E-4FB9DB55EEA0}"/>
                    </a:ext>
                  </a:extLst>
                </p14:cNvPr>
                <p14:cNvContentPartPr/>
                <p14:nvPr/>
              </p14:nvContentPartPr>
              <p14:xfrm>
                <a:off x="6029422" y="2310572"/>
                <a:ext cx="30600" cy="81000"/>
              </p14:xfrm>
            </p:contentPart>
          </mc:Choice>
          <mc:Fallback xmlns="">
            <p:pic>
              <p:nvPicPr>
                <p:cNvPr id="5319" name="墨迹 5318">
                  <a:extLst>
                    <a:ext uri="{FF2B5EF4-FFF2-40B4-BE49-F238E27FC236}">
                      <a16:creationId xmlns:a16="http://schemas.microsoft.com/office/drawing/2014/main" id="{6B19B45E-2EEC-C3BD-565E-4FB9DB55EEA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023302" y="2304452"/>
                  <a:ext cx="42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5320" name="墨迹 5319">
                  <a:extLst>
                    <a:ext uri="{FF2B5EF4-FFF2-40B4-BE49-F238E27FC236}">
                      <a16:creationId xmlns:a16="http://schemas.microsoft.com/office/drawing/2014/main" id="{3CB49325-EE68-8958-6AB3-4E2022BE5257}"/>
                    </a:ext>
                  </a:extLst>
                </p14:cNvPr>
                <p14:cNvContentPartPr/>
                <p14:nvPr/>
              </p14:nvContentPartPr>
              <p14:xfrm>
                <a:off x="6067222" y="2237852"/>
                <a:ext cx="30240" cy="217440"/>
              </p14:xfrm>
            </p:contentPart>
          </mc:Choice>
          <mc:Fallback xmlns="">
            <p:pic>
              <p:nvPicPr>
                <p:cNvPr id="5320" name="墨迹 5319">
                  <a:extLst>
                    <a:ext uri="{FF2B5EF4-FFF2-40B4-BE49-F238E27FC236}">
                      <a16:creationId xmlns:a16="http://schemas.microsoft.com/office/drawing/2014/main" id="{3CB49325-EE68-8958-6AB3-4E2022BE525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061102" y="2231732"/>
                  <a:ext cx="424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5321" name="墨迹 5320">
                  <a:extLst>
                    <a:ext uri="{FF2B5EF4-FFF2-40B4-BE49-F238E27FC236}">
                      <a16:creationId xmlns:a16="http://schemas.microsoft.com/office/drawing/2014/main" id="{A415236B-D7C7-3E44-B716-7EB82AD4308B}"/>
                    </a:ext>
                  </a:extLst>
                </p14:cNvPr>
                <p14:cNvContentPartPr/>
                <p14:nvPr/>
              </p14:nvContentPartPr>
              <p14:xfrm>
                <a:off x="6103942" y="2287532"/>
                <a:ext cx="70920" cy="58320"/>
              </p14:xfrm>
            </p:contentPart>
          </mc:Choice>
          <mc:Fallback xmlns="">
            <p:pic>
              <p:nvPicPr>
                <p:cNvPr id="5321" name="墨迹 5320">
                  <a:extLst>
                    <a:ext uri="{FF2B5EF4-FFF2-40B4-BE49-F238E27FC236}">
                      <a16:creationId xmlns:a16="http://schemas.microsoft.com/office/drawing/2014/main" id="{A415236B-D7C7-3E44-B716-7EB82AD4308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097822" y="2281412"/>
                  <a:ext cx="831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5322" name="墨迹 5321">
                  <a:extLst>
                    <a:ext uri="{FF2B5EF4-FFF2-40B4-BE49-F238E27FC236}">
                      <a16:creationId xmlns:a16="http://schemas.microsoft.com/office/drawing/2014/main" id="{7CE311A5-CEA8-176C-A6E5-CAC7B029E8E5}"/>
                    </a:ext>
                  </a:extLst>
                </p14:cNvPr>
                <p14:cNvContentPartPr/>
                <p14:nvPr/>
              </p14:nvContentPartPr>
              <p14:xfrm>
                <a:off x="6093502" y="2279972"/>
                <a:ext cx="50760" cy="163800"/>
              </p14:xfrm>
            </p:contentPart>
          </mc:Choice>
          <mc:Fallback xmlns="">
            <p:pic>
              <p:nvPicPr>
                <p:cNvPr id="5322" name="墨迹 5321">
                  <a:extLst>
                    <a:ext uri="{FF2B5EF4-FFF2-40B4-BE49-F238E27FC236}">
                      <a16:creationId xmlns:a16="http://schemas.microsoft.com/office/drawing/2014/main" id="{7CE311A5-CEA8-176C-A6E5-CAC7B029E8E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087382" y="2273852"/>
                  <a:ext cx="630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5323" name="墨迹 5322">
                  <a:extLst>
                    <a:ext uri="{FF2B5EF4-FFF2-40B4-BE49-F238E27FC236}">
                      <a16:creationId xmlns:a16="http://schemas.microsoft.com/office/drawing/2014/main" id="{9D4573BE-8305-A9EA-390C-BEEF58A1F360}"/>
                    </a:ext>
                  </a:extLst>
                </p14:cNvPr>
                <p14:cNvContentPartPr/>
                <p14:nvPr/>
              </p14:nvContentPartPr>
              <p14:xfrm>
                <a:off x="6132022" y="2393012"/>
                <a:ext cx="92160" cy="52200"/>
              </p14:xfrm>
            </p:contentPart>
          </mc:Choice>
          <mc:Fallback xmlns="">
            <p:pic>
              <p:nvPicPr>
                <p:cNvPr id="5323" name="墨迹 5322">
                  <a:extLst>
                    <a:ext uri="{FF2B5EF4-FFF2-40B4-BE49-F238E27FC236}">
                      <a16:creationId xmlns:a16="http://schemas.microsoft.com/office/drawing/2014/main" id="{9D4573BE-8305-A9EA-390C-BEEF58A1F36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125902" y="2386892"/>
                  <a:ext cx="1044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5324" name="墨迹 5323">
                  <a:extLst>
                    <a:ext uri="{FF2B5EF4-FFF2-40B4-BE49-F238E27FC236}">
                      <a16:creationId xmlns:a16="http://schemas.microsoft.com/office/drawing/2014/main" id="{45C1AE4A-0DED-C4DD-3FA4-64AB5004BBD4}"/>
                    </a:ext>
                  </a:extLst>
                </p14:cNvPr>
                <p14:cNvContentPartPr/>
                <p14:nvPr/>
              </p14:nvContentPartPr>
              <p14:xfrm>
                <a:off x="6150742" y="2236772"/>
                <a:ext cx="29160" cy="38880"/>
              </p14:xfrm>
            </p:contentPart>
          </mc:Choice>
          <mc:Fallback xmlns="">
            <p:pic>
              <p:nvPicPr>
                <p:cNvPr id="5324" name="墨迹 5323">
                  <a:extLst>
                    <a:ext uri="{FF2B5EF4-FFF2-40B4-BE49-F238E27FC236}">
                      <a16:creationId xmlns:a16="http://schemas.microsoft.com/office/drawing/2014/main" id="{45C1AE4A-0DED-C4DD-3FA4-64AB5004BBD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144622" y="2230652"/>
                  <a:ext cx="41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5325" name="墨迹 5324">
                  <a:extLst>
                    <a:ext uri="{FF2B5EF4-FFF2-40B4-BE49-F238E27FC236}">
                      <a16:creationId xmlns:a16="http://schemas.microsoft.com/office/drawing/2014/main" id="{3F03D174-6DB2-B140-E309-8A5F9D77D3C4}"/>
                    </a:ext>
                  </a:extLst>
                </p14:cNvPr>
                <p14:cNvContentPartPr/>
                <p14:nvPr/>
              </p14:nvContentPartPr>
              <p14:xfrm>
                <a:off x="6240382" y="2271692"/>
                <a:ext cx="81000" cy="37440"/>
              </p14:xfrm>
            </p:contentPart>
          </mc:Choice>
          <mc:Fallback xmlns="">
            <p:pic>
              <p:nvPicPr>
                <p:cNvPr id="5325" name="墨迹 5324">
                  <a:extLst>
                    <a:ext uri="{FF2B5EF4-FFF2-40B4-BE49-F238E27FC236}">
                      <a16:creationId xmlns:a16="http://schemas.microsoft.com/office/drawing/2014/main" id="{3F03D174-6DB2-B140-E309-8A5F9D77D3C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234262" y="2265572"/>
                  <a:ext cx="93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5326" name="墨迹 5325">
                  <a:extLst>
                    <a:ext uri="{FF2B5EF4-FFF2-40B4-BE49-F238E27FC236}">
                      <a16:creationId xmlns:a16="http://schemas.microsoft.com/office/drawing/2014/main" id="{552A3D2C-826D-220E-E0ED-E461D55AE6DB}"/>
                    </a:ext>
                  </a:extLst>
                </p14:cNvPr>
                <p14:cNvContentPartPr/>
                <p14:nvPr/>
              </p14:nvContentPartPr>
              <p14:xfrm>
                <a:off x="6196102" y="2258732"/>
                <a:ext cx="91080" cy="114120"/>
              </p14:xfrm>
            </p:contentPart>
          </mc:Choice>
          <mc:Fallback xmlns="">
            <p:pic>
              <p:nvPicPr>
                <p:cNvPr id="5326" name="墨迹 5325">
                  <a:extLst>
                    <a:ext uri="{FF2B5EF4-FFF2-40B4-BE49-F238E27FC236}">
                      <a16:creationId xmlns:a16="http://schemas.microsoft.com/office/drawing/2014/main" id="{552A3D2C-826D-220E-E0ED-E461D55AE6D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189982" y="2252612"/>
                  <a:ext cx="103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5327" name="墨迹 5326">
                  <a:extLst>
                    <a:ext uri="{FF2B5EF4-FFF2-40B4-BE49-F238E27FC236}">
                      <a16:creationId xmlns:a16="http://schemas.microsoft.com/office/drawing/2014/main" id="{26CFCEFE-F1BE-CF50-7C53-236F4ED663E6}"/>
                    </a:ext>
                  </a:extLst>
                </p14:cNvPr>
                <p14:cNvContentPartPr/>
                <p14:nvPr/>
              </p14:nvContentPartPr>
              <p14:xfrm>
                <a:off x="6272782" y="2330372"/>
                <a:ext cx="62280" cy="10800"/>
              </p14:xfrm>
            </p:contentPart>
          </mc:Choice>
          <mc:Fallback xmlns="">
            <p:pic>
              <p:nvPicPr>
                <p:cNvPr id="5327" name="墨迹 5326">
                  <a:extLst>
                    <a:ext uri="{FF2B5EF4-FFF2-40B4-BE49-F238E27FC236}">
                      <a16:creationId xmlns:a16="http://schemas.microsoft.com/office/drawing/2014/main" id="{26CFCEFE-F1BE-CF50-7C53-236F4ED663E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266662" y="2324252"/>
                  <a:ext cx="74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5328" name="墨迹 5327">
                  <a:extLst>
                    <a:ext uri="{FF2B5EF4-FFF2-40B4-BE49-F238E27FC236}">
                      <a16:creationId xmlns:a16="http://schemas.microsoft.com/office/drawing/2014/main" id="{85CC3F80-1756-1B57-8533-6195FF75923C}"/>
                    </a:ext>
                  </a:extLst>
                </p14:cNvPr>
                <p14:cNvContentPartPr/>
                <p14:nvPr/>
              </p14:nvContentPartPr>
              <p14:xfrm>
                <a:off x="6278902" y="2360612"/>
                <a:ext cx="10440" cy="9720"/>
              </p14:xfrm>
            </p:contentPart>
          </mc:Choice>
          <mc:Fallback xmlns="">
            <p:pic>
              <p:nvPicPr>
                <p:cNvPr id="5328" name="墨迹 5327">
                  <a:extLst>
                    <a:ext uri="{FF2B5EF4-FFF2-40B4-BE49-F238E27FC236}">
                      <a16:creationId xmlns:a16="http://schemas.microsoft.com/office/drawing/2014/main" id="{85CC3F80-1756-1B57-8533-6195FF75923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272782" y="2354492"/>
                  <a:ext cx="22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5329" name="墨迹 5328">
                  <a:extLst>
                    <a:ext uri="{FF2B5EF4-FFF2-40B4-BE49-F238E27FC236}">
                      <a16:creationId xmlns:a16="http://schemas.microsoft.com/office/drawing/2014/main" id="{39E2949C-6062-FDE9-D450-0245BB7B7181}"/>
                    </a:ext>
                  </a:extLst>
                </p14:cNvPr>
                <p14:cNvContentPartPr/>
                <p14:nvPr/>
              </p14:nvContentPartPr>
              <p14:xfrm>
                <a:off x="6230662" y="2389052"/>
                <a:ext cx="41760" cy="43560"/>
              </p14:xfrm>
            </p:contentPart>
          </mc:Choice>
          <mc:Fallback xmlns="">
            <p:pic>
              <p:nvPicPr>
                <p:cNvPr id="5329" name="墨迹 5328">
                  <a:extLst>
                    <a:ext uri="{FF2B5EF4-FFF2-40B4-BE49-F238E27FC236}">
                      <a16:creationId xmlns:a16="http://schemas.microsoft.com/office/drawing/2014/main" id="{39E2949C-6062-FDE9-D450-0245BB7B718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224542" y="2382932"/>
                  <a:ext cx="54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5330" name="墨迹 5329">
                  <a:extLst>
                    <a:ext uri="{FF2B5EF4-FFF2-40B4-BE49-F238E27FC236}">
                      <a16:creationId xmlns:a16="http://schemas.microsoft.com/office/drawing/2014/main" id="{F27AEF45-9A46-886B-9D26-BAE872066C39}"/>
                    </a:ext>
                  </a:extLst>
                </p14:cNvPr>
                <p14:cNvContentPartPr/>
                <p14:nvPr/>
              </p14:nvContentPartPr>
              <p14:xfrm>
                <a:off x="6266302" y="2407772"/>
                <a:ext cx="160200" cy="50760"/>
              </p14:xfrm>
            </p:contentPart>
          </mc:Choice>
          <mc:Fallback xmlns="">
            <p:pic>
              <p:nvPicPr>
                <p:cNvPr id="5330" name="墨迹 5329">
                  <a:extLst>
                    <a:ext uri="{FF2B5EF4-FFF2-40B4-BE49-F238E27FC236}">
                      <a16:creationId xmlns:a16="http://schemas.microsoft.com/office/drawing/2014/main" id="{F27AEF45-9A46-886B-9D26-BAE872066C3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260182" y="2401652"/>
                  <a:ext cx="172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5331" name="墨迹 5330">
                  <a:extLst>
                    <a:ext uri="{FF2B5EF4-FFF2-40B4-BE49-F238E27FC236}">
                      <a16:creationId xmlns:a16="http://schemas.microsoft.com/office/drawing/2014/main" id="{1456D6A6-F746-8858-8D5E-800C98D1AA30}"/>
                    </a:ext>
                  </a:extLst>
                </p14:cNvPr>
                <p14:cNvContentPartPr/>
                <p14:nvPr/>
              </p14:nvContentPartPr>
              <p14:xfrm>
                <a:off x="6340822" y="2400212"/>
                <a:ext cx="15480" cy="1080"/>
              </p14:xfrm>
            </p:contentPart>
          </mc:Choice>
          <mc:Fallback xmlns="">
            <p:pic>
              <p:nvPicPr>
                <p:cNvPr id="5331" name="墨迹 5330">
                  <a:extLst>
                    <a:ext uri="{FF2B5EF4-FFF2-40B4-BE49-F238E27FC236}">
                      <a16:creationId xmlns:a16="http://schemas.microsoft.com/office/drawing/2014/main" id="{1456D6A6-F746-8858-8D5E-800C98D1AA30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334702" y="2394092"/>
                  <a:ext cx="277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5332" name="墨迹 5331">
                  <a:extLst>
                    <a:ext uri="{FF2B5EF4-FFF2-40B4-BE49-F238E27FC236}">
                      <a16:creationId xmlns:a16="http://schemas.microsoft.com/office/drawing/2014/main" id="{3C7AFBE0-1C4A-07FC-25FB-E459B01E579B}"/>
                    </a:ext>
                  </a:extLst>
                </p14:cNvPr>
                <p14:cNvContentPartPr/>
                <p14:nvPr/>
              </p14:nvContentPartPr>
              <p14:xfrm>
                <a:off x="6375382" y="2377892"/>
                <a:ext cx="15480" cy="15120"/>
              </p14:xfrm>
            </p:contentPart>
          </mc:Choice>
          <mc:Fallback xmlns="">
            <p:pic>
              <p:nvPicPr>
                <p:cNvPr id="5332" name="墨迹 5331">
                  <a:extLst>
                    <a:ext uri="{FF2B5EF4-FFF2-40B4-BE49-F238E27FC236}">
                      <a16:creationId xmlns:a16="http://schemas.microsoft.com/office/drawing/2014/main" id="{3C7AFBE0-1C4A-07FC-25FB-E459B01E579B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369262" y="2371772"/>
                  <a:ext cx="27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5334" name="墨迹 5333">
                  <a:extLst>
                    <a:ext uri="{FF2B5EF4-FFF2-40B4-BE49-F238E27FC236}">
                      <a16:creationId xmlns:a16="http://schemas.microsoft.com/office/drawing/2014/main" id="{77C45A9D-7280-2290-DCFD-AB1E27D1D881}"/>
                    </a:ext>
                  </a:extLst>
                </p14:cNvPr>
                <p14:cNvContentPartPr/>
                <p14:nvPr/>
              </p14:nvContentPartPr>
              <p14:xfrm>
                <a:off x="6419662" y="2279972"/>
                <a:ext cx="47880" cy="59400"/>
              </p14:xfrm>
            </p:contentPart>
          </mc:Choice>
          <mc:Fallback xmlns="">
            <p:pic>
              <p:nvPicPr>
                <p:cNvPr id="5334" name="墨迹 5333">
                  <a:extLst>
                    <a:ext uri="{FF2B5EF4-FFF2-40B4-BE49-F238E27FC236}">
                      <a16:creationId xmlns:a16="http://schemas.microsoft.com/office/drawing/2014/main" id="{77C45A9D-7280-2290-DCFD-AB1E27D1D88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413542" y="2273852"/>
                  <a:ext cx="601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5335" name="墨迹 5334">
                  <a:extLst>
                    <a:ext uri="{FF2B5EF4-FFF2-40B4-BE49-F238E27FC236}">
                      <a16:creationId xmlns:a16="http://schemas.microsoft.com/office/drawing/2014/main" id="{609296C0-DE3F-5603-0ADF-B74AC6ADE69B}"/>
                    </a:ext>
                  </a:extLst>
                </p14:cNvPr>
                <p14:cNvContentPartPr/>
                <p14:nvPr/>
              </p14:nvContentPartPr>
              <p14:xfrm>
                <a:off x="6488422" y="2275292"/>
                <a:ext cx="47160" cy="44640"/>
              </p14:xfrm>
            </p:contentPart>
          </mc:Choice>
          <mc:Fallback xmlns="">
            <p:pic>
              <p:nvPicPr>
                <p:cNvPr id="5335" name="墨迹 5334">
                  <a:extLst>
                    <a:ext uri="{FF2B5EF4-FFF2-40B4-BE49-F238E27FC236}">
                      <a16:creationId xmlns:a16="http://schemas.microsoft.com/office/drawing/2014/main" id="{609296C0-DE3F-5603-0ADF-B74AC6ADE69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482302" y="2269172"/>
                  <a:ext cx="59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5336" name="墨迹 5335">
                  <a:extLst>
                    <a:ext uri="{FF2B5EF4-FFF2-40B4-BE49-F238E27FC236}">
                      <a16:creationId xmlns:a16="http://schemas.microsoft.com/office/drawing/2014/main" id="{865C1EE7-2221-DD7D-CB3B-D89C77B42C9F}"/>
                    </a:ext>
                  </a:extLst>
                </p14:cNvPr>
                <p14:cNvContentPartPr/>
                <p14:nvPr/>
              </p14:nvContentPartPr>
              <p14:xfrm>
                <a:off x="6445582" y="2340812"/>
                <a:ext cx="114480" cy="137520"/>
              </p14:xfrm>
            </p:contentPart>
          </mc:Choice>
          <mc:Fallback xmlns="">
            <p:pic>
              <p:nvPicPr>
                <p:cNvPr id="5336" name="墨迹 5335">
                  <a:extLst>
                    <a:ext uri="{FF2B5EF4-FFF2-40B4-BE49-F238E27FC236}">
                      <a16:creationId xmlns:a16="http://schemas.microsoft.com/office/drawing/2014/main" id="{865C1EE7-2221-DD7D-CB3B-D89C77B42C9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439462" y="2334692"/>
                  <a:ext cx="126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5337" name="墨迹 5336">
                  <a:extLst>
                    <a:ext uri="{FF2B5EF4-FFF2-40B4-BE49-F238E27FC236}">
                      <a16:creationId xmlns:a16="http://schemas.microsoft.com/office/drawing/2014/main" id="{873A10D7-DB8B-D46D-CC40-CC6267709BE5}"/>
                    </a:ext>
                  </a:extLst>
                </p14:cNvPr>
                <p14:cNvContentPartPr/>
                <p14:nvPr/>
              </p14:nvContentPartPr>
              <p14:xfrm>
                <a:off x="6437302" y="2364932"/>
                <a:ext cx="71280" cy="98640"/>
              </p14:xfrm>
            </p:contentPart>
          </mc:Choice>
          <mc:Fallback xmlns="">
            <p:pic>
              <p:nvPicPr>
                <p:cNvPr id="5337" name="墨迹 5336">
                  <a:extLst>
                    <a:ext uri="{FF2B5EF4-FFF2-40B4-BE49-F238E27FC236}">
                      <a16:creationId xmlns:a16="http://schemas.microsoft.com/office/drawing/2014/main" id="{873A10D7-DB8B-D46D-CC40-CC6267709BE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431182" y="2358812"/>
                  <a:ext cx="83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5338" name="墨迹 5337">
                  <a:extLst>
                    <a:ext uri="{FF2B5EF4-FFF2-40B4-BE49-F238E27FC236}">
                      <a16:creationId xmlns:a16="http://schemas.microsoft.com/office/drawing/2014/main" id="{B6230DFB-CE54-82D0-7E15-32F32A450BD1}"/>
                    </a:ext>
                  </a:extLst>
                </p14:cNvPr>
                <p14:cNvContentPartPr/>
                <p14:nvPr/>
              </p14:nvContentPartPr>
              <p14:xfrm>
                <a:off x="6601462" y="2328932"/>
                <a:ext cx="7920" cy="64440"/>
              </p14:xfrm>
            </p:contentPart>
          </mc:Choice>
          <mc:Fallback xmlns="">
            <p:pic>
              <p:nvPicPr>
                <p:cNvPr id="5338" name="墨迹 5337">
                  <a:extLst>
                    <a:ext uri="{FF2B5EF4-FFF2-40B4-BE49-F238E27FC236}">
                      <a16:creationId xmlns:a16="http://schemas.microsoft.com/office/drawing/2014/main" id="{B6230DFB-CE54-82D0-7E15-32F32A450BD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595342" y="2322812"/>
                  <a:ext cx="20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5339" name="墨迹 5338">
                  <a:extLst>
                    <a:ext uri="{FF2B5EF4-FFF2-40B4-BE49-F238E27FC236}">
                      <a16:creationId xmlns:a16="http://schemas.microsoft.com/office/drawing/2014/main" id="{47D236C2-9FCA-8FFF-3E6E-A8786FB47911}"/>
                    </a:ext>
                  </a:extLst>
                </p14:cNvPr>
                <p14:cNvContentPartPr/>
                <p14:nvPr/>
              </p14:nvContentPartPr>
              <p14:xfrm>
                <a:off x="6589222" y="2300132"/>
                <a:ext cx="51840" cy="121680"/>
              </p14:xfrm>
            </p:contentPart>
          </mc:Choice>
          <mc:Fallback xmlns="">
            <p:pic>
              <p:nvPicPr>
                <p:cNvPr id="5339" name="墨迹 5338">
                  <a:extLst>
                    <a:ext uri="{FF2B5EF4-FFF2-40B4-BE49-F238E27FC236}">
                      <a16:creationId xmlns:a16="http://schemas.microsoft.com/office/drawing/2014/main" id="{47D236C2-9FCA-8FFF-3E6E-A8786FB4791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583102" y="2294012"/>
                  <a:ext cx="64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5340" name="墨迹 5339">
                  <a:extLst>
                    <a:ext uri="{FF2B5EF4-FFF2-40B4-BE49-F238E27FC236}">
                      <a16:creationId xmlns:a16="http://schemas.microsoft.com/office/drawing/2014/main" id="{DA2D0192-E173-6BD0-19F9-90588B58443D}"/>
                    </a:ext>
                  </a:extLst>
                </p14:cNvPr>
                <p14:cNvContentPartPr/>
                <p14:nvPr/>
              </p14:nvContentPartPr>
              <p14:xfrm>
                <a:off x="6588502" y="2364212"/>
                <a:ext cx="27720" cy="11520"/>
              </p14:xfrm>
            </p:contentPart>
          </mc:Choice>
          <mc:Fallback xmlns="">
            <p:pic>
              <p:nvPicPr>
                <p:cNvPr id="5340" name="墨迹 5339">
                  <a:extLst>
                    <a:ext uri="{FF2B5EF4-FFF2-40B4-BE49-F238E27FC236}">
                      <a16:creationId xmlns:a16="http://schemas.microsoft.com/office/drawing/2014/main" id="{DA2D0192-E173-6BD0-19F9-90588B58443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582382" y="2358092"/>
                  <a:ext cx="39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5341" name="墨迹 5340">
                  <a:extLst>
                    <a:ext uri="{FF2B5EF4-FFF2-40B4-BE49-F238E27FC236}">
                      <a16:creationId xmlns:a16="http://schemas.microsoft.com/office/drawing/2014/main" id="{1AB85B02-A3F5-C51A-D3FE-524DCEA17629}"/>
                    </a:ext>
                  </a:extLst>
                </p14:cNvPr>
                <p14:cNvContentPartPr/>
                <p14:nvPr/>
              </p14:nvContentPartPr>
              <p14:xfrm>
                <a:off x="6584902" y="2396612"/>
                <a:ext cx="54720" cy="30240"/>
              </p14:xfrm>
            </p:contentPart>
          </mc:Choice>
          <mc:Fallback xmlns="">
            <p:pic>
              <p:nvPicPr>
                <p:cNvPr id="5341" name="墨迹 5340">
                  <a:extLst>
                    <a:ext uri="{FF2B5EF4-FFF2-40B4-BE49-F238E27FC236}">
                      <a16:creationId xmlns:a16="http://schemas.microsoft.com/office/drawing/2014/main" id="{1AB85B02-A3F5-C51A-D3FE-524DCEA1762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578782" y="2390492"/>
                  <a:ext cx="66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5342" name="墨迹 5341">
                  <a:extLst>
                    <a:ext uri="{FF2B5EF4-FFF2-40B4-BE49-F238E27FC236}">
                      <a16:creationId xmlns:a16="http://schemas.microsoft.com/office/drawing/2014/main" id="{38DA659F-0AC3-9C34-0C8F-341D279993D4}"/>
                    </a:ext>
                  </a:extLst>
                </p14:cNvPr>
                <p14:cNvContentPartPr/>
                <p14:nvPr/>
              </p14:nvContentPartPr>
              <p14:xfrm>
                <a:off x="6663022" y="2290052"/>
                <a:ext cx="54720" cy="43560"/>
              </p14:xfrm>
            </p:contentPart>
          </mc:Choice>
          <mc:Fallback xmlns="">
            <p:pic>
              <p:nvPicPr>
                <p:cNvPr id="5342" name="墨迹 5341">
                  <a:extLst>
                    <a:ext uri="{FF2B5EF4-FFF2-40B4-BE49-F238E27FC236}">
                      <a16:creationId xmlns:a16="http://schemas.microsoft.com/office/drawing/2014/main" id="{38DA659F-0AC3-9C34-0C8F-341D279993D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656902" y="2283932"/>
                  <a:ext cx="66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5343" name="墨迹 5342">
                  <a:extLst>
                    <a:ext uri="{FF2B5EF4-FFF2-40B4-BE49-F238E27FC236}">
                      <a16:creationId xmlns:a16="http://schemas.microsoft.com/office/drawing/2014/main" id="{C3CDC6FC-586B-EAC0-9EBC-8753BC5207EC}"/>
                    </a:ext>
                  </a:extLst>
                </p14:cNvPr>
                <p14:cNvContentPartPr/>
                <p14:nvPr/>
              </p14:nvContentPartPr>
              <p14:xfrm>
                <a:off x="6591022" y="2231372"/>
                <a:ext cx="135360" cy="286560"/>
              </p14:xfrm>
            </p:contentPart>
          </mc:Choice>
          <mc:Fallback xmlns="">
            <p:pic>
              <p:nvPicPr>
                <p:cNvPr id="5343" name="墨迹 5342">
                  <a:extLst>
                    <a:ext uri="{FF2B5EF4-FFF2-40B4-BE49-F238E27FC236}">
                      <a16:creationId xmlns:a16="http://schemas.microsoft.com/office/drawing/2014/main" id="{C3CDC6FC-586B-EAC0-9EBC-8753BC5207EC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584902" y="2225252"/>
                  <a:ext cx="1476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5344" name="墨迹 5343">
                  <a:extLst>
                    <a:ext uri="{FF2B5EF4-FFF2-40B4-BE49-F238E27FC236}">
                      <a16:creationId xmlns:a16="http://schemas.microsoft.com/office/drawing/2014/main" id="{499B21B2-8235-0972-532D-A40A945B7A24}"/>
                    </a:ext>
                  </a:extLst>
                </p14:cNvPr>
                <p14:cNvContentPartPr/>
                <p14:nvPr/>
              </p14:nvContentPartPr>
              <p14:xfrm>
                <a:off x="6653302" y="2374652"/>
                <a:ext cx="45000" cy="18360"/>
              </p14:xfrm>
            </p:contentPart>
          </mc:Choice>
          <mc:Fallback xmlns="">
            <p:pic>
              <p:nvPicPr>
                <p:cNvPr id="5344" name="墨迹 5343">
                  <a:extLst>
                    <a:ext uri="{FF2B5EF4-FFF2-40B4-BE49-F238E27FC236}">
                      <a16:creationId xmlns:a16="http://schemas.microsoft.com/office/drawing/2014/main" id="{499B21B2-8235-0972-532D-A40A945B7A2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647182" y="2368532"/>
                  <a:ext cx="57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5345" name="墨迹 5344">
                  <a:extLst>
                    <a:ext uri="{FF2B5EF4-FFF2-40B4-BE49-F238E27FC236}">
                      <a16:creationId xmlns:a16="http://schemas.microsoft.com/office/drawing/2014/main" id="{C79DC956-7EAA-7C28-754A-9EFB6925F48B}"/>
                    </a:ext>
                  </a:extLst>
                </p14:cNvPr>
                <p14:cNvContentPartPr/>
                <p14:nvPr/>
              </p14:nvContentPartPr>
              <p14:xfrm>
                <a:off x="6742942" y="2249012"/>
                <a:ext cx="106200" cy="78120"/>
              </p14:xfrm>
            </p:contentPart>
          </mc:Choice>
          <mc:Fallback xmlns="">
            <p:pic>
              <p:nvPicPr>
                <p:cNvPr id="5345" name="墨迹 5344">
                  <a:extLst>
                    <a:ext uri="{FF2B5EF4-FFF2-40B4-BE49-F238E27FC236}">
                      <a16:creationId xmlns:a16="http://schemas.microsoft.com/office/drawing/2014/main" id="{C79DC956-7EAA-7C28-754A-9EFB6925F48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736822" y="2242892"/>
                  <a:ext cx="118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5346" name="墨迹 5345">
                  <a:extLst>
                    <a:ext uri="{FF2B5EF4-FFF2-40B4-BE49-F238E27FC236}">
                      <a16:creationId xmlns:a16="http://schemas.microsoft.com/office/drawing/2014/main" id="{6D390D8F-5FB9-0082-1A14-4BF75D70C73E}"/>
                    </a:ext>
                  </a:extLst>
                </p14:cNvPr>
                <p14:cNvContentPartPr/>
                <p14:nvPr/>
              </p14:nvContentPartPr>
              <p14:xfrm>
                <a:off x="6771022" y="2346212"/>
                <a:ext cx="9360" cy="23760"/>
              </p14:xfrm>
            </p:contentPart>
          </mc:Choice>
          <mc:Fallback xmlns="">
            <p:pic>
              <p:nvPicPr>
                <p:cNvPr id="5346" name="墨迹 5345">
                  <a:extLst>
                    <a:ext uri="{FF2B5EF4-FFF2-40B4-BE49-F238E27FC236}">
                      <a16:creationId xmlns:a16="http://schemas.microsoft.com/office/drawing/2014/main" id="{6D390D8F-5FB9-0082-1A14-4BF75D70C73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764902" y="2340092"/>
                  <a:ext cx="21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5347" name="墨迹 5346">
                  <a:extLst>
                    <a:ext uri="{FF2B5EF4-FFF2-40B4-BE49-F238E27FC236}">
                      <a16:creationId xmlns:a16="http://schemas.microsoft.com/office/drawing/2014/main" id="{584B93AB-63BF-674D-4576-3411F9CDDAD6}"/>
                    </a:ext>
                  </a:extLst>
                </p14:cNvPr>
                <p14:cNvContentPartPr/>
                <p14:nvPr/>
              </p14:nvContentPartPr>
              <p14:xfrm>
                <a:off x="6777142" y="2324252"/>
                <a:ext cx="68040" cy="56160"/>
              </p14:xfrm>
            </p:contentPart>
          </mc:Choice>
          <mc:Fallback xmlns="">
            <p:pic>
              <p:nvPicPr>
                <p:cNvPr id="5347" name="墨迹 5346">
                  <a:extLst>
                    <a:ext uri="{FF2B5EF4-FFF2-40B4-BE49-F238E27FC236}">
                      <a16:creationId xmlns:a16="http://schemas.microsoft.com/office/drawing/2014/main" id="{584B93AB-63BF-674D-4576-3411F9CDDAD6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771022" y="2318132"/>
                  <a:ext cx="80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5349" name="墨迹 5348">
                  <a:extLst>
                    <a:ext uri="{FF2B5EF4-FFF2-40B4-BE49-F238E27FC236}">
                      <a16:creationId xmlns:a16="http://schemas.microsoft.com/office/drawing/2014/main" id="{81B9E831-70CE-725A-DBB6-68A46E537EAA}"/>
                    </a:ext>
                  </a:extLst>
                </p14:cNvPr>
                <p14:cNvContentPartPr/>
                <p14:nvPr/>
              </p14:nvContentPartPr>
              <p14:xfrm>
                <a:off x="6746902" y="2343692"/>
                <a:ext cx="83520" cy="134280"/>
              </p14:xfrm>
            </p:contentPart>
          </mc:Choice>
          <mc:Fallback xmlns="">
            <p:pic>
              <p:nvPicPr>
                <p:cNvPr id="5349" name="墨迹 5348">
                  <a:extLst>
                    <a:ext uri="{FF2B5EF4-FFF2-40B4-BE49-F238E27FC236}">
                      <a16:creationId xmlns:a16="http://schemas.microsoft.com/office/drawing/2014/main" id="{81B9E831-70CE-725A-DBB6-68A46E537EA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740782" y="2337572"/>
                  <a:ext cx="95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5350" name="墨迹 5349">
                  <a:extLst>
                    <a:ext uri="{FF2B5EF4-FFF2-40B4-BE49-F238E27FC236}">
                      <a16:creationId xmlns:a16="http://schemas.microsoft.com/office/drawing/2014/main" id="{39BAEBDB-B27C-3E90-B620-C710C11E32E7}"/>
                    </a:ext>
                  </a:extLst>
                </p14:cNvPr>
                <p14:cNvContentPartPr/>
                <p14:nvPr/>
              </p14:nvContentPartPr>
              <p14:xfrm>
                <a:off x="6795142" y="2404532"/>
                <a:ext cx="73440" cy="62280"/>
              </p14:xfrm>
            </p:contentPart>
          </mc:Choice>
          <mc:Fallback xmlns="">
            <p:pic>
              <p:nvPicPr>
                <p:cNvPr id="5350" name="墨迹 5349">
                  <a:extLst>
                    <a:ext uri="{FF2B5EF4-FFF2-40B4-BE49-F238E27FC236}">
                      <a16:creationId xmlns:a16="http://schemas.microsoft.com/office/drawing/2014/main" id="{39BAEBDB-B27C-3E90-B620-C710C11E32E7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789022" y="2398412"/>
                  <a:ext cx="856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5351" name="墨迹 5350">
                  <a:extLst>
                    <a:ext uri="{FF2B5EF4-FFF2-40B4-BE49-F238E27FC236}">
                      <a16:creationId xmlns:a16="http://schemas.microsoft.com/office/drawing/2014/main" id="{88D841AB-30BC-3322-1AE4-44FF01134710}"/>
                    </a:ext>
                  </a:extLst>
                </p14:cNvPr>
                <p14:cNvContentPartPr/>
                <p14:nvPr/>
              </p14:nvContentPartPr>
              <p14:xfrm>
                <a:off x="6780742" y="2422892"/>
                <a:ext cx="157680" cy="43920"/>
              </p14:xfrm>
            </p:contentPart>
          </mc:Choice>
          <mc:Fallback xmlns="">
            <p:pic>
              <p:nvPicPr>
                <p:cNvPr id="5351" name="墨迹 5350">
                  <a:extLst>
                    <a:ext uri="{FF2B5EF4-FFF2-40B4-BE49-F238E27FC236}">
                      <a16:creationId xmlns:a16="http://schemas.microsoft.com/office/drawing/2014/main" id="{88D841AB-30BC-3322-1AE4-44FF0113471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774622" y="2416772"/>
                  <a:ext cx="169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5352" name="墨迹 5351">
                  <a:extLst>
                    <a:ext uri="{FF2B5EF4-FFF2-40B4-BE49-F238E27FC236}">
                      <a16:creationId xmlns:a16="http://schemas.microsoft.com/office/drawing/2014/main" id="{2A6E3EC0-6F97-2190-7E6D-D4D8DD4CE81F}"/>
                    </a:ext>
                  </a:extLst>
                </p14:cNvPr>
                <p14:cNvContentPartPr/>
                <p14:nvPr/>
              </p14:nvContentPartPr>
              <p14:xfrm>
                <a:off x="6906742" y="2312372"/>
                <a:ext cx="64440" cy="145800"/>
              </p14:xfrm>
            </p:contentPart>
          </mc:Choice>
          <mc:Fallback xmlns="">
            <p:pic>
              <p:nvPicPr>
                <p:cNvPr id="5352" name="墨迹 5351">
                  <a:extLst>
                    <a:ext uri="{FF2B5EF4-FFF2-40B4-BE49-F238E27FC236}">
                      <a16:creationId xmlns:a16="http://schemas.microsoft.com/office/drawing/2014/main" id="{2A6E3EC0-6F97-2190-7E6D-D4D8DD4CE81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900622" y="2306252"/>
                  <a:ext cx="76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5353" name="墨迹 5352">
                  <a:extLst>
                    <a:ext uri="{FF2B5EF4-FFF2-40B4-BE49-F238E27FC236}">
                      <a16:creationId xmlns:a16="http://schemas.microsoft.com/office/drawing/2014/main" id="{E7BB6779-68AE-F8FF-2537-B4445752FDB6}"/>
                    </a:ext>
                  </a:extLst>
                </p14:cNvPr>
                <p14:cNvContentPartPr/>
                <p14:nvPr/>
              </p14:nvContentPartPr>
              <p14:xfrm>
                <a:off x="6943462" y="2255852"/>
                <a:ext cx="155160" cy="236160"/>
              </p14:xfrm>
            </p:contentPart>
          </mc:Choice>
          <mc:Fallback xmlns="">
            <p:pic>
              <p:nvPicPr>
                <p:cNvPr id="5353" name="墨迹 5352">
                  <a:extLst>
                    <a:ext uri="{FF2B5EF4-FFF2-40B4-BE49-F238E27FC236}">
                      <a16:creationId xmlns:a16="http://schemas.microsoft.com/office/drawing/2014/main" id="{E7BB6779-68AE-F8FF-2537-B4445752FDB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937342" y="2249732"/>
                  <a:ext cx="167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5354" name="墨迹 5353">
                  <a:extLst>
                    <a:ext uri="{FF2B5EF4-FFF2-40B4-BE49-F238E27FC236}">
                      <a16:creationId xmlns:a16="http://schemas.microsoft.com/office/drawing/2014/main" id="{2A0E8BF0-324B-DB57-D873-34480DBFD3B9}"/>
                    </a:ext>
                  </a:extLst>
                </p14:cNvPr>
                <p14:cNvContentPartPr/>
                <p14:nvPr/>
              </p14:nvContentPartPr>
              <p14:xfrm>
                <a:off x="6988822" y="2328932"/>
                <a:ext cx="21600" cy="218160"/>
              </p14:xfrm>
            </p:contentPart>
          </mc:Choice>
          <mc:Fallback xmlns="">
            <p:pic>
              <p:nvPicPr>
                <p:cNvPr id="5354" name="墨迹 5353">
                  <a:extLst>
                    <a:ext uri="{FF2B5EF4-FFF2-40B4-BE49-F238E27FC236}">
                      <a16:creationId xmlns:a16="http://schemas.microsoft.com/office/drawing/2014/main" id="{2A0E8BF0-324B-DB57-D873-34480DBFD3B9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982702" y="2322812"/>
                  <a:ext cx="338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5355" name="墨迹 5354">
                  <a:extLst>
                    <a:ext uri="{FF2B5EF4-FFF2-40B4-BE49-F238E27FC236}">
                      <a16:creationId xmlns:a16="http://schemas.microsoft.com/office/drawing/2014/main" id="{8129CDFF-8157-25D9-4F97-6077348C4231}"/>
                    </a:ext>
                  </a:extLst>
                </p14:cNvPr>
                <p14:cNvContentPartPr/>
                <p14:nvPr/>
              </p14:nvContentPartPr>
              <p14:xfrm>
                <a:off x="7082782" y="2297972"/>
                <a:ext cx="88560" cy="154800"/>
              </p14:xfrm>
            </p:contentPart>
          </mc:Choice>
          <mc:Fallback xmlns="">
            <p:pic>
              <p:nvPicPr>
                <p:cNvPr id="5355" name="墨迹 5354">
                  <a:extLst>
                    <a:ext uri="{FF2B5EF4-FFF2-40B4-BE49-F238E27FC236}">
                      <a16:creationId xmlns:a16="http://schemas.microsoft.com/office/drawing/2014/main" id="{8129CDFF-8157-25D9-4F97-6077348C4231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076662" y="2291852"/>
                  <a:ext cx="100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5356" name="墨迹 5355">
                  <a:extLst>
                    <a:ext uri="{FF2B5EF4-FFF2-40B4-BE49-F238E27FC236}">
                      <a16:creationId xmlns:a16="http://schemas.microsoft.com/office/drawing/2014/main" id="{A5625660-9C68-1246-0AD7-1070ADAF22C3}"/>
                    </a:ext>
                  </a:extLst>
                </p14:cNvPr>
                <p14:cNvContentPartPr/>
                <p14:nvPr/>
              </p14:nvContentPartPr>
              <p14:xfrm>
                <a:off x="7183942" y="2298692"/>
                <a:ext cx="42480" cy="208080"/>
              </p14:xfrm>
            </p:contentPart>
          </mc:Choice>
          <mc:Fallback xmlns="">
            <p:pic>
              <p:nvPicPr>
                <p:cNvPr id="5356" name="墨迹 5355">
                  <a:extLst>
                    <a:ext uri="{FF2B5EF4-FFF2-40B4-BE49-F238E27FC236}">
                      <a16:creationId xmlns:a16="http://schemas.microsoft.com/office/drawing/2014/main" id="{A5625660-9C68-1246-0AD7-1070ADAF22C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177822" y="2292572"/>
                  <a:ext cx="54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5361" name="墨迹 5360">
                  <a:extLst>
                    <a:ext uri="{FF2B5EF4-FFF2-40B4-BE49-F238E27FC236}">
                      <a16:creationId xmlns:a16="http://schemas.microsoft.com/office/drawing/2014/main" id="{24D3712E-7198-4368-D61D-20DAFE197040}"/>
                    </a:ext>
                  </a:extLst>
                </p14:cNvPr>
                <p14:cNvContentPartPr/>
                <p14:nvPr/>
              </p14:nvContentPartPr>
              <p14:xfrm>
                <a:off x="7224622" y="2323172"/>
                <a:ext cx="46080" cy="121680"/>
              </p14:xfrm>
            </p:contentPart>
          </mc:Choice>
          <mc:Fallback xmlns="">
            <p:pic>
              <p:nvPicPr>
                <p:cNvPr id="5361" name="墨迹 5360">
                  <a:extLst>
                    <a:ext uri="{FF2B5EF4-FFF2-40B4-BE49-F238E27FC236}">
                      <a16:creationId xmlns:a16="http://schemas.microsoft.com/office/drawing/2014/main" id="{24D3712E-7198-4368-D61D-20DAFE19704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218502" y="2317052"/>
                  <a:ext cx="58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5362" name="墨迹 5361">
                  <a:extLst>
                    <a:ext uri="{FF2B5EF4-FFF2-40B4-BE49-F238E27FC236}">
                      <a16:creationId xmlns:a16="http://schemas.microsoft.com/office/drawing/2014/main" id="{F1FDAB67-CC06-3945-BBD2-17031E4343E0}"/>
                    </a:ext>
                  </a:extLst>
                </p14:cNvPr>
                <p14:cNvContentPartPr/>
                <p14:nvPr/>
              </p14:nvContentPartPr>
              <p14:xfrm>
                <a:off x="7253062" y="2262332"/>
                <a:ext cx="65160" cy="208440"/>
              </p14:xfrm>
            </p:contentPart>
          </mc:Choice>
          <mc:Fallback xmlns="">
            <p:pic>
              <p:nvPicPr>
                <p:cNvPr id="5362" name="墨迹 5361">
                  <a:extLst>
                    <a:ext uri="{FF2B5EF4-FFF2-40B4-BE49-F238E27FC236}">
                      <a16:creationId xmlns:a16="http://schemas.microsoft.com/office/drawing/2014/main" id="{F1FDAB67-CC06-3945-BBD2-17031E4343E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246942" y="2256212"/>
                  <a:ext cx="77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5363" name="墨迹 5362">
                  <a:extLst>
                    <a:ext uri="{FF2B5EF4-FFF2-40B4-BE49-F238E27FC236}">
                      <a16:creationId xmlns:a16="http://schemas.microsoft.com/office/drawing/2014/main" id="{4643FEDB-4741-DDBD-01E7-63003DE36D0B}"/>
                    </a:ext>
                  </a:extLst>
                </p14:cNvPr>
                <p14:cNvContentPartPr/>
                <p14:nvPr/>
              </p14:nvContentPartPr>
              <p14:xfrm>
                <a:off x="7247302" y="2345852"/>
                <a:ext cx="45720" cy="15840"/>
              </p14:xfrm>
            </p:contentPart>
          </mc:Choice>
          <mc:Fallback xmlns="">
            <p:pic>
              <p:nvPicPr>
                <p:cNvPr id="5363" name="墨迹 5362">
                  <a:extLst>
                    <a:ext uri="{FF2B5EF4-FFF2-40B4-BE49-F238E27FC236}">
                      <a16:creationId xmlns:a16="http://schemas.microsoft.com/office/drawing/2014/main" id="{4643FEDB-4741-DDBD-01E7-63003DE36D0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241182" y="2339732"/>
                  <a:ext cx="57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5364" name="墨迹 5363">
                  <a:extLst>
                    <a:ext uri="{FF2B5EF4-FFF2-40B4-BE49-F238E27FC236}">
                      <a16:creationId xmlns:a16="http://schemas.microsoft.com/office/drawing/2014/main" id="{D730943B-504A-E3DA-CA0A-15641E3FB38F}"/>
                    </a:ext>
                  </a:extLst>
                </p14:cNvPr>
                <p14:cNvContentPartPr/>
                <p14:nvPr/>
              </p14:nvContentPartPr>
              <p14:xfrm>
                <a:off x="7275742" y="2362052"/>
                <a:ext cx="38880" cy="32760"/>
              </p14:xfrm>
            </p:contentPart>
          </mc:Choice>
          <mc:Fallback xmlns="">
            <p:pic>
              <p:nvPicPr>
                <p:cNvPr id="5364" name="墨迹 5363">
                  <a:extLst>
                    <a:ext uri="{FF2B5EF4-FFF2-40B4-BE49-F238E27FC236}">
                      <a16:creationId xmlns:a16="http://schemas.microsoft.com/office/drawing/2014/main" id="{D730943B-504A-E3DA-CA0A-15641E3FB38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269622" y="2355932"/>
                  <a:ext cx="51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5365" name="墨迹 5364">
                  <a:extLst>
                    <a:ext uri="{FF2B5EF4-FFF2-40B4-BE49-F238E27FC236}">
                      <a16:creationId xmlns:a16="http://schemas.microsoft.com/office/drawing/2014/main" id="{CD0E947E-4B8E-48FF-F539-442A11B8CF9B}"/>
                    </a:ext>
                  </a:extLst>
                </p14:cNvPr>
                <p14:cNvContentPartPr/>
                <p14:nvPr/>
              </p14:nvContentPartPr>
              <p14:xfrm>
                <a:off x="7335142" y="2291132"/>
                <a:ext cx="40320" cy="29880"/>
              </p14:xfrm>
            </p:contentPart>
          </mc:Choice>
          <mc:Fallback xmlns="">
            <p:pic>
              <p:nvPicPr>
                <p:cNvPr id="5365" name="墨迹 5364">
                  <a:extLst>
                    <a:ext uri="{FF2B5EF4-FFF2-40B4-BE49-F238E27FC236}">
                      <a16:creationId xmlns:a16="http://schemas.microsoft.com/office/drawing/2014/main" id="{CD0E947E-4B8E-48FF-F539-442A11B8CF9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329022" y="2285012"/>
                  <a:ext cx="52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5366" name="墨迹 5365">
                  <a:extLst>
                    <a:ext uri="{FF2B5EF4-FFF2-40B4-BE49-F238E27FC236}">
                      <a16:creationId xmlns:a16="http://schemas.microsoft.com/office/drawing/2014/main" id="{CF6B5193-44F6-49C6-FC87-34ED05CA6CE4}"/>
                    </a:ext>
                  </a:extLst>
                </p14:cNvPr>
                <p14:cNvContentPartPr/>
                <p14:nvPr/>
              </p14:nvContentPartPr>
              <p14:xfrm>
                <a:off x="7341262" y="2289692"/>
                <a:ext cx="16200" cy="95400"/>
              </p14:xfrm>
            </p:contentPart>
          </mc:Choice>
          <mc:Fallback xmlns="">
            <p:pic>
              <p:nvPicPr>
                <p:cNvPr id="5366" name="墨迹 5365">
                  <a:extLst>
                    <a:ext uri="{FF2B5EF4-FFF2-40B4-BE49-F238E27FC236}">
                      <a16:creationId xmlns:a16="http://schemas.microsoft.com/office/drawing/2014/main" id="{CF6B5193-44F6-49C6-FC87-34ED05CA6CE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335142" y="2283572"/>
                  <a:ext cx="28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5367" name="墨迹 5366">
                  <a:extLst>
                    <a:ext uri="{FF2B5EF4-FFF2-40B4-BE49-F238E27FC236}">
                      <a16:creationId xmlns:a16="http://schemas.microsoft.com/office/drawing/2014/main" id="{7CC55CBB-4C65-4AEB-A7E0-0E73272C7319}"/>
                    </a:ext>
                  </a:extLst>
                </p14:cNvPr>
                <p14:cNvContentPartPr/>
                <p14:nvPr/>
              </p14:nvContentPartPr>
              <p14:xfrm>
                <a:off x="7332262" y="2364932"/>
                <a:ext cx="79560" cy="78120"/>
              </p14:xfrm>
            </p:contentPart>
          </mc:Choice>
          <mc:Fallback xmlns="">
            <p:pic>
              <p:nvPicPr>
                <p:cNvPr id="5367" name="墨迹 5366">
                  <a:extLst>
                    <a:ext uri="{FF2B5EF4-FFF2-40B4-BE49-F238E27FC236}">
                      <a16:creationId xmlns:a16="http://schemas.microsoft.com/office/drawing/2014/main" id="{7CC55CBB-4C65-4AEB-A7E0-0E73272C731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326142" y="2358812"/>
                  <a:ext cx="918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5368" name="墨迹 5367">
                  <a:extLst>
                    <a:ext uri="{FF2B5EF4-FFF2-40B4-BE49-F238E27FC236}">
                      <a16:creationId xmlns:a16="http://schemas.microsoft.com/office/drawing/2014/main" id="{E0F6FA57-5CF9-F5B6-054B-572448B1E5C2}"/>
                    </a:ext>
                  </a:extLst>
                </p14:cNvPr>
                <p14:cNvContentPartPr/>
                <p14:nvPr/>
              </p14:nvContentPartPr>
              <p14:xfrm>
                <a:off x="7395622" y="2272412"/>
                <a:ext cx="60480" cy="300600"/>
              </p14:xfrm>
            </p:contentPart>
          </mc:Choice>
          <mc:Fallback xmlns="">
            <p:pic>
              <p:nvPicPr>
                <p:cNvPr id="5368" name="墨迹 5367">
                  <a:extLst>
                    <a:ext uri="{FF2B5EF4-FFF2-40B4-BE49-F238E27FC236}">
                      <a16:creationId xmlns:a16="http://schemas.microsoft.com/office/drawing/2014/main" id="{E0F6FA57-5CF9-F5B6-054B-572448B1E5C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389502" y="2266292"/>
                  <a:ext cx="72720" cy="31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2">
            <p14:nvContentPartPr>
              <p14:cNvPr id="5370" name="墨迹 5369">
                <a:extLst>
                  <a:ext uri="{FF2B5EF4-FFF2-40B4-BE49-F238E27FC236}">
                    <a16:creationId xmlns:a16="http://schemas.microsoft.com/office/drawing/2014/main" id="{3C7D1557-EF83-7890-F8FA-2F2F06B2DF33}"/>
                  </a:ext>
                </a:extLst>
              </p14:cNvPr>
              <p14:cNvContentPartPr/>
              <p14:nvPr/>
            </p14:nvContentPartPr>
            <p14:xfrm>
              <a:off x="4909822" y="5096252"/>
              <a:ext cx="1333440" cy="28800"/>
            </p14:xfrm>
          </p:contentPart>
        </mc:Choice>
        <mc:Fallback xmlns="">
          <p:pic>
            <p:nvPicPr>
              <p:cNvPr id="5370" name="墨迹 5369">
                <a:extLst>
                  <a:ext uri="{FF2B5EF4-FFF2-40B4-BE49-F238E27FC236}">
                    <a16:creationId xmlns:a16="http://schemas.microsoft.com/office/drawing/2014/main" id="{3C7D1557-EF83-7890-F8FA-2F2F06B2DF33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4903702" y="5090132"/>
                <a:ext cx="134568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77" name="组合 5476">
            <a:extLst>
              <a:ext uri="{FF2B5EF4-FFF2-40B4-BE49-F238E27FC236}">
                <a16:creationId xmlns:a16="http://schemas.microsoft.com/office/drawing/2014/main" id="{FAEAFE96-C52B-FC66-3B3C-98A260FC88FB}"/>
              </a:ext>
            </a:extLst>
          </p:cNvPr>
          <p:cNvGrpSpPr/>
          <p:nvPr/>
        </p:nvGrpSpPr>
        <p:grpSpPr>
          <a:xfrm>
            <a:off x="6231742" y="4938572"/>
            <a:ext cx="2391840" cy="594000"/>
            <a:chOff x="6231742" y="4938572"/>
            <a:chExt cx="2391840" cy="59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5371" name="墨迹 5370">
                  <a:extLst>
                    <a:ext uri="{FF2B5EF4-FFF2-40B4-BE49-F238E27FC236}">
                      <a16:creationId xmlns:a16="http://schemas.microsoft.com/office/drawing/2014/main" id="{3C6F2DD9-D570-96A6-A24F-BA22DC796B5F}"/>
                    </a:ext>
                  </a:extLst>
                </p14:cNvPr>
                <p14:cNvContentPartPr/>
                <p14:nvPr/>
              </p14:nvContentPartPr>
              <p14:xfrm>
                <a:off x="6231742" y="4982492"/>
                <a:ext cx="37080" cy="36360"/>
              </p14:xfrm>
            </p:contentPart>
          </mc:Choice>
          <mc:Fallback xmlns="">
            <p:pic>
              <p:nvPicPr>
                <p:cNvPr id="5371" name="墨迹 5370">
                  <a:extLst>
                    <a:ext uri="{FF2B5EF4-FFF2-40B4-BE49-F238E27FC236}">
                      <a16:creationId xmlns:a16="http://schemas.microsoft.com/office/drawing/2014/main" id="{3C6F2DD9-D570-96A6-A24F-BA22DC796B5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225622" y="4976372"/>
                  <a:ext cx="49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5372" name="墨迹 5371">
                  <a:extLst>
                    <a:ext uri="{FF2B5EF4-FFF2-40B4-BE49-F238E27FC236}">
                      <a16:creationId xmlns:a16="http://schemas.microsoft.com/office/drawing/2014/main" id="{63B1FB4D-ECBF-15EE-3339-23300BBC8F87}"/>
                    </a:ext>
                  </a:extLst>
                </p14:cNvPr>
                <p14:cNvContentPartPr/>
                <p14:nvPr/>
              </p14:nvContentPartPr>
              <p14:xfrm>
                <a:off x="6245062" y="4982492"/>
                <a:ext cx="13680" cy="120960"/>
              </p14:xfrm>
            </p:contentPart>
          </mc:Choice>
          <mc:Fallback xmlns="">
            <p:pic>
              <p:nvPicPr>
                <p:cNvPr id="5372" name="墨迹 5371">
                  <a:extLst>
                    <a:ext uri="{FF2B5EF4-FFF2-40B4-BE49-F238E27FC236}">
                      <a16:creationId xmlns:a16="http://schemas.microsoft.com/office/drawing/2014/main" id="{63B1FB4D-ECBF-15EE-3339-23300BBC8F8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238942" y="4976372"/>
                  <a:ext cx="25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5373" name="墨迹 5372">
                  <a:extLst>
                    <a:ext uri="{FF2B5EF4-FFF2-40B4-BE49-F238E27FC236}">
                      <a16:creationId xmlns:a16="http://schemas.microsoft.com/office/drawing/2014/main" id="{66281CB6-1164-81B9-73D1-091770DCBBF9}"/>
                    </a:ext>
                  </a:extLst>
                </p14:cNvPr>
                <p14:cNvContentPartPr/>
                <p14:nvPr/>
              </p14:nvContentPartPr>
              <p14:xfrm>
                <a:off x="6239662" y="5039012"/>
                <a:ext cx="37440" cy="73080"/>
              </p14:xfrm>
            </p:contentPart>
          </mc:Choice>
          <mc:Fallback xmlns="">
            <p:pic>
              <p:nvPicPr>
                <p:cNvPr id="5373" name="墨迹 5372">
                  <a:extLst>
                    <a:ext uri="{FF2B5EF4-FFF2-40B4-BE49-F238E27FC236}">
                      <a16:creationId xmlns:a16="http://schemas.microsoft.com/office/drawing/2014/main" id="{66281CB6-1164-81B9-73D1-091770DCBBF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233542" y="5032892"/>
                  <a:ext cx="49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5374" name="墨迹 5373">
                  <a:extLst>
                    <a:ext uri="{FF2B5EF4-FFF2-40B4-BE49-F238E27FC236}">
                      <a16:creationId xmlns:a16="http://schemas.microsoft.com/office/drawing/2014/main" id="{874A3BB0-D9CB-D72C-4E27-E8AAFBE75519}"/>
                    </a:ext>
                  </a:extLst>
                </p14:cNvPr>
                <p14:cNvContentPartPr/>
                <p14:nvPr/>
              </p14:nvContentPartPr>
              <p14:xfrm>
                <a:off x="6294022" y="4984652"/>
                <a:ext cx="89640" cy="47160"/>
              </p14:xfrm>
            </p:contentPart>
          </mc:Choice>
          <mc:Fallback xmlns="">
            <p:pic>
              <p:nvPicPr>
                <p:cNvPr id="5374" name="墨迹 5373">
                  <a:extLst>
                    <a:ext uri="{FF2B5EF4-FFF2-40B4-BE49-F238E27FC236}">
                      <a16:creationId xmlns:a16="http://schemas.microsoft.com/office/drawing/2014/main" id="{874A3BB0-D9CB-D72C-4E27-E8AAFBE75519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6287902" y="4978532"/>
                  <a:ext cx="101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5375" name="墨迹 5374">
                  <a:extLst>
                    <a:ext uri="{FF2B5EF4-FFF2-40B4-BE49-F238E27FC236}">
                      <a16:creationId xmlns:a16="http://schemas.microsoft.com/office/drawing/2014/main" id="{62867BC2-1C60-A760-195D-AB134F8CA6FE}"/>
                    </a:ext>
                  </a:extLst>
                </p14:cNvPr>
                <p14:cNvContentPartPr/>
                <p14:nvPr/>
              </p14:nvContentPartPr>
              <p14:xfrm>
                <a:off x="6318862" y="4963772"/>
                <a:ext cx="21600" cy="86040"/>
              </p14:xfrm>
            </p:contentPart>
          </mc:Choice>
          <mc:Fallback xmlns="">
            <p:pic>
              <p:nvPicPr>
                <p:cNvPr id="5375" name="墨迹 5374">
                  <a:extLst>
                    <a:ext uri="{FF2B5EF4-FFF2-40B4-BE49-F238E27FC236}">
                      <a16:creationId xmlns:a16="http://schemas.microsoft.com/office/drawing/2014/main" id="{62867BC2-1C60-A760-195D-AB134F8CA6F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312742" y="4957652"/>
                  <a:ext cx="338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5376" name="墨迹 5375">
                  <a:extLst>
                    <a:ext uri="{FF2B5EF4-FFF2-40B4-BE49-F238E27FC236}">
                      <a16:creationId xmlns:a16="http://schemas.microsoft.com/office/drawing/2014/main" id="{4E68916D-471B-2215-44A2-ED9E70615354}"/>
                    </a:ext>
                  </a:extLst>
                </p14:cNvPr>
                <p14:cNvContentPartPr/>
                <p14:nvPr/>
              </p14:nvContentPartPr>
              <p14:xfrm>
                <a:off x="6290062" y="4979252"/>
                <a:ext cx="132480" cy="129240"/>
              </p14:xfrm>
            </p:contentPart>
          </mc:Choice>
          <mc:Fallback xmlns="">
            <p:pic>
              <p:nvPicPr>
                <p:cNvPr id="5376" name="墨迹 5375">
                  <a:extLst>
                    <a:ext uri="{FF2B5EF4-FFF2-40B4-BE49-F238E27FC236}">
                      <a16:creationId xmlns:a16="http://schemas.microsoft.com/office/drawing/2014/main" id="{4E68916D-471B-2215-44A2-ED9E7061535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283942" y="4973132"/>
                  <a:ext cx="144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5377" name="墨迹 5376">
                  <a:extLst>
                    <a:ext uri="{FF2B5EF4-FFF2-40B4-BE49-F238E27FC236}">
                      <a16:creationId xmlns:a16="http://schemas.microsoft.com/office/drawing/2014/main" id="{26C83112-D44E-BE40-5392-E91BFD0D08DF}"/>
                    </a:ext>
                  </a:extLst>
                </p14:cNvPr>
                <p14:cNvContentPartPr/>
                <p14:nvPr/>
              </p14:nvContentPartPr>
              <p14:xfrm>
                <a:off x="6434422" y="5000492"/>
                <a:ext cx="28440" cy="16920"/>
              </p14:xfrm>
            </p:contentPart>
          </mc:Choice>
          <mc:Fallback xmlns="">
            <p:pic>
              <p:nvPicPr>
                <p:cNvPr id="5377" name="墨迹 5376">
                  <a:extLst>
                    <a:ext uri="{FF2B5EF4-FFF2-40B4-BE49-F238E27FC236}">
                      <a16:creationId xmlns:a16="http://schemas.microsoft.com/office/drawing/2014/main" id="{26C83112-D44E-BE40-5392-E91BFD0D08D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428302" y="4994372"/>
                  <a:ext cx="40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5378" name="墨迹 5377">
                  <a:extLst>
                    <a:ext uri="{FF2B5EF4-FFF2-40B4-BE49-F238E27FC236}">
                      <a16:creationId xmlns:a16="http://schemas.microsoft.com/office/drawing/2014/main" id="{9D7A487B-B51F-10D4-7D9E-48C8367FECE2}"/>
                    </a:ext>
                  </a:extLst>
                </p14:cNvPr>
                <p14:cNvContentPartPr/>
                <p14:nvPr/>
              </p14:nvContentPartPr>
              <p14:xfrm>
                <a:off x="6454222" y="4995812"/>
                <a:ext cx="7920" cy="96840"/>
              </p14:xfrm>
            </p:contentPart>
          </mc:Choice>
          <mc:Fallback xmlns="">
            <p:pic>
              <p:nvPicPr>
                <p:cNvPr id="5378" name="墨迹 5377">
                  <a:extLst>
                    <a:ext uri="{FF2B5EF4-FFF2-40B4-BE49-F238E27FC236}">
                      <a16:creationId xmlns:a16="http://schemas.microsoft.com/office/drawing/2014/main" id="{9D7A487B-B51F-10D4-7D9E-48C8367FECE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448102" y="4989692"/>
                  <a:ext cx="20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5379" name="墨迹 5378">
                  <a:extLst>
                    <a:ext uri="{FF2B5EF4-FFF2-40B4-BE49-F238E27FC236}">
                      <a16:creationId xmlns:a16="http://schemas.microsoft.com/office/drawing/2014/main" id="{8CAA7B01-17D1-A2A5-51A4-6F202BB4A718}"/>
                    </a:ext>
                  </a:extLst>
                </p14:cNvPr>
                <p14:cNvContentPartPr/>
                <p14:nvPr/>
              </p14:nvContentPartPr>
              <p14:xfrm>
                <a:off x="6439102" y="5040452"/>
                <a:ext cx="50400" cy="73440"/>
              </p14:xfrm>
            </p:contentPart>
          </mc:Choice>
          <mc:Fallback xmlns="">
            <p:pic>
              <p:nvPicPr>
                <p:cNvPr id="5379" name="墨迹 5378">
                  <a:extLst>
                    <a:ext uri="{FF2B5EF4-FFF2-40B4-BE49-F238E27FC236}">
                      <a16:creationId xmlns:a16="http://schemas.microsoft.com/office/drawing/2014/main" id="{8CAA7B01-17D1-A2A5-51A4-6F202BB4A71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432982" y="5034332"/>
                  <a:ext cx="62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5380" name="墨迹 5379">
                  <a:extLst>
                    <a:ext uri="{FF2B5EF4-FFF2-40B4-BE49-F238E27FC236}">
                      <a16:creationId xmlns:a16="http://schemas.microsoft.com/office/drawing/2014/main" id="{6986FFDF-B11B-C77E-E5AC-C127B2050086}"/>
                    </a:ext>
                  </a:extLst>
                </p14:cNvPr>
                <p14:cNvContentPartPr/>
                <p14:nvPr/>
              </p14:nvContentPartPr>
              <p14:xfrm>
                <a:off x="6528382" y="4965932"/>
                <a:ext cx="24120" cy="114840"/>
              </p14:xfrm>
            </p:contentPart>
          </mc:Choice>
          <mc:Fallback xmlns="">
            <p:pic>
              <p:nvPicPr>
                <p:cNvPr id="5380" name="墨迹 5379">
                  <a:extLst>
                    <a:ext uri="{FF2B5EF4-FFF2-40B4-BE49-F238E27FC236}">
                      <a16:creationId xmlns:a16="http://schemas.microsoft.com/office/drawing/2014/main" id="{6986FFDF-B11B-C77E-E5AC-C127B2050086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522262" y="4959812"/>
                  <a:ext cx="363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5381" name="墨迹 5380">
                  <a:extLst>
                    <a:ext uri="{FF2B5EF4-FFF2-40B4-BE49-F238E27FC236}">
                      <a16:creationId xmlns:a16="http://schemas.microsoft.com/office/drawing/2014/main" id="{AD5E8380-A7E3-1F2C-3B04-1217B71E5ED2}"/>
                    </a:ext>
                  </a:extLst>
                </p14:cNvPr>
                <p14:cNvContentPartPr/>
                <p14:nvPr/>
              </p14:nvContentPartPr>
              <p14:xfrm>
                <a:off x="6544222" y="5028212"/>
                <a:ext cx="28440" cy="22320"/>
              </p14:xfrm>
            </p:contentPart>
          </mc:Choice>
          <mc:Fallback xmlns="">
            <p:pic>
              <p:nvPicPr>
                <p:cNvPr id="5381" name="墨迹 5380">
                  <a:extLst>
                    <a:ext uri="{FF2B5EF4-FFF2-40B4-BE49-F238E27FC236}">
                      <a16:creationId xmlns:a16="http://schemas.microsoft.com/office/drawing/2014/main" id="{AD5E8380-A7E3-1F2C-3B04-1217B71E5ED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538102" y="5022092"/>
                  <a:ext cx="40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5382" name="墨迹 5381">
                  <a:extLst>
                    <a:ext uri="{FF2B5EF4-FFF2-40B4-BE49-F238E27FC236}">
                      <a16:creationId xmlns:a16="http://schemas.microsoft.com/office/drawing/2014/main" id="{55158FB0-6C9F-FA10-A987-75400D8FB46E}"/>
                    </a:ext>
                  </a:extLst>
                </p14:cNvPr>
                <p14:cNvContentPartPr/>
                <p14:nvPr/>
              </p14:nvContentPartPr>
              <p14:xfrm>
                <a:off x="6500302" y="5026052"/>
                <a:ext cx="16200" cy="86400"/>
              </p14:xfrm>
            </p:contentPart>
          </mc:Choice>
          <mc:Fallback xmlns="">
            <p:pic>
              <p:nvPicPr>
                <p:cNvPr id="5382" name="墨迹 5381">
                  <a:extLst>
                    <a:ext uri="{FF2B5EF4-FFF2-40B4-BE49-F238E27FC236}">
                      <a16:creationId xmlns:a16="http://schemas.microsoft.com/office/drawing/2014/main" id="{55158FB0-6C9F-FA10-A987-75400D8FB46E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494182" y="5019932"/>
                  <a:ext cx="28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5383" name="墨迹 5382">
                  <a:extLst>
                    <a:ext uri="{FF2B5EF4-FFF2-40B4-BE49-F238E27FC236}">
                      <a16:creationId xmlns:a16="http://schemas.microsoft.com/office/drawing/2014/main" id="{AF7A6446-2023-F43D-FADB-35B27EC91F7E}"/>
                    </a:ext>
                  </a:extLst>
                </p14:cNvPr>
                <p14:cNvContentPartPr/>
                <p14:nvPr/>
              </p14:nvContentPartPr>
              <p14:xfrm>
                <a:off x="6482662" y="5090132"/>
                <a:ext cx="155880" cy="31320"/>
              </p14:xfrm>
            </p:contentPart>
          </mc:Choice>
          <mc:Fallback xmlns="">
            <p:pic>
              <p:nvPicPr>
                <p:cNvPr id="5383" name="墨迹 5382">
                  <a:extLst>
                    <a:ext uri="{FF2B5EF4-FFF2-40B4-BE49-F238E27FC236}">
                      <a16:creationId xmlns:a16="http://schemas.microsoft.com/office/drawing/2014/main" id="{AF7A6446-2023-F43D-FADB-35B27EC91F7E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476542" y="5084012"/>
                  <a:ext cx="168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5384" name="墨迹 5383">
                  <a:extLst>
                    <a:ext uri="{FF2B5EF4-FFF2-40B4-BE49-F238E27FC236}">
                      <a16:creationId xmlns:a16="http://schemas.microsoft.com/office/drawing/2014/main" id="{1E2C947E-73C0-AFC1-4F0E-68B791323640}"/>
                    </a:ext>
                  </a:extLst>
                </p14:cNvPr>
                <p14:cNvContentPartPr/>
                <p14:nvPr/>
              </p14:nvContentPartPr>
              <p14:xfrm>
                <a:off x="6456022" y="4999772"/>
                <a:ext cx="36000" cy="12240"/>
              </p14:xfrm>
            </p:contentPart>
          </mc:Choice>
          <mc:Fallback xmlns="">
            <p:pic>
              <p:nvPicPr>
                <p:cNvPr id="5384" name="墨迹 5383">
                  <a:extLst>
                    <a:ext uri="{FF2B5EF4-FFF2-40B4-BE49-F238E27FC236}">
                      <a16:creationId xmlns:a16="http://schemas.microsoft.com/office/drawing/2014/main" id="{1E2C947E-73C0-AFC1-4F0E-68B791323640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449902" y="4993652"/>
                  <a:ext cx="48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5386" name="墨迹 5385">
                  <a:extLst>
                    <a:ext uri="{FF2B5EF4-FFF2-40B4-BE49-F238E27FC236}">
                      <a16:creationId xmlns:a16="http://schemas.microsoft.com/office/drawing/2014/main" id="{6AF3259E-97FB-FE07-80E6-1BFEC048B185}"/>
                    </a:ext>
                  </a:extLst>
                </p14:cNvPr>
                <p14:cNvContentPartPr/>
                <p14:nvPr/>
              </p14:nvContentPartPr>
              <p14:xfrm>
                <a:off x="6609742" y="4938572"/>
                <a:ext cx="75960" cy="207000"/>
              </p14:xfrm>
            </p:contentPart>
          </mc:Choice>
          <mc:Fallback xmlns="">
            <p:pic>
              <p:nvPicPr>
                <p:cNvPr id="5386" name="墨迹 5385">
                  <a:extLst>
                    <a:ext uri="{FF2B5EF4-FFF2-40B4-BE49-F238E27FC236}">
                      <a16:creationId xmlns:a16="http://schemas.microsoft.com/office/drawing/2014/main" id="{6AF3259E-97FB-FE07-80E6-1BFEC048B185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603622" y="4932452"/>
                  <a:ext cx="882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5387" name="墨迹 5386">
                  <a:extLst>
                    <a:ext uri="{FF2B5EF4-FFF2-40B4-BE49-F238E27FC236}">
                      <a16:creationId xmlns:a16="http://schemas.microsoft.com/office/drawing/2014/main" id="{894934DD-9A55-9ADE-B3FD-60CECEEBB99C}"/>
                    </a:ext>
                  </a:extLst>
                </p14:cNvPr>
                <p14:cNvContentPartPr/>
                <p14:nvPr/>
              </p14:nvContentPartPr>
              <p14:xfrm>
                <a:off x="6697942" y="4961252"/>
                <a:ext cx="17640" cy="47160"/>
              </p14:xfrm>
            </p:contentPart>
          </mc:Choice>
          <mc:Fallback xmlns="">
            <p:pic>
              <p:nvPicPr>
                <p:cNvPr id="5387" name="墨迹 5386">
                  <a:extLst>
                    <a:ext uri="{FF2B5EF4-FFF2-40B4-BE49-F238E27FC236}">
                      <a16:creationId xmlns:a16="http://schemas.microsoft.com/office/drawing/2014/main" id="{894934DD-9A55-9ADE-B3FD-60CECEEBB99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6691822" y="4955132"/>
                  <a:ext cx="29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5388" name="墨迹 5387">
                  <a:extLst>
                    <a:ext uri="{FF2B5EF4-FFF2-40B4-BE49-F238E27FC236}">
                      <a16:creationId xmlns:a16="http://schemas.microsoft.com/office/drawing/2014/main" id="{F5D10259-FE74-5C23-6A2A-67C38D41ED6F}"/>
                    </a:ext>
                  </a:extLst>
                </p14:cNvPr>
                <p14:cNvContentPartPr/>
                <p14:nvPr/>
              </p14:nvContentPartPr>
              <p14:xfrm>
                <a:off x="6679942" y="4990772"/>
                <a:ext cx="29880" cy="5760"/>
              </p14:xfrm>
            </p:contentPart>
          </mc:Choice>
          <mc:Fallback xmlns="">
            <p:pic>
              <p:nvPicPr>
                <p:cNvPr id="5388" name="墨迹 5387">
                  <a:extLst>
                    <a:ext uri="{FF2B5EF4-FFF2-40B4-BE49-F238E27FC236}">
                      <a16:creationId xmlns:a16="http://schemas.microsoft.com/office/drawing/2014/main" id="{F5D10259-FE74-5C23-6A2A-67C38D41ED6F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673822" y="4984652"/>
                  <a:ext cx="42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5389" name="墨迹 5388">
                  <a:extLst>
                    <a:ext uri="{FF2B5EF4-FFF2-40B4-BE49-F238E27FC236}">
                      <a16:creationId xmlns:a16="http://schemas.microsoft.com/office/drawing/2014/main" id="{3AB5C3DF-90D1-516E-9DE9-3DA0FA2D3B9E}"/>
                    </a:ext>
                  </a:extLst>
                </p14:cNvPr>
                <p14:cNvContentPartPr/>
                <p14:nvPr/>
              </p14:nvContentPartPr>
              <p14:xfrm>
                <a:off x="6667702" y="4969532"/>
                <a:ext cx="78480" cy="124200"/>
              </p14:xfrm>
            </p:contentPart>
          </mc:Choice>
          <mc:Fallback xmlns="">
            <p:pic>
              <p:nvPicPr>
                <p:cNvPr id="5389" name="墨迹 5388">
                  <a:extLst>
                    <a:ext uri="{FF2B5EF4-FFF2-40B4-BE49-F238E27FC236}">
                      <a16:creationId xmlns:a16="http://schemas.microsoft.com/office/drawing/2014/main" id="{3AB5C3DF-90D1-516E-9DE9-3DA0FA2D3B9E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661582" y="4963412"/>
                  <a:ext cx="90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5390" name="墨迹 5389">
                  <a:extLst>
                    <a:ext uri="{FF2B5EF4-FFF2-40B4-BE49-F238E27FC236}">
                      <a16:creationId xmlns:a16="http://schemas.microsoft.com/office/drawing/2014/main" id="{7BA94174-6282-B6BE-EC94-18C0A74902D4}"/>
                    </a:ext>
                  </a:extLst>
                </p14:cNvPr>
                <p14:cNvContentPartPr/>
                <p14:nvPr/>
              </p14:nvContentPartPr>
              <p14:xfrm>
                <a:off x="6695422" y="5008412"/>
                <a:ext cx="54360" cy="84960"/>
              </p14:xfrm>
            </p:contentPart>
          </mc:Choice>
          <mc:Fallback xmlns="">
            <p:pic>
              <p:nvPicPr>
                <p:cNvPr id="5390" name="墨迹 5389">
                  <a:extLst>
                    <a:ext uri="{FF2B5EF4-FFF2-40B4-BE49-F238E27FC236}">
                      <a16:creationId xmlns:a16="http://schemas.microsoft.com/office/drawing/2014/main" id="{7BA94174-6282-B6BE-EC94-18C0A74902D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689302" y="5002292"/>
                  <a:ext cx="66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5391" name="墨迹 5390">
                  <a:extLst>
                    <a:ext uri="{FF2B5EF4-FFF2-40B4-BE49-F238E27FC236}">
                      <a16:creationId xmlns:a16="http://schemas.microsoft.com/office/drawing/2014/main" id="{17A33CAA-9A39-160F-0E9D-67B9C9528187}"/>
                    </a:ext>
                  </a:extLst>
                </p14:cNvPr>
                <p14:cNvContentPartPr/>
                <p14:nvPr/>
              </p14:nvContentPartPr>
              <p14:xfrm>
                <a:off x="6674542" y="5039732"/>
                <a:ext cx="48240" cy="103680"/>
              </p14:xfrm>
            </p:contentPart>
          </mc:Choice>
          <mc:Fallback xmlns="">
            <p:pic>
              <p:nvPicPr>
                <p:cNvPr id="5391" name="墨迹 5390">
                  <a:extLst>
                    <a:ext uri="{FF2B5EF4-FFF2-40B4-BE49-F238E27FC236}">
                      <a16:creationId xmlns:a16="http://schemas.microsoft.com/office/drawing/2014/main" id="{17A33CAA-9A39-160F-0E9D-67B9C952818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668422" y="5033612"/>
                  <a:ext cx="60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5392" name="墨迹 5391">
                  <a:extLst>
                    <a:ext uri="{FF2B5EF4-FFF2-40B4-BE49-F238E27FC236}">
                      <a16:creationId xmlns:a16="http://schemas.microsoft.com/office/drawing/2014/main" id="{FF057227-BE78-C51E-62B5-5A7644724C42}"/>
                    </a:ext>
                  </a:extLst>
                </p14:cNvPr>
                <p14:cNvContentPartPr/>
                <p14:nvPr/>
              </p14:nvContentPartPr>
              <p14:xfrm>
                <a:off x="6715942" y="5099132"/>
                <a:ext cx="88560" cy="60480"/>
              </p14:xfrm>
            </p:contentPart>
          </mc:Choice>
          <mc:Fallback xmlns="">
            <p:pic>
              <p:nvPicPr>
                <p:cNvPr id="5392" name="墨迹 5391">
                  <a:extLst>
                    <a:ext uri="{FF2B5EF4-FFF2-40B4-BE49-F238E27FC236}">
                      <a16:creationId xmlns:a16="http://schemas.microsoft.com/office/drawing/2014/main" id="{FF057227-BE78-C51E-62B5-5A7644724C42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709822" y="5093012"/>
                  <a:ext cx="1008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5393" name="墨迹 5392">
                  <a:extLst>
                    <a:ext uri="{FF2B5EF4-FFF2-40B4-BE49-F238E27FC236}">
                      <a16:creationId xmlns:a16="http://schemas.microsoft.com/office/drawing/2014/main" id="{D69F0646-674A-809D-BF87-7215891AFD2E}"/>
                    </a:ext>
                  </a:extLst>
                </p14:cNvPr>
                <p14:cNvContentPartPr/>
                <p14:nvPr/>
              </p14:nvContentPartPr>
              <p14:xfrm>
                <a:off x="6813142" y="4993652"/>
                <a:ext cx="100440" cy="23760"/>
              </p14:xfrm>
            </p:contentPart>
          </mc:Choice>
          <mc:Fallback xmlns="">
            <p:pic>
              <p:nvPicPr>
                <p:cNvPr id="5393" name="墨迹 5392">
                  <a:extLst>
                    <a:ext uri="{FF2B5EF4-FFF2-40B4-BE49-F238E27FC236}">
                      <a16:creationId xmlns:a16="http://schemas.microsoft.com/office/drawing/2014/main" id="{D69F0646-674A-809D-BF87-7215891AFD2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807022" y="4987532"/>
                  <a:ext cx="112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5394" name="墨迹 5393">
                  <a:extLst>
                    <a:ext uri="{FF2B5EF4-FFF2-40B4-BE49-F238E27FC236}">
                      <a16:creationId xmlns:a16="http://schemas.microsoft.com/office/drawing/2014/main" id="{D213D0F8-D9D9-A678-5D3B-3C67B99FB7EC}"/>
                    </a:ext>
                  </a:extLst>
                </p14:cNvPr>
                <p14:cNvContentPartPr/>
                <p14:nvPr/>
              </p14:nvContentPartPr>
              <p14:xfrm>
                <a:off x="6792622" y="4983932"/>
                <a:ext cx="71280" cy="153360"/>
              </p14:xfrm>
            </p:contentPart>
          </mc:Choice>
          <mc:Fallback xmlns="">
            <p:pic>
              <p:nvPicPr>
                <p:cNvPr id="5394" name="墨迹 5393">
                  <a:extLst>
                    <a:ext uri="{FF2B5EF4-FFF2-40B4-BE49-F238E27FC236}">
                      <a16:creationId xmlns:a16="http://schemas.microsoft.com/office/drawing/2014/main" id="{D213D0F8-D9D9-A678-5D3B-3C67B99FB7EC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786502" y="4977812"/>
                  <a:ext cx="83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5395" name="墨迹 5394">
                  <a:extLst>
                    <a:ext uri="{FF2B5EF4-FFF2-40B4-BE49-F238E27FC236}">
                      <a16:creationId xmlns:a16="http://schemas.microsoft.com/office/drawing/2014/main" id="{55506613-72D4-AB94-8D82-5A674E6A7B51}"/>
                    </a:ext>
                  </a:extLst>
                </p14:cNvPr>
                <p14:cNvContentPartPr/>
                <p14:nvPr/>
              </p14:nvContentPartPr>
              <p14:xfrm>
                <a:off x="6839422" y="5035052"/>
                <a:ext cx="140400" cy="140400"/>
              </p14:xfrm>
            </p:contentPart>
          </mc:Choice>
          <mc:Fallback xmlns="">
            <p:pic>
              <p:nvPicPr>
                <p:cNvPr id="5395" name="墨迹 5394">
                  <a:extLst>
                    <a:ext uri="{FF2B5EF4-FFF2-40B4-BE49-F238E27FC236}">
                      <a16:creationId xmlns:a16="http://schemas.microsoft.com/office/drawing/2014/main" id="{55506613-72D4-AB94-8D82-5A674E6A7B5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833302" y="5028932"/>
                  <a:ext cx="152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5396" name="墨迹 5395">
                  <a:extLst>
                    <a:ext uri="{FF2B5EF4-FFF2-40B4-BE49-F238E27FC236}">
                      <a16:creationId xmlns:a16="http://schemas.microsoft.com/office/drawing/2014/main" id="{D97C4C71-A080-7D0E-3F95-929E53E7E2FC}"/>
                    </a:ext>
                  </a:extLst>
                </p14:cNvPr>
                <p14:cNvContentPartPr/>
                <p14:nvPr/>
              </p14:nvContentPartPr>
              <p14:xfrm>
                <a:off x="7003942" y="4996532"/>
                <a:ext cx="74880" cy="77400"/>
              </p14:xfrm>
            </p:contentPart>
          </mc:Choice>
          <mc:Fallback xmlns="">
            <p:pic>
              <p:nvPicPr>
                <p:cNvPr id="5396" name="墨迹 5395">
                  <a:extLst>
                    <a:ext uri="{FF2B5EF4-FFF2-40B4-BE49-F238E27FC236}">
                      <a16:creationId xmlns:a16="http://schemas.microsoft.com/office/drawing/2014/main" id="{D97C4C71-A080-7D0E-3F95-929E53E7E2F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6997822" y="4990412"/>
                  <a:ext cx="87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5397" name="墨迹 5396">
                  <a:extLst>
                    <a:ext uri="{FF2B5EF4-FFF2-40B4-BE49-F238E27FC236}">
                      <a16:creationId xmlns:a16="http://schemas.microsoft.com/office/drawing/2014/main" id="{2B7CB113-1132-5275-88C5-0BEDE70A5A98}"/>
                    </a:ext>
                  </a:extLst>
                </p14:cNvPr>
                <p14:cNvContentPartPr/>
                <p14:nvPr/>
              </p14:nvContentPartPr>
              <p14:xfrm>
                <a:off x="7091062" y="5027492"/>
                <a:ext cx="16200" cy="34200"/>
              </p14:xfrm>
            </p:contentPart>
          </mc:Choice>
          <mc:Fallback xmlns="">
            <p:pic>
              <p:nvPicPr>
                <p:cNvPr id="5397" name="墨迹 5396">
                  <a:extLst>
                    <a:ext uri="{FF2B5EF4-FFF2-40B4-BE49-F238E27FC236}">
                      <a16:creationId xmlns:a16="http://schemas.microsoft.com/office/drawing/2014/main" id="{2B7CB113-1132-5275-88C5-0BEDE70A5A9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084942" y="5021372"/>
                  <a:ext cx="28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5398" name="墨迹 5397">
                  <a:extLst>
                    <a:ext uri="{FF2B5EF4-FFF2-40B4-BE49-F238E27FC236}">
                      <a16:creationId xmlns:a16="http://schemas.microsoft.com/office/drawing/2014/main" id="{019A840F-DA5D-E785-72E3-ACF50EC576CF}"/>
                    </a:ext>
                  </a:extLst>
                </p14:cNvPr>
                <p14:cNvContentPartPr/>
                <p14:nvPr/>
              </p14:nvContentPartPr>
              <p14:xfrm>
                <a:off x="7014382" y="5093732"/>
                <a:ext cx="38520" cy="70560"/>
              </p14:xfrm>
            </p:contentPart>
          </mc:Choice>
          <mc:Fallback xmlns="">
            <p:pic>
              <p:nvPicPr>
                <p:cNvPr id="5398" name="墨迹 5397">
                  <a:extLst>
                    <a:ext uri="{FF2B5EF4-FFF2-40B4-BE49-F238E27FC236}">
                      <a16:creationId xmlns:a16="http://schemas.microsoft.com/office/drawing/2014/main" id="{019A840F-DA5D-E785-72E3-ACF50EC576CF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008262" y="5087612"/>
                  <a:ext cx="50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5399" name="墨迹 5398">
                  <a:extLst>
                    <a:ext uri="{FF2B5EF4-FFF2-40B4-BE49-F238E27FC236}">
                      <a16:creationId xmlns:a16="http://schemas.microsoft.com/office/drawing/2014/main" id="{E10DD456-BAF5-38AE-A4AB-CA4797ABA713}"/>
                    </a:ext>
                  </a:extLst>
                </p14:cNvPr>
                <p14:cNvContentPartPr/>
                <p14:nvPr/>
              </p14:nvContentPartPr>
              <p14:xfrm>
                <a:off x="7055782" y="5061332"/>
                <a:ext cx="138600" cy="108000"/>
              </p14:xfrm>
            </p:contentPart>
          </mc:Choice>
          <mc:Fallback xmlns="">
            <p:pic>
              <p:nvPicPr>
                <p:cNvPr id="5399" name="墨迹 5398">
                  <a:extLst>
                    <a:ext uri="{FF2B5EF4-FFF2-40B4-BE49-F238E27FC236}">
                      <a16:creationId xmlns:a16="http://schemas.microsoft.com/office/drawing/2014/main" id="{E10DD456-BAF5-38AE-A4AB-CA4797ABA713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049662" y="5055212"/>
                  <a:ext cx="150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5400" name="墨迹 5399">
                  <a:extLst>
                    <a:ext uri="{FF2B5EF4-FFF2-40B4-BE49-F238E27FC236}">
                      <a16:creationId xmlns:a16="http://schemas.microsoft.com/office/drawing/2014/main" id="{3AD8FC5A-D66B-0AB0-0C05-ADD16A5B1EF8}"/>
                    </a:ext>
                  </a:extLst>
                </p14:cNvPr>
                <p14:cNvContentPartPr/>
                <p14:nvPr/>
              </p14:nvContentPartPr>
              <p14:xfrm>
                <a:off x="7208782" y="5025332"/>
                <a:ext cx="9360" cy="18360"/>
              </p14:xfrm>
            </p:contentPart>
          </mc:Choice>
          <mc:Fallback xmlns="">
            <p:pic>
              <p:nvPicPr>
                <p:cNvPr id="5400" name="墨迹 5399">
                  <a:extLst>
                    <a:ext uri="{FF2B5EF4-FFF2-40B4-BE49-F238E27FC236}">
                      <a16:creationId xmlns:a16="http://schemas.microsoft.com/office/drawing/2014/main" id="{3AD8FC5A-D66B-0AB0-0C05-ADD16A5B1EF8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202662" y="5019212"/>
                  <a:ext cx="21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5401" name="墨迹 5400">
                  <a:extLst>
                    <a:ext uri="{FF2B5EF4-FFF2-40B4-BE49-F238E27FC236}">
                      <a16:creationId xmlns:a16="http://schemas.microsoft.com/office/drawing/2014/main" id="{4EA7E6F5-EDD1-C3C2-E61F-D6F6CFB4486A}"/>
                    </a:ext>
                  </a:extLst>
                </p14:cNvPr>
                <p14:cNvContentPartPr/>
                <p14:nvPr/>
              </p14:nvContentPartPr>
              <p14:xfrm>
                <a:off x="7183942" y="5073572"/>
                <a:ext cx="65160" cy="86040"/>
              </p14:xfrm>
            </p:contentPart>
          </mc:Choice>
          <mc:Fallback xmlns="">
            <p:pic>
              <p:nvPicPr>
                <p:cNvPr id="5401" name="墨迹 5400">
                  <a:extLst>
                    <a:ext uri="{FF2B5EF4-FFF2-40B4-BE49-F238E27FC236}">
                      <a16:creationId xmlns:a16="http://schemas.microsoft.com/office/drawing/2014/main" id="{4EA7E6F5-EDD1-C3C2-E61F-D6F6CFB4486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177822" y="5067452"/>
                  <a:ext cx="77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5402" name="墨迹 5401">
                  <a:extLst>
                    <a:ext uri="{FF2B5EF4-FFF2-40B4-BE49-F238E27FC236}">
                      <a16:creationId xmlns:a16="http://schemas.microsoft.com/office/drawing/2014/main" id="{75B7D591-878D-ABB2-1E21-EF5CBEDA784A}"/>
                    </a:ext>
                  </a:extLst>
                </p14:cNvPr>
                <p14:cNvContentPartPr/>
                <p14:nvPr/>
              </p14:nvContentPartPr>
              <p14:xfrm>
                <a:off x="7252702" y="4968092"/>
                <a:ext cx="103320" cy="165960"/>
              </p14:xfrm>
            </p:contentPart>
          </mc:Choice>
          <mc:Fallback xmlns="">
            <p:pic>
              <p:nvPicPr>
                <p:cNvPr id="5402" name="墨迹 5401">
                  <a:extLst>
                    <a:ext uri="{FF2B5EF4-FFF2-40B4-BE49-F238E27FC236}">
                      <a16:creationId xmlns:a16="http://schemas.microsoft.com/office/drawing/2014/main" id="{75B7D591-878D-ABB2-1E21-EF5CBEDA784A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246582" y="4961972"/>
                  <a:ext cx="1155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5403" name="墨迹 5402">
                  <a:extLst>
                    <a:ext uri="{FF2B5EF4-FFF2-40B4-BE49-F238E27FC236}">
                      <a16:creationId xmlns:a16="http://schemas.microsoft.com/office/drawing/2014/main" id="{D3268141-1566-E7B9-4B1B-E32B39161EF7}"/>
                    </a:ext>
                  </a:extLst>
                </p14:cNvPr>
                <p14:cNvContentPartPr/>
                <p14:nvPr/>
              </p14:nvContentPartPr>
              <p14:xfrm>
                <a:off x="7291582" y="5075012"/>
                <a:ext cx="12600" cy="174240"/>
              </p14:xfrm>
            </p:contentPart>
          </mc:Choice>
          <mc:Fallback xmlns="">
            <p:pic>
              <p:nvPicPr>
                <p:cNvPr id="5403" name="墨迹 5402">
                  <a:extLst>
                    <a:ext uri="{FF2B5EF4-FFF2-40B4-BE49-F238E27FC236}">
                      <a16:creationId xmlns:a16="http://schemas.microsoft.com/office/drawing/2014/main" id="{D3268141-1566-E7B9-4B1B-E32B39161EF7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7285462" y="5068892"/>
                  <a:ext cx="24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5404" name="墨迹 5403">
                  <a:extLst>
                    <a:ext uri="{FF2B5EF4-FFF2-40B4-BE49-F238E27FC236}">
                      <a16:creationId xmlns:a16="http://schemas.microsoft.com/office/drawing/2014/main" id="{6B31E5C4-9227-5B7A-F7BC-8AFCD1405204}"/>
                    </a:ext>
                  </a:extLst>
                </p14:cNvPr>
                <p14:cNvContentPartPr/>
                <p14:nvPr/>
              </p14:nvContentPartPr>
              <p14:xfrm>
                <a:off x="7390942" y="5017412"/>
                <a:ext cx="58680" cy="127080"/>
              </p14:xfrm>
            </p:contentPart>
          </mc:Choice>
          <mc:Fallback xmlns="">
            <p:pic>
              <p:nvPicPr>
                <p:cNvPr id="5404" name="墨迹 5403">
                  <a:extLst>
                    <a:ext uri="{FF2B5EF4-FFF2-40B4-BE49-F238E27FC236}">
                      <a16:creationId xmlns:a16="http://schemas.microsoft.com/office/drawing/2014/main" id="{6B31E5C4-9227-5B7A-F7BC-8AFCD1405204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7384822" y="5011292"/>
                  <a:ext cx="70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5405" name="墨迹 5404">
                  <a:extLst>
                    <a:ext uri="{FF2B5EF4-FFF2-40B4-BE49-F238E27FC236}">
                      <a16:creationId xmlns:a16="http://schemas.microsoft.com/office/drawing/2014/main" id="{5DE85218-99CB-9FA0-3652-F9AFE5CDF29E}"/>
                    </a:ext>
                  </a:extLst>
                </p14:cNvPr>
                <p14:cNvContentPartPr/>
                <p14:nvPr/>
              </p14:nvContentPartPr>
              <p14:xfrm>
                <a:off x="7470862" y="5026772"/>
                <a:ext cx="15480" cy="150120"/>
              </p14:xfrm>
            </p:contentPart>
          </mc:Choice>
          <mc:Fallback xmlns="">
            <p:pic>
              <p:nvPicPr>
                <p:cNvPr id="5405" name="墨迹 5404">
                  <a:extLst>
                    <a:ext uri="{FF2B5EF4-FFF2-40B4-BE49-F238E27FC236}">
                      <a16:creationId xmlns:a16="http://schemas.microsoft.com/office/drawing/2014/main" id="{5DE85218-99CB-9FA0-3652-F9AFE5CDF29E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7464742" y="5020652"/>
                  <a:ext cx="277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5406" name="墨迹 5405">
                  <a:extLst>
                    <a:ext uri="{FF2B5EF4-FFF2-40B4-BE49-F238E27FC236}">
                      <a16:creationId xmlns:a16="http://schemas.microsoft.com/office/drawing/2014/main" id="{18E84F55-7B21-069C-04F3-796276A355BE}"/>
                    </a:ext>
                  </a:extLst>
                </p14:cNvPr>
                <p14:cNvContentPartPr/>
                <p14:nvPr/>
              </p14:nvContentPartPr>
              <p14:xfrm>
                <a:off x="7505422" y="5034332"/>
                <a:ext cx="38160" cy="124200"/>
              </p14:xfrm>
            </p:contentPart>
          </mc:Choice>
          <mc:Fallback xmlns="">
            <p:pic>
              <p:nvPicPr>
                <p:cNvPr id="5406" name="墨迹 5405">
                  <a:extLst>
                    <a:ext uri="{FF2B5EF4-FFF2-40B4-BE49-F238E27FC236}">
                      <a16:creationId xmlns:a16="http://schemas.microsoft.com/office/drawing/2014/main" id="{18E84F55-7B21-069C-04F3-796276A355BE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7499302" y="5028212"/>
                  <a:ext cx="50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5407" name="墨迹 5406">
                  <a:extLst>
                    <a:ext uri="{FF2B5EF4-FFF2-40B4-BE49-F238E27FC236}">
                      <a16:creationId xmlns:a16="http://schemas.microsoft.com/office/drawing/2014/main" id="{B1703914-152E-D7CB-4E21-15309DB91D9D}"/>
                    </a:ext>
                  </a:extLst>
                </p14:cNvPr>
                <p14:cNvContentPartPr/>
                <p14:nvPr/>
              </p14:nvContentPartPr>
              <p14:xfrm>
                <a:off x="7528822" y="4998692"/>
                <a:ext cx="76680" cy="165240"/>
              </p14:xfrm>
            </p:contentPart>
          </mc:Choice>
          <mc:Fallback xmlns="">
            <p:pic>
              <p:nvPicPr>
                <p:cNvPr id="5407" name="墨迹 5406">
                  <a:extLst>
                    <a:ext uri="{FF2B5EF4-FFF2-40B4-BE49-F238E27FC236}">
                      <a16:creationId xmlns:a16="http://schemas.microsoft.com/office/drawing/2014/main" id="{B1703914-152E-D7CB-4E21-15309DB91D9D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7522702" y="4992572"/>
                  <a:ext cx="88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5408" name="墨迹 5407">
                  <a:extLst>
                    <a:ext uri="{FF2B5EF4-FFF2-40B4-BE49-F238E27FC236}">
                      <a16:creationId xmlns:a16="http://schemas.microsoft.com/office/drawing/2014/main" id="{1B967F4C-96DE-352A-E16C-8BD06024E9FA}"/>
                    </a:ext>
                  </a:extLst>
                </p14:cNvPr>
                <p14:cNvContentPartPr/>
                <p14:nvPr/>
              </p14:nvContentPartPr>
              <p14:xfrm>
                <a:off x="7606582" y="5019572"/>
                <a:ext cx="46440" cy="30240"/>
              </p14:xfrm>
            </p:contentPart>
          </mc:Choice>
          <mc:Fallback xmlns="">
            <p:pic>
              <p:nvPicPr>
                <p:cNvPr id="5408" name="墨迹 5407">
                  <a:extLst>
                    <a:ext uri="{FF2B5EF4-FFF2-40B4-BE49-F238E27FC236}">
                      <a16:creationId xmlns:a16="http://schemas.microsoft.com/office/drawing/2014/main" id="{1B967F4C-96DE-352A-E16C-8BD06024E9FA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7600462" y="5013452"/>
                  <a:ext cx="58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5409" name="墨迹 5408">
                  <a:extLst>
                    <a:ext uri="{FF2B5EF4-FFF2-40B4-BE49-F238E27FC236}">
                      <a16:creationId xmlns:a16="http://schemas.microsoft.com/office/drawing/2014/main" id="{E1810380-619E-C10A-9C05-7F905318C4D4}"/>
                    </a:ext>
                  </a:extLst>
                </p14:cNvPr>
                <p14:cNvContentPartPr/>
                <p14:nvPr/>
              </p14:nvContentPartPr>
              <p14:xfrm>
                <a:off x="7625302" y="5014892"/>
                <a:ext cx="12960" cy="72720"/>
              </p14:xfrm>
            </p:contentPart>
          </mc:Choice>
          <mc:Fallback xmlns="">
            <p:pic>
              <p:nvPicPr>
                <p:cNvPr id="5409" name="墨迹 5408">
                  <a:extLst>
                    <a:ext uri="{FF2B5EF4-FFF2-40B4-BE49-F238E27FC236}">
                      <a16:creationId xmlns:a16="http://schemas.microsoft.com/office/drawing/2014/main" id="{E1810380-619E-C10A-9C05-7F905318C4D4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619182" y="5008772"/>
                  <a:ext cx="25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5410" name="墨迹 5409">
                  <a:extLst>
                    <a:ext uri="{FF2B5EF4-FFF2-40B4-BE49-F238E27FC236}">
                      <a16:creationId xmlns:a16="http://schemas.microsoft.com/office/drawing/2014/main" id="{ED8493D7-4F34-339F-4D7B-5F40B83CDE3E}"/>
                    </a:ext>
                  </a:extLst>
                </p14:cNvPr>
                <p14:cNvContentPartPr/>
                <p14:nvPr/>
              </p14:nvContentPartPr>
              <p14:xfrm>
                <a:off x="7611622" y="5084372"/>
                <a:ext cx="61560" cy="62640"/>
              </p14:xfrm>
            </p:contentPart>
          </mc:Choice>
          <mc:Fallback xmlns="">
            <p:pic>
              <p:nvPicPr>
                <p:cNvPr id="5410" name="墨迹 5409">
                  <a:extLst>
                    <a:ext uri="{FF2B5EF4-FFF2-40B4-BE49-F238E27FC236}">
                      <a16:creationId xmlns:a16="http://schemas.microsoft.com/office/drawing/2014/main" id="{ED8493D7-4F34-339F-4D7B-5F40B83CDE3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605502" y="5078252"/>
                  <a:ext cx="73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5411" name="墨迹 5410">
                  <a:extLst>
                    <a:ext uri="{FF2B5EF4-FFF2-40B4-BE49-F238E27FC236}">
                      <a16:creationId xmlns:a16="http://schemas.microsoft.com/office/drawing/2014/main" id="{CD2E9C79-0E2B-3E96-46B4-2A9E99EF44AC}"/>
                    </a:ext>
                  </a:extLst>
                </p14:cNvPr>
                <p14:cNvContentPartPr/>
                <p14:nvPr/>
              </p14:nvContentPartPr>
              <p14:xfrm>
                <a:off x="7664542" y="5011652"/>
                <a:ext cx="72720" cy="313200"/>
              </p14:xfrm>
            </p:contentPart>
          </mc:Choice>
          <mc:Fallback xmlns="">
            <p:pic>
              <p:nvPicPr>
                <p:cNvPr id="5411" name="墨迹 5410">
                  <a:extLst>
                    <a:ext uri="{FF2B5EF4-FFF2-40B4-BE49-F238E27FC236}">
                      <a16:creationId xmlns:a16="http://schemas.microsoft.com/office/drawing/2014/main" id="{CD2E9C79-0E2B-3E96-46B4-2A9E99EF44A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658422" y="5005532"/>
                  <a:ext cx="849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5413" name="墨迹 5412">
                  <a:extLst>
                    <a:ext uri="{FF2B5EF4-FFF2-40B4-BE49-F238E27FC236}">
                      <a16:creationId xmlns:a16="http://schemas.microsoft.com/office/drawing/2014/main" id="{586494A8-4920-8424-FB36-3706C08B4613}"/>
                    </a:ext>
                  </a:extLst>
                </p14:cNvPr>
                <p14:cNvContentPartPr/>
                <p14:nvPr/>
              </p14:nvContentPartPr>
              <p14:xfrm>
                <a:off x="6251542" y="5270132"/>
                <a:ext cx="41400" cy="152640"/>
              </p14:xfrm>
            </p:contentPart>
          </mc:Choice>
          <mc:Fallback xmlns="">
            <p:pic>
              <p:nvPicPr>
                <p:cNvPr id="5413" name="墨迹 5412">
                  <a:extLst>
                    <a:ext uri="{FF2B5EF4-FFF2-40B4-BE49-F238E27FC236}">
                      <a16:creationId xmlns:a16="http://schemas.microsoft.com/office/drawing/2014/main" id="{586494A8-4920-8424-FB36-3706C08B461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245422" y="5264012"/>
                  <a:ext cx="536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5414" name="墨迹 5413">
                  <a:extLst>
                    <a:ext uri="{FF2B5EF4-FFF2-40B4-BE49-F238E27FC236}">
                      <a16:creationId xmlns:a16="http://schemas.microsoft.com/office/drawing/2014/main" id="{E7B7035D-F4A5-8F00-3700-CDE75F45C503}"/>
                    </a:ext>
                  </a:extLst>
                </p14:cNvPr>
                <p14:cNvContentPartPr/>
                <p14:nvPr/>
              </p14:nvContentPartPr>
              <p14:xfrm>
                <a:off x="6324262" y="5246012"/>
                <a:ext cx="96840" cy="34920"/>
              </p14:xfrm>
            </p:contentPart>
          </mc:Choice>
          <mc:Fallback xmlns="">
            <p:pic>
              <p:nvPicPr>
                <p:cNvPr id="5414" name="墨迹 5413">
                  <a:extLst>
                    <a:ext uri="{FF2B5EF4-FFF2-40B4-BE49-F238E27FC236}">
                      <a16:creationId xmlns:a16="http://schemas.microsoft.com/office/drawing/2014/main" id="{E7B7035D-F4A5-8F00-3700-CDE75F45C503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318142" y="5239892"/>
                  <a:ext cx="109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5415" name="墨迹 5414">
                  <a:extLst>
                    <a:ext uri="{FF2B5EF4-FFF2-40B4-BE49-F238E27FC236}">
                      <a16:creationId xmlns:a16="http://schemas.microsoft.com/office/drawing/2014/main" id="{68276CB2-C1EE-7024-3AAA-8517D55182EC}"/>
                    </a:ext>
                  </a:extLst>
                </p14:cNvPr>
                <p14:cNvContentPartPr/>
                <p14:nvPr/>
              </p14:nvContentPartPr>
              <p14:xfrm>
                <a:off x="6299782" y="5239892"/>
                <a:ext cx="83520" cy="176040"/>
              </p14:xfrm>
            </p:contentPart>
          </mc:Choice>
          <mc:Fallback xmlns="">
            <p:pic>
              <p:nvPicPr>
                <p:cNvPr id="5415" name="墨迹 5414">
                  <a:extLst>
                    <a:ext uri="{FF2B5EF4-FFF2-40B4-BE49-F238E27FC236}">
                      <a16:creationId xmlns:a16="http://schemas.microsoft.com/office/drawing/2014/main" id="{68276CB2-C1EE-7024-3AAA-8517D55182EC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293662" y="5233772"/>
                  <a:ext cx="95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5416" name="墨迹 5415">
                  <a:extLst>
                    <a:ext uri="{FF2B5EF4-FFF2-40B4-BE49-F238E27FC236}">
                      <a16:creationId xmlns:a16="http://schemas.microsoft.com/office/drawing/2014/main" id="{B8436CDC-B92D-0E33-6169-2E3E29251EC6}"/>
                    </a:ext>
                  </a:extLst>
                </p14:cNvPr>
                <p14:cNvContentPartPr/>
                <p14:nvPr/>
              </p14:nvContentPartPr>
              <p14:xfrm>
                <a:off x="6356662" y="5298572"/>
                <a:ext cx="81000" cy="141120"/>
              </p14:xfrm>
            </p:contentPart>
          </mc:Choice>
          <mc:Fallback xmlns="">
            <p:pic>
              <p:nvPicPr>
                <p:cNvPr id="5416" name="墨迹 5415">
                  <a:extLst>
                    <a:ext uri="{FF2B5EF4-FFF2-40B4-BE49-F238E27FC236}">
                      <a16:creationId xmlns:a16="http://schemas.microsoft.com/office/drawing/2014/main" id="{B8436CDC-B92D-0E33-6169-2E3E29251EC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6350542" y="5292452"/>
                  <a:ext cx="932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5417" name="墨迹 5416">
                  <a:extLst>
                    <a:ext uri="{FF2B5EF4-FFF2-40B4-BE49-F238E27FC236}">
                      <a16:creationId xmlns:a16="http://schemas.microsoft.com/office/drawing/2014/main" id="{D4E9ABBA-5B0C-EB8A-559A-3696D0D228F4}"/>
                    </a:ext>
                  </a:extLst>
                </p14:cNvPr>
                <p14:cNvContentPartPr/>
                <p14:nvPr/>
              </p14:nvContentPartPr>
              <p14:xfrm>
                <a:off x="6367462" y="5350772"/>
                <a:ext cx="54720" cy="39960"/>
              </p14:xfrm>
            </p:contentPart>
          </mc:Choice>
          <mc:Fallback xmlns="">
            <p:pic>
              <p:nvPicPr>
                <p:cNvPr id="5417" name="墨迹 5416">
                  <a:extLst>
                    <a:ext uri="{FF2B5EF4-FFF2-40B4-BE49-F238E27FC236}">
                      <a16:creationId xmlns:a16="http://schemas.microsoft.com/office/drawing/2014/main" id="{D4E9ABBA-5B0C-EB8A-559A-3696D0D228F4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6361342" y="5344652"/>
                  <a:ext cx="66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5418" name="墨迹 5417">
                  <a:extLst>
                    <a:ext uri="{FF2B5EF4-FFF2-40B4-BE49-F238E27FC236}">
                      <a16:creationId xmlns:a16="http://schemas.microsoft.com/office/drawing/2014/main" id="{6DF18D1B-2CBC-221A-C311-0F358B38C13B}"/>
                    </a:ext>
                  </a:extLst>
                </p14:cNvPr>
                <p14:cNvContentPartPr/>
                <p14:nvPr/>
              </p14:nvContentPartPr>
              <p14:xfrm>
                <a:off x="6453862" y="5241692"/>
                <a:ext cx="52200" cy="117720"/>
              </p14:xfrm>
            </p:contentPart>
          </mc:Choice>
          <mc:Fallback xmlns="">
            <p:pic>
              <p:nvPicPr>
                <p:cNvPr id="5418" name="墨迹 5417">
                  <a:extLst>
                    <a:ext uri="{FF2B5EF4-FFF2-40B4-BE49-F238E27FC236}">
                      <a16:creationId xmlns:a16="http://schemas.microsoft.com/office/drawing/2014/main" id="{6DF18D1B-2CBC-221A-C311-0F358B38C13B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6447742" y="5235572"/>
                  <a:ext cx="64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5419" name="墨迹 5418">
                  <a:extLst>
                    <a:ext uri="{FF2B5EF4-FFF2-40B4-BE49-F238E27FC236}">
                      <a16:creationId xmlns:a16="http://schemas.microsoft.com/office/drawing/2014/main" id="{16DE8BE0-2E93-7D57-B3E6-AE4F072C6F18}"/>
                    </a:ext>
                  </a:extLst>
                </p14:cNvPr>
                <p14:cNvContentPartPr/>
                <p14:nvPr/>
              </p14:nvContentPartPr>
              <p14:xfrm>
                <a:off x="6464662" y="5334932"/>
                <a:ext cx="62640" cy="61200"/>
              </p14:xfrm>
            </p:contentPart>
          </mc:Choice>
          <mc:Fallback xmlns="">
            <p:pic>
              <p:nvPicPr>
                <p:cNvPr id="5419" name="墨迹 5418">
                  <a:extLst>
                    <a:ext uri="{FF2B5EF4-FFF2-40B4-BE49-F238E27FC236}">
                      <a16:creationId xmlns:a16="http://schemas.microsoft.com/office/drawing/2014/main" id="{16DE8BE0-2E93-7D57-B3E6-AE4F072C6F1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458542" y="5328812"/>
                  <a:ext cx="74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5420" name="墨迹 5419">
                  <a:extLst>
                    <a:ext uri="{FF2B5EF4-FFF2-40B4-BE49-F238E27FC236}">
                      <a16:creationId xmlns:a16="http://schemas.microsoft.com/office/drawing/2014/main" id="{E9E0E1CF-787B-3E93-1F5D-629D717D4B0A}"/>
                    </a:ext>
                  </a:extLst>
                </p14:cNvPr>
                <p14:cNvContentPartPr/>
                <p14:nvPr/>
              </p14:nvContentPartPr>
              <p14:xfrm>
                <a:off x="6474022" y="5364812"/>
                <a:ext cx="65880" cy="42840"/>
              </p14:xfrm>
            </p:contentPart>
          </mc:Choice>
          <mc:Fallback xmlns="">
            <p:pic>
              <p:nvPicPr>
                <p:cNvPr id="5420" name="墨迹 5419">
                  <a:extLst>
                    <a:ext uri="{FF2B5EF4-FFF2-40B4-BE49-F238E27FC236}">
                      <a16:creationId xmlns:a16="http://schemas.microsoft.com/office/drawing/2014/main" id="{E9E0E1CF-787B-3E93-1F5D-629D717D4B0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467902" y="5358692"/>
                  <a:ext cx="78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5421" name="墨迹 5420">
                  <a:extLst>
                    <a:ext uri="{FF2B5EF4-FFF2-40B4-BE49-F238E27FC236}">
                      <a16:creationId xmlns:a16="http://schemas.microsoft.com/office/drawing/2014/main" id="{436FC4FD-A934-84C9-477E-CFC058A2520A}"/>
                    </a:ext>
                  </a:extLst>
                </p14:cNvPr>
                <p14:cNvContentPartPr/>
                <p14:nvPr/>
              </p14:nvContentPartPr>
              <p14:xfrm>
                <a:off x="6518662" y="5246012"/>
                <a:ext cx="81000" cy="162720"/>
              </p14:xfrm>
            </p:contentPart>
          </mc:Choice>
          <mc:Fallback xmlns="">
            <p:pic>
              <p:nvPicPr>
                <p:cNvPr id="5421" name="墨迹 5420">
                  <a:extLst>
                    <a:ext uri="{FF2B5EF4-FFF2-40B4-BE49-F238E27FC236}">
                      <a16:creationId xmlns:a16="http://schemas.microsoft.com/office/drawing/2014/main" id="{436FC4FD-A934-84C9-477E-CFC058A2520A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512542" y="5239892"/>
                  <a:ext cx="93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5422" name="墨迹 5421">
                  <a:extLst>
                    <a:ext uri="{FF2B5EF4-FFF2-40B4-BE49-F238E27FC236}">
                      <a16:creationId xmlns:a16="http://schemas.microsoft.com/office/drawing/2014/main" id="{57E8CEAA-BEEB-1738-9B91-4BF0599AC62D}"/>
                    </a:ext>
                  </a:extLst>
                </p14:cNvPr>
                <p14:cNvContentPartPr/>
                <p14:nvPr/>
              </p14:nvContentPartPr>
              <p14:xfrm>
                <a:off x="6537382" y="5356172"/>
                <a:ext cx="124560" cy="66960"/>
              </p14:xfrm>
            </p:contentPart>
          </mc:Choice>
          <mc:Fallback xmlns="">
            <p:pic>
              <p:nvPicPr>
                <p:cNvPr id="5422" name="墨迹 5421">
                  <a:extLst>
                    <a:ext uri="{FF2B5EF4-FFF2-40B4-BE49-F238E27FC236}">
                      <a16:creationId xmlns:a16="http://schemas.microsoft.com/office/drawing/2014/main" id="{57E8CEAA-BEEB-1738-9B91-4BF0599AC62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6531262" y="5350052"/>
                  <a:ext cx="1368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5423" name="墨迹 5422">
                  <a:extLst>
                    <a:ext uri="{FF2B5EF4-FFF2-40B4-BE49-F238E27FC236}">
                      <a16:creationId xmlns:a16="http://schemas.microsoft.com/office/drawing/2014/main" id="{67BEE504-7B98-D26F-960A-87A8F3E07561}"/>
                    </a:ext>
                  </a:extLst>
                </p14:cNvPr>
                <p14:cNvContentPartPr/>
                <p14:nvPr/>
              </p14:nvContentPartPr>
              <p14:xfrm>
                <a:off x="6649702" y="5332412"/>
                <a:ext cx="6480" cy="61200"/>
              </p14:xfrm>
            </p:contentPart>
          </mc:Choice>
          <mc:Fallback xmlns="">
            <p:pic>
              <p:nvPicPr>
                <p:cNvPr id="5423" name="墨迹 5422">
                  <a:extLst>
                    <a:ext uri="{FF2B5EF4-FFF2-40B4-BE49-F238E27FC236}">
                      <a16:creationId xmlns:a16="http://schemas.microsoft.com/office/drawing/2014/main" id="{67BEE504-7B98-D26F-960A-87A8F3E0756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6643582" y="5326292"/>
                  <a:ext cx="187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5424" name="墨迹 5423">
                  <a:extLst>
                    <a:ext uri="{FF2B5EF4-FFF2-40B4-BE49-F238E27FC236}">
                      <a16:creationId xmlns:a16="http://schemas.microsoft.com/office/drawing/2014/main" id="{565F9058-AB2D-501D-CA27-9D2E095EBE3B}"/>
                    </a:ext>
                  </a:extLst>
                </p14:cNvPr>
                <p14:cNvContentPartPr/>
                <p14:nvPr/>
              </p14:nvContentPartPr>
              <p14:xfrm>
                <a:off x="6641782" y="5280212"/>
                <a:ext cx="64800" cy="126720"/>
              </p14:xfrm>
            </p:contentPart>
          </mc:Choice>
          <mc:Fallback xmlns="">
            <p:pic>
              <p:nvPicPr>
                <p:cNvPr id="5424" name="墨迹 5423">
                  <a:extLst>
                    <a:ext uri="{FF2B5EF4-FFF2-40B4-BE49-F238E27FC236}">
                      <a16:creationId xmlns:a16="http://schemas.microsoft.com/office/drawing/2014/main" id="{565F9058-AB2D-501D-CA27-9D2E095EBE3B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6635662" y="5274092"/>
                  <a:ext cx="77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5425" name="墨迹 5424">
                  <a:extLst>
                    <a:ext uri="{FF2B5EF4-FFF2-40B4-BE49-F238E27FC236}">
                      <a16:creationId xmlns:a16="http://schemas.microsoft.com/office/drawing/2014/main" id="{DFF4093B-670F-35F5-5602-3C09EFBE1FC5}"/>
                    </a:ext>
                  </a:extLst>
                </p14:cNvPr>
                <p14:cNvContentPartPr/>
                <p14:nvPr/>
              </p14:nvContentPartPr>
              <p14:xfrm>
                <a:off x="6705502" y="5261492"/>
                <a:ext cx="50400" cy="39960"/>
              </p14:xfrm>
            </p:contentPart>
          </mc:Choice>
          <mc:Fallback xmlns="">
            <p:pic>
              <p:nvPicPr>
                <p:cNvPr id="5425" name="墨迹 5424">
                  <a:extLst>
                    <a:ext uri="{FF2B5EF4-FFF2-40B4-BE49-F238E27FC236}">
                      <a16:creationId xmlns:a16="http://schemas.microsoft.com/office/drawing/2014/main" id="{DFF4093B-670F-35F5-5602-3C09EFBE1FC5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6699382" y="5255372"/>
                  <a:ext cx="626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5426" name="墨迹 5425">
                  <a:extLst>
                    <a:ext uri="{FF2B5EF4-FFF2-40B4-BE49-F238E27FC236}">
                      <a16:creationId xmlns:a16="http://schemas.microsoft.com/office/drawing/2014/main" id="{2AD86641-4671-B89B-EA57-B30B3A9F2054}"/>
                    </a:ext>
                  </a:extLst>
                </p14:cNvPr>
                <p14:cNvContentPartPr/>
                <p14:nvPr/>
              </p14:nvContentPartPr>
              <p14:xfrm>
                <a:off x="6635302" y="5236292"/>
                <a:ext cx="126000" cy="230040"/>
              </p14:xfrm>
            </p:contentPart>
          </mc:Choice>
          <mc:Fallback xmlns="">
            <p:pic>
              <p:nvPicPr>
                <p:cNvPr id="5426" name="墨迹 5425">
                  <a:extLst>
                    <a:ext uri="{FF2B5EF4-FFF2-40B4-BE49-F238E27FC236}">
                      <a16:creationId xmlns:a16="http://schemas.microsoft.com/office/drawing/2014/main" id="{2AD86641-4671-B89B-EA57-B30B3A9F2054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6629182" y="5230172"/>
                  <a:ext cx="1382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5427" name="墨迹 5426">
                  <a:extLst>
                    <a:ext uri="{FF2B5EF4-FFF2-40B4-BE49-F238E27FC236}">
                      <a16:creationId xmlns:a16="http://schemas.microsoft.com/office/drawing/2014/main" id="{063CB985-EFEE-4092-0A8C-489CFB309EE0}"/>
                    </a:ext>
                  </a:extLst>
                </p14:cNvPr>
                <p14:cNvContentPartPr/>
                <p14:nvPr/>
              </p14:nvContentPartPr>
              <p14:xfrm>
                <a:off x="6713782" y="5342492"/>
                <a:ext cx="21600" cy="12240"/>
              </p14:xfrm>
            </p:contentPart>
          </mc:Choice>
          <mc:Fallback xmlns="">
            <p:pic>
              <p:nvPicPr>
                <p:cNvPr id="5427" name="墨迹 5426">
                  <a:extLst>
                    <a:ext uri="{FF2B5EF4-FFF2-40B4-BE49-F238E27FC236}">
                      <a16:creationId xmlns:a16="http://schemas.microsoft.com/office/drawing/2014/main" id="{063CB985-EFEE-4092-0A8C-489CFB309EE0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6707662" y="5336372"/>
                  <a:ext cx="33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5432" name="墨迹 5431">
                  <a:extLst>
                    <a:ext uri="{FF2B5EF4-FFF2-40B4-BE49-F238E27FC236}">
                      <a16:creationId xmlns:a16="http://schemas.microsoft.com/office/drawing/2014/main" id="{C8419AC2-00A6-7D86-9671-72E5447BE968}"/>
                    </a:ext>
                  </a:extLst>
                </p14:cNvPr>
                <p14:cNvContentPartPr/>
                <p14:nvPr/>
              </p14:nvContentPartPr>
              <p14:xfrm>
                <a:off x="6810982" y="5252852"/>
                <a:ext cx="56520" cy="41040"/>
              </p14:xfrm>
            </p:contentPart>
          </mc:Choice>
          <mc:Fallback xmlns="">
            <p:pic>
              <p:nvPicPr>
                <p:cNvPr id="5432" name="墨迹 5431">
                  <a:extLst>
                    <a:ext uri="{FF2B5EF4-FFF2-40B4-BE49-F238E27FC236}">
                      <a16:creationId xmlns:a16="http://schemas.microsoft.com/office/drawing/2014/main" id="{C8419AC2-00A6-7D86-9671-72E5447BE968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6804862" y="5246732"/>
                  <a:ext cx="68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5433" name="墨迹 5432">
                  <a:extLst>
                    <a:ext uri="{FF2B5EF4-FFF2-40B4-BE49-F238E27FC236}">
                      <a16:creationId xmlns:a16="http://schemas.microsoft.com/office/drawing/2014/main" id="{FF8D1F27-9941-6BAC-BDF5-D56300E9F409}"/>
                    </a:ext>
                  </a:extLst>
                </p14:cNvPr>
                <p14:cNvContentPartPr/>
                <p14:nvPr/>
              </p14:nvContentPartPr>
              <p14:xfrm>
                <a:off x="6771382" y="5247452"/>
                <a:ext cx="131400" cy="185400"/>
              </p14:xfrm>
            </p:contentPart>
          </mc:Choice>
          <mc:Fallback xmlns="">
            <p:pic>
              <p:nvPicPr>
                <p:cNvPr id="5433" name="墨迹 5432">
                  <a:extLst>
                    <a:ext uri="{FF2B5EF4-FFF2-40B4-BE49-F238E27FC236}">
                      <a16:creationId xmlns:a16="http://schemas.microsoft.com/office/drawing/2014/main" id="{FF8D1F27-9941-6BAC-BDF5-D56300E9F409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6765262" y="5241332"/>
                  <a:ext cx="143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5434" name="墨迹 5433">
                  <a:extLst>
                    <a:ext uri="{FF2B5EF4-FFF2-40B4-BE49-F238E27FC236}">
                      <a16:creationId xmlns:a16="http://schemas.microsoft.com/office/drawing/2014/main" id="{DBA561A6-4464-FBA3-6A53-2E67BBB4BD55}"/>
                    </a:ext>
                  </a:extLst>
                </p14:cNvPr>
                <p14:cNvContentPartPr/>
                <p14:nvPr/>
              </p14:nvContentPartPr>
              <p14:xfrm>
                <a:off x="6841942" y="5377052"/>
                <a:ext cx="127080" cy="55800"/>
              </p14:xfrm>
            </p:contentPart>
          </mc:Choice>
          <mc:Fallback xmlns="">
            <p:pic>
              <p:nvPicPr>
                <p:cNvPr id="5434" name="墨迹 5433">
                  <a:extLst>
                    <a:ext uri="{FF2B5EF4-FFF2-40B4-BE49-F238E27FC236}">
                      <a16:creationId xmlns:a16="http://schemas.microsoft.com/office/drawing/2014/main" id="{DBA561A6-4464-FBA3-6A53-2E67BBB4BD55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6835822" y="5370932"/>
                  <a:ext cx="139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5435" name="墨迹 5434">
                  <a:extLst>
                    <a:ext uri="{FF2B5EF4-FFF2-40B4-BE49-F238E27FC236}">
                      <a16:creationId xmlns:a16="http://schemas.microsoft.com/office/drawing/2014/main" id="{BE5846AB-0CF8-4A51-1780-868FE32E63FD}"/>
                    </a:ext>
                  </a:extLst>
                </p14:cNvPr>
                <p14:cNvContentPartPr/>
                <p14:nvPr/>
              </p14:nvContentPartPr>
              <p14:xfrm>
                <a:off x="6961822" y="5277332"/>
                <a:ext cx="49680" cy="22680"/>
              </p14:xfrm>
            </p:contentPart>
          </mc:Choice>
          <mc:Fallback xmlns="">
            <p:pic>
              <p:nvPicPr>
                <p:cNvPr id="5435" name="墨迹 5434">
                  <a:extLst>
                    <a:ext uri="{FF2B5EF4-FFF2-40B4-BE49-F238E27FC236}">
                      <a16:creationId xmlns:a16="http://schemas.microsoft.com/office/drawing/2014/main" id="{BE5846AB-0CF8-4A51-1780-868FE32E63FD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6955702" y="5271212"/>
                  <a:ext cx="61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5436" name="墨迹 5435">
                  <a:extLst>
                    <a:ext uri="{FF2B5EF4-FFF2-40B4-BE49-F238E27FC236}">
                      <a16:creationId xmlns:a16="http://schemas.microsoft.com/office/drawing/2014/main" id="{C886FB08-7BDB-8948-5035-56B2A78A9C3E}"/>
                    </a:ext>
                  </a:extLst>
                </p14:cNvPr>
                <p14:cNvContentPartPr/>
                <p14:nvPr/>
              </p14:nvContentPartPr>
              <p14:xfrm>
                <a:off x="6950662" y="5320532"/>
                <a:ext cx="57240" cy="123480"/>
              </p14:xfrm>
            </p:contentPart>
          </mc:Choice>
          <mc:Fallback xmlns="">
            <p:pic>
              <p:nvPicPr>
                <p:cNvPr id="5436" name="墨迹 5435">
                  <a:extLst>
                    <a:ext uri="{FF2B5EF4-FFF2-40B4-BE49-F238E27FC236}">
                      <a16:creationId xmlns:a16="http://schemas.microsoft.com/office/drawing/2014/main" id="{C886FB08-7BDB-8948-5035-56B2A78A9C3E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944542" y="5314412"/>
                  <a:ext cx="69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5437" name="墨迹 5436">
                  <a:extLst>
                    <a:ext uri="{FF2B5EF4-FFF2-40B4-BE49-F238E27FC236}">
                      <a16:creationId xmlns:a16="http://schemas.microsoft.com/office/drawing/2014/main" id="{A28BB855-609C-E376-486C-CAA47E28A831}"/>
                    </a:ext>
                  </a:extLst>
                </p14:cNvPr>
                <p14:cNvContentPartPr/>
                <p14:nvPr/>
              </p14:nvContentPartPr>
              <p14:xfrm>
                <a:off x="6920062" y="5360492"/>
                <a:ext cx="35280" cy="48600"/>
              </p14:xfrm>
            </p:contentPart>
          </mc:Choice>
          <mc:Fallback xmlns="">
            <p:pic>
              <p:nvPicPr>
                <p:cNvPr id="5437" name="墨迹 5436">
                  <a:extLst>
                    <a:ext uri="{FF2B5EF4-FFF2-40B4-BE49-F238E27FC236}">
                      <a16:creationId xmlns:a16="http://schemas.microsoft.com/office/drawing/2014/main" id="{A28BB855-609C-E376-486C-CAA47E28A83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6913942" y="5354372"/>
                  <a:ext cx="47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5438" name="墨迹 5437">
                  <a:extLst>
                    <a:ext uri="{FF2B5EF4-FFF2-40B4-BE49-F238E27FC236}">
                      <a16:creationId xmlns:a16="http://schemas.microsoft.com/office/drawing/2014/main" id="{28C807DD-1F42-5EE7-4CC8-8C961BD887F4}"/>
                    </a:ext>
                  </a:extLst>
                </p14:cNvPr>
                <p14:cNvContentPartPr/>
                <p14:nvPr/>
              </p14:nvContentPartPr>
              <p14:xfrm>
                <a:off x="7015102" y="5380292"/>
                <a:ext cx="97200" cy="55440"/>
              </p14:xfrm>
            </p:contentPart>
          </mc:Choice>
          <mc:Fallback xmlns="">
            <p:pic>
              <p:nvPicPr>
                <p:cNvPr id="5438" name="墨迹 5437">
                  <a:extLst>
                    <a:ext uri="{FF2B5EF4-FFF2-40B4-BE49-F238E27FC236}">
                      <a16:creationId xmlns:a16="http://schemas.microsoft.com/office/drawing/2014/main" id="{28C807DD-1F42-5EE7-4CC8-8C961BD887F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008982" y="5374172"/>
                  <a:ext cx="109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5440" name="墨迹 5439">
                  <a:extLst>
                    <a:ext uri="{FF2B5EF4-FFF2-40B4-BE49-F238E27FC236}">
                      <a16:creationId xmlns:a16="http://schemas.microsoft.com/office/drawing/2014/main" id="{1BDA715A-FE1F-53A4-44CF-BFC742493694}"/>
                    </a:ext>
                  </a:extLst>
                </p14:cNvPr>
                <p14:cNvContentPartPr/>
                <p14:nvPr/>
              </p14:nvContentPartPr>
              <p14:xfrm>
                <a:off x="7126702" y="5324492"/>
                <a:ext cx="70200" cy="100080"/>
              </p14:xfrm>
            </p:contentPart>
          </mc:Choice>
          <mc:Fallback xmlns="">
            <p:pic>
              <p:nvPicPr>
                <p:cNvPr id="5440" name="墨迹 5439">
                  <a:extLst>
                    <a:ext uri="{FF2B5EF4-FFF2-40B4-BE49-F238E27FC236}">
                      <a16:creationId xmlns:a16="http://schemas.microsoft.com/office/drawing/2014/main" id="{1BDA715A-FE1F-53A4-44CF-BFC742493694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120582" y="5318372"/>
                  <a:ext cx="82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5441" name="墨迹 5440">
                  <a:extLst>
                    <a:ext uri="{FF2B5EF4-FFF2-40B4-BE49-F238E27FC236}">
                      <a16:creationId xmlns:a16="http://schemas.microsoft.com/office/drawing/2014/main" id="{B3C60A0A-A691-C027-A27D-FA8F7602E8AD}"/>
                    </a:ext>
                  </a:extLst>
                </p14:cNvPr>
                <p14:cNvContentPartPr/>
                <p14:nvPr/>
              </p14:nvContentPartPr>
              <p14:xfrm>
                <a:off x="7201942" y="5300012"/>
                <a:ext cx="74520" cy="131040"/>
              </p14:xfrm>
            </p:contentPart>
          </mc:Choice>
          <mc:Fallback xmlns="">
            <p:pic>
              <p:nvPicPr>
                <p:cNvPr id="5441" name="墨迹 5440">
                  <a:extLst>
                    <a:ext uri="{FF2B5EF4-FFF2-40B4-BE49-F238E27FC236}">
                      <a16:creationId xmlns:a16="http://schemas.microsoft.com/office/drawing/2014/main" id="{B3C60A0A-A691-C027-A27D-FA8F7602E8AD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195822" y="5293892"/>
                  <a:ext cx="86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5442" name="墨迹 5441">
                  <a:extLst>
                    <a:ext uri="{FF2B5EF4-FFF2-40B4-BE49-F238E27FC236}">
                      <a16:creationId xmlns:a16="http://schemas.microsoft.com/office/drawing/2014/main" id="{0A99F6EB-7741-1515-1D2F-DFE087B82275}"/>
                    </a:ext>
                  </a:extLst>
                </p14:cNvPr>
                <p14:cNvContentPartPr/>
                <p14:nvPr/>
              </p14:nvContentPartPr>
              <p14:xfrm>
                <a:off x="7294462" y="5310092"/>
                <a:ext cx="83880" cy="115200"/>
              </p14:xfrm>
            </p:contentPart>
          </mc:Choice>
          <mc:Fallback xmlns="">
            <p:pic>
              <p:nvPicPr>
                <p:cNvPr id="5442" name="墨迹 5441">
                  <a:extLst>
                    <a:ext uri="{FF2B5EF4-FFF2-40B4-BE49-F238E27FC236}">
                      <a16:creationId xmlns:a16="http://schemas.microsoft.com/office/drawing/2014/main" id="{0A99F6EB-7741-1515-1D2F-DFE087B82275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7288342" y="5303972"/>
                  <a:ext cx="961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5443" name="墨迹 5442">
                  <a:extLst>
                    <a:ext uri="{FF2B5EF4-FFF2-40B4-BE49-F238E27FC236}">
                      <a16:creationId xmlns:a16="http://schemas.microsoft.com/office/drawing/2014/main" id="{E8C43C9B-067B-F085-FED7-0B7A74DC0F80}"/>
                    </a:ext>
                  </a:extLst>
                </p14:cNvPr>
                <p14:cNvContentPartPr/>
                <p14:nvPr/>
              </p14:nvContentPartPr>
              <p14:xfrm>
                <a:off x="7390222" y="5291732"/>
                <a:ext cx="55440" cy="126000"/>
              </p14:xfrm>
            </p:contentPart>
          </mc:Choice>
          <mc:Fallback xmlns="">
            <p:pic>
              <p:nvPicPr>
                <p:cNvPr id="5443" name="墨迹 5442">
                  <a:extLst>
                    <a:ext uri="{FF2B5EF4-FFF2-40B4-BE49-F238E27FC236}">
                      <a16:creationId xmlns:a16="http://schemas.microsoft.com/office/drawing/2014/main" id="{E8C43C9B-067B-F085-FED7-0B7A74DC0F80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7384102" y="5285612"/>
                  <a:ext cx="676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5444" name="墨迹 5443">
                  <a:extLst>
                    <a:ext uri="{FF2B5EF4-FFF2-40B4-BE49-F238E27FC236}">
                      <a16:creationId xmlns:a16="http://schemas.microsoft.com/office/drawing/2014/main" id="{ED8D4D96-D37A-5198-79DE-938B94B888C5}"/>
                    </a:ext>
                  </a:extLst>
                </p14:cNvPr>
                <p14:cNvContentPartPr/>
                <p14:nvPr/>
              </p14:nvContentPartPr>
              <p14:xfrm>
                <a:off x="7464742" y="5288852"/>
                <a:ext cx="22680" cy="172800"/>
              </p14:xfrm>
            </p:contentPart>
          </mc:Choice>
          <mc:Fallback xmlns="">
            <p:pic>
              <p:nvPicPr>
                <p:cNvPr id="5444" name="墨迹 5443">
                  <a:extLst>
                    <a:ext uri="{FF2B5EF4-FFF2-40B4-BE49-F238E27FC236}">
                      <a16:creationId xmlns:a16="http://schemas.microsoft.com/office/drawing/2014/main" id="{ED8D4D96-D37A-5198-79DE-938B94B888C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7458622" y="5282732"/>
                  <a:ext cx="34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5445" name="墨迹 5444">
                  <a:extLst>
                    <a:ext uri="{FF2B5EF4-FFF2-40B4-BE49-F238E27FC236}">
                      <a16:creationId xmlns:a16="http://schemas.microsoft.com/office/drawing/2014/main" id="{53347B1F-7DAB-3536-587D-A4E9FBBA416F}"/>
                    </a:ext>
                  </a:extLst>
                </p14:cNvPr>
                <p14:cNvContentPartPr/>
                <p14:nvPr/>
              </p14:nvContentPartPr>
              <p14:xfrm>
                <a:off x="7500382" y="5330612"/>
                <a:ext cx="40680" cy="88200"/>
              </p14:xfrm>
            </p:contentPart>
          </mc:Choice>
          <mc:Fallback xmlns="">
            <p:pic>
              <p:nvPicPr>
                <p:cNvPr id="5445" name="墨迹 5444">
                  <a:extLst>
                    <a:ext uri="{FF2B5EF4-FFF2-40B4-BE49-F238E27FC236}">
                      <a16:creationId xmlns:a16="http://schemas.microsoft.com/office/drawing/2014/main" id="{53347B1F-7DAB-3536-587D-A4E9FBBA416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7494262" y="5324492"/>
                  <a:ext cx="52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5446" name="墨迹 5445">
                  <a:extLst>
                    <a:ext uri="{FF2B5EF4-FFF2-40B4-BE49-F238E27FC236}">
                      <a16:creationId xmlns:a16="http://schemas.microsoft.com/office/drawing/2014/main" id="{2E30D69C-F9DC-2077-2FEF-F77AC1B88C23}"/>
                    </a:ext>
                  </a:extLst>
                </p14:cNvPr>
                <p14:cNvContentPartPr/>
                <p14:nvPr/>
              </p14:nvContentPartPr>
              <p14:xfrm>
                <a:off x="7522702" y="5285972"/>
                <a:ext cx="66600" cy="164520"/>
              </p14:xfrm>
            </p:contentPart>
          </mc:Choice>
          <mc:Fallback xmlns="">
            <p:pic>
              <p:nvPicPr>
                <p:cNvPr id="5446" name="墨迹 5445">
                  <a:extLst>
                    <a:ext uri="{FF2B5EF4-FFF2-40B4-BE49-F238E27FC236}">
                      <a16:creationId xmlns:a16="http://schemas.microsoft.com/office/drawing/2014/main" id="{2E30D69C-F9DC-2077-2FEF-F77AC1B88C23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7516582" y="5279852"/>
                  <a:ext cx="788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5447" name="墨迹 5446">
                  <a:extLst>
                    <a:ext uri="{FF2B5EF4-FFF2-40B4-BE49-F238E27FC236}">
                      <a16:creationId xmlns:a16="http://schemas.microsoft.com/office/drawing/2014/main" id="{E6A39C89-8AA9-5D95-A2AA-7895C9B0ECB2}"/>
                    </a:ext>
                  </a:extLst>
                </p14:cNvPr>
                <p14:cNvContentPartPr/>
                <p14:nvPr/>
              </p14:nvContentPartPr>
              <p14:xfrm>
                <a:off x="7598302" y="5296772"/>
                <a:ext cx="41040" cy="20520"/>
              </p14:xfrm>
            </p:contentPart>
          </mc:Choice>
          <mc:Fallback xmlns="">
            <p:pic>
              <p:nvPicPr>
                <p:cNvPr id="5447" name="墨迹 5446">
                  <a:extLst>
                    <a:ext uri="{FF2B5EF4-FFF2-40B4-BE49-F238E27FC236}">
                      <a16:creationId xmlns:a16="http://schemas.microsoft.com/office/drawing/2014/main" id="{E6A39C89-8AA9-5D95-A2AA-7895C9B0ECB2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7592182" y="5290652"/>
                  <a:ext cx="53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5448" name="墨迹 5447">
                  <a:extLst>
                    <a:ext uri="{FF2B5EF4-FFF2-40B4-BE49-F238E27FC236}">
                      <a16:creationId xmlns:a16="http://schemas.microsoft.com/office/drawing/2014/main" id="{57F36BA8-CBDA-F5A7-FD04-EE29187BA990}"/>
                    </a:ext>
                  </a:extLst>
                </p14:cNvPr>
                <p14:cNvContentPartPr/>
                <p14:nvPr/>
              </p14:nvContentPartPr>
              <p14:xfrm>
                <a:off x="7581022" y="5283092"/>
                <a:ext cx="77400" cy="143280"/>
              </p14:xfrm>
            </p:contentPart>
          </mc:Choice>
          <mc:Fallback xmlns="">
            <p:pic>
              <p:nvPicPr>
                <p:cNvPr id="5448" name="墨迹 5447">
                  <a:extLst>
                    <a:ext uri="{FF2B5EF4-FFF2-40B4-BE49-F238E27FC236}">
                      <a16:creationId xmlns:a16="http://schemas.microsoft.com/office/drawing/2014/main" id="{57F36BA8-CBDA-F5A7-FD04-EE29187BA990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7574902" y="5276972"/>
                  <a:ext cx="89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5449" name="墨迹 5448">
                  <a:extLst>
                    <a:ext uri="{FF2B5EF4-FFF2-40B4-BE49-F238E27FC236}">
                      <a16:creationId xmlns:a16="http://schemas.microsoft.com/office/drawing/2014/main" id="{0C8E7562-3D5D-1ABB-E202-0F9D77B65292}"/>
                    </a:ext>
                  </a:extLst>
                </p14:cNvPr>
                <p14:cNvContentPartPr/>
                <p14:nvPr/>
              </p14:nvContentPartPr>
              <p14:xfrm>
                <a:off x="7650142" y="5306132"/>
                <a:ext cx="82440" cy="226440"/>
              </p14:xfrm>
            </p:contentPart>
          </mc:Choice>
          <mc:Fallback xmlns="">
            <p:pic>
              <p:nvPicPr>
                <p:cNvPr id="5449" name="墨迹 5448">
                  <a:extLst>
                    <a:ext uri="{FF2B5EF4-FFF2-40B4-BE49-F238E27FC236}">
                      <a16:creationId xmlns:a16="http://schemas.microsoft.com/office/drawing/2014/main" id="{0C8E7562-3D5D-1ABB-E202-0F9D77B65292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7644022" y="5300012"/>
                  <a:ext cx="946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5450" name="墨迹 5449">
                  <a:extLst>
                    <a:ext uri="{FF2B5EF4-FFF2-40B4-BE49-F238E27FC236}">
                      <a16:creationId xmlns:a16="http://schemas.microsoft.com/office/drawing/2014/main" id="{BBBD0C23-5F23-EA89-8E85-15621DB826F0}"/>
                    </a:ext>
                  </a:extLst>
                </p14:cNvPr>
                <p14:cNvContentPartPr/>
                <p14:nvPr/>
              </p14:nvContentPartPr>
              <p14:xfrm>
                <a:off x="7731142" y="5295332"/>
                <a:ext cx="60480" cy="136440"/>
              </p14:xfrm>
            </p:contentPart>
          </mc:Choice>
          <mc:Fallback xmlns="">
            <p:pic>
              <p:nvPicPr>
                <p:cNvPr id="5450" name="墨迹 5449">
                  <a:extLst>
                    <a:ext uri="{FF2B5EF4-FFF2-40B4-BE49-F238E27FC236}">
                      <a16:creationId xmlns:a16="http://schemas.microsoft.com/office/drawing/2014/main" id="{BBBD0C23-5F23-EA89-8E85-15621DB826F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7725022" y="5289212"/>
                  <a:ext cx="72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5451" name="墨迹 5450">
                  <a:extLst>
                    <a:ext uri="{FF2B5EF4-FFF2-40B4-BE49-F238E27FC236}">
                      <a16:creationId xmlns:a16="http://schemas.microsoft.com/office/drawing/2014/main" id="{EDC9363F-4805-7136-01BF-190ACFCC017D}"/>
                    </a:ext>
                  </a:extLst>
                </p14:cNvPr>
                <p14:cNvContentPartPr/>
                <p14:nvPr/>
              </p14:nvContentPartPr>
              <p14:xfrm>
                <a:off x="7773622" y="5280572"/>
                <a:ext cx="72720" cy="33120"/>
              </p14:xfrm>
            </p:contentPart>
          </mc:Choice>
          <mc:Fallback xmlns="">
            <p:pic>
              <p:nvPicPr>
                <p:cNvPr id="5451" name="墨迹 5450">
                  <a:extLst>
                    <a:ext uri="{FF2B5EF4-FFF2-40B4-BE49-F238E27FC236}">
                      <a16:creationId xmlns:a16="http://schemas.microsoft.com/office/drawing/2014/main" id="{EDC9363F-4805-7136-01BF-190ACFCC017D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7767502" y="5274452"/>
                  <a:ext cx="84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5452" name="墨迹 5451">
                  <a:extLst>
                    <a:ext uri="{FF2B5EF4-FFF2-40B4-BE49-F238E27FC236}">
                      <a16:creationId xmlns:a16="http://schemas.microsoft.com/office/drawing/2014/main" id="{50413C46-74CE-5F5E-31FC-065C1F3FAE40}"/>
                    </a:ext>
                  </a:extLst>
                </p14:cNvPr>
                <p14:cNvContentPartPr/>
                <p14:nvPr/>
              </p14:nvContentPartPr>
              <p14:xfrm>
                <a:off x="7786582" y="5274812"/>
                <a:ext cx="124920" cy="183600"/>
              </p14:xfrm>
            </p:contentPart>
          </mc:Choice>
          <mc:Fallback xmlns="">
            <p:pic>
              <p:nvPicPr>
                <p:cNvPr id="5452" name="墨迹 5451">
                  <a:extLst>
                    <a:ext uri="{FF2B5EF4-FFF2-40B4-BE49-F238E27FC236}">
                      <a16:creationId xmlns:a16="http://schemas.microsoft.com/office/drawing/2014/main" id="{50413C46-74CE-5F5E-31FC-065C1F3FAE40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7780462" y="5268692"/>
                  <a:ext cx="137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5453" name="墨迹 5452">
                  <a:extLst>
                    <a:ext uri="{FF2B5EF4-FFF2-40B4-BE49-F238E27FC236}">
                      <a16:creationId xmlns:a16="http://schemas.microsoft.com/office/drawing/2014/main" id="{7940459E-E0E8-8120-C1DB-DDEDBB59A80D}"/>
                    </a:ext>
                  </a:extLst>
                </p14:cNvPr>
                <p14:cNvContentPartPr/>
                <p14:nvPr/>
              </p14:nvContentPartPr>
              <p14:xfrm>
                <a:off x="7890982" y="5336732"/>
                <a:ext cx="39600" cy="26280"/>
              </p14:xfrm>
            </p:contentPart>
          </mc:Choice>
          <mc:Fallback xmlns="">
            <p:pic>
              <p:nvPicPr>
                <p:cNvPr id="5453" name="墨迹 5452">
                  <a:extLst>
                    <a:ext uri="{FF2B5EF4-FFF2-40B4-BE49-F238E27FC236}">
                      <a16:creationId xmlns:a16="http://schemas.microsoft.com/office/drawing/2014/main" id="{7940459E-E0E8-8120-C1DB-DDEDBB59A80D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7884862" y="5330612"/>
                  <a:ext cx="51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5454" name="墨迹 5453">
                  <a:extLst>
                    <a:ext uri="{FF2B5EF4-FFF2-40B4-BE49-F238E27FC236}">
                      <a16:creationId xmlns:a16="http://schemas.microsoft.com/office/drawing/2014/main" id="{BFAA78B9-4951-DC93-2E48-E6C46B73DBA5}"/>
                    </a:ext>
                  </a:extLst>
                </p14:cNvPr>
                <p14:cNvContentPartPr/>
                <p14:nvPr/>
              </p14:nvContentPartPr>
              <p14:xfrm>
                <a:off x="7910062" y="5338172"/>
                <a:ext cx="10800" cy="97560"/>
              </p14:xfrm>
            </p:contentPart>
          </mc:Choice>
          <mc:Fallback xmlns="">
            <p:pic>
              <p:nvPicPr>
                <p:cNvPr id="5454" name="墨迹 5453">
                  <a:extLst>
                    <a:ext uri="{FF2B5EF4-FFF2-40B4-BE49-F238E27FC236}">
                      <a16:creationId xmlns:a16="http://schemas.microsoft.com/office/drawing/2014/main" id="{BFAA78B9-4951-DC93-2E48-E6C46B73DBA5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7903942" y="5332052"/>
                  <a:ext cx="230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5455" name="墨迹 5454">
                  <a:extLst>
                    <a:ext uri="{FF2B5EF4-FFF2-40B4-BE49-F238E27FC236}">
                      <a16:creationId xmlns:a16="http://schemas.microsoft.com/office/drawing/2014/main" id="{2E3722D2-3C40-D3D0-E793-B23F9755601A}"/>
                    </a:ext>
                  </a:extLst>
                </p14:cNvPr>
                <p14:cNvContentPartPr/>
                <p14:nvPr/>
              </p14:nvContentPartPr>
              <p14:xfrm>
                <a:off x="7910062" y="5358332"/>
                <a:ext cx="38160" cy="72000"/>
              </p14:xfrm>
            </p:contentPart>
          </mc:Choice>
          <mc:Fallback xmlns="">
            <p:pic>
              <p:nvPicPr>
                <p:cNvPr id="5455" name="墨迹 5454">
                  <a:extLst>
                    <a:ext uri="{FF2B5EF4-FFF2-40B4-BE49-F238E27FC236}">
                      <a16:creationId xmlns:a16="http://schemas.microsoft.com/office/drawing/2014/main" id="{2E3722D2-3C40-D3D0-E793-B23F9755601A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7903942" y="5352212"/>
                  <a:ext cx="50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5456" name="墨迹 5455">
                  <a:extLst>
                    <a:ext uri="{FF2B5EF4-FFF2-40B4-BE49-F238E27FC236}">
                      <a16:creationId xmlns:a16="http://schemas.microsoft.com/office/drawing/2014/main" id="{C9BF71D3-965A-CA60-9748-597BBE7CBBE6}"/>
                    </a:ext>
                  </a:extLst>
                </p14:cNvPr>
                <p14:cNvContentPartPr/>
                <p14:nvPr/>
              </p14:nvContentPartPr>
              <p14:xfrm>
                <a:off x="7951462" y="5329532"/>
                <a:ext cx="66600" cy="52200"/>
              </p14:xfrm>
            </p:contentPart>
          </mc:Choice>
          <mc:Fallback xmlns="">
            <p:pic>
              <p:nvPicPr>
                <p:cNvPr id="5456" name="墨迹 5455">
                  <a:extLst>
                    <a:ext uri="{FF2B5EF4-FFF2-40B4-BE49-F238E27FC236}">
                      <a16:creationId xmlns:a16="http://schemas.microsoft.com/office/drawing/2014/main" id="{C9BF71D3-965A-CA60-9748-597BBE7CBBE6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7945342" y="5323412"/>
                  <a:ext cx="78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5457" name="墨迹 5456">
                  <a:extLst>
                    <a:ext uri="{FF2B5EF4-FFF2-40B4-BE49-F238E27FC236}">
                      <a16:creationId xmlns:a16="http://schemas.microsoft.com/office/drawing/2014/main" id="{278B9E9F-0EF2-B2E9-ECA3-4F89827D61B2}"/>
                    </a:ext>
                  </a:extLst>
                </p14:cNvPr>
                <p14:cNvContentPartPr/>
                <p14:nvPr/>
              </p14:nvContentPartPr>
              <p14:xfrm>
                <a:off x="7961542" y="5317652"/>
                <a:ext cx="25920" cy="63000"/>
              </p14:xfrm>
            </p:contentPart>
          </mc:Choice>
          <mc:Fallback xmlns="">
            <p:pic>
              <p:nvPicPr>
                <p:cNvPr id="5457" name="墨迹 5456">
                  <a:extLst>
                    <a:ext uri="{FF2B5EF4-FFF2-40B4-BE49-F238E27FC236}">
                      <a16:creationId xmlns:a16="http://schemas.microsoft.com/office/drawing/2014/main" id="{278B9E9F-0EF2-B2E9-ECA3-4F89827D61B2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7955422" y="5311532"/>
                  <a:ext cx="38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5458" name="墨迹 5457">
                  <a:extLst>
                    <a:ext uri="{FF2B5EF4-FFF2-40B4-BE49-F238E27FC236}">
                      <a16:creationId xmlns:a16="http://schemas.microsoft.com/office/drawing/2014/main" id="{86DDBB77-6520-25A5-9836-0CE13DAC3372}"/>
                    </a:ext>
                  </a:extLst>
                </p14:cNvPr>
                <p14:cNvContentPartPr/>
                <p14:nvPr/>
              </p14:nvContentPartPr>
              <p14:xfrm>
                <a:off x="7943182" y="5303612"/>
                <a:ext cx="148680" cy="136080"/>
              </p14:xfrm>
            </p:contentPart>
          </mc:Choice>
          <mc:Fallback xmlns="">
            <p:pic>
              <p:nvPicPr>
                <p:cNvPr id="5458" name="墨迹 5457">
                  <a:extLst>
                    <a:ext uri="{FF2B5EF4-FFF2-40B4-BE49-F238E27FC236}">
                      <a16:creationId xmlns:a16="http://schemas.microsoft.com/office/drawing/2014/main" id="{86DDBB77-6520-25A5-9836-0CE13DAC3372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7937062" y="5297492"/>
                  <a:ext cx="160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5459" name="墨迹 5458">
                  <a:extLst>
                    <a:ext uri="{FF2B5EF4-FFF2-40B4-BE49-F238E27FC236}">
                      <a16:creationId xmlns:a16="http://schemas.microsoft.com/office/drawing/2014/main" id="{8EDA4222-9470-8B26-A049-2ACD41B6C190}"/>
                    </a:ext>
                  </a:extLst>
                </p14:cNvPr>
                <p14:cNvContentPartPr/>
                <p14:nvPr/>
              </p14:nvContentPartPr>
              <p14:xfrm>
                <a:off x="8081782" y="5302532"/>
                <a:ext cx="51840" cy="34920"/>
              </p14:xfrm>
            </p:contentPart>
          </mc:Choice>
          <mc:Fallback xmlns="">
            <p:pic>
              <p:nvPicPr>
                <p:cNvPr id="5459" name="墨迹 5458">
                  <a:extLst>
                    <a:ext uri="{FF2B5EF4-FFF2-40B4-BE49-F238E27FC236}">
                      <a16:creationId xmlns:a16="http://schemas.microsoft.com/office/drawing/2014/main" id="{8EDA4222-9470-8B26-A049-2ACD41B6C190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8075662" y="5296412"/>
                  <a:ext cx="64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5460" name="墨迹 5459">
                  <a:extLst>
                    <a:ext uri="{FF2B5EF4-FFF2-40B4-BE49-F238E27FC236}">
                      <a16:creationId xmlns:a16="http://schemas.microsoft.com/office/drawing/2014/main" id="{84C56B70-5253-ECA4-86AF-56E38EFD3D60}"/>
                    </a:ext>
                  </a:extLst>
                </p14:cNvPr>
                <p14:cNvContentPartPr/>
                <p14:nvPr/>
              </p14:nvContentPartPr>
              <p14:xfrm>
                <a:off x="8101582" y="5303252"/>
                <a:ext cx="8640" cy="97560"/>
              </p14:xfrm>
            </p:contentPart>
          </mc:Choice>
          <mc:Fallback xmlns="">
            <p:pic>
              <p:nvPicPr>
                <p:cNvPr id="5460" name="墨迹 5459">
                  <a:extLst>
                    <a:ext uri="{FF2B5EF4-FFF2-40B4-BE49-F238E27FC236}">
                      <a16:creationId xmlns:a16="http://schemas.microsoft.com/office/drawing/2014/main" id="{84C56B70-5253-ECA4-86AF-56E38EFD3D6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8095462" y="5297132"/>
                  <a:ext cx="2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5461" name="墨迹 5460">
                  <a:extLst>
                    <a:ext uri="{FF2B5EF4-FFF2-40B4-BE49-F238E27FC236}">
                      <a16:creationId xmlns:a16="http://schemas.microsoft.com/office/drawing/2014/main" id="{DB2AFCF1-150E-D833-C5F2-BBA25E3D3B7A}"/>
                    </a:ext>
                  </a:extLst>
                </p14:cNvPr>
                <p14:cNvContentPartPr/>
                <p14:nvPr/>
              </p14:nvContentPartPr>
              <p14:xfrm>
                <a:off x="8086822" y="5315492"/>
                <a:ext cx="58680" cy="95760"/>
              </p14:xfrm>
            </p:contentPart>
          </mc:Choice>
          <mc:Fallback xmlns="">
            <p:pic>
              <p:nvPicPr>
                <p:cNvPr id="5461" name="墨迹 5460">
                  <a:extLst>
                    <a:ext uri="{FF2B5EF4-FFF2-40B4-BE49-F238E27FC236}">
                      <a16:creationId xmlns:a16="http://schemas.microsoft.com/office/drawing/2014/main" id="{DB2AFCF1-150E-D833-C5F2-BBA25E3D3B7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8080702" y="5309372"/>
                  <a:ext cx="709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5462" name="墨迹 5461">
                  <a:extLst>
                    <a:ext uri="{FF2B5EF4-FFF2-40B4-BE49-F238E27FC236}">
                      <a16:creationId xmlns:a16="http://schemas.microsoft.com/office/drawing/2014/main" id="{1BA46F76-0360-9360-5DC5-2AB3842E2121}"/>
                    </a:ext>
                  </a:extLst>
                </p14:cNvPr>
                <p14:cNvContentPartPr/>
                <p14:nvPr/>
              </p14:nvContentPartPr>
              <p14:xfrm>
                <a:off x="8164222" y="5278772"/>
                <a:ext cx="14400" cy="113040"/>
              </p14:xfrm>
            </p:contentPart>
          </mc:Choice>
          <mc:Fallback xmlns="">
            <p:pic>
              <p:nvPicPr>
                <p:cNvPr id="5462" name="墨迹 5461">
                  <a:extLst>
                    <a:ext uri="{FF2B5EF4-FFF2-40B4-BE49-F238E27FC236}">
                      <a16:creationId xmlns:a16="http://schemas.microsoft.com/office/drawing/2014/main" id="{1BA46F76-0360-9360-5DC5-2AB3842E212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8158102" y="5272652"/>
                  <a:ext cx="26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5463" name="墨迹 5462">
                  <a:extLst>
                    <a:ext uri="{FF2B5EF4-FFF2-40B4-BE49-F238E27FC236}">
                      <a16:creationId xmlns:a16="http://schemas.microsoft.com/office/drawing/2014/main" id="{E5289421-5D2A-2A64-F2AB-882BBF7E6371}"/>
                    </a:ext>
                  </a:extLst>
                </p14:cNvPr>
                <p14:cNvContentPartPr/>
                <p14:nvPr/>
              </p14:nvContentPartPr>
              <p14:xfrm>
                <a:off x="8170702" y="5352932"/>
                <a:ext cx="23040" cy="25200"/>
              </p14:xfrm>
            </p:contentPart>
          </mc:Choice>
          <mc:Fallback xmlns="">
            <p:pic>
              <p:nvPicPr>
                <p:cNvPr id="5463" name="墨迹 5462">
                  <a:extLst>
                    <a:ext uri="{FF2B5EF4-FFF2-40B4-BE49-F238E27FC236}">
                      <a16:creationId xmlns:a16="http://schemas.microsoft.com/office/drawing/2014/main" id="{E5289421-5D2A-2A64-F2AB-882BBF7E6371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8164582" y="5346812"/>
                  <a:ext cx="35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5464" name="墨迹 5463">
                  <a:extLst>
                    <a:ext uri="{FF2B5EF4-FFF2-40B4-BE49-F238E27FC236}">
                      <a16:creationId xmlns:a16="http://schemas.microsoft.com/office/drawing/2014/main" id="{0BE6E8E2-F951-8864-476D-28101007ED0A}"/>
                    </a:ext>
                  </a:extLst>
                </p14:cNvPr>
                <p14:cNvContentPartPr/>
                <p14:nvPr/>
              </p14:nvContentPartPr>
              <p14:xfrm>
                <a:off x="8120662" y="5350052"/>
                <a:ext cx="162000" cy="83880"/>
              </p14:xfrm>
            </p:contentPart>
          </mc:Choice>
          <mc:Fallback xmlns="">
            <p:pic>
              <p:nvPicPr>
                <p:cNvPr id="5464" name="墨迹 5463">
                  <a:extLst>
                    <a:ext uri="{FF2B5EF4-FFF2-40B4-BE49-F238E27FC236}">
                      <a16:creationId xmlns:a16="http://schemas.microsoft.com/office/drawing/2014/main" id="{0BE6E8E2-F951-8864-476D-28101007ED0A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8114542" y="5343932"/>
                  <a:ext cx="174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5465" name="墨迹 5464">
                  <a:extLst>
                    <a:ext uri="{FF2B5EF4-FFF2-40B4-BE49-F238E27FC236}">
                      <a16:creationId xmlns:a16="http://schemas.microsoft.com/office/drawing/2014/main" id="{C9595122-AF06-8DFD-89B6-F58AE1EB66B9}"/>
                    </a:ext>
                  </a:extLst>
                </p14:cNvPr>
                <p14:cNvContentPartPr/>
                <p14:nvPr/>
              </p14:nvContentPartPr>
              <p14:xfrm>
                <a:off x="8238742" y="5281292"/>
                <a:ext cx="69480" cy="150480"/>
              </p14:xfrm>
            </p:contentPart>
          </mc:Choice>
          <mc:Fallback xmlns="">
            <p:pic>
              <p:nvPicPr>
                <p:cNvPr id="5465" name="墨迹 5464">
                  <a:extLst>
                    <a:ext uri="{FF2B5EF4-FFF2-40B4-BE49-F238E27FC236}">
                      <a16:creationId xmlns:a16="http://schemas.microsoft.com/office/drawing/2014/main" id="{C9595122-AF06-8DFD-89B6-F58AE1EB66B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8232622" y="5275172"/>
                  <a:ext cx="81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5466" name="墨迹 5465">
                  <a:extLst>
                    <a:ext uri="{FF2B5EF4-FFF2-40B4-BE49-F238E27FC236}">
                      <a16:creationId xmlns:a16="http://schemas.microsoft.com/office/drawing/2014/main" id="{7A17C13F-53EE-5DC7-5B06-EFF3E0F9B3EA}"/>
                    </a:ext>
                  </a:extLst>
                </p14:cNvPr>
                <p14:cNvContentPartPr/>
                <p14:nvPr/>
              </p14:nvContentPartPr>
              <p14:xfrm>
                <a:off x="8317942" y="5248172"/>
                <a:ext cx="84960" cy="129240"/>
              </p14:xfrm>
            </p:contentPart>
          </mc:Choice>
          <mc:Fallback xmlns="">
            <p:pic>
              <p:nvPicPr>
                <p:cNvPr id="5466" name="墨迹 5465">
                  <a:extLst>
                    <a:ext uri="{FF2B5EF4-FFF2-40B4-BE49-F238E27FC236}">
                      <a16:creationId xmlns:a16="http://schemas.microsoft.com/office/drawing/2014/main" id="{7A17C13F-53EE-5DC7-5B06-EFF3E0F9B3EA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8311822" y="5242052"/>
                  <a:ext cx="97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5467" name="墨迹 5466">
                  <a:extLst>
                    <a:ext uri="{FF2B5EF4-FFF2-40B4-BE49-F238E27FC236}">
                      <a16:creationId xmlns:a16="http://schemas.microsoft.com/office/drawing/2014/main" id="{CB9F0734-C431-D913-9CDD-4AAD6383B99C}"/>
                    </a:ext>
                  </a:extLst>
                </p14:cNvPr>
                <p14:cNvContentPartPr/>
                <p14:nvPr/>
              </p14:nvContentPartPr>
              <p14:xfrm>
                <a:off x="8337382" y="5384972"/>
                <a:ext cx="58680" cy="44280"/>
              </p14:xfrm>
            </p:contentPart>
          </mc:Choice>
          <mc:Fallback xmlns="">
            <p:pic>
              <p:nvPicPr>
                <p:cNvPr id="5467" name="墨迹 5466">
                  <a:extLst>
                    <a:ext uri="{FF2B5EF4-FFF2-40B4-BE49-F238E27FC236}">
                      <a16:creationId xmlns:a16="http://schemas.microsoft.com/office/drawing/2014/main" id="{CB9F0734-C431-D913-9CDD-4AAD6383B99C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8331262" y="5378852"/>
                  <a:ext cx="709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5468" name="墨迹 5467">
                  <a:extLst>
                    <a:ext uri="{FF2B5EF4-FFF2-40B4-BE49-F238E27FC236}">
                      <a16:creationId xmlns:a16="http://schemas.microsoft.com/office/drawing/2014/main" id="{4A7DBB86-EF76-8CF2-F596-5D85C5474221}"/>
                    </a:ext>
                  </a:extLst>
                </p14:cNvPr>
                <p14:cNvContentPartPr/>
                <p14:nvPr/>
              </p14:nvContentPartPr>
              <p14:xfrm>
                <a:off x="8351062" y="5408012"/>
                <a:ext cx="46080" cy="21960"/>
              </p14:xfrm>
            </p:contentPart>
          </mc:Choice>
          <mc:Fallback xmlns="">
            <p:pic>
              <p:nvPicPr>
                <p:cNvPr id="5468" name="墨迹 5467">
                  <a:extLst>
                    <a:ext uri="{FF2B5EF4-FFF2-40B4-BE49-F238E27FC236}">
                      <a16:creationId xmlns:a16="http://schemas.microsoft.com/office/drawing/2014/main" id="{4A7DBB86-EF76-8CF2-F596-5D85C5474221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8344942" y="5401892"/>
                  <a:ext cx="58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5469" name="墨迹 5468">
                  <a:extLst>
                    <a:ext uri="{FF2B5EF4-FFF2-40B4-BE49-F238E27FC236}">
                      <a16:creationId xmlns:a16="http://schemas.microsoft.com/office/drawing/2014/main" id="{6D0DF426-064C-83EA-6415-2813AA65F994}"/>
                    </a:ext>
                  </a:extLst>
                </p14:cNvPr>
                <p14:cNvContentPartPr/>
                <p14:nvPr/>
              </p14:nvContentPartPr>
              <p14:xfrm>
                <a:off x="8173222" y="5341772"/>
                <a:ext cx="55440" cy="22320"/>
              </p14:xfrm>
            </p:contentPart>
          </mc:Choice>
          <mc:Fallback xmlns="">
            <p:pic>
              <p:nvPicPr>
                <p:cNvPr id="5469" name="墨迹 5468">
                  <a:extLst>
                    <a:ext uri="{FF2B5EF4-FFF2-40B4-BE49-F238E27FC236}">
                      <a16:creationId xmlns:a16="http://schemas.microsoft.com/office/drawing/2014/main" id="{6D0DF426-064C-83EA-6415-2813AA65F994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8167102" y="5335652"/>
                  <a:ext cx="67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5470" name="墨迹 5469">
                  <a:extLst>
                    <a:ext uri="{FF2B5EF4-FFF2-40B4-BE49-F238E27FC236}">
                      <a16:creationId xmlns:a16="http://schemas.microsoft.com/office/drawing/2014/main" id="{B1DAEEB2-DF52-D6BF-F8E7-F36D662E75CB}"/>
                    </a:ext>
                  </a:extLst>
                </p14:cNvPr>
                <p14:cNvContentPartPr/>
                <p14:nvPr/>
              </p14:nvContentPartPr>
              <p14:xfrm>
                <a:off x="8420182" y="5259692"/>
                <a:ext cx="63360" cy="119160"/>
              </p14:xfrm>
            </p:contentPart>
          </mc:Choice>
          <mc:Fallback xmlns="">
            <p:pic>
              <p:nvPicPr>
                <p:cNvPr id="5470" name="墨迹 5469">
                  <a:extLst>
                    <a:ext uri="{FF2B5EF4-FFF2-40B4-BE49-F238E27FC236}">
                      <a16:creationId xmlns:a16="http://schemas.microsoft.com/office/drawing/2014/main" id="{B1DAEEB2-DF52-D6BF-F8E7-F36D662E75CB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8414062" y="5253572"/>
                  <a:ext cx="75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5471" name="墨迹 5470">
                  <a:extLst>
                    <a:ext uri="{FF2B5EF4-FFF2-40B4-BE49-F238E27FC236}">
                      <a16:creationId xmlns:a16="http://schemas.microsoft.com/office/drawing/2014/main" id="{FD10576F-6602-727D-0C5A-9AB0F2169A55}"/>
                    </a:ext>
                  </a:extLst>
                </p14:cNvPr>
                <p14:cNvContentPartPr/>
                <p14:nvPr/>
              </p14:nvContentPartPr>
              <p14:xfrm>
                <a:off x="8439982" y="5286332"/>
                <a:ext cx="61200" cy="105840"/>
              </p14:xfrm>
            </p:contentPart>
          </mc:Choice>
          <mc:Fallback xmlns="">
            <p:pic>
              <p:nvPicPr>
                <p:cNvPr id="5471" name="墨迹 5470">
                  <a:extLst>
                    <a:ext uri="{FF2B5EF4-FFF2-40B4-BE49-F238E27FC236}">
                      <a16:creationId xmlns:a16="http://schemas.microsoft.com/office/drawing/2014/main" id="{FD10576F-6602-727D-0C5A-9AB0F2169A55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8433862" y="5280212"/>
                  <a:ext cx="73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5472" name="墨迹 5471">
                  <a:extLst>
                    <a:ext uri="{FF2B5EF4-FFF2-40B4-BE49-F238E27FC236}">
                      <a16:creationId xmlns:a16="http://schemas.microsoft.com/office/drawing/2014/main" id="{412C40CE-0B31-D755-BC5D-9785EAE266CA}"/>
                    </a:ext>
                  </a:extLst>
                </p14:cNvPr>
                <p14:cNvContentPartPr/>
                <p14:nvPr/>
              </p14:nvContentPartPr>
              <p14:xfrm>
                <a:off x="8390302" y="5317292"/>
                <a:ext cx="94320" cy="115200"/>
              </p14:xfrm>
            </p:contentPart>
          </mc:Choice>
          <mc:Fallback xmlns="">
            <p:pic>
              <p:nvPicPr>
                <p:cNvPr id="5472" name="墨迹 5471">
                  <a:extLst>
                    <a:ext uri="{FF2B5EF4-FFF2-40B4-BE49-F238E27FC236}">
                      <a16:creationId xmlns:a16="http://schemas.microsoft.com/office/drawing/2014/main" id="{412C40CE-0B31-D755-BC5D-9785EAE266CA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8384182" y="5311172"/>
                  <a:ext cx="106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5473" name="墨迹 5472">
                  <a:extLst>
                    <a:ext uri="{FF2B5EF4-FFF2-40B4-BE49-F238E27FC236}">
                      <a16:creationId xmlns:a16="http://schemas.microsoft.com/office/drawing/2014/main" id="{ADB630D9-4182-D90E-008E-ABA233B548F9}"/>
                    </a:ext>
                  </a:extLst>
                </p14:cNvPr>
                <p14:cNvContentPartPr/>
                <p14:nvPr/>
              </p14:nvContentPartPr>
              <p14:xfrm>
                <a:off x="8428462" y="5410172"/>
                <a:ext cx="136080" cy="38880"/>
              </p14:xfrm>
            </p:contentPart>
          </mc:Choice>
          <mc:Fallback xmlns="">
            <p:pic>
              <p:nvPicPr>
                <p:cNvPr id="5473" name="墨迹 5472">
                  <a:extLst>
                    <a:ext uri="{FF2B5EF4-FFF2-40B4-BE49-F238E27FC236}">
                      <a16:creationId xmlns:a16="http://schemas.microsoft.com/office/drawing/2014/main" id="{ADB630D9-4182-D90E-008E-ABA233B548F9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8422342" y="5404052"/>
                  <a:ext cx="148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5474" name="墨迹 5473">
                  <a:extLst>
                    <a:ext uri="{FF2B5EF4-FFF2-40B4-BE49-F238E27FC236}">
                      <a16:creationId xmlns:a16="http://schemas.microsoft.com/office/drawing/2014/main" id="{2BE6283B-3CF1-3246-957C-2D8E61FDAD20}"/>
                    </a:ext>
                  </a:extLst>
                </p14:cNvPr>
                <p14:cNvContentPartPr/>
                <p14:nvPr/>
              </p14:nvContentPartPr>
              <p14:xfrm>
                <a:off x="8489302" y="5412692"/>
                <a:ext cx="14040" cy="8640"/>
              </p14:xfrm>
            </p:contentPart>
          </mc:Choice>
          <mc:Fallback xmlns="">
            <p:pic>
              <p:nvPicPr>
                <p:cNvPr id="5474" name="墨迹 5473">
                  <a:extLst>
                    <a:ext uri="{FF2B5EF4-FFF2-40B4-BE49-F238E27FC236}">
                      <a16:creationId xmlns:a16="http://schemas.microsoft.com/office/drawing/2014/main" id="{2BE6283B-3CF1-3246-957C-2D8E61FDAD20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8483182" y="5406572"/>
                  <a:ext cx="26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5475" name="墨迹 5474">
                  <a:extLst>
                    <a:ext uri="{FF2B5EF4-FFF2-40B4-BE49-F238E27FC236}">
                      <a16:creationId xmlns:a16="http://schemas.microsoft.com/office/drawing/2014/main" id="{578B9C68-F65B-B2FF-3AB7-36B73C05A392}"/>
                    </a:ext>
                  </a:extLst>
                </p14:cNvPr>
                <p14:cNvContentPartPr/>
                <p14:nvPr/>
              </p14:nvContentPartPr>
              <p14:xfrm>
                <a:off x="8534662" y="5392172"/>
                <a:ext cx="14760" cy="6480"/>
              </p14:xfrm>
            </p:contentPart>
          </mc:Choice>
          <mc:Fallback xmlns="">
            <p:pic>
              <p:nvPicPr>
                <p:cNvPr id="5475" name="墨迹 5474">
                  <a:extLst>
                    <a:ext uri="{FF2B5EF4-FFF2-40B4-BE49-F238E27FC236}">
                      <a16:creationId xmlns:a16="http://schemas.microsoft.com/office/drawing/2014/main" id="{578B9C68-F65B-B2FF-3AB7-36B73C05A392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528542" y="5386052"/>
                  <a:ext cx="27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5476" name="墨迹 5475">
                  <a:extLst>
                    <a:ext uri="{FF2B5EF4-FFF2-40B4-BE49-F238E27FC236}">
                      <a16:creationId xmlns:a16="http://schemas.microsoft.com/office/drawing/2014/main" id="{3FA303A1-557E-1D43-63AF-DF394A05BC20}"/>
                    </a:ext>
                  </a:extLst>
                </p14:cNvPr>
                <p14:cNvContentPartPr/>
                <p14:nvPr/>
              </p14:nvContentPartPr>
              <p14:xfrm>
                <a:off x="8566342" y="5300372"/>
                <a:ext cx="57240" cy="145800"/>
              </p14:xfrm>
            </p:contentPart>
          </mc:Choice>
          <mc:Fallback xmlns="">
            <p:pic>
              <p:nvPicPr>
                <p:cNvPr id="5476" name="墨迹 5475">
                  <a:extLst>
                    <a:ext uri="{FF2B5EF4-FFF2-40B4-BE49-F238E27FC236}">
                      <a16:creationId xmlns:a16="http://schemas.microsoft.com/office/drawing/2014/main" id="{3FA303A1-557E-1D43-63AF-DF394A05BC20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560222" y="5294252"/>
                  <a:ext cx="69480" cy="158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935238" cy="667669"/>
          </a:xfrm>
        </p:spPr>
        <p:txBody>
          <a:bodyPr/>
          <a:lstStyle/>
          <a:p>
            <a:pPr eaLnBrk="1" hangingPunct="1"/>
            <a:r>
              <a:rPr lang="en-US" altLang="zh-CN" dirty="0"/>
              <a:t>8086</a:t>
            </a:r>
            <a:r>
              <a:rPr lang="zh-CN" altLang="en-US" dirty="0"/>
              <a:t>的引脚图</a:t>
            </a:r>
          </a:p>
        </p:txBody>
      </p:sp>
      <p:grpSp>
        <p:nvGrpSpPr>
          <p:cNvPr id="4099" name="Group 98"/>
          <p:cNvGrpSpPr/>
          <p:nvPr/>
        </p:nvGrpSpPr>
        <p:grpSpPr bwMode="auto">
          <a:xfrm>
            <a:off x="1619672" y="1196752"/>
            <a:ext cx="5486400" cy="4965700"/>
            <a:chOff x="1392" y="1006"/>
            <a:chExt cx="3456" cy="3128"/>
          </a:xfrm>
        </p:grpSpPr>
        <p:sp>
          <p:nvSpPr>
            <p:cNvPr id="4100" name="Rectangle 3"/>
            <p:cNvSpPr>
              <a:spLocks noChangeArrowheads="1"/>
            </p:cNvSpPr>
            <p:nvPr/>
          </p:nvSpPr>
          <p:spPr bwMode="auto">
            <a:xfrm>
              <a:off x="2160" y="1006"/>
              <a:ext cx="912" cy="302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sz="2000" b="1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4101" name="Text Box 4"/>
            <p:cNvSpPr txBox="1">
              <a:spLocks noChangeArrowheads="1"/>
            </p:cNvSpPr>
            <p:nvPr/>
          </p:nvSpPr>
          <p:spPr bwMode="auto">
            <a:xfrm>
              <a:off x="2160" y="1054"/>
              <a:ext cx="240" cy="2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10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11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20</a:t>
              </a:r>
            </a:p>
          </p:txBody>
        </p:sp>
        <p:sp>
          <p:nvSpPr>
            <p:cNvPr id="4102" name="Text Box 5"/>
            <p:cNvSpPr txBox="1">
              <a:spLocks noChangeArrowheads="1"/>
            </p:cNvSpPr>
            <p:nvPr/>
          </p:nvSpPr>
          <p:spPr bwMode="auto">
            <a:xfrm>
              <a:off x="2832" y="1054"/>
              <a:ext cx="240" cy="2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40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31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30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21</a:t>
              </a:r>
            </a:p>
          </p:txBody>
        </p:sp>
        <p:sp>
          <p:nvSpPr>
            <p:cNvPr id="4103" name="Line 6"/>
            <p:cNvSpPr>
              <a:spLocks noChangeShapeType="1"/>
            </p:cNvSpPr>
            <p:nvPr/>
          </p:nvSpPr>
          <p:spPr bwMode="auto">
            <a:xfrm>
              <a:off x="1776" y="11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4" name="Line 7"/>
            <p:cNvSpPr>
              <a:spLocks noChangeShapeType="1"/>
            </p:cNvSpPr>
            <p:nvPr/>
          </p:nvSpPr>
          <p:spPr bwMode="auto">
            <a:xfrm>
              <a:off x="1776" y="12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5" name="Line 8"/>
            <p:cNvSpPr>
              <a:spLocks noChangeShapeType="1"/>
            </p:cNvSpPr>
            <p:nvPr/>
          </p:nvSpPr>
          <p:spPr bwMode="auto">
            <a:xfrm>
              <a:off x="3072" y="11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" name="Line 9"/>
            <p:cNvSpPr>
              <a:spLocks noChangeShapeType="1"/>
            </p:cNvSpPr>
            <p:nvPr/>
          </p:nvSpPr>
          <p:spPr bwMode="auto">
            <a:xfrm>
              <a:off x="1776" y="13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7" name="Line 10"/>
            <p:cNvSpPr>
              <a:spLocks noChangeShapeType="1"/>
            </p:cNvSpPr>
            <p:nvPr/>
          </p:nvSpPr>
          <p:spPr bwMode="auto">
            <a:xfrm>
              <a:off x="1776" y="15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8" name="Line 11"/>
            <p:cNvSpPr>
              <a:spLocks noChangeShapeType="1"/>
            </p:cNvSpPr>
            <p:nvPr/>
          </p:nvSpPr>
          <p:spPr bwMode="auto">
            <a:xfrm>
              <a:off x="1776" y="16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9" name="Line 12"/>
            <p:cNvSpPr>
              <a:spLocks noChangeShapeType="1"/>
            </p:cNvSpPr>
            <p:nvPr/>
          </p:nvSpPr>
          <p:spPr bwMode="auto">
            <a:xfrm>
              <a:off x="1776" y="18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0" name="Line 13"/>
            <p:cNvSpPr>
              <a:spLocks noChangeShapeType="1"/>
            </p:cNvSpPr>
            <p:nvPr/>
          </p:nvSpPr>
          <p:spPr bwMode="auto">
            <a:xfrm>
              <a:off x="1776" y="19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1" name="Line 14"/>
            <p:cNvSpPr>
              <a:spLocks noChangeShapeType="1"/>
            </p:cNvSpPr>
            <p:nvPr/>
          </p:nvSpPr>
          <p:spPr bwMode="auto">
            <a:xfrm>
              <a:off x="1776" y="21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2" name="Line 15"/>
            <p:cNvSpPr>
              <a:spLocks noChangeShapeType="1"/>
            </p:cNvSpPr>
            <p:nvPr/>
          </p:nvSpPr>
          <p:spPr bwMode="auto">
            <a:xfrm>
              <a:off x="1776" y="23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3" name="Line 16"/>
            <p:cNvSpPr>
              <a:spLocks noChangeShapeType="1"/>
            </p:cNvSpPr>
            <p:nvPr/>
          </p:nvSpPr>
          <p:spPr bwMode="auto">
            <a:xfrm>
              <a:off x="1776" y="24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4" name="Line 17"/>
            <p:cNvSpPr>
              <a:spLocks noChangeShapeType="1"/>
            </p:cNvSpPr>
            <p:nvPr/>
          </p:nvSpPr>
          <p:spPr bwMode="auto">
            <a:xfrm>
              <a:off x="1776" y="25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5" name="Line 18"/>
            <p:cNvSpPr>
              <a:spLocks noChangeShapeType="1"/>
            </p:cNvSpPr>
            <p:nvPr/>
          </p:nvSpPr>
          <p:spPr bwMode="auto">
            <a:xfrm>
              <a:off x="1776" y="27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" name="Line 19"/>
            <p:cNvSpPr>
              <a:spLocks noChangeShapeType="1"/>
            </p:cNvSpPr>
            <p:nvPr/>
          </p:nvSpPr>
          <p:spPr bwMode="auto">
            <a:xfrm>
              <a:off x="1776" y="28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7" name="Line 20"/>
            <p:cNvSpPr>
              <a:spLocks noChangeShapeType="1"/>
            </p:cNvSpPr>
            <p:nvPr/>
          </p:nvSpPr>
          <p:spPr bwMode="auto">
            <a:xfrm>
              <a:off x="1776" y="30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8" name="Line 21"/>
            <p:cNvSpPr>
              <a:spLocks noChangeShapeType="1"/>
            </p:cNvSpPr>
            <p:nvPr/>
          </p:nvSpPr>
          <p:spPr bwMode="auto">
            <a:xfrm>
              <a:off x="1776" y="31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9" name="Line 22"/>
            <p:cNvSpPr>
              <a:spLocks noChangeShapeType="1"/>
            </p:cNvSpPr>
            <p:nvPr/>
          </p:nvSpPr>
          <p:spPr bwMode="auto">
            <a:xfrm>
              <a:off x="1776" y="33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0" name="Line 23"/>
            <p:cNvSpPr>
              <a:spLocks noChangeShapeType="1"/>
            </p:cNvSpPr>
            <p:nvPr/>
          </p:nvSpPr>
          <p:spPr bwMode="auto">
            <a:xfrm>
              <a:off x="1776" y="345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1" name="Line 24"/>
            <p:cNvSpPr>
              <a:spLocks noChangeShapeType="1"/>
            </p:cNvSpPr>
            <p:nvPr/>
          </p:nvSpPr>
          <p:spPr bwMode="auto">
            <a:xfrm>
              <a:off x="1776" y="359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2" name="Line 25"/>
            <p:cNvSpPr>
              <a:spLocks noChangeShapeType="1"/>
            </p:cNvSpPr>
            <p:nvPr/>
          </p:nvSpPr>
          <p:spPr bwMode="auto">
            <a:xfrm>
              <a:off x="1776" y="374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3" name="Line 26"/>
            <p:cNvSpPr>
              <a:spLocks noChangeShapeType="1"/>
            </p:cNvSpPr>
            <p:nvPr/>
          </p:nvSpPr>
          <p:spPr bwMode="auto">
            <a:xfrm>
              <a:off x="1776" y="388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4" name="Text Box 27"/>
            <p:cNvSpPr txBox="1">
              <a:spLocks noChangeArrowheads="1"/>
            </p:cNvSpPr>
            <p:nvPr/>
          </p:nvSpPr>
          <p:spPr bwMode="auto">
            <a:xfrm>
              <a:off x="1392" y="1006"/>
              <a:ext cx="432" cy="3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GND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12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11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10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9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8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7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6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5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0</a:t>
              </a:r>
              <a:endParaRPr lang="en-US" altLang="zh-CN" sz="1400" b="1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NMI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INTR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CLK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GND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altLang="zh-CN" sz="1400" b="1" baseline="-2000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4125" name="Line 28"/>
            <p:cNvSpPr>
              <a:spLocks noChangeShapeType="1"/>
            </p:cNvSpPr>
            <p:nvPr/>
          </p:nvSpPr>
          <p:spPr bwMode="auto">
            <a:xfrm>
              <a:off x="3072" y="12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6" name="Line 29"/>
            <p:cNvSpPr>
              <a:spLocks noChangeShapeType="1"/>
            </p:cNvSpPr>
            <p:nvPr/>
          </p:nvSpPr>
          <p:spPr bwMode="auto">
            <a:xfrm>
              <a:off x="3072" y="13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7" name="Line 30"/>
            <p:cNvSpPr>
              <a:spLocks noChangeShapeType="1"/>
            </p:cNvSpPr>
            <p:nvPr/>
          </p:nvSpPr>
          <p:spPr bwMode="auto">
            <a:xfrm>
              <a:off x="3072" y="15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8" name="Line 31"/>
            <p:cNvSpPr>
              <a:spLocks noChangeShapeType="1"/>
            </p:cNvSpPr>
            <p:nvPr/>
          </p:nvSpPr>
          <p:spPr bwMode="auto">
            <a:xfrm>
              <a:off x="3072" y="16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9" name="Line 32"/>
            <p:cNvSpPr>
              <a:spLocks noChangeShapeType="1"/>
            </p:cNvSpPr>
            <p:nvPr/>
          </p:nvSpPr>
          <p:spPr bwMode="auto">
            <a:xfrm>
              <a:off x="3072" y="18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0" name="Line 33"/>
            <p:cNvSpPr>
              <a:spLocks noChangeShapeType="1"/>
            </p:cNvSpPr>
            <p:nvPr/>
          </p:nvSpPr>
          <p:spPr bwMode="auto">
            <a:xfrm>
              <a:off x="3072" y="19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1" name="Line 34"/>
            <p:cNvSpPr>
              <a:spLocks noChangeShapeType="1"/>
            </p:cNvSpPr>
            <p:nvPr/>
          </p:nvSpPr>
          <p:spPr bwMode="auto">
            <a:xfrm>
              <a:off x="3072" y="21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2" name="Line 35"/>
            <p:cNvSpPr>
              <a:spLocks noChangeShapeType="1"/>
            </p:cNvSpPr>
            <p:nvPr/>
          </p:nvSpPr>
          <p:spPr bwMode="auto">
            <a:xfrm>
              <a:off x="3072" y="23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3" name="Line 36"/>
            <p:cNvSpPr>
              <a:spLocks noChangeShapeType="1"/>
            </p:cNvSpPr>
            <p:nvPr/>
          </p:nvSpPr>
          <p:spPr bwMode="auto">
            <a:xfrm>
              <a:off x="3072" y="24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4" name="Line 37"/>
            <p:cNvSpPr>
              <a:spLocks noChangeShapeType="1"/>
            </p:cNvSpPr>
            <p:nvPr/>
          </p:nvSpPr>
          <p:spPr bwMode="auto">
            <a:xfrm>
              <a:off x="3072" y="25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5" name="Line 38"/>
            <p:cNvSpPr>
              <a:spLocks noChangeShapeType="1"/>
            </p:cNvSpPr>
            <p:nvPr/>
          </p:nvSpPr>
          <p:spPr bwMode="auto">
            <a:xfrm>
              <a:off x="3072" y="27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6" name="Line 39"/>
            <p:cNvSpPr>
              <a:spLocks noChangeShapeType="1"/>
            </p:cNvSpPr>
            <p:nvPr/>
          </p:nvSpPr>
          <p:spPr bwMode="auto">
            <a:xfrm>
              <a:off x="3072" y="28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7" name="Line 40"/>
            <p:cNvSpPr>
              <a:spLocks noChangeShapeType="1"/>
            </p:cNvSpPr>
            <p:nvPr/>
          </p:nvSpPr>
          <p:spPr bwMode="auto">
            <a:xfrm>
              <a:off x="3072" y="30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8" name="Line 41"/>
            <p:cNvSpPr>
              <a:spLocks noChangeShapeType="1"/>
            </p:cNvSpPr>
            <p:nvPr/>
          </p:nvSpPr>
          <p:spPr bwMode="auto">
            <a:xfrm>
              <a:off x="3072" y="31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9" name="Line 42"/>
            <p:cNvSpPr>
              <a:spLocks noChangeShapeType="1"/>
            </p:cNvSpPr>
            <p:nvPr/>
          </p:nvSpPr>
          <p:spPr bwMode="auto">
            <a:xfrm>
              <a:off x="3072" y="33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0" name="Line 43"/>
            <p:cNvSpPr>
              <a:spLocks noChangeShapeType="1"/>
            </p:cNvSpPr>
            <p:nvPr/>
          </p:nvSpPr>
          <p:spPr bwMode="auto">
            <a:xfrm>
              <a:off x="3072" y="345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1" name="Line 44"/>
            <p:cNvSpPr>
              <a:spLocks noChangeShapeType="1"/>
            </p:cNvSpPr>
            <p:nvPr/>
          </p:nvSpPr>
          <p:spPr bwMode="auto">
            <a:xfrm>
              <a:off x="3072" y="359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2" name="Line 45"/>
            <p:cNvSpPr>
              <a:spLocks noChangeShapeType="1"/>
            </p:cNvSpPr>
            <p:nvPr/>
          </p:nvSpPr>
          <p:spPr bwMode="auto">
            <a:xfrm>
              <a:off x="3072" y="374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3" name="Line 46"/>
            <p:cNvSpPr>
              <a:spLocks noChangeShapeType="1"/>
            </p:cNvSpPr>
            <p:nvPr/>
          </p:nvSpPr>
          <p:spPr bwMode="auto">
            <a:xfrm>
              <a:off x="3072" y="388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4" name="Text Box 47"/>
            <p:cNvSpPr txBox="1">
              <a:spLocks noChangeArrowheads="1"/>
            </p:cNvSpPr>
            <p:nvPr/>
          </p:nvSpPr>
          <p:spPr bwMode="auto">
            <a:xfrm>
              <a:off x="3408" y="1054"/>
              <a:ext cx="1440" cy="3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VCC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AD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15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16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17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18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5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19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6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BHE*/S</a:t>
              </a:r>
              <a:r>
                <a:rPr lang="en-US" altLang="zh-CN" sz="1400" b="1" baseline="-25000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MN / MX*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RD*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HOLD      (RQ0*/ GT0*)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HLDA      (RQ1* /GT1*)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WR*          (LOCK*)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IO* / M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( S2*</a:t>
              </a:r>
              <a:r>
                <a:rPr lang="en-US" altLang="zh-CN" sz="1400" b="1" baseline="-2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DT / R*      ( S1*</a:t>
              </a:r>
              <a:r>
                <a:rPr lang="en-US" altLang="zh-CN" sz="1400" b="1" baseline="-2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)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DEN           ( S0</a:t>
              </a:r>
              <a:r>
                <a:rPr lang="en-US" altLang="zh-CN" sz="1400" b="1" baseline="-2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)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ALE           (QS0)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INTA         (QS1)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TEST*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READY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RESET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4145" name="Text Box 48"/>
            <p:cNvSpPr txBox="1">
              <a:spLocks noChangeArrowheads="1"/>
            </p:cNvSpPr>
            <p:nvPr/>
          </p:nvSpPr>
          <p:spPr bwMode="auto">
            <a:xfrm>
              <a:off x="2400" y="1918"/>
              <a:ext cx="5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8086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 8088</a:t>
            </a:r>
            <a:r>
              <a:rPr lang="zh-CN" altLang="en-US"/>
              <a:t>的两种组态模式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两种组态</a:t>
            </a:r>
            <a:r>
              <a:rPr lang="zh-CN" altLang="en-US" sz="2800" dirty="0"/>
              <a:t>构成两种不同规模的应用系统</a:t>
            </a:r>
            <a:endParaRPr lang="en-US" altLang="zh-CN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r>
              <a:rPr lang="zh-CN" altLang="en-US" sz="2800" b="1" dirty="0"/>
              <a:t>最小组态模式</a:t>
            </a:r>
          </a:p>
          <a:p>
            <a:pPr lvl="1" eaLnBrk="1" hangingPunct="1"/>
            <a:r>
              <a:rPr lang="zh-CN" altLang="en-US" sz="2400" dirty="0"/>
              <a:t>构成小规模的应用系统</a:t>
            </a:r>
          </a:p>
          <a:p>
            <a:pPr lvl="1" eaLnBrk="1" hangingPunct="1"/>
            <a:r>
              <a:rPr lang="en-US" altLang="zh-CN" sz="2400" dirty="0"/>
              <a:t>8088</a:t>
            </a:r>
            <a:r>
              <a:rPr lang="zh-CN" altLang="en-US" sz="2400" dirty="0"/>
              <a:t>本身提供所有的系统总线信号</a:t>
            </a:r>
            <a:endParaRPr lang="en-US" altLang="zh-CN" sz="2400" dirty="0"/>
          </a:p>
          <a:p>
            <a:pPr lvl="1" eaLnBrk="1" hangingPunct="1"/>
            <a:endParaRPr lang="zh-CN" altLang="en-US" dirty="0"/>
          </a:p>
          <a:p>
            <a:pPr eaLnBrk="1" hangingPunct="1"/>
            <a:r>
              <a:rPr lang="zh-CN" altLang="en-US" sz="2800" b="1" dirty="0"/>
              <a:t>最大组态模式</a:t>
            </a:r>
          </a:p>
          <a:p>
            <a:pPr lvl="1" eaLnBrk="1" hangingPunct="1"/>
            <a:r>
              <a:rPr lang="zh-CN" altLang="en-US" sz="2400" dirty="0"/>
              <a:t>构成较大规模的应用系统，例如可以接入数值协处理器</a:t>
            </a:r>
            <a:r>
              <a:rPr lang="en-US" altLang="zh-CN" sz="2400" dirty="0"/>
              <a:t>8087</a:t>
            </a:r>
          </a:p>
          <a:p>
            <a:pPr lvl="1" eaLnBrk="1" hangingPunct="1"/>
            <a:r>
              <a:rPr lang="en-US" altLang="zh-CN" sz="2400" dirty="0"/>
              <a:t>8088</a:t>
            </a:r>
            <a:r>
              <a:rPr lang="zh-CN" altLang="en-US" sz="2400" dirty="0"/>
              <a:t>和总线控制器</a:t>
            </a:r>
            <a:r>
              <a:rPr lang="en-US" altLang="zh-CN" sz="2400" dirty="0"/>
              <a:t>8288</a:t>
            </a:r>
            <a:r>
              <a:rPr lang="zh-CN" altLang="en-US" sz="2400" dirty="0"/>
              <a:t>共同形成系统总线信号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 8088</a:t>
            </a:r>
            <a:r>
              <a:rPr lang="zh-CN" altLang="en-US"/>
              <a:t>的两种组态模式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sz="3600"/>
          </a:p>
          <a:p>
            <a:pPr eaLnBrk="1" hangingPunct="1"/>
            <a:r>
              <a:rPr lang="zh-CN" altLang="en-US" sz="3600"/>
              <a:t>两种组态利用</a:t>
            </a:r>
            <a:r>
              <a:rPr lang="en-US" altLang="zh-CN" sz="3600"/>
              <a:t>MN/MX*</a:t>
            </a:r>
            <a:r>
              <a:rPr lang="zh-CN" altLang="en-US" sz="3600"/>
              <a:t>引脚区别</a:t>
            </a:r>
          </a:p>
          <a:p>
            <a:pPr lvl="1" eaLnBrk="1" hangingPunct="1"/>
            <a:r>
              <a:rPr lang="en-US" altLang="zh-CN" sz="2400"/>
              <a:t>MN/MX*</a:t>
            </a:r>
            <a:r>
              <a:rPr lang="zh-CN" altLang="en-US" sz="2400"/>
              <a:t>接</a:t>
            </a:r>
            <a:r>
              <a:rPr lang="zh-CN" altLang="en-US" sz="2400" b="1"/>
              <a:t>高电平</a:t>
            </a:r>
            <a:r>
              <a:rPr lang="zh-CN" altLang="en-US" sz="2400"/>
              <a:t>为</a:t>
            </a:r>
            <a:r>
              <a:rPr lang="zh-CN" altLang="en-US" sz="2400" b="1"/>
              <a:t>最小</a:t>
            </a:r>
            <a:r>
              <a:rPr lang="zh-CN" altLang="en-US" sz="2400"/>
              <a:t>组态模式</a:t>
            </a:r>
          </a:p>
          <a:p>
            <a:pPr lvl="1" eaLnBrk="1" hangingPunct="1"/>
            <a:r>
              <a:rPr lang="en-US" altLang="zh-CN" sz="2400"/>
              <a:t>MN/MX*</a:t>
            </a:r>
            <a:r>
              <a:rPr lang="zh-CN" altLang="en-US" sz="2400"/>
              <a:t>接</a:t>
            </a:r>
            <a:r>
              <a:rPr lang="zh-CN" altLang="en-US" sz="2400" b="1"/>
              <a:t>低电平</a:t>
            </a:r>
            <a:r>
              <a:rPr lang="zh-CN" altLang="en-US" sz="2400"/>
              <a:t>为</a:t>
            </a:r>
            <a:r>
              <a:rPr lang="zh-CN" altLang="en-US" sz="2400" b="1"/>
              <a:t>最大</a:t>
            </a:r>
            <a:r>
              <a:rPr lang="zh-CN" altLang="en-US" sz="2400"/>
              <a:t>组态模式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8088</a:t>
            </a:r>
            <a:r>
              <a:rPr lang="zh-CN" altLang="en-US"/>
              <a:t>最小组态的引脚信号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marL="609600" indent="-609600" eaLnBrk="1" fontAlgn="auto" hangingPunct="1">
              <a:spcAft>
                <a:spcPts val="0"/>
              </a:spcAft>
              <a:buFont typeface="Wingdings" panose="05000000000000000000" pitchFamily="2" charset="2"/>
              <a:buAutoNum type="arabicPeriod"/>
              <a:defRPr/>
            </a:pPr>
            <a:r>
              <a:rPr lang="zh-CN" altLang="en-US" sz="2400" dirty="0"/>
              <a:t>数据和地址引脚</a:t>
            </a:r>
          </a:p>
          <a:p>
            <a:pPr marL="609600" indent="-609600" eaLnBrk="1" fontAlgn="auto" hangingPunct="1">
              <a:spcAft>
                <a:spcPts val="0"/>
              </a:spcAft>
              <a:buFont typeface="Wingdings" panose="05000000000000000000" pitchFamily="2" charset="2"/>
              <a:buAutoNum type="arabicPeriod"/>
              <a:defRPr/>
            </a:pPr>
            <a:r>
              <a:rPr lang="zh-CN" altLang="en-US" sz="2400" dirty="0"/>
              <a:t>读写控制引脚</a:t>
            </a:r>
          </a:p>
          <a:p>
            <a:pPr marL="609600" indent="-609600" eaLnBrk="1" fontAlgn="auto" hangingPunct="1">
              <a:spcAft>
                <a:spcPts val="0"/>
              </a:spcAft>
              <a:buFont typeface="Wingdings" panose="05000000000000000000" pitchFamily="2" charset="2"/>
              <a:buAutoNum type="arabicPeriod"/>
              <a:defRPr/>
            </a:pPr>
            <a:r>
              <a:rPr lang="zh-CN" altLang="en-US" sz="2400" dirty="0"/>
              <a:t>中断请求和响应引脚</a:t>
            </a:r>
          </a:p>
          <a:p>
            <a:pPr marL="609600" indent="-609600" eaLnBrk="1" fontAlgn="auto" hangingPunct="1">
              <a:spcAft>
                <a:spcPts val="0"/>
              </a:spcAft>
              <a:buFont typeface="Wingdings" panose="05000000000000000000" pitchFamily="2" charset="2"/>
              <a:buAutoNum type="arabicPeriod"/>
              <a:defRPr/>
            </a:pPr>
            <a:r>
              <a:rPr lang="zh-CN" altLang="en-US" sz="2400" dirty="0"/>
              <a:t>总线请求和响应引脚</a:t>
            </a:r>
          </a:p>
          <a:p>
            <a:pPr marL="609600" indent="-609600" eaLnBrk="1" fontAlgn="auto" hangingPunct="1">
              <a:spcAft>
                <a:spcPts val="0"/>
              </a:spcAft>
              <a:buFont typeface="Wingdings" panose="05000000000000000000" pitchFamily="2" charset="2"/>
              <a:buAutoNum type="arabicPeriod"/>
              <a:defRPr/>
            </a:pPr>
            <a:r>
              <a:rPr lang="zh-CN" altLang="en-US" sz="2400" dirty="0"/>
              <a:t>其它引脚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eaLnBrk="1" hangingPunct="1"/>
            <a:r>
              <a:rPr lang="en-US" altLang="zh-CN"/>
              <a:t>1.</a:t>
            </a:r>
            <a:r>
              <a:rPr lang="zh-CN" altLang="en-US"/>
              <a:t>数据和地址引脚</a:t>
            </a:r>
            <a:endParaRPr lang="en-US" altLang="zh-CN"/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AD</a:t>
            </a:r>
            <a:r>
              <a:rPr lang="en-US" altLang="zh-CN" sz="2800" baseline="-30000"/>
              <a:t>7</a:t>
            </a:r>
            <a:r>
              <a:rPr lang="zh-CN" altLang="en-US" sz="2800">
                <a:latin typeface="Times New Roman" panose="02020603050405020304" pitchFamily="18" charset="0"/>
              </a:rPr>
              <a:t>～</a:t>
            </a:r>
            <a:r>
              <a:rPr lang="en-US" altLang="zh-CN" sz="2800"/>
              <a:t>AD</a:t>
            </a:r>
            <a:r>
              <a:rPr lang="en-US" altLang="zh-CN" sz="2800" baseline="-30000"/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/>
              <a:t>Address/Data</a:t>
            </a:r>
            <a:r>
              <a:rPr lang="zh-CN" altLang="en-US" sz="2800">
                <a:latin typeface="Times New Roman" panose="02020603050405020304" pitchFamily="18" charset="0"/>
              </a:rPr>
              <a:t>）</a:t>
            </a:r>
            <a:r>
              <a:rPr lang="en-US" altLang="zh-CN" sz="2800">
                <a:latin typeface="Times New Roman" panose="02020603050405020304" pitchFamily="18" charset="0"/>
              </a:rPr>
              <a:t>(8088)</a:t>
            </a: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地址</a:t>
            </a:r>
            <a:r>
              <a:rPr lang="en-US" altLang="zh-CN" sz="2800"/>
              <a:t>/</a:t>
            </a:r>
            <a:r>
              <a:rPr lang="zh-CN" altLang="en-US" sz="2800">
                <a:latin typeface="Times New Roman" panose="02020603050405020304" pitchFamily="18" charset="0"/>
              </a:rPr>
              <a:t>数据</a:t>
            </a:r>
            <a:r>
              <a:rPr lang="zh-CN" altLang="en-US" sz="2800" b="1">
                <a:latin typeface="Times New Roman" panose="02020603050405020304" pitchFamily="18" charset="0"/>
              </a:rPr>
              <a:t>分时复用</a:t>
            </a:r>
            <a:r>
              <a:rPr lang="zh-CN" altLang="en-US" sz="2800">
                <a:latin typeface="Times New Roman" panose="02020603050405020304" pitchFamily="18" charset="0"/>
              </a:rPr>
              <a:t>引脚，</a:t>
            </a:r>
            <a:r>
              <a:rPr lang="zh-CN" altLang="en-US" sz="2800" b="1">
                <a:latin typeface="Times New Roman" panose="02020603050405020304" pitchFamily="18" charset="0"/>
              </a:rPr>
              <a:t>双向、三态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分时复用</a:t>
            </a:r>
            <a:r>
              <a:rPr lang="zh-CN" altLang="en-US" sz="2800">
                <a:latin typeface="Times New Roman" panose="02020603050405020304" pitchFamily="18" charset="0"/>
              </a:rPr>
              <a:t>就是一个引脚在</a:t>
            </a:r>
            <a:r>
              <a:rPr lang="zh-CN" altLang="en-US" sz="2800" b="1">
                <a:latin typeface="Times New Roman" panose="02020603050405020304" pitchFamily="18" charset="0"/>
              </a:rPr>
              <a:t>不同的时刻</a:t>
            </a:r>
            <a:r>
              <a:rPr lang="zh-CN" altLang="en-US" sz="2800">
                <a:latin typeface="Times New Roman" panose="02020603050405020304" pitchFamily="18" charset="0"/>
              </a:rPr>
              <a:t>具有</a:t>
            </a:r>
            <a:r>
              <a:rPr lang="zh-CN" altLang="en-US" sz="2800" b="1">
                <a:latin typeface="Times New Roman" panose="02020603050405020304" pitchFamily="18" charset="0"/>
              </a:rPr>
              <a:t>两个甚至多个作用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总线复用的目的是为了</a:t>
            </a:r>
            <a:r>
              <a:rPr lang="zh-CN" altLang="en-US" sz="2800" b="1">
                <a:latin typeface="Times New Roman" panose="02020603050405020304" pitchFamily="18" charset="0"/>
              </a:rPr>
              <a:t>减少对外引脚个数</a:t>
            </a:r>
          </a:p>
          <a:p>
            <a:pPr eaLnBrk="1" hangingPunct="1"/>
            <a:r>
              <a:rPr lang="en-US" altLang="zh-CN" sz="2800"/>
              <a:t>8088 /8086CPU</a:t>
            </a:r>
            <a:r>
              <a:rPr lang="zh-CN" altLang="en-US" sz="2800"/>
              <a:t>的数据地址线</a:t>
            </a:r>
            <a:r>
              <a:rPr lang="zh-CN" altLang="en-US" sz="2800">
                <a:latin typeface="Times New Roman" panose="02020603050405020304" pitchFamily="18" charset="0"/>
              </a:rPr>
              <a:t>采用了总线复用方法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数据和地址引脚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双向</a:t>
            </a:r>
            <a:r>
              <a:rPr lang="zh-CN" altLang="en-US" sz="2800">
                <a:latin typeface="Times New Roman" panose="02020603050405020304" pitchFamily="18" charset="0"/>
              </a:rPr>
              <a:t>：指信号的传递有两种方向，可以由引脚外向引脚内或相反方向传递。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三态</a:t>
            </a:r>
            <a:r>
              <a:rPr lang="zh-CN" altLang="en-US" sz="2800">
                <a:latin typeface="Times New Roman" panose="02020603050405020304" pitchFamily="18" charset="0"/>
              </a:rPr>
              <a:t>：指引脚上的信号除“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”、“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”状态外，还具有一种“高阻”状态；当处于“高阻”状态时，引脚可视为与总线间物理断开。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1.</a:t>
            </a:r>
            <a:r>
              <a:rPr lang="zh-CN" altLang="en-US" sz="4000"/>
              <a:t>数据和地址引脚</a:t>
            </a:r>
            <a:r>
              <a:rPr lang="en-US" altLang="zh-CN" sz="4000"/>
              <a:t>——</a:t>
            </a:r>
            <a:r>
              <a:rPr lang="zh-CN" altLang="en-US" sz="4000"/>
              <a:t>三态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三态功能由三态门器件实现。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zh-CN" altLang="en-US" sz="2800" b="1" dirty="0"/>
              <a:t>三态门</a:t>
            </a:r>
            <a:r>
              <a:rPr lang="zh-CN" altLang="en-US" sz="2800" dirty="0"/>
              <a:t>：</a:t>
            </a:r>
            <a:r>
              <a:rPr lang="zh-CN" altLang="en-US" sz="2800" dirty="0">
                <a:solidFill>
                  <a:schemeClr val="accent5"/>
                </a:solidFill>
              </a:rPr>
              <a:t>功率放大、导通开关</a:t>
            </a:r>
            <a:endParaRPr lang="en-US" altLang="zh-CN" sz="2800" dirty="0">
              <a:solidFill>
                <a:schemeClr val="accent5"/>
              </a:solidFill>
            </a:endParaRPr>
          </a:p>
          <a:p>
            <a:pPr eaLnBrk="1" hangingPunct="1"/>
            <a:endParaRPr lang="zh-CN" altLang="en-US" sz="2800" dirty="0"/>
          </a:p>
          <a:p>
            <a:pPr eaLnBrk="1" hangingPunct="1"/>
            <a:r>
              <a:rPr lang="zh-CN" altLang="en-US" sz="2800" dirty="0"/>
              <a:t>器件共用总线时，一般使用三态电路：</a:t>
            </a:r>
          </a:p>
          <a:p>
            <a:pPr lvl="1" eaLnBrk="1" hangingPunct="1"/>
            <a:r>
              <a:rPr lang="zh-CN" altLang="en-US" sz="2400" dirty="0"/>
              <a:t>需要使用总线的时候打开三态门；</a:t>
            </a:r>
          </a:p>
          <a:p>
            <a:pPr lvl="1" eaLnBrk="1" hangingPunct="1"/>
            <a:r>
              <a:rPr lang="zh-CN" altLang="en-US" sz="2400" dirty="0"/>
              <a:t>不使用的时候关闭三态门，使之处于高阻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1.</a:t>
            </a:r>
            <a:r>
              <a:rPr lang="zh-CN" altLang="en-US" sz="4000"/>
              <a:t>数据和地址引脚</a:t>
            </a:r>
            <a:r>
              <a:rPr lang="en-US" altLang="zh-CN" sz="4000"/>
              <a:t>——</a:t>
            </a:r>
            <a:r>
              <a:rPr lang="zh-CN" altLang="en-US" sz="4000"/>
              <a:t>三态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 bwMode="auto">
          <a:xfrm>
            <a:off x="4143375" y="1500188"/>
            <a:ext cx="4608513" cy="576262"/>
          </a:xfrm>
          <a:prstGeom prst="rect">
            <a:avLst/>
          </a:prstGeom>
          <a:solidFill>
            <a:schemeClr val="bg1"/>
          </a:solidFill>
          <a:ln w="57150" cap="flat" cmpd="thinThick">
            <a:solidFill>
              <a:srgbClr val="006600"/>
            </a:solidFill>
            <a:miter lim="800000"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+mn-ea"/>
              </a:rPr>
              <a:t>具有单向导通和三态的特性</a:t>
            </a:r>
          </a:p>
        </p:txBody>
      </p:sp>
      <p:sp>
        <p:nvSpPr>
          <p:cNvPr id="13316" name="Text Box 1030"/>
          <p:cNvSpPr txBox="1">
            <a:spLocks noChangeArrowheads="1"/>
          </p:cNvSpPr>
          <p:nvPr/>
        </p:nvSpPr>
        <p:spPr bwMode="auto">
          <a:xfrm>
            <a:off x="4876800" y="2136775"/>
            <a:ext cx="379888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latin typeface="Times New Roman" panose="02020603050405020304" pitchFamily="18" charset="0"/>
              </a:rPr>
              <a:t>为低平时：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输出为高阻抗（三态）</a:t>
            </a: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latin typeface="Times New Roman" panose="02020603050405020304" pitchFamily="18" charset="0"/>
              </a:rPr>
              <a:t>为高电平时：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输出为输入的反相</a:t>
            </a:r>
          </a:p>
        </p:txBody>
      </p:sp>
      <p:grpSp>
        <p:nvGrpSpPr>
          <p:cNvPr id="13317" name="Group 1031"/>
          <p:cNvGrpSpPr/>
          <p:nvPr/>
        </p:nvGrpSpPr>
        <p:grpSpPr bwMode="auto">
          <a:xfrm>
            <a:off x="914400" y="2212975"/>
            <a:ext cx="3671888" cy="1936750"/>
            <a:chOff x="3157" y="2256"/>
            <a:chExt cx="2313" cy="1220"/>
          </a:xfrm>
        </p:grpSpPr>
        <p:sp>
          <p:nvSpPr>
            <p:cNvPr id="13352" name="AutoShape 1032"/>
            <p:cNvSpPr>
              <a:spLocks noChangeArrowheads="1"/>
            </p:cNvSpPr>
            <p:nvPr/>
          </p:nvSpPr>
          <p:spPr bwMode="auto">
            <a:xfrm rot="5400000">
              <a:off x="3927" y="2328"/>
              <a:ext cx="720" cy="576"/>
            </a:xfrm>
            <a:prstGeom prst="flowChartExtra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3" name="AutoShape 1033"/>
            <p:cNvSpPr>
              <a:spLocks noChangeArrowheads="1"/>
            </p:cNvSpPr>
            <p:nvPr/>
          </p:nvSpPr>
          <p:spPr bwMode="auto">
            <a:xfrm>
              <a:off x="4575" y="2592"/>
              <a:ext cx="96" cy="96"/>
            </a:xfrm>
            <a:prstGeom prst="flowChartConnector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4" name="Line 1034"/>
            <p:cNvSpPr>
              <a:spLocks noChangeShapeType="1"/>
            </p:cNvSpPr>
            <p:nvPr/>
          </p:nvSpPr>
          <p:spPr bwMode="auto">
            <a:xfrm>
              <a:off x="3423" y="2640"/>
              <a:ext cx="57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55" name="Line 1035"/>
            <p:cNvSpPr>
              <a:spLocks noChangeShapeType="1"/>
            </p:cNvSpPr>
            <p:nvPr/>
          </p:nvSpPr>
          <p:spPr bwMode="auto">
            <a:xfrm>
              <a:off x="3471" y="3312"/>
              <a:ext cx="86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56" name="Line 1036"/>
            <p:cNvSpPr>
              <a:spLocks noChangeShapeType="1"/>
            </p:cNvSpPr>
            <p:nvPr/>
          </p:nvSpPr>
          <p:spPr bwMode="auto">
            <a:xfrm flipV="1">
              <a:off x="4335" y="2784"/>
              <a:ext cx="0" cy="52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57" name="Line 1037"/>
            <p:cNvSpPr>
              <a:spLocks noChangeShapeType="1"/>
            </p:cNvSpPr>
            <p:nvPr/>
          </p:nvSpPr>
          <p:spPr bwMode="auto">
            <a:xfrm>
              <a:off x="4671" y="2640"/>
              <a:ext cx="57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58" name="Text Box 1038"/>
            <p:cNvSpPr txBox="1">
              <a:spLocks noChangeArrowheads="1"/>
            </p:cNvSpPr>
            <p:nvPr/>
          </p:nvSpPr>
          <p:spPr bwMode="auto">
            <a:xfrm>
              <a:off x="3174" y="3149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3359" name="Text Box 1039"/>
            <p:cNvSpPr txBox="1">
              <a:spLocks noChangeArrowheads="1"/>
            </p:cNvSpPr>
            <p:nvPr/>
          </p:nvSpPr>
          <p:spPr bwMode="auto">
            <a:xfrm>
              <a:off x="3157" y="2477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360" name="Text Box 1040"/>
            <p:cNvSpPr txBox="1">
              <a:spLocks noChangeArrowheads="1"/>
            </p:cNvSpPr>
            <p:nvPr/>
          </p:nvSpPr>
          <p:spPr bwMode="auto">
            <a:xfrm>
              <a:off x="5217" y="2477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3318" name="Group 1043"/>
          <p:cNvGrpSpPr/>
          <p:nvPr/>
        </p:nvGrpSpPr>
        <p:grpSpPr bwMode="auto">
          <a:xfrm>
            <a:off x="1295400" y="5791200"/>
            <a:ext cx="3530600" cy="457200"/>
            <a:chOff x="2496" y="3120"/>
            <a:chExt cx="2224" cy="288"/>
          </a:xfrm>
        </p:grpSpPr>
        <p:sp>
          <p:nvSpPr>
            <p:cNvPr id="13350" name="AutoShape 1041"/>
            <p:cNvSpPr>
              <a:spLocks noChangeArrowheads="1"/>
            </p:cNvSpPr>
            <p:nvPr/>
          </p:nvSpPr>
          <p:spPr bwMode="auto">
            <a:xfrm>
              <a:off x="2496" y="3216"/>
              <a:ext cx="96" cy="96"/>
            </a:xfrm>
            <a:prstGeom prst="flowChartConnector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1" name="Text Box 1042"/>
            <p:cNvSpPr txBox="1">
              <a:spLocks noChangeArrowheads="1"/>
            </p:cNvSpPr>
            <p:nvPr/>
          </p:nvSpPr>
          <p:spPr bwMode="auto">
            <a:xfrm>
              <a:off x="2684" y="3120"/>
              <a:ext cx="20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latin typeface="Times New Roman" panose="02020603050405020304" pitchFamily="18" charset="0"/>
                </a:rPr>
                <a:t>表示反相或低电平有效</a:t>
              </a:r>
            </a:p>
          </p:txBody>
        </p:sp>
      </p:grpSp>
      <p:sp>
        <p:nvSpPr>
          <p:cNvPr id="13319" name="矩形 18"/>
          <p:cNvSpPr>
            <a:spLocks noChangeArrowheads="1"/>
          </p:cNvSpPr>
          <p:nvPr/>
        </p:nvSpPr>
        <p:spPr bwMode="auto">
          <a:xfrm>
            <a:off x="357188" y="1571625"/>
            <a:ext cx="3278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三态缓冲器（三态门）</a:t>
            </a:r>
          </a:p>
        </p:txBody>
      </p:sp>
      <p:grpSp>
        <p:nvGrpSpPr>
          <p:cNvPr id="5" name="Group 20"/>
          <p:cNvGrpSpPr/>
          <p:nvPr/>
        </p:nvGrpSpPr>
        <p:grpSpPr bwMode="auto">
          <a:xfrm>
            <a:off x="609600" y="4548188"/>
            <a:ext cx="8083550" cy="1112837"/>
            <a:chOff x="384" y="2640"/>
            <a:chExt cx="5092" cy="701"/>
          </a:xfrm>
        </p:grpSpPr>
        <p:sp>
          <p:nvSpPr>
            <p:cNvPr id="13323" name="AutoShape 21"/>
            <p:cNvSpPr>
              <a:spLocks noChangeArrowheads="1"/>
            </p:cNvSpPr>
            <p:nvPr/>
          </p:nvSpPr>
          <p:spPr bwMode="auto">
            <a:xfrm rot="5400000">
              <a:off x="905" y="2657"/>
              <a:ext cx="340" cy="328"/>
            </a:xfrm>
            <a:prstGeom prst="flowChartExtra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24" name="Line 22"/>
            <p:cNvSpPr>
              <a:spLocks noChangeShapeType="1"/>
            </p:cNvSpPr>
            <p:nvPr/>
          </p:nvSpPr>
          <p:spPr bwMode="auto">
            <a:xfrm>
              <a:off x="584" y="2832"/>
              <a:ext cx="32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25" name="Line 23"/>
            <p:cNvSpPr>
              <a:spLocks noChangeShapeType="1"/>
            </p:cNvSpPr>
            <p:nvPr/>
          </p:nvSpPr>
          <p:spPr bwMode="auto">
            <a:xfrm>
              <a:off x="611" y="3150"/>
              <a:ext cx="491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26" name="Line 24"/>
            <p:cNvSpPr>
              <a:spLocks noChangeShapeType="1"/>
            </p:cNvSpPr>
            <p:nvPr/>
          </p:nvSpPr>
          <p:spPr bwMode="auto">
            <a:xfrm flipV="1">
              <a:off x="1102" y="2900"/>
              <a:ext cx="0" cy="2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27" name="Line 25"/>
            <p:cNvSpPr>
              <a:spLocks noChangeShapeType="1"/>
            </p:cNvSpPr>
            <p:nvPr/>
          </p:nvSpPr>
          <p:spPr bwMode="auto">
            <a:xfrm>
              <a:off x="1251" y="2832"/>
              <a:ext cx="32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28" name="Text Box 26"/>
            <p:cNvSpPr txBox="1">
              <a:spLocks noChangeArrowheads="1"/>
            </p:cNvSpPr>
            <p:nvPr/>
          </p:nvSpPr>
          <p:spPr bwMode="auto">
            <a:xfrm>
              <a:off x="396" y="3007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3329" name="Text Box 27"/>
            <p:cNvSpPr txBox="1">
              <a:spLocks noChangeArrowheads="1"/>
            </p:cNvSpPr>
            <p:nvPr/>
          </p:nvSpPr>
          <p:spPr bwMode="auto">
            <a:xfrm>
              <a:off x="384" y="2689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330" name="Text Box 28"/>
            <p:cNvSpPr txBox="1">
              <a:spLocks noChangeArrowheads="1"/>
            </p:cNvSpPr>
            <p:nvPr/>
          </p:nvSpPr>
          <p:spPr bwMode="auto">
            <a:xfrm>
              <a:off x="1560" y="2689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3331" name="AutoShape 29"/>
            <p:cNvSpPr>
              <a:spLocks noChangeArrowheads="1"/>
            </p:cNvSpPr>
            <p:nvPr/>
          </p:nvSpPr>
          <p:spPr bwMode="auto">
            <a:xfrm rot="5400000">
              <a:off x="2718" y="2646"/>
              <a:ext cx="340" cy="328"/>
            </a:xfrm>
            <a:prstGeom prst="flowChartExtra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2" name="AutoShape 30"/>
            <p:cNvSpPr>
              <a:spLocks noChangeArrowheads="1"/>
            </p:cNvSpPr>
            <p:nvPr/>
          </p:nvSpPr>
          <p:spPr bwMode="auto">
            <a:xfrm>
              <a:off x="3052" y="2799"/>
              <a:ext cx="54" cy="45"/>
            </a:xfrm>
            <a:prstGeom prst="flowChartConnector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3" name="Line 31"/>
            <p:cNvSpPr>
              <a:spLocks noChangeShapeType="1"/>
            </p:cNvSpPr>
            <p:nvPr/>
          </p:nvSpPr>
          <p:spPr bwMode="auto">
            <a:xfrm>
              <a:off x="2397" y="2821"/>
              <a:ext cx="32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4" name="Line 32"/>
            <p:cNvSpPr>
              <a:spLocks noChangeShapeType="1"/>
            </p:cNvSpPr>
            <p:nvPr/>
          </p:nvSpPr>
          <p:spPr bwMode="auto">
            <a:xfrm>
              <a:off x="2424" y="3139"/>
              <a:ext cx="491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5" name="Line 33"/>
            <p:cNvSpPr>
              <a:spLocks noChangeShapeType="1"/>
            </p:cNvSpPr>
            <p:nvPr/>
          </p:nvSpPr>
          <p:spPr bwMode="auto">
            <a:xfrm flipV="1">
              <a:off x="2915" y="2890"/>
              <a:ext cx="0" cy="249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6" name="Line 34"/>
            <p:cNvSpPr>
              <a:spLocks noChangeShapeType="1"/>
            </p:cNvSpPr>
            <p:nvPr/>
          </p:nvSpPr>
          <p:spPr bwMode="auto">
            <a:xfrm>
              <a:off x="3106" y="2821"/>
              <a:ext cx="329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7" name="Text Box 35"/>
            <p:cNvSpPr txBox="1">
              <a:spLocks noChangeArrowheads="1"/>
            </p:cNvSpPr>
            <p:nvPr/>
          </p:nvSpPr>
          <p:spPr bwMode="auto">
            <a:xfrm>
              <a:off x="2209" y="29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3338" name="Text Box 36"/>
            <p:cNvSpPr txBox="1">
              <a:spLocks noChangeArrowheads="1"/>
            </p:cNvSpPr>
            <p:nvPr/>
          </p:nvSpPr>
          <p:spPr bwMode="auto">
            <a:xfrm>
              <a:off x="2199" y="267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339" name="Text Box 37"/>
            <p:cNvSpPr txBox="1">
              <a:spLocks noChangeArrowheads="1"/>
            </p:cNvSpPr>
            <p:nvPr/>
          </p:nvSpPr>
          <p:spPr bwMode="auto">
            <a:xfrm>
              <a:off x="3373" y="2678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3340" name="AutoShape 38"/>
            <p:cNvSpPr>
              <a:spLocks noChangeArrowheads="1"/>
            </p:cNvSpPr>
            <p:nvPr/>
          </p:nvSpPr>
          <p:spPr bwMode="auto">
            <a:xfrm>
              <a:off x="2907" y="2880"/>
              <a:ext cx="54" cy="45"/>
            </a:xfrm>
            <a:prstGeom prst="flowChartConnector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41" name="AutoShape 39"/>
            <p:cNvSpPr>
              <a:spLocks noChangeArrowheads="1"/>
            </p:cNvSpPr>
            <p:nvPr/>
          </p:nvSpPr>
          <p:spPr bwMode="auto">
            <a:xfrm rot="5400000">
              <a:off x="4587" y="2704"/>
              <a:ext cx="341" cy="328"/>
            </a:xfrm>
            <a:prstGeom prst="flowChartExtra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42" name="Line 40"/>
            <p:cNvSpPr>
              <a:spLocks noChangeShapeType="1"/>
            </p:cNvSpPr>
            <p:nvPr/>
          </p:nvSpPr>
          <p:spPr bwMode="auto">
            <a:xfrm>
              <a:off x="4267" y="2879"/>
              <a:ext cx="32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43" name="Line 41"/>
            <p:cNvSpPr>
              <a:spLocks noChangeShapeType="1"/>
            </p:cNvSpPr>
            <p:nvPr/>
          </p:nvSpPr>
          <p:spPr bwMode="auto">
            <a:xfrm>
              <a:off x="4294" y="3196"/>
              <a:ext cx="491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44" name="Line 42"/>
            <p:cNvSpPr>
              <a:spLocks noChangeShapeType="1"/>
            </p:cNvSpPr>
            <p:nvPr/>
          </p:nvSpPr>
          <p:spPr bwMode="auto">
            <a:xfrm flipV="1">
              <a:off x="4785" y="2947"/>
              <a:ext cx="0" cy="249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45" name="Line 43"/>
            <p:cNvSpPr>
              <a:spLocks noChangeShapeType="1"/>
            </p:cNvSpPr>
            <p:nvPr/>
          </p:nvSpPr>
          <p:spPr bwMode="auto">
            <a:xfrm>
              <a:off x="4944" y="2879"/>
              <a:ext cx="329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46" name="Text Box 44"/>
            <p:cNvSpPr txBox="1">
              <a:spLocks noChangeArrowheads="1"/>
            </p:cNvSpPr>
            <p:nvPr/>
          </p:nvSpPr>
          <p:spPr bwMode="auto">
            <a:xfrm>
              <a:off x="4078" y="305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3347" name="Text Box 45"/>
            <p:cNvSpPr txBox="1">
              <a:spLocks noChangeArrowheads="1"/>
            </p:cNvSpPr>
            <p:nvPr/>
          </p:nvSpPr>
          <p:spPr bwMode="auto">
            <a:xfrm>
              <a:off x="4069" y="273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348" name="Text Box 46"/>
            <p:cNvSpPr txBox="1">
              <a:spLocks noChangeArrowheads="1"/>
            </p:cNvSpPr>
            <p:nvPr/>
          </p:nvSpPr>
          <p:spPr bwMode="auto">
            <a:xfrm>
              <a:off x="5243" y="273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3349" name="AutoShape 47"/>
            <p:cNvSpPr>
              <a:spLocks noChangeArrowheads="1"/>
            </p:cNvSpPr>
            <p:nvPr/>
          </p:nvSpPr>
          <p:spPr bwMode="auto">
            <a:xfrm>
              <a:off x="4771" y="2940"/>
              <a:ext cx="54" cy="45"/>
            </a:xfrm>
            <a:prstGeom prst="flowChartConnector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321" name="TextBox 49"/>
          <p:cNvSpPr txBox="1">
            <a:spLocks noChangeArrowheads="1"/>
          </p:cNvSpPr>
          <p:nvPr/>
        </p:nvSpPr>
        <p:spPr bwMode="auto">
          <a:xfrm>
            <a:off x="857250" y="22860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引脚内</a:t>
            </a:r>
          </a:p>
        </p:txBody>
      </p:sp>
      <p:sp>
        <p:nvSpPr>
          <p:cNvPr id="13322" name="TextBox 50"/>
          <p:cNvSpPr txBox="1">
            <a:spLocks noChangeArrowheads="1"/>
          </p:cNvSpPr>
          <p:nvPr/>
        </p:nvSpPr>
        <p:spPr bwMode="auto">
          <a:xfrm>
            <a:off x="3857625" y="22860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引脚外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2B74C62-9FF4-4F5F-9063-231D9F058944}"/>
                  </a:ext>
                </a:extLst>
              </p14:cNvPr>
              <p14:cNvContentPartPr/>
              <p14:nvPr/>
            </p14:nvContentPartPr>
            <p14:xfrm>
              <a:off x="4668982" y="4922732"/>
              <a:ext cx="385920" cy="187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2B74C62-9FF4-4F5F-9063-231D9F0589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2862" y="4916612"/>
                <a:ext cx="3981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70F9469-6C5B-FA76-D7CE-CE68E54E58A4}"/>
                  </a:ext>
                </a:extLst>
              </p14:cNvPr>
              <p14:cNvContentPartPr/>
              <p14:nvPr/>
            </p14:nvContentPartPr>
            <p14:xfrm>
              <a:off x="4471342" y="4686932"/>
              <a:ext cx="626760" cy="4248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70F9469-6C5B-FA76-D7CE-CE68E54E58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5222" y="4680812"/>
                <a:ext cx="639000" cy="43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E1E74ED7-EFD4-B706-B3E8-F77533A88C99}"/>
              </a:ext>
            </a:extLst>
          </p:cNvPr>
          <p:cNvGrpSpPr/>
          <p:nvPr/>
        </p:nvGrpSpPr>
        <p:grpSpPr>
          <a:xfrm>
            <a:off x="5006302" y="1935092"/>
            <a:ext cx="1315440" cy="124920"/>
            <a:chOff x="5006302" y="1935092"/>
            <a:chExt cx="1315440" cy="12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55B05206-9ACB-3EDF-A3B9-899829FD8188}"/>
                    </a:ext>
                  </a:extLst>
                </p14:cNvPr>
                <p14:cNvContentPartPr/>
                <p14:nvPr/>
              </p14:nvContentPartPr>
              <p14:xfrm>
                <a:off x="5006302" y="1935092"/>
                <a:ext cx="1315440" cy="10080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55B05206-9ACB-3EDF-A3B9-899829FD81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00182" y="1928972"/>
                  <a:ext cx="1327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F5EE0E08-48FE-8487-3C8A-1A182A8DA559}"/>
                    </a:ext>
                  </a:extLst>
                </p14:cNvPr>
                <p14:cNvContentPartPr/>
                <p14:nvPr/>
              </p14:nvContentPartPr>
              <p14:xfrm>
                <a:off x="5014582" y="1977572"/>
                <a:ext cx="1218600" cy="8244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F5EE0E08-48FE-8487-3C8A-1A182A8DA55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08462" y="1971452"/>
                  <a:ext cx="1230840" cy="94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1.</a:t>
            </a:r>
            <a:r>
              <a:rPr lang="zh-CN" altLang="en-US" sz="4000"/>
              <a:t>数据和地址引脚</a:t>
            </a:r>
            <a:r>
              <a:rPr lang="en-US" altLang="zh-CN" sz="4000"/>
              <a:t>——</a:t>
            </a:r>
            <a:r>
              <a:rPr lang="zh-CN" altLang="en-US" sz="4000"/>
              <a:t>三态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 bwMode="auto">
          <a:xfrm>
            <a:off x="4249738" y="1462088"/>
            <a:ext cx="4608512" cy="576262"/>
          </a:xfrm>
          <a:prstGeom prst="rect">
            <a:avLst/>
          </a:prstGeom>
          <a:solidFill>
            <a:schemeClr val="bg1"/>
          </a:solidFill>
          <a:ln w="57150" cap="flat" cmpd="thinThick">
            <a:solidFill>
              <a:srgbClr val="006600"/>
            </a:solidFill>
            <a:miter lim="800000"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>
                <a:latin typeface="Times New Roman" panose="02020603050405020304" pitchFamily="18" charset="0"/>
                <a:ea typeface="+mn-ea"/>
              </a:rPr>
              <a:t>具有双向导通和三态的特性</a:t>
            </a:r>
          </a:p>
        </p:txBody>
      </p:sp>
      <p:grpSp>
        <p:nvGrpSpPr>
          <p:cNvPr id="14340" name="Group 1105"/>
          <p:cNvGrpSpPr/>
          <p:nvPr/>
        </p:nvGrpSpPr>
        <p:grpSpPr bwMode="auto">
          <a:xfrm>
            <a:off x="411163" y="2328863"/>
            <a:ext cx="7388225" cy="3886200"/>
            <a:chOff x="242" y="1152"/>
            <a:chExt cx="4654" cy="2448"/>
          </a:xfrm>
        </p:grpSpPr>
        <p:sp>
          <p:nvSpPr>
            <p:cNvPr id="14345" name="AutoShape 1032"/>
            <p:cNvSpPr>
              <a:spLocks noChangeArrowheads="1"/>
            </p:cNvSpPr>
            <p:nvPr/>
          </p:nvSpPr>
          <p:spPr bwMode="auto">
            <a:xfrm rot="5400000">
              <a:off x="2306" y="1224"/>
              <a:ext cx="720" cy="576"/>
            </a:xfrm>
            <a:prstGeom prst="flowChartExtra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46" name="Line 1034"/>
            <p:cNvSpPr>
              <a:spLocks noChangeShapeType="1"/>
            </p:cNvSpPr>
            <p:nvPr/>
          </p:nvSpPr>
          <p:spPr bwMode="auto">
            <a:xfrm>
              <a:off x="1152" y="1521"/>
              <a:ext cx="122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7" name="Line 1036"/>
            <p:cNvSpPr>
              <a:spLocks noChangeShapeType="1"/>
            </p:cNvSpPr>
            <p:nvPr/>
          </p:nvSpPr>
          <p:spPr bwMode="auto">
            <a:xfrm flipV="1">
              <a:off x="2640" y="1695"/>
              <a:ext cx="0" cy="993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8" name="Line 1037"/>
            <p:cNvSpPr>
              <a:spLocks noChangeShapeType="1"/>
            </p:cNvSpPr>
            <p:nvPr/>
          </p:nvSpPr>
          <p:spPr bwMode="auto">
            <a:xfrm>
              <a:off x="2976" y="1521"/>
              <a:ext cx="144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9" name="Text Box 1039"/>
            <p:cNvSpPr txBox="1">
              <a:spLocks noChangeArrowheads="1"/>
            </p:cNvSpPr>
            <p:nvPr/>
          </p:nvSpPr>
          <p:spPr bwMode="auto">
            <a:xfrm>
              <a:off x="682" y="1344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350" name="Text Box 1040"/>
            <p:cNvSpPr txBox="1">
              <a:spLocks noChangeArrowheads="1"/>
            </p:cNvSpPr>
            <p:nvPr/>
          </p:nvSpPr>
          <p:spPr bwMode="auto">
            <a:xfrm>
              <a:off x="4631" y="1344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351" name="AutoShape 1073"/>
            <p:cNvSpPr>
              <a:spLocks noChangeArrowheads="1"/>
            </p:cNvSpPr>
            <p:nvPr/>
          </p:nvSpPr>
          <p:spPr bwMode="auto">
            <a:xfrm rot="16200000" flipH="1">
              <a:off x="2808" y="1752"/>
              <a:ext cx="720" cy="576"/>
            </a:xfrm>
            <a:prstGeom prst="flowChartExtra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2" name="Line 1074"/>
            <p:cNvSpPr>
              <a:spLocks noChangeShapeType="1"/>
            </p:cNvSpPr>
            <p:nvPr/>
          </p:nvSpPr>
          <p:spPr bwMode="auto">
            <a:xfrm flipH="1">
              <a:off x="1632" y="2049"/>
              <a:ext cx="124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3" name="Line 1076"/>
            <p:cNvSpPr>
              <a:spLocks noChangeShapeType="1"/>
            </p:cNvSpPr>
            <p:nvPr/>
          </p:nvSpPr>
          <p:spPr bwMode="auto">
            <a:xfrm flipH="1" flipV="1">
              <a:off x="3921" y="1521"/>
              <a:ext cx="0" cy="52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4" name="Line 1077"/>
            <p:cNvSpPr>
              <a:spLocks noChangeShapeType="1"/>
            </p:cNvSpPr>
            <p:nvPr/>
          </p:nvSpPr>
          <p:spPr bwMode="auto">
            <a:xfrm flipH="1">
              <a:off x="3463" y="2049"/>
              <a:ext cx="45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5" name="Text Box 1078"/>
            <p:cNvSpPr txBox="1">
              <a:spLocks noChangeArrowheads="1"/>
            </p:cNvSpPr>
            <p:nvPr/>
          </p:nvSpPr>
          <p:spPr bwMode="auto">
            <a:xfrm flipH="1">
              <a:off x="384" y="2400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4356" name="Text Box 1080"/>
            <p:cNvSpPr txBox="1">
              <a:spLocks noChangeArrowheads="1"/>
            </p:cNvSpPr>
            <p:nvPr/>
          </p:nvSpPr>
          <p:spPr bwMode="auto">
            <a:xfrm flipH="1">
              <a:off x="242" y="3273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OE*</a:t>
              </a:r>
            </a:p>
          </p:txBody>
        </p:sp>
        <p:sp>
          <p:nvSpPr>
            <p:cNvPr id="14357" name="Line 1081"/>
            <p:cNvSpPr>
              <a:spLocks noChangeShapeType="1"/>
            </p:cNvSpPr>
            <p:nvPr/>
          </p:nvSpPr>
          <p:spPr bwMode="auto">
            <a:xfrm flipH="1" flipV="1">
              <a:off x="1632" y="1521"/>
              <a:ext cx="0" cy="52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8" name="AutoShape 1082"/>
            <p:cNvSpPr>
              <a:spLocks noChangeArrowheads="1"/>
            </p:cNvSpPr>
            <p:nvPr/>
          </p:nvSpPr>
          <p:spPr bwMode="auto">
            <a:xfrm>
              <a:off x="1632" y="2400"/>
              <a:ext cx="528" cy="576"/>
            </a:xfrm>
            <a:prstGeom prst="flowChartDelay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9" name="Line 1083"/>
            <p:cNvSpPr>
              <a:spLocks noChangeShapeType="1"/>
            </p:cNvSpPr>
            <p:nvPr/>
          </p:nvSpPr>
          <p:spPr bwMode="auto">
            <a:xfrm>
              <a:off x="816" y="2544"/>
              <a:ext cx="81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0" name="Line 1084"/>
            <p:cNvSpPr>
              <a:spLocks noChangeShapeType="1"/>
            </p:cNvSpPr>
            <p:nvPr/>
          </p:nvSpPr>
          <p:spPr bwMode="auto">
            <a:xfrm>
              <a:off x="1392" y="2832"/>
              <a:ext cx="14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1" name="Line 1085"/>
            <p:cNvSpPr>
              <a:spLocks noChangeShapeType="1"/>
            </p:cNvSpPr>
            <p:nvPr/>
          </p:nvSpPr>
          <p:spPr bwMode="auto">
            <a:xfrm>
              <a:off x="2160" y="2688"/>
              <a:ext cx="48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2" name="AutoShape 1090"/>
            <p:cNvSpPr>
              <a:spLocks noChangeArrowheads="1"/>
            </p:cNvSpPr>
            <p:nvPr/>
          </p:nvSpPr>
          <p:spPr bwMode="auto">
            <a:xfrm>
              <a:off x="1536" y="2787"/>
              <a:ext cx="96" cy="96"/>
            </a:xfrm>
            <a:prstGeom prst="flowChartConnector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3" name="AutoShape 1091"/>
            <p:cNvSpPr>
              <a:spLocks noChangeArrowheads="1"/>
            </p:cNvSpPr>
            <p:nvPr/>
          </p:nvSpPr>
          <p:spPr bwMode="auto">
            <a:xfrm>
              <a:off x="1167" y="2529"/>
              <a:ext cx="48" cy="48"/>
            </a:xfrm>
            <a:prstGeom prst="flowChartConnector">
              <a:avLst/>
            </a:prstGeom>
            <a:solidFill>
              <a:schemeClr val="tx2"/>
            </a:solidFill>
            <a:ln w="28575">
              <a:solidFill>
                <a:schemeClr val="tx2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4" name="AutoShape 1092"/>
            <p:cNvSpPr>
              <a:spLocks noChangeArrowheads="1"/>
            </p:cNvSpPr>
            <p:nvPr/>
          </p:nvSpPr>
          <p:spPr bwMode="auto">
            <a:xfrm>
              <a:off x="3903" y="1503"/>
              <a:ext cx="48" cy="48"/>
            </a:xfrm>
            <a:prstGeom prst="flowChartConnector">
              <a:avLst/>
            </a:prstGeom>
            <a:solidFill>
              <a:schemeClr val="tx2"/>
            </a:solidFill>
            <a:ln w="28575">
              <a:solidFill>
                <a:schemeClr val="tx2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5" name="AutoShape 1093"/>
            <p:cNvSpPr>
              <a:spLocks noChangeArrowheads="1"/>
            </p:cNvSpPr>
            <p:nvPr/>
          </p:nvSpPr>
          <p:spPr bwMode="auto">
            <a:xfrm>
              <a:off x="1614" y="1503"/>
              <a:ext cx="48" cy="48"/>
            </a:xfrm>
            <a:prstGeom prst="flowChartConnector">
              <a:avLst/>
            </a:prstGeom>
            <a:solidFill>
              <a:schemeClr val="tx2"/>
            </a:solidFill>
            <a:ln w="28575">
              <a:solidFill>
                <a:schemeClr val="tx2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6" name="AutoShape 1094"/>
            <p:cNvSpPr>
              <a:spLocks noChangeArrowheads="1"/>
            </p:cNvSpPr>
            <p:nvPr/>
          </p:nvSpPr>
          <p:spPr bwMode="auto">
            <a:xfrm>
              <a:off x="1632" y="3024"/>
              <a:ext cx="528" cy="576"/>
            </a:xfrm>
            <a:prstGeom prst="flowChartDelay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7" name="Line 1096"/>
            <p:cNvSpPr>
              <a:spLocks noChangeShapeType="1"/>
            </p:cNvSpPr>
            <p:nvPr/>
          </p:nvSpPr>
          <p:spPr bwMode="auto">
            <a:xfrm>
              <a:off x="816" y="3456"/>
              <a:ext cx="72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8" name="Line 1097"/>
            <p:cNvSpPr>
              <a:spLocks noChangeShapeType="1"/>
            </p:cNvSpPr>
            <p:nvPr/>
          </p:nvSpPr>
          <p:spPr bwMode="auto">
            <a:xfrm>
              <a:off x="2160" y="3312"/>
              <a:ext cx="100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9" name="AutoShape 1098"/>
            <p:cNvSpPr>
              <a:spLocks noChangeArrowheads="1"/>
            </p:cNvSpPr>
            <p:nvPr/>
          </p:nvSpPr>
          <p:spPr bwMode="auto">
            <a:xfrm>
              <a:off x="1536" y="3411"/>
              <a:ext cx="96" cy="96"/>
            </a:xfrm>
            <a:prstGeom prst="flowChartConnector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70" name="Line 1099"/>
            <p:cNvSpPr>
              <a:spLocks noChangeShapeType="1"/>
            </p:cNvSpPr>
            <p:nvPr/>
          </p:nvSpPr>
          <p:spPr bwMode="auto">
            <a:xfrm>
              <a:off x="1200" y="3153"/>
              <a:ext cx="3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1" name="AutoShape 1100"/>
            <p:cNvSpPr>
              <a:spLocks noChangeArrowheads="1"/>
            </p:cNvSpPr>
            <p:nvPr/>
          </p:nvSpPr>
          <p:spPr bwMode="auto">
            <a:xfrm>
              <a:off x="1536" y="3108"/>
              <a:ext cx="96" cy="96"/>
            </a:xfrm>
            <a:prstGeom prst="flowChartConnector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72" name="Line 1101"/>
            <p:cNvSpPr>
              <a:spLocks noChangeShapeType="1"/>
            </p:cNvSpPr>
            <p:nvPr/>
          </p:nvSpPr>
          <p:spPr bwMode="auto">
            <a:xfrm flipH="1" flipV="1">
              <a:off x="1392" y="2832"/>
              <a:ext cx="0" cy="62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3" name="AutoShape 1102"/>
            <p:cNvSpPr>
              <a:spLocks noChangeArrowheads="1"/>
            </p:cNvSpPr>
            <p:nvPr/>
          </p:nvSpPr>
          <p:spPr bwMode="auto">
            <a:xfrm>
              <a:off x="1377" y="3426"/>
              <a:ext cx="48" cy="48"/>
            </a:xfrm>
            <a:prstGeom prst="flowChartConnector">
              <a:avLst/>
            </a:prstGeom>
            <a:solidFill>
              <a:schemeClr val="tx2"/>
            </a:solidFill>
            <a:ln w="28575">
              <a:solidFill>
                <a:schemeClr val="tx2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74" name="Line 1103"/>
            <p:cNvSpPr>
              <a:spLocks noChangeShapeType="1"/>
            </p:cNvSpPr>
            <p:nvPr/>
          </p:nvSpPr>
          <p:spPr bwMode="auto">
            <a:xfrm flipH="1" flipV="1">
              <a:off x="1200" y="2544"/>
              <a:ext cx="0" cy="609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5" name="Line 1104"/>
            <p:cNvSpPr>
              <a:spLocks noChangeShapeType="1"/>
            </p:cNvSpPr>
            <p:nvPr/>
          </p:nvSpPr>
          <p:spPr bwMode="auto">
            <a:xfrm flipV="1">
              <a:off x="3168" y="2208"/>
              <a:ext cx="0" cy="11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341" name="Text Box 1106"/>
          <p:cNvSpPr txBox="1">
            <a:spLocks noChangeArrowheads="1"/>
          </p:cNvSpPr>
          <p:nvPr/>
        </p:nvSpPr>
        <p:spPr bwMode="auto">
          <a:xfrm>
            <a:off x="5821363" y="4011613"/>
            <a:ext cx="2917825" cy="1809750"/>
          </a:xfrm>
          <a:prstGeom prst="rect">
            <a:avLst/>
          </a:prstGeom>
          <a:solidFill>
            <a:srgbClr val="CCECFF"/>
          </a:solidFill>
          <a:ln w="9525">
            <a:solidFill>
              <a:srgbClr val="0066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OE*</a:t>
            </a:r>
            <a:r>
              <a:rPr lang="zh-CN" altLang="en-US" sz="2800" b="1"/>
              <a:t>＝</a:t>
            </a:r>
            <a:r>
              <a:rPr lang="en-US" altLang="zh-CN" sz="2800" b="1"/>
              <a:t>0</a:t>
            </a:r>
            <a:r>
              <a:rPr lang="zh-CN" altLang="en-US" sz="2800" b="1"/>
              <a:t>，导通</a:t>
            </a:r>
          </a:p>
          <a:p>
            <a:pPr eaLnBrk="1" hangingPunct="1"/>
            <a:r>
              <a:rPr lang="zh-CN" altLang="en-US" sz="2800" b="1"/>
              <a:t>  </a:t>
            </a:r>
            <a:r>
              <a:rPr lang="en-US" altLang="zh-CN" sz="2800" b="1"/>
              <a:t>T</a:t>
            </a:r>
            <a:r>
              <a:rPr lang="zh-CN" altLang="en-US" sz="2800" b="1"/>
              <a:t>＝</a:t>
            </a:r>
            <a:r>
              <a:rPr lang="en-US" altLang="zh-CN" sz="2800" b="1"/>
              <a:t>1   A→B</a:t>
            </a:r>
          </a:p>
          <a:p>
            <a:pPr eaLnBrk="1" hangingPunct="1"/>
            <a:r>
              <a:rPr lang="en-US" altLang="zh-CN" sz="2800" b="1"/>
              <a:t>  T</a:t>
            </a:r>
            <a:r>
              <a:rPr lang="zh-CN" altLang="en-US" sz="2800" b="1"/>
              <a:t>＝</a:t>
            </a:r>
            <a:r>
              <a:rPr lang="en-US" altLang="zh-CN" sz="2800" b="1"/>
              <a:t>0   A←B</a:t>
            </a:r>
          </a:p>
          <a:p>
            <a:pPr eaLnBrk="1" hangingPunct="1"/>
            <a:r>
              <a:rPr lang="en-US" altLang="zh-CN" sz="2800" b="1"/>
              <a:t>OE*</a:t>
            </a:r>
            <a:r>
              <a:rPr lang="zh-CN" altLang="en-US" sz="2800" b="1"/>
              <a:t>＝</a:t>
            </a:r>
            <a:r>
              <a:rPr lang="en-US" altLang="zh-CN" sz="2800" b="1"/>
              <a:t>1</a:t>
            </a:r>
            <a:r>
              <a:rPr lang="zh-CN" altLang="en-US" sz="2800" b="1"/>
              <a:t>，不导通</a:t>
            </a:r>
          </a:p>
        </p:txBody>
      </p:sp>
      <p:sp>
        <p:nvSpPr>
          <p:cNvPr id="14342" name="TextBox 37"/>
          <p:cNvSpPr txBox="1">
            <a:spLocks noChangeArrowheads="1"/>
          </p:cNvSpPr>
          <p:nvPr/>
        </p:nvSpPr>
        <p:spPr bwMode="auto">
          <a:xfrm>
            <a:off x="857250" y="22860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引脚内</a:t>
            </a:r>
          </a:p>
        </p:txBody>
      </p:sp>
      <p:sp>
        <p:nvSpPr>
          <p:cNvPr id="14343" name="TextBox 38"/>
          <p:cNvSpPr txBox="1">
            <a:spLocks noChangeArrowheads="1"/>
          </p:cNvSpPr>
          <p:nvPr/>
        </p:nvSpPr>
        <p:spPr bwMode="auto">
          <a:xfrm>
            <a:off x="7143750" y="22860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引脚外</a:t>
            </a:r>
          </a:p>
        </p:txBody>
      </p:sp>
      <p:sp>
        <p:nvSpPr>
          <p:cNvPr id="14344" name="矩形 39"/>
          <p:cNvSpPr>
            <a:spLocks noChangeArrowheads="1"/>
          </p:cNvSpPr>
          <p:nvPr/>
        </p:nvSpPr>
        <p:spPr bwMode="auto">
          <a:xfrm>
            <a:off x="857250" y="1500188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双向三态缓冲器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B8F61BC-2870-CCFC-8310-47B8B13188EC}"/>
              </a:ext>
            </a:extLst>
          </p:cNvPr>
          <p:cNvGrpSpPr/>
          <p:nvPr/>
        </p:nvGrpSpPr>
        <p:grpSpPr>
          <a:xfrm>
            <a:off x="312622" y="4753892"/>
            <a:ext cx="1158840" cy="339840"/>
            <a:chOff x="312622" y="4753892"/>
            <a:chExt cx="115884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63A3D57B-5F14-448B-2BCA-78F22B01F306}"/>
                    </a:ext>
                  </a:extLst>
                </p14:cNvPr>
                <p14:cNvContentPartPr/>
                <p14:nvPr/>
              </p14:nvContentPartPr>
              <p14:xfrm>
                <a:off x="345382" y="4831652"/>
                <a:ext cx="46440" cy="43920"/>
              </p14:xfrm>
            </p:contentPart>
          </mc:Choice>
          <mc:Fallback xmlns=""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63A3D57B-5F14-448B-2BCA-78F22B01F3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9262" y="4825532"/>
                  <a:ext cx="58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5353DAE8-1238-9BA8-2E2D-CD125A5C6357}"/>
                    </a:ext>
                  </a:extLst>
                </p14:cNvPr>
                <p14:cNvContentPartPr/>
                <p14:nvPr/>
              </p14:nvContentPartPr>
              <p14:xfrm>
                <a:off x="312622" y="4812932"/>
                <a:ext cx="87480" cy="194760"/>
              </p14:xfrm>
            </p:contentPart>
          </mc:Choice>
          <mc:Fallback xmlns=""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5353DAE8-1238-9BA8-2E2D-CD125A5C63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6502" y="4806812"/>
                  <a:ext cx="99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8DFF00B3-3DDA-2EB1-7806-CC5125AFB6E0}"/>
                    </a:ext>
                  </a:extLst>
                </p14:cNvPr>
                <p14:cNvContentPartPr/>
                <p14:nvPr/>
              </p14:nvContentPartPr>
              <p14:xfrm>
                <a:off x="424582" y="4789532"/>
                <a:ext cx="13320" cy="2592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8DFF00B3-3DDA-2EB1-7806-CC5125AFB6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8462" y="4783412"/>
                  <a:ext cx="25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3E86EB58-9B1F-FE95-7FB4-517D4B0BAEF8}"/>
                    </a:ext>
                  </a:extLst>
                </p14:cNvPr>
                <p14:cNvContentPartPr/>
                <p14:nvPr/>
              </p14:nvContentPartPr>
              <p14:xfrm>
                <a:off x="402262" y="4850372"/>
                <a:ext cx="13320" cy="327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3E86EB58-9B1F-FE95-7FB4-517D4B0BAE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6142" y="4844252"/>
                  <a:ext cx="255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3778452F-F6DC-F5C1-B842-CC49097321A9}"/>
                    </a:ext>
                  </a:extLst>
                </p14:cNvPr>
                <p14:cNvContentPartPr/>
                <p14:nvPr/>
              </p14:nvContentPartPr>
              <p14:xfrm>
                <a:off x="414142" y="4821572"/>
                <a:ext cx="107640" cy="5472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3778452F-F6DC-F5C1-B842-CC49097321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8022" y="4815452"/>
                  <a:ext cx="119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30FEA3E0-D0C2-2CCB-2E90-EDB98D126571}"/>
                    </a:ext>
                  </a:extLst>
                </p14:cNvPr>
                <p14:cNvContentPartPr/>
                <p14:nvPr/>
              </p14:nvContentPartPr>
              <p14:xfrm>
                <a:off x="409822" y="4845332"/>
                <a:ext cx="33120" cy="6588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30FEA3E0-D0C2-2CCB-2E90-EDB98D1265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3702" y="4839212"/>
                  <a:ext cx="453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3369CCFA-94B6-1779-6394-9ACF0E55CA40}"/>
                    </a:ext>
                  </a:extLst>
                </p14:cNvPr>
                <p14:cNvContentPartPr/>
                <p14:nvPr/>
              </p14:nvContentPartPr>
              <p14:xfrm>
                <a:off x="449422" y="4873052"/>
                <a:ext cx="39240" cy="2088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3369CCFA-94B6-1779-6394-9ACF0E55CA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3302" y="4866932"/>
                  <a:ext cx="51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350FF8B1-4896-A29B-8715-A6E1904FA7D2}"/>
                    </a:ext>
                  </a:extLst>
                </p14:cNvPr>
                <p14:cNvContentPartPr/>
                <p14:nvPr/>
              </p14:nvContentPartPr>
              <p14:xfrm>
                <a:off x="437902" y="4910852"/>
                <a:ext cx="32040" cy="8964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350FF8B1-4896-A29B-8715-A6E1904FA7D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1782" y="4904732"/>
                  <a:ext cx="44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E4B35D7E-0A01-69E1-1560-E3D4E36C739F}"/>
                    </a:ext>
                  </a:extLst>
                </p14:cNvPr>
                <p14:cNvContentPartPr/>
                <p14:nvPr/>
              </p14:nvContentPartPr>
              <p14:xfrm>
                <a:off x="404422" y="4992572"/>
                <a:ext cx="200520" cy="2196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E4B35D7E-0A01-69E1-1560-E3D4E36C73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8302" y="4986452"/>
                  <a:ext cx="212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2D471108-3340-A0E0-116C-08AECDDA919D}"/>
                    </a:ext>
                  </a:extLst>
                </p14:cNvPr>
                <p14:cNvContentPartPr/>
                <p14:nvPr/>
              </p14:nvContentPartPr>
              <p14:xfrm>
                <a:off x="571462" y="4779812"/>
                <a:ext cx="77040" cy="17928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2D471108-3340-A0E0-116C-08AECDDA91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5342" y="4773692"/>
                  <a:ext cx="89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614A8D07-B869-1FA9-30E9-2773BD46258A}"/>
                    </a:ext>
                  </a:extLst>
                </p14:cNvPr>
                <p14:cNvContentPartPr/>
                <p14:nvPr/>
              </p14:nvContentPartPr>
              <p14:xfrm>
                <a:off x="593782" y="4903292"/>
                <a:ext cx="96480" cy="5364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614A8D07-B869-1FA9-30E9-2773BD4625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7662" y="4897172"/>
                  <a:ext cx="108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7659D714-5203-5FC1-15FE-591A685D3F8A}"/>
                    </a:ext>
                  </a:extLst>
                </p14:cNvPr>
                <p14:cNvContentPartPr/>
                <p14:nvPr/>
              </p14:nvContentPartPr>
              <p14:xfrm>
                <a:off x="601702" y="4838492"/>
                <a:ext cx="35640" cy="19404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7659D714-5203-5FC1-15FE-591A685D3F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5582" y="4832372"/>
                  <a:ext cx="478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E7CEBC43-A987-CD73-03FE-6C7A905DECAB}"/>
                    </a:ext>
                  </a:extLst>
                </p14:cNvPr>
                <p14:cNvContentPartPr/>
                <p14:nvPr/>
              </p14:nvContentPartPr>
              <p14:xfrm>
                <a:off x="671182" y="4851812"/>
                <a:ext cx="17280" cy="3888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E7CEBC43-A987-CD73-03FE-6C7A905DEC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5062" y="4845692"/>
                  <a:ext cx="29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698FB5C1-A1EC-1C5A-5703-5B17ACC5E109}"/>
                    </a:ext>
                  </a:extLst>
                </p14:cNvPr>
                <p14:cNvContentPartPr/>
                <p14:nvPr/>
              </p14:nvContentPartPr>
              <p14:xfrm>
                <a:off x="561742" y="4753892"/>
                <a:ext cx="173880" cy="33984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698FB5C1-A1EC-1C5A-5703-5B17ACC5E1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5622" y="4747772"/>
                  <a:ext cx="1861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EA66BDFB-3C59-6A31-D539-09931615D6C8}"/>
                    </a:ext>
                  </a:extLst>
                </p14:cNvPr>
                <p14:cNvContentPartPr/>
                <p14:nvPr/>
              </p14:nvContentPartPr>
              <p14:xfrm>
                <a:off x="797902" y="4804292"/>
                <a:ext cx="56880" cy="6624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EA66BDFB-3C59-6A31-D539-09931615D6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1782" y="4798172"/>
                  <a:ext cx="691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F8B49A0F-6366-479D-852C-00A8BE7C92A4}"/>
                    </a:ext>
                  </a:extLst>
                </p14:cNvPr>
                <p14:cNvContentPartPr/>
                <p14:nvPr/>
              </p14:nvContentPartPr>
              <p14:xfrm>
                <a:off x="765142" y="4839932"/>
                <a:ext cx="135000" cy="7452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F8B49A0F-6366-479D-852C-00A8BE7C92A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9022" y="4833812"/>
                  <a:ext cx="147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BB7ABB3F-6F1D-9C12-1FBC-972AD7ED878D}"/>
                    </a:ext>
                  </a:extLst>
                </p14:cNvPr>
                <p14:cNvContentPartPr/>
                <p14:nvPr/>
              </p14:nvContentPartPr>
              <p14:xfrm>
                <a:off x="773062" y="4931012"/>
                <a:ext cx="124920" cy="3204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BB7ABB3F-6F1D-9C12-1FBC-972AD7ED878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6942" y="4924892"/>
                  <a:ext cx="137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B3A3F312-F03C-1E9A-931F-3E55F011C940}"/>
                    </a:ext>
                  </a:extLst>
                </p14:cNvPr>
                <p14:cNvContentPartPr/>
                <p14:nvPr/>
              </p14:nvContentPartPr>
              <p14:xfrm>
                <a:off x="774862" y="4913732"/>
                <a:ext cx="100440" cy="12672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B3A3F312-F03C-1E9A-931F-3E55F011C9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8742" y="4907612"/>
                  <a:ext cx="112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4BE2D215-76D4-DD4E-31CC-8D17A58EBE5E}"/>
                    </a:ext>
                  </a:extLst>
                </p14:cNvPr>
                <p14:cNvContentPartPr/>
                <p14:nvPr/>
              </p14:nvContentPartPr>
              <p14:xfrm>
                <a:off x="759022" y="4975652"/>
                <a:ext cx="52200" cy="648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4BE2D215-76D4-DD4E-31CC-8D17A58EBE5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2902" y="4969532"/>
                  <a:ext cx="64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84476604-B055-0FD5-6BC7-B24F58989844}"/>
                    </a:ext>
                  </a:extLst>
                </p14:cNvPr>
                <p14:cNvContentPartPr/>
                <p14:nvPr/>
              </p14:nvContentPartPr>
              <p14:xfrm>
                <a:off x="977902" y="4795652"/>
                <a:ext cx="59040" cy="8172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84476604-B055-0FD5-6BC7-B24F5898984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1782" y="4789532"/>
                  <a:ext cx="71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9C3B87A5-733A-7D56-68F7-11F6AA8C8C43}"/>
                    </a:ext>
                  </a:extLst>
                </p14:cNvPr>
                <p14:cNvContentPartPr/>
                <p14:nvPr/>
              </p14:nvContentPartPr>
              <p14:xfrm>
                <a:off x="928582" y="4892132"/>
                <a:ext cx="59040" cy="8784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9C3B87A5-733A-7D56-68F7-11F6AA8C8C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2462" y="4886012"/>
                  <a:ext cx="71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13F07499-F244-8851-38AA-24C8E857639A}"/>
                    </a:ext>
                  </a:extLst>
                </p14:cNvPr>
                <p14:cNvContentPartPr/>
                <p14:nvPr/>
              </p14:nvContentPartPr>
              <p14:xfrm>
                <a:off x="969262" y="4872332"/>
                <a:ext cx="118080" cy="12240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13F07499-F244-8851-38AA-24C8E857639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3142" y="4866212"/>
                  <a:ext cx="1303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441BFC8A-143B-38FA-909B-C2FF0B66CC12}"/>
                    </a:ext>
                  </a:extLst>
                </p14:cNvPr>
                <p14:cNvContentPartPr/>
                <p14:nvPr/>
              </p14:nvContentPartPr>
              <p14:xfrm>
                <a:off x="1014622" y="4915892"/>
                <a:ext cx="28800" cy="10908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441BFC8A-143B-38FA-909B-C2FF0B66CC1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8502" y="4909772"/>
                  <a:ext cx="41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5F9DAC93-2D7D-678B-50E2-EBD68361E3EC}"/>
                    </a:ext>
                  </a:extLst>
                </p14:cNvPr>
                <p14:cNvContentPartPr/>
                <p14:nvPr/>
              </p14:nvContentPartPr>
              <p14:xfrm>
                <a:off x="940102" y="4868012"/>
                <a:ext cx="6480" cy="1980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5F9DAC93-2D7D-678B-50E2-EBD68361E3E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33982" y="4861892"/>
                  <a:ext cx="18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153E2476-43B1-03B7-056A-04108AAA5BA4}"/>
                    </a:ext>
                  </a:extLst>
                </p14:cNvPr>
                <p14:cNvContentPartPr/>
                <p14:nvPr/>
              </p14:nvContentPartPr>
              <p14:xfrm>
                <a:off x="903022" y="4916252"/>
                <a:ext cx="263160" cy="11736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153E2476-43B1-03B7-056A-04108AAA5B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6902" y="4910132"/>
                  <a:ext cx="275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97EAB0B3-B2DE-EBC6-E87F-C28A97AEA20C}"/>
                    </a:ext>
                  </a:extLst>
                </p14:cNvPr>
                <p14:cNvContentPartPr/>
                <p14:nvPr/>
              </p14:nvContentPartPr>
              <p14:xfrm>
                <a:off x="1154662" y="4803932"/>
                <a:ext cx="92880" cy="20412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97EAB0B3-B2DE-EBC6-E87F-C28A97AEA20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48542" y="4797812"/>
                  <a:ext cx="1051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A4F4D4EA-F8D7-BE26-C2D7-8A1836FBDF88}"/>
                    </a:ext>
                  </a:extLst>
                </p14:cNvPr>
                <p14:cNvContentPartPr/>
                <p14:nvPr/>
              </p14:nvContentPartPr>
              <p14:xfrm>
                <a:off x="1193182" y="4925252"/>
                <a:ext cx="90000" cy="10656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A4F4D4EA-F8D7-BE26-C2D7-8A1836FBDF8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87062" y="4919132"/>
                  <a:ext cx="102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C74BE229-AD99-8E2A-2A22-1EBAEEB36CA2}"/>
                    </a:ext>
                  </a:extLst>
                </p14:cNvPr>
                <p14:cNvContentPartPr/>
                <p14:nvPr/>
              </p14:nvContentPartPr>
              <p14:xfrm>
                <a:off x="1285342" y="4816532"/>
                <a:ext cx="68760" cy="17640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C74BE229-AD99-8E2A-2A22-1EBAEEB36C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79222" y="4810412"/>
                  <a:ext cx="81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32099345-33D3-2233-2753-ACD606D05AB4}"/>
                    </a:ext>
                  </a:extLst>
                </p14:cNvPr>
                <p14:cNvContentPartPr/>
                <p14:nvPr/>
              </p14:nvContentPartPr>
              <p14:xfrm>
                <a:off x="1318102" y="4869812"/>
                <a:ext cx="153360" cy="19692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32099345-33D3-2233-2753-ACD606D05A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11982" y="4863692"/>
                  <a:ext cx="165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CB6212E7-7720-189A-2CB3-46FC0DA67340}"/>
                    </a:ext>
                  </a:extLst>
                </p14:cNvPr>
                <p14:cNvContentPartPr/>
                <p14:nvPr/>
              </p14:nvContentPartPr>
              <p14:xfrm>
                <a:off x="1340062" y="4925972"/>
                <a:ext cx="12240" cy="2952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CB6212E7-7720-189A-2CB3-46FC0DA6734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33942" y="4919852"/>
                  <a:ext cx="24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C4E42ADF-04BF-52A4-F20C-E9CA53D68398}"/>
                    </a:ext>
                  </a:extLst>
                </p14:cNvPr>
                <p14:cNvContentPartPr/>
                <p14:nvPr/>
              </p14:nvContentPartPr>
              <p14:xfrm>
                <a:off x="1354102" y="4922732"/>
                <a:ext cx="42840" cy="4932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C4E42ADF-04BF-52A4-F20C-E9CA53D683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47982" y="4916612"/>
                  <a:ext cx="550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543A2128-46BE-6FEA-FAA6-22F4C620A09F}"/>
                    </a:ext>
                  </a:extLst>
                </p14:cNvPr>
                <p14:cNvContentPartPr/>
                <p14:nvPr/>
              </p14:nvContentPartPr>
              <p14:xfrm>
                <a:off x="1360582" y="4967372"/>
                <a:ext cx="47520" cy="1440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543A2128-46BE-6FEA-FAA6-22F4C620A09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54462" y="4961252"/>
                  <a:ext cx="59760" cy="26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数据和地址引脚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思考：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/>
              <a:t>1</a:t>
            </a:r>
            <a:r>
              <a:rPr lang="zh-CN" altLang="en-US" sz="2400" dirty="0"/>
              <a:t>）数据和地址引脚的“双向”特性是针对数据信号还是地址信号？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CPU</a:t>
            </a:r>
            <a:r>
              <a:rPr lang="zh-CN" altLang="en-US" sz="2400" dirty="0"/>
              <a:t>引脚的“三态”特性主要针对什么功能？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0E7D976-61AF-7E29-7615-2A6F540B9333}"/>
              </a:ext>
            </a:extLst>
          </p:cNvPr>
          <p:cNvGrpSpPr/>
          <p:nvPr/>
        </p:nvGrpSpPr>
        <p:grpSpPr>
          <a:xfrm>
            <a:off x="1451662" y="3425852"/>
            <a:ext cx="1460160" cy="376920"/>
            <a:chOff x="1451662" y="3425852"/>
            <a:chExt cx="146016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11D07311-2D2D-D703-D47F-7C0165CFD786}"/>
                    </a:ext>
                  </a:extLst>
                </p14:cNvPr>
                <p14:cNvContentPartPr/>
                <p14:nvPr/>
              </p14:nvContentPartPr>
              <p14:xfrm>
                <a:off x="1451662" y="3425852"/>
                <a:ext cx="92160" cy="245160"/>
              </p14:xfrm>
            </p:contentPart>
          </mc:Choice>
          <mc:Fallback xmlns=""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11D07311-2D2D-D703-D47F-7C0165CFD7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45542" y="3419732"/>
                  <a:ext cx="104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EBA7BEF1-2828-5000-19C3-4B0C725834A9}"/>
                    </a:ext>
                  </a:extLst>
                </p14:cNvPr>
                <p14:cNvContentPartPr/>
                <p14:nvPr/>
              </p14:nvContentPartPr>
              <p14:xfrm>
                <a:off x="1536622" y="3480212"/>
                <a:ext cx="97560" cy="46440"/>
              </p14:xfrm>
            </p:contentPart>
          </mc:Choice>
          <mc:Fallback xmlns=""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EBA7BEF1-2828-5000-19C3-4B0C725834A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30502" y="3474092"/>
                  <a:ext cx="109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051EBB1D-C716-C286-2D89-CB974F06EB49}"/>
                    </a:ext>
                  </a:extLst>
                </p14:cNvPr>
                <p14:cNvContentPartPr/>
                <p14:nvPr/>
              </p14:nvContentPartPr>
              <p14:xfrm>
                <a:off x="1576582" y="3449252"/>
                <a:ext cx="52200" cy="35352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051EBB1D-C716-C286-2D89-CB974F06EB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70462" y="3443132"/>
                  <a:ext cx="644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49AADB93-96A3-A11C-DAB6-5A8F3F5D56A7}"/>
                    </a:ext>
                  </a:extLst>
                </p14:cNvPr>
                <p14:cNvContentPartPr/>
                <p14:nvPr/>
              </p14:nvContentPartPr>
              <p14:xfrm>
                <a:off x="1663342" y="3532412"/>
                <a:ext cx="62280" cy="9540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49AADB93-96A3-A11C-DAB6-5A8F3F5D56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57222" y="3526292"/>
                  <a:ext cx="74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069B00E2-6C2D-5E15-8AA6-F539A53923AA}"/>
                    </a:ext>
                  </a:extLst>
                </p14:cNvPr>
                <p14:cNvContentPartPr/>
                <p14:nvPr/>
              </p14:nvContentPartPr>
              <p14:xfrm>
                <a:off x="1663342" y="3574172"/>
                <a:ext cx="51840" cy="3600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069B00E2-6C2D-5E15-8AA6-F539A53923A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7222" y="3568052"/>
                  <a:ext cx="64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F847B857-939F-5463-6D51-FAC075083EF9}"/>
                    </a:ext>
                  </a:extLst>
                </p14:cNvPr>
                <p14:cNvContentPartPr/>
                <p14:nvPr/>
              </p14:nvContentPartPr>
              <p14:xfrm>
                <a:off x="1729582" y="3465092"/>
                <a:ext cx="90720" cy="5508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F847B857-939F-5463-6D51-FAC075083EF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23462" y="3458972"/>
                  <a:ext cx="1029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8FB5A98E-D8FA-D491-C09E-92187DFDB29A}"/>
                    </a:ext>
                  </a:extLst>
                </p14:cNvPr>
                <p14:cNvContentPartPr/>
                <p14:nvPr/>
              </p14:nvContentPartPr>
              <p14:xfrm>
                <a:off x="1656502" y="3439892"/>
                <a:ext cx="178200" cy="2919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8FB5A98E-D8FA-D491-C09E-92187DFDB2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50382" y="3433772"/>
                  <a:ext cx="190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EE004D71-2A67-B83D-5DFE-8CE37A1F2095}"/>
                    </a:ext>
                  </a:extLst>
                </p14:cNvPr>
                <p14:cNvContentPartPr/>
                <p14:nvPr/>
              </p14:nvContentPartPr>
              <p14:xfrm>
                <a:off x="1751542" y="3563012"/>
                <a:ext cx="45720" cy="1800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EE004D71-2A67-B83D-5DFE-8CE37A1F209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45422" y="3556892"/>
                  <a:ext cx="57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4B396A5C-183C-C432-6C11-11C87E1D0143}"/>
                    </a:ext>
                  </a:extLst>
                </p14:cNvPr>
                <p14:cNvContentPartPr/>
                <p14:nvPr/>
              </p14:nvContentPartPr>
              <p14:xfrm>
                <a:off x="1916422" y="3467252"/>
                <a:ext cx="23760" cy="280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4B396A5C-183C-C432-6C11-11C87E1D01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10302" y="3461132"/>
                  <a:ext cx="36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D598A468-C7E5-F409-B3C6-2572A5D24DE5}"/>
                    </a:ext>
                  </a:extLst>
                </p14:cNvPr>
                <p14:cNvContentPartPr/>
                <p14:nvPr/>
              </p14:nvContentPartPr>
              <p14:xfrm>
                <a:off x="1894462" y="3457532"/>
                <a:ext cx="119520" cy="9684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D598A468-C7E5-F409-B3C6-2572A5D24DE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88342" y="3451412"/>
                  <a:ext cx="131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46FD6F13-CC7D-4AC7-85DB-75AB79DF87C3}"/>
                    </a:ext>
                  </a:extLst>
                </p14:cNvPr>
                <p14:cNvContentPartPr/>
                <p14:nvPr/>
              </p14:nvContentPartPr>
              <p14:xfrm>
                <a:off x="1905262" y="3425852"/>
                <a:ext cx="70560" cy="20664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46FD6F13-CC7D-4AC7-85DB-75AB79DF87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99142" y="3419732"/>
                  <a:ext cx="828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1EBAD7A6-7A33-738B-D9F3-FBAEB47086B0}"/>
                    </a:ext>
                  </a:extLst>
                </p14:cNvPr>
                <p14:cNvContentPartPr/>
                <p14:nvPr/>
              </p14:nvContentPartPr>
              <p14:xfrm>
                <a:off x="1941262" y="3585692"/>
                <a:ext cx="65520" cy="612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1EBAD7A6-7A33-738B-D9F3-FBAEB47086B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35142" y="3579572"/>
                  <a:ext cx="777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75468EF0-75D8-3EE5-E8ED-7845AE0ECCA0}"/>
                    </a:ext>
                  </a:extLst>
                </p14:cNvPr>
                <p14:cNvContentPartPr/>
                <p14:nvPr/>
              </p14:nvContentPartPr>
              <p14:xfrm>
                <a:off x="1945942" y="3607292"/>
                <a:ext cx="70560" cy="9972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75468EF0-75D8-3EE5-E8ED-7845AE0ECCA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9822" y="3601172"/>
                  <a:ext cx="828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995B23D1-0A66-C91D-79F6-C043E3BE75EF}"/>
                    </a:ext>
                  </a:extLst>
                </p14:cNvPr>
                <p14:cNvContentPartPr/>
                <p14:nvPr/>
              </p14:nvContentPartPr>
              <p14:xfrm>
                <a:off x="1921102" y="3616652"/>
                <a:ext cx="75600" cy="7704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995B23D1-0A66-C91D-79F6-C043E3BE75E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14982" y="3610532"/>
                  <a:ext cx="87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D224B4F7-1521-1EA3-3B4D-08D41F916CBE}"/>
                    </a:ext>
                  </a:extLst>
                </p14:cNvPr>
                <p14:cNvContentPartPr/>
                <p14:nvPr/>
              </p14:nvContentPartPr>
              <p14:xfrm>
                <a:off x="1901302" y="3581012"/>
                <a:ext cx="115560" cy="10044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D224B4F7-1521-1EA3-3B4D-08D41F916CB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95182" y="3574892"/>
                  <a:ext cx="127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6FED3FBB-1222-912D-6389-703A8041CDB9}"/>
                    </a:ext>
                  </a:extLst>
                </p14:cNvPr>
                <p14:cNvContentPartPr/>
                <p14:nvPr/>
              </p14:nvContentPartPr>
              <p14:xfrm>
                <a:off x="2036302" y="3483452"/>
                <a:ext cx="55440" cy="11340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6FED3FBB-1222-912D-6389-703A8041CDB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30182" y="3477332"/>
                  <a:ext cx="67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A0D5D47-E63D-9141-1F90-FE7F0B0BBD40}"/>
                    </a:ext>
                  </a:extLst>
                </p14:cNvPr>
                <p14:cNvContentPartPr/>
                <p14:nvPr/>
              </p14:nvContentPartPr>
              <p14:xfrm>
                <a:off x="1994182" y="3585692"/>
                <a:ext cx="89640" cy="11160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A0D5D47-E63D-9141-1F90-FE7F0B0BBD4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88062" y="3579572"/>
                  <a:ext cx="101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DBEC9A9D-AD1A-C5E6-718D-5BC1E23B2742}"/>
                    </a:ext>
                  </a:extLst>
                </p14:cNvPr>
                <p14:cNvContentPartPr/>
                <p14:nvPr/>
              </p14:nvContentPartPr>
              <p14:xfrm>
                <a:off x="2019742" y="3631412"/>
                <a:ext cx="173520" cy="903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DBEC9A9D-AD1A-C5E6-718D-5BC1E23B274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13622" y="3625292"/>
                  <a:ext cx="185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3B82C67C-097A-6C91-9A39-B4468E5A4D4A}"/>
                    </a:ext>
                  </a:extLst>
                </p14:cNvPr>
                <p14:cNvContentPartPr/>
                <p14:nvPr/>
              </p14:nvContentPartPr>
              <p14:xfrm>
                <a:off x="2201902" y="3520172"/>
                <a:ext cx="55440" cy="5292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3B82C67C-097A-6C91-9A39-B4468E5A4D4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95782" y="3514052"/>
                  <a:ext cx="67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B8D2D893-AC2A-27C1-CB9B-2D79F2F98F3C}"/>
                    </a:ext>
                  </a:extLst>
                </p14:cNvPr>
                <p14:cNvContentPartPr/>
                <p14:nvPr/>
              </p14:nvContentPartPr>
              <p14:xfrm>
                <a:off x="2181742" y="3478412"/>
                <a:ext cx="84600" cy="21816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B8D2D893-AC2A-27C1-CB9B-2D79F2F98F3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75622" y="3472292"/>
                  <a:ext cx="968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12914A49-2428-F4E2-8AFA-F7713571A083}"/>
                    </a:ext>
                  </a:extLst>
                </p14:cNvPr>
                <p14:cNvContentPartPr/>
                <p14:nvPr/>
              </p14:nvContentPartPr>
              <p14:xfrm>
                <a:off x="2289382" y="3482372"/>
                <a:ext cx="62280" cy="8244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12914A49-2428-F4E2-8AFA-F7713571A0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83262" y="3476252"/>
                  <a:ext cx="745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8B5015C7-8969-4C80-0961-241F19C04856}"/>
                    </a:ext>
                  </a:extLst>
                </p14:cNvPr>
                <p14:cNvContentPartPr/>
                <p14:nvPr/>
              </p14:nvContentPartPr>
              <p14:xfrm>
                <a:off x="2229982" y="3528092"/>
                <a:ext cx="65880" cy="19296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8B5015C7-8969-4C80-0961-241F19C0485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23862" y="3521972"/>
                  <a:ext cx="78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9F32CC8E-CC7A-7CC2-3C0A-BB948B680253}"/>
                    </a:ext>
                  </a:extLst>
                </p14:cNvPr>
                <p14:cNvContentPartPr/>
                <p14:nvPr/>
              </p14:nvContentPartPr>
              <p14:xfrm>
                <a:off x="2266702" y="3576332"/>
                <a:ext cx="91440" cy="507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9F32CC8E-CC7A-7CC2-3C0A-BB948B6802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60582" y="3570212"/>
                  <a:ext cx="103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429D4135-CA3A-617C-CF4D-A3CB41349CEE}"/>
                    </a:ext>
                  </a:extLst>
                </p14:cNvPr>
                <p14:cNvContentPartPr/>
                <p14:nvPr/>
              </p14:nvContentPartPr>
              <p14:xfrm>
                <a:off x="2322502" y="3575612"/>
                <a:ext cx="14400" cy="8712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429D4135-CA3A-617C-CF4D-A3CB41349C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16382" y="3569492"/>
                  <a:ext cx="26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D76835DB-465D-90B7-FFFF-825A503F5C06}"/>
                    </a:ext>
                  </a:extLst>
                </p14:cNvPr>
                <p14:cNvContentPartPr/>
                <p14:nvPr/>
              </p14:nvContentPartPr>
              <p14:xfrm>
                <a:off x="2321062" y="3676052"/>
                <a:ext cx="9360" cy="2520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D76835DB-465D-90B7-FFFF-825A503F5C0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14942" y="3669932"/>
                  <a:ext cx="21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B2CC4AEB-2CE1-2D05-2961-EA44610D8B63}"/>
                    </a:ext>
                  </a:extLst>
                </p14:cNvPr>
                <p14:cNvContentPartPr/>
                <p14:nvPr/>
              </p14:nvContentPartPr>
              <p14:xfrm>
                <a:off x="2317462" y="3647252"/>
                <a:ext cx="93960" cy="6372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B2CC4AEB-2CE1-2D05-2961-EA44610D8B6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11342" y="3641132"/>
                  <a:ext cx="106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BA2FAAD8-62B7-A60A-3621-B92CE5B4C254}"/>
                    </a:ext>
                  </a:extLst>
                </p14:cNvPr>
                <p14:cNvContentPartPr/>
                <p14:nvPr/>
              </p14:nvContentPartPr>
              <p14:xfrm>
                <a:off x="2351302" y="3704492"/>
                <a:ext cx="86400" cy="1620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BA2FAAD8-62B7-A60A-3621-B92CE5B4C2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45182" y="3698372"/>
                  <a:ext cx="98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59B5B9D0-F82E-0D94-ECEB-60AA8C1DC7F6}"/>
                    </a:ext>
                  </a:extLst>
                </p14:cNvPr>
                <p14:cNvContentPartPr/>
                <p14:nvPr/>
              </p14:nvContentPartPr>
              <p14:xfrm>
                <a:off x="2463622" y="3473372"/>
                <a:ext cx="84600" cy="23400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59B5B9D0-F82E-0D94-ECEB-60AA8C1DC7F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57502" y="3467252"/>
                  <a:ext cx="968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2C92BCFD-9BE9-BF24-F2D0-A8D97E8DEFED}"/>
                    </a:ext>
                  </a:extLst>
                </p14:cNvPr>
                <p14:cNvContentPartPr/>
                <p14:nvPr/>
              </p14:nvContentPartPr>
              <p14:xfrm>
                <a:off x="2560822" y="3444572"/>
                <a:ext cx="108720" cy="20520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2C92BCFD-9BE9-BF24-F2D0-A8D97E8DEFE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54702" y="3438452"/>
                  <a:ext cx="1209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594B38D4-DC38-CC06-E2A8-7EACCC66F4E9}"/>
                    </a:ext>
                  </a:extLst>
                </p14:cNvPr>
                <p14:cNvContentPartPr/>
                <p14:nvPr/>
              </p14:nvContentPartPr>
              <p14:xfrm>
                <a:off x="2590702" y="3656252"/>
                <a:ext cx="12240" cy="2268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594B38D4-DC38-CC06-E2A8-7EACCC66F4E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84582" y="3650132"/>
                  <a:ext cx="24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26D62C9E-8757-D689-A35A-5B9A73CA75CC}"/>
                    </a:ext>
                  </a:extLst>
                </p14:cNvPr>
                <p14:cNvContentPartPr/>
                <p14:nvPr/>
              </p14:nvContentPartPr>
              <p14:xfrm>
                <a:off x="2603662" y="3646172"/>
                <a:ext cx="117360" cy="6588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26D62C9E-8757-D689-A35A-5B9A73CA75C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97542" y="3640052"/>
                  <a:ext cx="1296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7EA054B7-AD14-8366-9F21-8AE6B0678A22}"/>
                    </a:ext>
                  </a:extLst>
                </p14:cNvPr>
                <p14:cNvContentPartPr/>
                <p14:nvPr/>
              </p14:nvContentPartPr>
              <p14:xfrm>
                <a:off x="2622022" y="3697292"/>
                <a:ext cx="121320" cy="1620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7EA054B7-AD14-8366-9F21-8AE6B0678A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15902" y="3691172"/>
                  <a:ext cx="133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43F8FE28-26C5-CC44-93E7-CF5A328383AC}"/>
                    </a:ext>
                  </a:extLst>
                </p14:cNvPr>
                <p14:cNvContentPartPr/>
                <p14:nvPr/>
              </p14:nvContentPartPr>
              <p14:xfrm>
                <a:off x="2769982" y="3485612"/>
                <a:ext cx="25920" cy="1836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43F8FE28-26C5-CC44-93E7-CF5A328383A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63862" y="3479492"/>
                  <a:ext cx="38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D3D66B58-462F-8F43-57CB-9BED51B4F6EC}"/>
                    </a:ext>
                  </a:extLst>
                </p14:cNvPr>
                <p14:cNvContentPartPr/>
                <p14:nvPr/>
              </p14:nvContentPartPr>
              <p14:xfrm>
                <a:off x="2676022" y="3445652"/>
                <a:ext cx="235800" cy="29772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D3D66B58-462F-8F43-57CB-9BED51B4F6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69902" y="3439532"/>
                  <a:ext cx="248040" cy="30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136A6CF-3E4E-4291-C90C-95D2BD0F63F7}"/>
              </a:ext>
            </a:extLst>
          </p:cNvPr>
          <p:cNvGrpSpPr/>
          <p:nvPr/>
        </p:nvGrpSpPr>
        <p:grpSpPr>
          <a:xfrm>
            <a:off x="1550302" y="4432412"/>
            <a:ext cx="960120" cy="361800"/>
            <a:chOff x="1550302" y="4432412"/>
            <a:chExt cx="960120" cy="36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36DD6FBB-E7C9-55A2-7C0B-F53BB3F14D47}"/>
                    </a:ext>
                  </a:extLst>
                </p14:cNvPr>
                <p14:cNvContentPartPr/>
                <p14:nvPr/>
              </p14:nvContentPartPr>
              <p14:xfrm>
                <a:off x="1550302" y="4432412"/>
                <a:ext cx="116640" cy="28836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36DD6FBB-E7C9-55A2-7C0B-F53BB3F14D4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44182" y="4426292"/>
                  <a:ext cx="1288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BA80360C-56C3-3311-5325-904650364D20}"/>
                    </a:ext>
                  </a:extLst>
                </p14:cNvPr>
                <p14:cNvContentPartPr/>
                <p14:nvPr/>
              </p14:nvContentPartPr>
              <p14:xfrm>
                <a:off x="1659382" y="4523492"/>
                <a:ext cx="81000" cy="5832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BA80360C-56C3-3311-5325-904650364D2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53262" y="4517372"/>
                  <a:ext cx="93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80D21784-A3E0-8F39-ABD2-D00BFFFFDF49}"/>
                    </a:ext>
                  </a:extLst>
                </p14:cNvPr>
                <p14:cNvContentPartPr/>
                <p14:nvPr/>
              </p14:nvContentPartPr>
              <p14:xfrm>
                <a:off x="1688182" y="4468772"/>
                <a:ext cx="50040" cy="325440"/>
              </p14:xfrm>
            </p:contentPart>
          </mc:Choice>
          <mc:Fallback xmlns=""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80D21784-A3E0-8F39-ABD2-D00BFFFFDF4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82062" y="4462652"/>
                  <a:ext cx="622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7286FC81-6496-D7F7-48A2-EE01E0409BEC}"/>
                    </a:ext>
                  </a:extLst>
                </p14:cNvPr>
                <p14:cNvContentPartPr/>
                <p14:nvPr/>
              </p14:nvContentPartPr>
              <p14:xfrm>
                <a:off x="1770982" y="4523132"/>
                <a:ext cx="67680" cy="13032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7286FC81-6496-D7F7-48A2-EE01E0409BE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64862" y="4517012"/>
                  <a:ext cx="79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D897810C-E016-2759-0413-9EEA2FACC295}"/>
                    </a:ext>
                  </a:extLst>
                </p14:cNvPr>
                <p14:cNvContentPartPr/>
                <p14:nvPr/>
              </p14:nvContentPartPr>
              <p14:xfrm>
                <a:off x="1784662" y="4588292"/>
                <a:ext cx="50760" cy="2196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D897810C-E016-2759-0413-9EEA2FACC29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78542" y="4582172"/>
                  <a:ext cx="63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7C311DDB-ACE0-9C69-DBF0-2EA75C15CA70}"/>
                    </a:ext>
                  </a:extLst>
                </p14:cNvPr>
                <p14:cNvContentPartPr/>
                <p14:nvPr/>
              </p14:nvContentPartPr>
              <p14:xfrm>
                <a:off x="1844062" y="4464092"/>
                <a:ext cx="92160" cy="6516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7C311DDB-ACE0-9C69-DBF0-2EA75C15CA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37942" y="4457972"/>
                  <a:ext cx="104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6A0BC04E-146A-45C0-7994-A80A9825EEBC}"/>
                    </a:ext>
                  </a:extLst>
                </p14:cNvPr>
                <p14:cNvContentPartPr/>
                <p14:nvPr/>
              </p14:nvContentPartPr>
              <p14:xfrm>
                <a:off x="1768822" y="4437452"/>
                <a:ext cx="171000" cy="31608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6A0BC04E-146A-45C0-7994-A80A9825EE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62702" y="4431332"/>
                  <a:ext cx="1832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7C423703-CBB9-46EC-DA12-B54403311BBA}"/>
                    </a:ext>
                  </a:extLst>
                </p14:cNvPr>
                <p14:cNvContentPartPr/>
                <p14:nvPr/>
              </p14:nvContentPartPr>
              <p14:xfrm>
                <a:off x="1856302" y="4558052"/>
                <a:ext cx="33480" cy="3276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7C423703-CBB9-46EC-DA12-B54403311BB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50182" y="4551932"/>
                  <a:ext cx="45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719C9EA2-A797-7CAE-5CAD-CE9723A09110}"/>
                    </a:ext>
                  </a:extLst>
                </p14:cNvPr>
                <p14:cNvContentPartPr/>
                <p14:nvPr/>
              </p14:nvContentPartPr>
              <p14:xfrm>
                <a:off x="2024782" y="4498292"/>
                <a:ext cx="33480" cy="14904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719C9EA2-A797-7CAE-5CAD-CE9723A0911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18662" y="4492172"/>
                  <a:ext cx="45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59BDA389-D5B3-4AC4-3D05-3304905C3E22}"/>
                    </a:ext>
                  </a:extLst>
                </p14:cNvPr>
                <p14:cNvContentPartPr/>
                <p14:nvPr/>
              </p14:nvContentPartPr>
              <p14:xfrm>
                <a:off x="2033422" y="4496492"/>
                <a:ext cx="101880" cy="15300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59BDA389-D5B3-4AC4-3D05-3304905C3E2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27302" y="4490372"/>
                  <a:ext cx="1141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D5C36331-22DF-157B-9328-4F08517EF549}"/>
                    </a:ext>
                  </a:extLst>
                </p14:cNvPr>
                <p14:cNvContentPartPr/>
                <p14:nvPr/>
              </p14:nvContentPartPr>
              <p14:xfrm>
                <a:off x="2158342" y="4484612"/>
                <a:ext cx="53280" cy="15984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D5C36331-22DF-157B-9328-4F08517EF54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52222" y="4478492"/>
                  <a:ext cx="655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83E44B9D-C077-0393-553A-C7F2776491B0}"/>
                    </a:ext>
                  </a:extLst>
                </p14:cNvPr>
                <p14:cNvContentPartPr/>
                <p14:nvPr/>
              </p14:nvContentPartPr>
              <p14:xfrm>
                <a:off x="2196862" y="4494332"/>
                <a:ext cx="148680" cy="143280"/>
              </p14:xfrm>
            </p:contentPart>
          </mc:Choice>
          <mc:Fallback xmlns=""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83E44B9D-C077-0393-553A-C7F2776491B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90742" y="4488212"/>
                  <a:ext cx="160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DBF56996-8712-C699-809A-B06ACFAE91F5}"/>
                    </a:ext>
                  </a:extLst>
                </p14:cNvPr>
                <p14:cNvContentPartPr/>
                <p14:nvPr/>
              </p14:nvContentPartPr>
              <p14:xfrm>
                <a:off x="2368222" y="4480652"/>
                <a:ext cx="40680" cy="15264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DBF56996-8712-C699-809A-B06ACFAE91F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62102" y="4474532"/>
                  <a:ext cx="52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8668D47C-7DEA-2320-ACA5-925C5839BCA1}"/>
                    </a:ext>
                  </a:extLst>
                </p14:cNvPr>
                <p14:cNvContentPartPr/>
                <p14:nvPr/>
              </p14:nvContentPartPr>
              <p14:xfrm>
                <a:off x="2397022" y="4475612"/>
                <a:ext cx="113400" cy="196560"/>
              </p14:xfrm>
            </p:contentPart>
          </mc:Choice>
          <mc:Fallback xmlns=""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8668D47C-7DEA-2320-ACA5-925C5839BC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90902" y="4469492"/>
                  <a:ext cx="1256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56DB5317-8AEA-4875-953D-687E67578B13}"/>
                    </a:ext>
                  </a:extLst>
                </p14:cNvPr>
                <p14:cNvContentPartPr/>
                <p14:nvPr/>
              </p14:nvContentPartPr>
              <p14:xfrm>
                <a:off x="2396302" y="4540772"/>
                <a:ext cx="45000" cy="34920"/>
              </p14:xfrm>
            </p:contentPart>
          </mc:Choice>
          <mc:Fallback xmlns=""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56DB5317-8AEA-4875-953D-687E67578B1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90182" y="4534652"/>
                  <a:ext cx="57240" cy="47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数据和地址引脚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AD</a:t>
            </a:r>
            <a:r>
              <a:rPr lang="en-US" altLang="zh-CN" sz="2800" baseline="-30000" dirty="0"/>
              <a:t>7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/>
              <a:t>AD</a:t>
            </a:r>
            <a:r>
              <a:rPr lang="en-US" altLang="zh-CN" sz="2800" baseline="-30000" dirty="0"/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/>
              <a:t>Address/Data</a:t>
            </a:r>
            <a:r>
              <a:rPr lang="zh-CN" altLang="en-US" sz="2800" dirty="0">
                <a:latin typeface="Times New Roman" panose="02020603050405020304" pitchFamily="18" charset="0"/>
              </a:rPr>
              <a:t>） </a:t>
            </a:r>
            <a:r>
              <a:rPr lang="en-US" altLang="zh-CN" sz="2800" dirty="0">
                <a:latin typeface="Times New Roman" panose="02020603050405020304" pitchFamily="18" charset="0"/>
              </a:rPr>
              <a:t>(8088)</a:t>
            </a:r>
          </a:p>
          <a:p>
            <a:pPr marL="0" indent="0" eaLnBrk="1" hangingPunct="1"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地址</a:t>
            </a:r>
            <a:r>
              <a:rPr lang="en-US" altLang="zh-CN" sz="2800" dirty="0"/>
              <a:t>/</a:t>
            </a:r>
            <a:r>
              <a:rPr lang="zh-CN" altLang="en-US" sz="2800" dirty="0">
                <a:latin typeface="Times New Roman" panose="02020603050405020304" pitchFamily="18" charset="0"/>
              </a:rPr>
              <a:t>数据</a:t>
            </a:r>
            <a:r>
              <a:rPr lang="zh-CN" altLang="en-US" sz="2800" b="1" dirty="0">
                <a:latin typeface="Times New Roman" panose="02020603050405020304" pitchFamily="18" charset="0"/>
              </a:rPr>
              <a:t>分时复用</a:t>
            </a:r>
            <a:r>
              <a:rPr lang="zh-CN" altLang="en-US" sz="2800" dirty="0">
                <a:latin typeface="Times New Roman" panose="02020603050405020304" pitchFamily="18" charset="0"/>
              </a:rPr>
              <a:t>引脚，</a:t>
            </a:r>
            <a:r>
              <a:rPr lang="zh-CN" altLang="en-US" sz="2800" b="1" dirty="0">
                <a:latin typeface="Times New Roman" panose="02020603050405020304" pitchFamily="18" charset="0"/>
              </a:rPr>
              <a:t>双向、三态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时序：</a:t>
            </a:r>
          </a:p>
          <a:p>
            <a:pPr marL="0" indent="0" eaLnBrk="1" hangingPunct="1"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在访问存储器或外设的总线操作周期中，这些引脚在</a:t>
            </a:r>
            <a:r>
              <a:rPr lang="zh-CN" altLang="en-US" sz="2800" b="1" u="sng" dirty="0">
                <a:latin typeface="Times New Roman" panose="02020603050405020304" pitchFamily="18" charset="0"/>
              </a:rPr>
              <a:t>第一个</a:t>
            </a:r>
            <a:r>
              <a:rPr lang="zh-CN" altLang="en-US" sz="2800" dirty="0">
                <a:latin typeface="Times New Roman" panose="02020603050405020304" pitchFamily="18" charset="0"/>
              </a:rPr>
              <a:t>时钟周期输出存储器或</a:t>
            </a:r>
            <a:r>
              <a:rPr lang="en-US" altLang="zh-CN" sz="2800" dirty="0"/>
              <a:t>I/O</a:t>
            </a:r>
            <a:r>
              <a:rPr lang="zh-CN" altLang="en-US" sz="2800" dirty="0">
                <a:latin typeface="Times New Roman" panose="02020603050405020304" pitchFamily="18" charset="0"/>
              </a:rPr>
              <a:t>端口的低</a:t>
            </a:r>
            <a:r>
              <a:rPr lang="en-US" altLang="zh-CN" sz="2800" dirty="0"/>
              <a:t>8</a:t>
            </a:r>
            <a:r>
              <a:rPr lang="zh-CN" altLang="en-US" sz="2800" dirty="0">
                <a:latin typeface="Times New Roman" panose="02020603050405020304" pitchFamily="18" charset="0"/>
              </a:rPr>
              <a:t>位地址</a:t>
            </a:r>
            <a:r>
              <a:rPr lang="en-US" altLang="zh-CN" sz="2800" dirty="0"/>
              <a:t>A</a:t>
            </a:r>
            <a:r>
              <a:rPr lang="en-US" altLang="zh-CN" sz="2800" baseline="-30000" dirty="0"/>
              <a:t>7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/>
              <a:t>A</a:t>
            </a:r>
            <a:r>
              <a:rPr lang="en-US" altLang="zh-CN" sz="2800" baseline="-30000" dirty="0"/>
              <a:t>0</a:t>
            </a:r>
          </a:p>
          <a:p>
            <a:pPr eaLnBrk="1" hangingPunct="1"/>
            <a:endParaRPr lang="en-US" altLang="zh-CN" sz="2800" baseline="-30000" dirty="0"/>
          </a:p>
          <a:p>
            <a:pPr eaLnBrk="1" hangingPunct="1"/>
            <a:endParaRPr lang="en-US" altLang="zh-CN" sz="2800" baseline="-30000" dirty="0"/>
          </a:p>
          <a:p>
            <a:pPr eaLnBrk="1" hangingPunct="1"/>
            <a:endParaRPr lang="en-US" altLang="zh-CN" sz="2800" baseline="-30000" dirty="0"/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其他时间用于传送</a:t>
            </a:r>
            <a:r>
              <a:rPr lang="en-US" altLang="zh-CN" sz="2800" dirty="0"/>
              <a:t>8</a:t>
            </a:r>
            <a:r>
              <a:rPr lang="zh-CN" altLang="en-US" sz="2800" dirty="0">
                <a:latin typeface="Times New Roman" panose="02020603050405020304" pitchFamily="18" charset="0"/>
              </a:rPr>
              <a:t>位数据</a:t>
            </a:r>
            <a:r>
              <a:rPr lang="en-US" altLang="zh-CN" sz="2800" dirty="0"/>
              <a:t>D</a:t>
            </a:r>
            <a:r>
              <a:rPr lang="en-US" altLang="zh-CN" sz="2800" baseline="-30000" dirty="0"/>
              <a:t>7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/>
              <a:t>D</a:t>
            </a:r>
            <a:r>
              <a:rPr lang="en-US" altLang="zh-CN" sz="2800" baseline="-30000" dirty="0"/>
              <a:t>0</a:t>
            </a:r>
            <a:r>
              <a:rPr lang="en-US" altLang="zh-CN" sz="2800" dirty="0"/>
              <a:t> </a:t>
            </a:r>
            <a:endParaRPr lang="en-US" altLang="zh-CN" sz="2800" baseline="-30000" dirty="0"/>
          </a:p>
        </p:txBody>
      </p:sp>
      <p:sp>
        <p:nvSpPr>
          <p:cNvPr id="2" name="文本框 1"/>
          <p:cNvSpPr txBox="1"/>
          <p:nvPr/>
        </p:nvSpPr>
        <p:spPr>
          <a:xfrm>
            <a:off x="5220072" y="4149080"/>
            <a:ext cx="34563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T1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状态：输出存储器地址或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I/O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地址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T2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状态：输出控制信号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T3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Tw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状态：总线操作持续，并检测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READY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以决定是否延长时序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T4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状态：完成数据传送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BBE27DA-3EDE-1D23-ACCE-906BFEA45257}"/>
              </a:ext>
            </a:extLst>
          </p:cNvPr>
          <p:cNvGrpSpPr/>
          <p:nvPr/>
        </p:nvGrpSpPr>
        <p:grpSpPr>
          <a:xfrm>
            <a:off x="5175862" y="4104812"/>
            <a:ext cx="3451320" cy="1392840"/>
            <a:chOff x="5175862" y="4104812"/>
            <a:chExt cx="3451320" cy="139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A21CF488-5656-6C5C-99C3-0A9F4AD7AD04}"/>
                    </a:ext>
                  </a:extLst>
                </p14:cNvPr>
                <p14:cNvContentPartPr/>
                <p14:nvPr/>
              </p14:nvContentPartPr>
              <p14:xfrm>
                <a:off x="5175862" y="4305692"/>
                <a:ext cx="15480" cy="47880"/>
              </p14:xfrm>
            </p:contentPart>
          </mc:Choice>
          <mc:Fallback xmlns=""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A21CF488-5656-6C5C-99C3-0A9F4AD7AD0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69742" y="4299572"/>
                  <a:ext cx="27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8446604E-F49D-C0FC-FA04-E080C692AFB6}"/>
                    </a:ext>
                  </a:extLst>
                </p14:cNvPr>
                <p14:cNvContentPartPr/>
                <p14:nvPr/>
              </p14:nvContentPartPr>
              <p14:xfrm>
                <a:off x="5183422" y="4222892"/>
                <a:ext cx="39600" cy="63792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8446604E-F49D-C0FC-FA04-E080C692AFB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77302" y="4216772"/>
                  <a:ext cx="5184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56DAE952-1AEC-A66C-5F1A-CDDBF9AF2A73}"/>
                    </a:ext>
                  </a:extLst>
                </p14:cNvPr>
                <p14:cNvContentPartPr/>
                <p14:nvPr/>
              </p14:nvContentPartPr>
              <p14:xfrm>
                <a:off x="5190982" y="4317572"/>
                <a:ext cx="37440" cy="118008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56DAE952-1AEC-A66C-5F1A-CDDBF9AF2A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84862" y="4311452"/>
                  <a:ext cx="49680" cy="11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34F58CCA-BD67-706E-0F73-49634092F4CF}"/>
                    </a:ext>
                  </a:extLst>
                </p14:cNvPr>
                <p14:cNvContentPartPr/>
                <p14:nvPr/>
              </p14:nvContentPartPr>
              <p14:xfrm>
                <a:off x="5189902" y="4438532"/>
                <a:ext cx="77040" cy="6537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34F58CCA-BD67-706E-0F73-49634092F4C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83782" y="4432412"/>
                  <a:ext cx="8928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74964B45-58EC-40FC-A127-5A78B143F55A}"/>
                    </a:ext>
                  </a:extLst>
                </p14:cNvPr>
                <p14:cNvContentPartPr/>
                <p14:nvPr/>
              </p14:nvContentPartPr>
              <p14:xfrm>
                <a:off x="5189542" y="4136132"/>
                <a:ext cx="1074240" cy="4932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74964B45-58EC-40FC-A127-5A78B143F5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83422" y="4130012"/>
                  <a:ext cx="1086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1860E8DD-F31D-D5B4-A7FF-88446A27DD0D}"/>
                    </a:ext>
                  </a:extLst>
                </p14:cNvPr>
                <p14:cNvContentPartPr/>
                <p14:nvPr/>
              </p14:nvContentPartPr>
              <p14:xfrm>
                <a:off x="6196102" y="4139372"/>
                <a:ext cx="32040" cy="1044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1860E8DD-F31D-D5B4-A7FF-88446A27DD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89982" y="4133252"/>
                  <a:ext cx="44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4B1C8895-221A-367F-44BC-AF5FF008C5CB}"/>
                    </a:ext>
                  </a:extLst>
                </p14:cNvPr>
                <p14:cNvContentPartPr/>
                <p14:nvPr/>
              </p14:nvContentPartPr>
              <p14:xfrm>
                <a:off x="6202942" y="4104812"/>
                <a:ext cx="1600560" cy="7200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4B1C8895-221A-367F-44BC-AF5FF008C5C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96822" y="4098692"/>
                  <a:ext cx="1612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349CC0DE-970D-5F85-99B1-DDCA86644256}"/>
                    </a:ext>
                  </a:extLst>
                </p14:cNvPr>
                <p14:cNvContentPartPr/>
                <p14:nvPr/>
              </p14:nvContentPartPr>
              <p14:xfrm>
                <a:off x="7615582" y="4104812"/>
                <a:ext cx="945000" cy="259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349CC0DE-970D-5F85-99B1-DDCA866442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09462" y="4098692"/>
                  <a:ext cx="957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A0811A66-CAEA-4028-8FE1-FF7C1824CC23}"/>
                    </a:ext>
                  </a:extLst>
                </p14:cNvPr>
                <p14:cNvContentPartPr/>
                <p14:nvPr/>
              </p14:nvContentPartPr>
              <p14:xfrm>
                <a:off x="8580022" y="4160972"/>
                <a:ext cx="47160" cy="130104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A0811A66-CAEA-4028-8FE1-FF7C1824CC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73902" y="4154852"/>
                  <a:ext cx="59400" cy="131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85BC2D0A-EDE1-520F-CFAD-1CA5C25EA1A9}"/>
                  </a:ext>
                </a:extLst>
              </p14:cNvPr>
              <p14:cNvContentPartPr/>
              <p14:nvPr/>
            </p14:nvContentPartPr>
            <p14:xfrm>
              <a:off x="5221942" y="5470292"/>
              <a:ext cx="2169360" cy="5220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85BC2D0A-EDE1-520F-CFAD-1CA5C25EA1A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15822" y="5464172"/>
                <a:ext cx="21816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24988F32-D12A-E56C-6393-D369BA4094D5}"/>
                  </a:ext>
                </a:extLst>
              </p14:cNvPr>
              <p14:cNvContentPartPr/>
              <p14:nvPr/>
            </p14:nvContentPartPr>
            <p14:xfrm>
              <a:off x="7354942" y="5456252"/>
              <a:ext cx="1282680" cy="3096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24988F32-D12A-E56C-6393-D369BA4094D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48822" y="5450132"/>
                <a:ext cx="1294920" cy="4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数据和地址引脚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数据和地址引脚</a:t>
            </a:r>
            <a:endParaRPr lang="en-US" altLang="zh-CN" sz="2800" dirty="0"/>
          </a:p>
          <a:p>
            <a:pPr eaLnBrk="1" hangingPunct="1"/>
            <a:r>
              <a:rPr lang="en-US" altLang="zh-CN" sz="2800" b="1" dirty="0"/>
              <a:t>A</a:t>
            </a:r>
            <a:r>
              <a:rPr lang="en-US" altLang="zh-CN" sz="2800" b="1" baseline="-30000" dirty="0"/>
              <a:t>15</a:t>
            </a:r>
            <a:r>
              <a:rPr lang="zh-CN" altLang="en-US" sz="2800" b="1" dirty="0">
                <a:latin typeface="Times New Roman" panose="02020603050405020304" pitchFamily="18" charset="0"/>
              </a:rPr>
              <a:t>～</a:t>
            </a:r>
            <a:r>
              <a:rPr lang="en-US" altLang="zh-CN" sz="2800" b="1" dirty="0"/>
              <a:t>A</a:t>
            </a:r>
            <a:r>
              <a:rPr lang="en-US" altLang="zh-CN" sz="2800" b="1" baseline="-30000" dirty="0"/>
              <a:t>8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/>
              <a:t>Address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中间</a:t>
            </a:r>
            <a:r>
              <a:rPr lang="en-US" altLang="zh-CN" sz="2800" dirty="0">
                <a:latin typeface="Times New Roman" panose="02020603050405020304" pitchFamily="18" charset="0"/>
              </a:rPr>
              <a:t>8</a:t>
            </a:r>
            <a:r>
              <a:rPr lang="zh-CN" altLang="en-US" sz="2800" dirty="0">
                <a:latin typeface="Times New Roman" panose="02020603050405020304" pitchFamily="18" charset="0"/>
              </a:rPr>
              <a:t>位</a:t>
            </a:r>
            <a:r>
              <a:rPr lang="zh-CN" altLang="en-US" sz="2800" b="1" dirty="0">
                <a:latin typeface="Times New Roman" panose="02020603050405020304" pitchFamily="18" charset="0"/>
              </a:rPr>
              <a:t>地址引脚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输出、三态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这些引脚在访问存储器或外设时，提供全部</a:t>
            </a:r>
            <a:r>
              <a:rPr lang="en-US" altLang="zh-CN" sz="2800" dirty="0">
                <a:latin typeface="Times New Roman" panose="02020603050405020304" pitchFamily="18" charset="0"/>
              </a:rPr>
              <a:t>20</a:t>
            </a:r>
            <a:r>
              <a:rPr lang="zh-CN" altLang="en-US" sz="2800" dirty="0">
                <a:latin typeface="Times New Roman" panose="02020603050405020304" pitchFamily="18" charset="0"/>
              </a:rPr>
              <a:t>位地址中的中间</a:t>
            </a:r>
            <a:r>
              <a:rPr lang="en-US" altLang="zh-CN" sz="2800" dirty="0">
                <a:latin typeface="Times New Roman" panose="02020603050405020304" pitchFamily="18" charset="0"/>
              </a:rPr>
              <a:t>8</a:t>
            </a:r>
            <a:r>
              <a:rPr lang="zh-CN" altLang="en-US" sz="2800" dirty="0">
                <a:latin typeface="Times New Roman" panose="02020603050405020304" pitchFamily="18" charset="0"/>
              </a:rPr>
              <a:t>位地址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15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8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数据和地址引脚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A</a:t>
            </a:r>
            <a:r>
              <a:rPr lang="en-US" altLang="zh-CN" sz="2800" baseline="-30000" dirty="0"/>
              <a:t>19</a:t>
            </a:r>
            <a:r>
              <a:rPr lang="en-US" altLang="zh-CN" sz="2800" dirty="0"/>
              <a:t>/S</a:t>
            </a:r>
            <a:r>
              <a:rPr lang="en-US" altLang="zh-CN" sz="2800" baseline="-30000" dirty="0"/>
              <a:t>6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/>
              <a:t>A</a:t>
            </a:r>
            <a:r>
              <a:rPr lang="en-US" altLang="zh-CN" sz="2800" baseline="-30000" dirty="0"/>
              <a:t>16</a:t>
            </a:r>
            <a:r>
              <a:rPr lang="en-US" altLang="zh-CN" sz="2800" dirty="0"/>
              <a:t>/S</a:t>
            </a:r>
            <a:r>
              <a:rPr lang="en-US" altLang="zh-CN" sz="2800" baseline="-30000" dirty="0"/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/>
              <a:t>Address/Status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地址</a:t>
            </a:r>
            <a:r>
              <a:rPr lang="en-US" altLang="zh-CN" sz="2800" dirty="0">
                <a:latin typeface="Times New Roman" panose="02020603050405020304" pitchFamily="18" charset="0"/>
              </a:rPr>
              <a:t>/</a:t>
            </a:r>
            <a:r>
              <a:rPr lang="zh-CN" altLang="en-US" sz="2800" dirty="0">
                <a:latin typeface="Times New Roman" panose="02020603050405020304" pitchFamily="18" charset="0"/>
              </a:rPr>
              <a:t>状态</a:t>
            </a:r>
            <a:r>
              <a:rPr lang="zh-CN" altLang="en-US" sz="2800" b="1" dirty="0">
                <a:latin typeface="Times New Roman" panose="02020603050405020304" pitchFamily="18" charset="0"/>
              </a:rPr>
              <a:t>分时复用</a:t>
            </a:r>
            <a:r>
              <a:rPr lang="zh-CN" altLang="en-US" sz="2800" dirty="0">
                <a:latin typeface="Times New Roman" panose="02020603050405020304" pitchFamily="18" charset="0"/>
              </a:rPr>
              <a:t>引脚，</a:t>
            </a:r>
            <a:r>
              <a:rPr lang="zh-CN" altLang="en-US" sz="2800" b="1" dirty="0">
                <a:latin typeface="Times New Roman" panose="02020603050405020304" pitchFamily="18" charset="0"/>
              </a:rPr>
              <a:t>输出、三态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这些引脚在访问存储器的</a:t>
            </a:r>
            <a:r>
              <a:rPr lang="zh-CN" altLang="en-US" sz="2800" b="1" dirty="0">
                <a:latin typeface="Times New Roman" panose="02020603050405020304" pitchFamily="18" charset="0"/>
              </a:rPr>
              <a:t>第一个</a:t>
            </a:r>
            <a:r>
              <a:rPr lang="zh-CN" altLang="en-US" sz="2800" dirty="0">
                <a:latin typeface="Times New Roman" panose="02020603050405020304" pitchFamily="18" charset="0"/>
              </a:rPr>
              <a:t>时钟周期输出高</a:t>
            </a:r>
            <a:r>
              <a:rPr lang="en-US" altLang="zh-CN" sz="2800" dirty="0">
                <a:latin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</a:rPr>
              <a:t>位地址</a:t>
            </a:r>
            <a:r>
              <a:rPr lang="en-US" altLang="zh-CN" sz="2800" b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19</a:t>
            </a:r>
            <a:r>
              <a:rPr lang="zh-CN" altLang="en-US" sz="2800" b="1" dirty="0">
                <a:latin typeface="Times New Roman" panose="02020603050405020304" pitchFamily="18" charset="0"/>
              </a:rPr>
              <a:t>～</a:t>
            </a:r>
            <a:r>
              <a:rPr lang="en-US" altLang="zh-CN" sz="2800" b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16</a:t>
            </a: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在访问外设的</a:t>
            </a:r>
            <a:r>
              <a:rPr lang="zh-CN" altLang="en-US" sz="2800" b="1" dirty="0">
                <a:latin typeface="Times New Roman" panose="02020603050405020304" pitchFamily="18" charset="0"/>
              </a:rPr>
              <a:t>第一个</a:t>
            </a:r>
            <a:r>
              <a:rPr lang="zh-CN" altLang="en-US" sz="2800" dirty="0">
                <a:latin typeface="Times New Roman" panose="02020603050405020304" pitchFamily="18" charset="0"/>
              </a:rPr>
              <a:t>时钟周期全部输出低电平</a:t>
            </a:r>
            <a:r>
              <a:rPr lang="zh-CN" altLang="en-US" sz="2800" b="1" dirty="0">
                <a:latin typeface="Times New Roman" panose="02020603050405020304" pitchFamily="18" charset="0"/>
              </a:rPr>
              <a:t>无效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其他时间输出状态信号</a:t>
            </a:r>
            <a:r>
              <a:rPr lang="en-US" altLang="zh-CN" sz="2800" b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</a:rPr>
              <a:t>～</a:t>
            </a:r>
            <a:r>
              <a:rPr lang="en-US" altLang="zh-CN" sz="2800" b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3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2E4DC7-DAB5-911F-09B0-FAD6C3D57E17}"/>
              </a:ext>
            </a:extLst>
          </p:cNvPr>
          <p:cNvGrpSpPr/>
          <p:nvPr/>
        </p:nvGrpSpPr>
        <p:grpSpPr>
          <a:xfrm>
            <a:off x="499822" y="4213172"/>
            <a:ext cx="307080" cy="540000"/>
            <a:chOff x="499822" y="4213172"/>
            <a:chExt cx="307080" cy="54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C7DC3FF9-5089-F002-8519-195F242D0EC8}"/>
                    </a:ext>
                  </a:extLst>
                </p14:cNvPr>
                <p14:cNvContentPartPr/>
                <p14:nvPr/>
              </p14:nvContentPartPr>
              <p14:xfrm>
                <a:off x="531862" y="4336652"/>
                <a:ext cx="22320" cy="42480"/>
              </p14:xfrm>
            </p:contentPart>
          </mc:Choice>
          <mc:Fallback xmlns=""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C7DC3FF9-5089-F002-8519-195F242D0EC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5742" y="4330532"/>
                  <a:ext cx="34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17E3C18D-A282-1659-4A48-19BA2544C39F}"/>
                    </a:ext>
                  </a:extLst>
                </p14:cNvPr>
                <p14:cNvContentPartPr/>
                <p14:nvPr/>
              </p14:nvContentPartPr>
              <p14:xfrm>
                <a:off x="514942" y="4434572"/>
                <a:ext cx="136080" cy="108000"/>
              </p14:xfrm>
            </p:contentPart>
          </mc:Choice>
          <mc:Fallback xmlns=""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17E3C18D-A282-1659-4A48-19BA2544C3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8822" y="4428452"/>
                  <a:ext cx="148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F580877B-7386-7739-0E92-AFA71147E1D8}"/>
                    </a:ext>
                  </a:extLst>
                </p14:cNvPr>
                <p14:cNvContentPartPr/>
                <p14:nvPr/>
              </p14:nvContentPartPr>
              <p14:xfrm>
                <a:off x="499822" y="4213172"/>
                <a:ext cx="303480" cy="54000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F580877B-7386-7739-0E92-AFA71147E1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3702" y="4207052"/>
                  <a:ext cx="31572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838407F5-C9F3-20E8-6D85-0C82014B6BBA}"/>
                    </a:ext>
                  </a:extLst>
                </p14:cNvPr>
                <p14:cNvContentPartPr/>
                <p14:nvPr/>
              </p14:nvContentPartPr>
              <p14:xfrm>
                <a:off x="620422" y="4370492"/>
                <a:ext cx="186480" cy="4824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838407F5-C9F3-20E8-6D85-0C82014B6BB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4302" y="4364372"/>
                  <a:ext cx="19872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14A835F-B494-6858-DE28-337BD01EB699}"/>
              </a:ext>
            </a:extLst>
          </p:cNvPr>
          <p:cNvGrpSpPr/>
          <p:nvPr/>
        </p:nvGrpSpPr>
        <p:grpSpPr>
          <a:xfrm>
            <a:off x="420982" y="5180492"/>
            <a:ext cx="472680" cy="237240"/>
            <a:chOff x="420982" y="5180492"/>
            <a:chExt cx="47268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E1117CBB-2F48-265E-164B-CBFEA88A1357}"/>
                    </a:ext>
                  </a:extLst>
                </p14:cNvPr>
                <p14:cNvContentPartPr/>
                <p14:nvPr/>
              </p14:nvContentPartPr>
              <p14:xfrm>
                <a:off x="420982" y="5180492"/>
                <a:ext cx="215640" cy="23724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E1117CBB-2F48-265E-164B-CBFEA88A13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4862" y="5174372"/>
                  <a:ext cx="2278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5FC384D2-5C67-EDE3-CC60-6E106F2993D8}"/>
                    </a:ext>
                  </a:extLst>
                </p14:cNvPr>
                <p14:cNvContentPartPr/>
                <p14:nvPr/>
              </p14:nvContentPartPr>
              <p14:xfrm>
                <a:off x="624382" y="5247812"/>
                <a:ext cx="91440" cy="14760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5FC384D2-5C67-EDE3-CC60-6E106F2993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8262" y="5241692"/>
                  <a:ext cx="103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83687CBD-A0F7-D275-600F-715D7641652E}"/>
                    </a:ext>
                  </a:extLst>
                </p14:cNvPr>
                <p14:cNvContentPartPr/>
                <p14:nvPr/>
              </p14:nvContentPartPr>
              <p14:xfrm>
                <a:off x="697462" y="5235932"/>
                <a:ext cx="196200" cy="1357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83687CBD-A0F7-D275-600F-715D7641652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1342" y="5229812"/>
                  <a:ext cx="208440" cy="147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数据和地址引脚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</a:rPr>
              <a:t>S</a:t>
            </a:r>
            <a:r>
              <a:rPr lang="en-US" altLang="zh-CN" sz="2800" b="1" baseline="-30000" dirty="0">
                <a:latin typeface="宋体" panose="02010600030101010101" pitchFamily="2" charset="-122"/>
              </a:rPr>
              <a:t>6</a:t>
            </a:r>
            <a:r>
              <a:rPr lang="zh-CN" altLang="en-US" sz="2800" dirty="0"/>
              <a:t>始终为低，指示</a:t>
            </a:r>
            <a:r>
              <a:rPr lang="en-US" altLang="zh-CN" sz="2800" dirty="0"/>
              <a:t>8088</a:t>
            </a:r>
            <a:r>
              <a:rPr lang="zh-CN" altLang="en-US" sz="2800" dirty="0"/>
              <a:t>是否连接在总线上；</a:t>
            </a:r>
            <a:endParaRPr lang="en-US" altLang="zh-CN" sz="28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</a:rPr>
              <a:t>S</a:t>
            </a:r>
            <a:r>
              <a:rPr lang="en-US" altLang="zh-CN" sz="2800" b="1" baseline="-30000" dirty="0">
                <a:latin typeface="宋体" panose="02010600030101010101" pitchFamily="2" charset="-122"/>
              </a:rPr>
              <a:t>5</a:t>
            </a:r>
            <a:r>
              <a:rPr lang="zh-CN" altLang="en-US" sz="2800" dirty="0"/>
              <a:t>为标志寄存器</a:t>
            </a:r>
            <a:r>
              <a:rPr lang="en-US" altLang="zh-CN" sz="2800" dirty="0"/>
              <a:t>FR</a:t>
            </a:r>
            <a:r>
              <a:rPr lang="zh-CN" altLang="en-US" sz="2800" dirty="0"/>
              <a:t>的中断允许标志</a:t>
            </a:r>
            <a:r>
              <a:rPr lang="en-US" altLang="zh-CN" sz="2800" dirty="0"/>
              <a:t>IF</a:t>
            </a:r>
            <a:r>
              <a:rPr lang="zh-CN" altLang="en-US" sz="2800" dirty="0"/>
              <a:t>的状态位，它在每一个时钟周期开始时被修改；</a:t>
            </a:r>
            <a:endParaRPr lang="en-US" altLang="zh-CN" sz="28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</a:rPr>
              <a:t>S</a:t>
            </a:r>
            <a:r>
              <a:rPr lang="en-US" altLang="zh-CN" sz="2800" b="1" baseline="-30000" dirty="0">
                <a:latin typeface="宋体" panose="02010600030101010101" pitchFamily="2" charset="-122"/>
              </a:rPr>
              <a:t>4</a:t>
            </a:r>
            <a:r>
              <a:rPr lang="zh-CN" altLang="en-US" sz="2800" dirty="0"/>
              <a:t>和</a:t>
            </a:r>
            <a:r>
              <a:rPr lang="en-US" altLang="zh-CN" sz="2800" b="1" dirty="0">
                <a:latin typeface="宋体" panose="02010600030101010101" pitchFamily="2" charset="-122"/>
              </a:rPr>
              <a:t>S</a:t>
            </a:r>
            <a:r>
              <a:rPr lang="en-US" altLang="zh-CN" sz="2800" b="1" baseline="-30000" dirty="0">
                <a:latin typeface="宋体" panose="02010600030101010101" pitchFamily="2" charset="-122"/>
              </a:rPr>
              <a:t>3</a:t>
            </a:r>
            <a:r>
              <a:rPr lang="zh-CN" altLang="en-US" sz="2800" dirty="0"/>
              <a:t>用以指示是哪一个段寄存器正在被使用，</a:t>
            </a:r>
            <a:endParaRPr lang="en-US" altLang="zh-CN" sz="28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</a:rPr>
              <a:t>00</a:t>
            </a:r>
            <a:r>
              <a:rPr lang="zh-CN" altLang="en-US" sz="2800" b="1" dirty="0"/>
              <a:t>为</a:t>
            </a:r>
            <a:r>
              <a:rPr lang="en-US" altLang="zh-CN" sz="2800" b="1" dirty="0">
                <a:latin typeface="宋体" panose="02010600030101010101" pitchFamily="2" charset="-122"/>
              </a:rPr>
              <a:t>ES</a:t>
            </a:r>
            <a:r>
              <a:rPr lang="zh-CN" altLang="en-US" sz="2800" b="1" dirty="0"/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01</a:t>
            </a:r>
            <a:r>
              <a:rPr lang="zh-CN" altLang="en-US" sz="2800" b="1" dirty="0"/>
              <a:t>为</a:t>
            </a:r>
            <a:r>
              <a:rPr lang="en-US" altLang="zh-CN" sz="2800" b="1" dirty="0">
                <a:latin typeface="宋体" panose="02010600030101010101" pitchFamily="2" charset="-122"/>
              </a:rPr>
              <a:t>SS</a:t>
            </a:r>
            <a:r>
              <a:rPr lang="zh-CN" altLang="en-US" sz="2800" b="1" dirty="0"/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10</a:t>
            </a:r>
            <a:r>
              <a:rPr lang="zh-CN" altLang="en-US" sz="2800" b="1" dirty="0"/>
              <a:t>为</a:t>
            </a:r>
            <a:r>
              <a:rPr lang="en-US" altLang="zh-CN" sz="2800" b="1" dirty="0">
                <a:latin typeface="宋体" panose="02010600030101010101" pitchFamily="2" charset="-122"/>
              </a:rPr>
              <a:t>CS</a:t>
            </a:r>
            <a:r>
              <a:rPr lang="zh-CN" altLang="en-US" sz="2800" b="1" dirty="0"/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11</a:t>
            </a:r>
            <a:r>
              <a:rPr lang="zh-CN" altLang="en-US" sz="2800" b="1" dirty="0"/>
              <a:t>为</a:t>
            </a:r>
            <a:r>
              <a:rPr lang="en-US" altLang="zh-CN" sz="2800" b="1" dirty="0">
                <a:latin typeface="宋体" panose="02010600030101010101" pitchFamily="2" charset="-122"/>
              </a:rPr>
              <a:t>DS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在</a:t>
            </a:r>
            <a:r>
              <a:rPr lang="en-US" altLang="zh-CN" sz="2800" dirty="0">
                <a:latin typeface="宋体" panose="02010600030101010101" pitchFamily="2" charset="-122"/>
              </a:rPr>
              <a:t>DMA</a:t>
            </a:r>
            <a:r>
              <a:rPr lang="zh-CN" altLang="en-US" sz="2800" dirty="0"/>
              <a:t>方式时这</a:t>
            </a:r>
            <a:r>
              <a:rPr lang="en-US" altLang="zh-CN" sz="2800" dirty="0">
                <a:latin typeface="宋体" panose="02010600030101010101" pitchFamily="2" charset="-122"/>
              </a:rPr>
              <a:t>4</a:t>
            </a:r>
            <a:r>
              <a:rPr lang="zh-CN" altLang="en-US" sz="2800" dirty="0"/>
              <a:t>条线处于高阻状态。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</a:t>
            </a:r>
            <a:r>
              <a:rPr lang="zh-CN" altLang="en-US"/>
              <a:t>读写控制引脚</a:t>
            </a:r>
            <a:endParaRPr lang="en-US" altLang="zh-CN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ALE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/>
              <a:t>Address Latch Enable</a:t>
            </a:r>
            <a:r>
              <a:rPr lang="zh-CN" altLang="en-US" sz="2800" dirty="0">
                <a:latin typeface="Times New Roman" panose="02020603050405020304" pitchFamily="18" charset="0"/>
              </a:rPr>
              <a:t>）地址锁存允许引脚，</a:t>
            </a:r>
            <a:r>
              <a:rPr lang="zh-CN" altLang="en-US" sz="2800" b="1" dirty="0">
                <a:latin typeface="Times New Roman" panose="02020603050405020304" pitchFamily="18" charset="0"/>
              </a:rPr>
              <a:t>输出、三态、高电平有效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/>
              <a:t>ALE</a:t>
            </a:r>
            <a:r>
              <a:rPr lang="zh-CN" altLang="en-US" sz="2800" dirty="0">
                <a:latin typeface="Times New Roman" panose="02020603050405020304" pitchFamily="18" charset="0"/>
              </a:rPr>
              <a:t>引脚高有效时，表示复用引脚：</a:t>
            </a:r>
            <a:r>
              <a:rPr lang="en-US" altLang="zh-CN" sz="2800" dirty="0"/>
              <a:t>AD</a:t>
            </a:r>
            <a:r>
              <a:rPr lang="en-US" altLang="zh-CN" sz="2800" baseline="-30000" dirty="0"/>
              <a:t>7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/>
              <a:t>AD</a:t>
            </a:r>
            <a:r>
              <a:rPr lang="en-US" altLang="zh-CN" sz="2800" baseline="-30000" dirty="0"/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/>
              <a:t>A</a:t>
            </a:r>
            <a:r>
              <a:rPr lang="en-US" altLang="zh-CN" sz="2800" baseline="-30000" dirty="0"/>
              <a:t>19</a:t>
            </a:r>
            <a:r>
              <a:rPr lang="en-US" altLang="zh-CN" sz="2800" dirty="0"/>
              <a:t>/S</a:t>
            </a:r>
            <a:r>
              <a:rPr lang="en-US" altLang="zh-CN" sz="2800" baseline="-30000" dirty="0"/>
              <a:t>6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/>
              <a:t>A</a:t>
            </a:r>
            <a:r>
              <a:rPr lang="en-US" altLang="zh-CN" sz="2800" baseline="-30000" dirty="0"/>
              <a:t>16</a:t>
            </a:r>
            <a:r>
              <a:rPr lang="en-US" altLang="zh-CN" sz="2800" dirty="0"/>
              <a:t>/S</a:t>
            </a:r>
            <a:r>
              <a:rPr lang="en-US" altLang="zh-CN" sz="2800" baseline="-30000" dirty="0"/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正在传送地址信息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由于地址信息在这些复用引脚上出现的时间很短暂，所以系统可以利用</a:t>
            </a:r>
            <a:r>
              <a:rPr lang="en-US" altLang="zh-CN" sz="2800" dirty="0"/>
              <a:t>ALE</a:t>
            </a:r>
            <a:r>
              <a:rPr lang="zh-CN" altLang="en-US" sz="2800" dirty="0">
                <a:latin typeface="Times New Roman" panose="02020603050405020304" pitchFamily="18" charset="0"/>
              </a:rPr>
              <a:t>引脚将地址</a:t>
            </a:r>
            <a:r>
              <a:rPr lang="zh-CN" altLang="en-US" sz="2800" b="1" dirty="0">
                <a:latin typeface="Times New Roman" panose="02020603050405020304" pitchFamily="18" charset="0"/>
              </a:rPr>
              <a:t>锁存</a:t>
            </a:r>
            <a:r>
              <a:rPr lang="zh-CN" altLang="en-US" sz="2800" dirty="0">
                <a:latin typeface="Times New Roman" panose="02020603050405020304" pitchFamily="18" charset="0"/>
              </a:rPr>
              <a:t>起来</a:t>
            </a:r>
            <a:endParaRPr lang="zh-CN" altLang="en-US" sz="2800" baseline="-30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2. </a:t>
            </a:r>
            <a:r>
              <a:rPr lang="zh-CN" altLang="en-US" sz="4000"/>
              <a:t>读写控制引脚</a:t>
            </a:r>
            <a:r>
              <a:rPr lang="en-US" altLang="zh-CN" sz="4000"/>
              <a:t>——</a:t>
            </a:r>
            <a:r>
              <a:rPr lang="zh-CN" altLang="en-US" sz="4000"/>
              <a:t>锁存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14363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锁存功能由</a:t>
            </a:r>
            <a:r>
              <a:rPr lang="zh-CN" altLang="en-US" sz="2800" b="1" dirty="0"/>
              <a:t>触发器</a:t>
            </a:r>
            <a:r>
              <a:rPr lang="zh-CN" altLang="en-US" sz="2800" dirty="0"/>
              <a:t>实现，最基本的为</a:t>
            </a:r>
            <a:r>
              <a:rPr lang="en-US" altLang="zh-CN" sz="2800" dirty="0"/>
              <a:t>RS</a:t>
            </a:r>
            <a:r>
              <a:rPr lang="zh-CN" altLang="en-US" sz="2800" dirty="0"/>
              <a:t>触发器。</a:t>
            </a:r>
          </a:p>
        </p:txBody>
      </p:sp>
      <p:grpSp>
        <p:nvGrpSpPr>
          <p:cNvPr id="21508" name="组合 46"/>
          <p:cNvGrpSpPr/>
          <p:nvPr/>
        </p:nvGrpSpPr>
        <p:grpSpPr bwMode="auto">
          <a:xfrm>
            <a:off x="1044575" y="3143250"/>
            <a:ext cx="3000375" cy="2797175"/>
            <a:chOff x="3000364" y="3632852"/>
            <a:chExt cx="1928826" cy="2082164"/>
          </a:xfrm>
        </p:grpSpPr>
        <p:grpSp>
          <p:nvGrpSpPr>
            <p:cNvPr id="21550" name="组合 6"/>
            <p:cNvGrpSpPr/>
            <p:nvPr/>
          </p:nvGrpSpPr>
          <p:grpSpPr bwMode="auto">
            <a:xfrm>
              <a:off x="3000364" y="4347232"/>
              <a:ext cx="500066" cy="642942"/>
              <a:chOff x="3000364" y="3786190"/>
              <a:chExt cx="500066" cy="642942"/>
            </a:xfrm>
          </p:grpSpPr>
          <p:sp>
            <p:nvSpPr>
              <p:cNvPr id="5" name="流程图: 延期 4"/>
              <p:cNvSpPr/>
              <p:nvPr/>
            </p:nvSpPr>
            <p:spPr>
              <a:xfrm rot="16200000">
                <a:off x="2964425" y="3893583"/>
                <a:ext cx="571945" cy="500066"/>
              </a:xfrm>
              <a:prstGeom prst="flowChartDela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3214678" y="3786742"/>
                <a:ext cx="71438" cy="7090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21551" name="组合 7"/>
            <p:cNvGrpSpPr/>
            <p:nvPr/>
          </p:nvGrpSpPr>
          <p:grpSpPr bwMode="auto">
            <a:xfrm>
              <a:off x="4429124" y="4347232"/>
              <a:ext cx="500066" cy="642942"/>
              <a:chOff x="3000364" y="3786190"/>
              <a:chExt cx="500066" cy="642942"/>
            </a:xfrm>
          </p:grpSpPr>
          <p:sp>
            <p:nvSpPr>
              <p:cNvPr id="9" name="流程图: 延期 8"/>
              <p:cNvSpPr/>
              <p:nvPr/>
            </p:nvSpPr>
            <p:spPr>
              <a:xfrm rot="16200000">
                <a:off x="2964425" y="3893583"/>
                <a:ext cx="571945" cy="500066"/>
              </a:xfrm>
              <a:prstGeom prst="flowChartDela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3214678" y="3786742"/>
                <a:ext cx="71438" cy="7090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 rot="5400000" flipH="1" flipV="1">
              <a:off x="2852486" y="3995206"/>
              <a:ext cx="724385" cy="2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5400000" flipH="1" flipV="1">
              <a:off x="4282266" y="3994024"/>
              <a:ext cx="724385" cy="2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rot="5400000" flipH="1" flipV="1">
              <a:off x="2710630" y="5351803"/>
              <a:ext cx="724385" cy="2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5400000" flipH="1" flipV="1">
              <a:off x="4496580" y="5351803"/>
              <a:ext cx="724385" cy="2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3214678" y="3918825"/>
              <a:ext cx="428628" cy="11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214810" y="3918825"/>
              <a:ext cx="428628" cy="11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357554" y="5275422"/>
              <a:ext cx="142876" cy="2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4429124" y="5275422"/>
              <a:ext cx="142876" cy="2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rot="5400000">
              <a:off x="3179321" y="4239933"/>
              <a:ext cx="1356597" cy="7143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16200000" flipH="1">
              <a:off x="3357917" y="4204214"/>
              <a:ext cx="1356597" cy="785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rot="5400000" flipH="1" flipV="1">
              <a:off x="3216179" y="5132006"/>
              <a:ext cx="284791" cy="2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rot="5400000" flipH="1" flipV="1">
              <a:off x="4430625" y="5132006"/>
              <a:ext cx="284791" cy="2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89" name="TextBox 47"/>
          <p:cNvSpPr txBox="1">
            <a:spLocks noChangeArrowheads="1"/>
          </p:cNvSpPr>
          <p:nvPr/>
        </p:nvSpPr>
        <p:spPr bwMode="auto">
          <a:xfrm>
            <a:off x="973138" y="59293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6390" name="TextBox 48"/>
          <p:cNvSpPr txBox="1">
            <a:spLocks noChangeArrowheads="1"/>
          </p:cNvSpPr>
          <p:nvPr/>
        </p:nvSpPr>
        <p:spPr bwMode="auto">
          <a:xfrm>
            <a:off x="3759200" y="59293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6391" name="TextBox 49"/>
          <p:cNvSpPr txBox="1">
            <a:spLocks noChangeArrowheads="1"/>
          </p:cNvSpPr>
          <p:nvPr/>
        </p:nvSpPr>
        <p:spPr bwMode="auto">
          <a:xfrm>
            <a:off x="1044575" y="30003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6392" name="TextBox 50"/>
          <p:cNvSpPr txBox="1">
            <a:spLocks noChangeArrowheads="1"/>
          </p:cNvSpPr>
          <p:nvPr/>
        </p:nvSpPr>
        <p:spPr bwMode="auto">
          <a:xfrm>
            <a:off x="3687763" y="30003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6393" name="TextBox 51"/>
          <p:cNvSpPr txBox="1">
            <a:spLocks noChangeArrowheads="1"/>
          </p:cNvSpPr>
          <p:nvPr/>
        </p:nvSpPr>
        <p:spPr bwMode="auto">
          <a:xfrm>
            <a:off x="1473200" y="550068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6394" name="TextBox 52"/>
          <p:cNvSpPr txBox="1">
            <a:spLocks noChangeArrowheads="1"/>
          </p:cNvSpPr>
          <p:nvPr/>
        </p:nvSpPr>
        <p:spPr bwMode="auto">
          <a:xfrm>
            <a:off x="3330575" y="550068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21515" name="Rectangle 49"/>
          <p:cNvSpPr>
            <a:spLocks noChangeArrowheads="1"/>
          </p:cNvSpPr>
          <p:nvPr/>
        </p:nvSpPr>
        <p:spPr bwMode="auto">
          <a:xfrm>
            <a:off x="4800600" y="2509838"/>
            <a:ext cx="4038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6" name="Rectangle 50"/>
          <p:cNvSpPr>
            <a:spLocks noChangeArrowheads="1"/>
          </p:cNvSpPr>
          <p:nvPr/>
        </p:nvSpPr>
        <p:spPr bwMode="auto">
          <a:xfrm>
            <a:off x="4800600" y="2509838"/>
            <a:ext cx="838200" cy="5334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</a:rPr>
              <a:t>S</a:t>
            </a:r>
            <a:r>
              <a:rPr lang="en-US" altLang="zh-CN" sz="2800" b="1" baseline="-2500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517" name="Line 51"/>
          <p:cNvSpPr>
            <a:spLocks noChangeShapeType="1"/>
          </p:cNvSpPr>
          <p:nvPr/>
        </p:nvSpPr>
        <p:spPr bwMode="auto">
          <a:xfrm>
            <a:off x="5029200" y="2586038"/>
            <a:ext cx="228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8" name="Rectangle 52"/>
          <p:cNvSpPr>
            <a:spLocks noChangeArrowheads="1"/>
          </p:cNvSpPr>
          <p:nvPr/>
        </p:nvSpPr>
        <p:spPr bwMode="auto">
          <a:xfrm>
            <a:off x="5638800" y="2509838"/>
            <a:ext cx="914400" cy="533400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</a:rPr>
              <a:t>R</a:t>
            </a:r>
            <a:r>
              <a:rPr lang="en-US" altLang="zh-CN" sz="2800" b="1" baseline="-2500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519" name="Line 53"/>
          <p:cNvSpPr>
            <a:spLocks noChangeShapeType="1"/>
          </p:cNvSpPr>
          <p:nvPr/>
        </p:nvSpPr>
        <p:spPr bwMode="auto">
          <a:xfrm>
            <a:off x="5867400" y="2586038"/>
            <a:ext cx="304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20" name="Rectangle 54"/>
          <p:cNvSpPr>
            <a:spLocks noChangeArrowheads="1"/>
          </p:cNvSpPr>
          <p:nvPr/>
        </p:nvSpPr>
        <p:spPr bwMode="auto">
          <a:xfrm>
            <a:off x="6477000" y="2509838"/>
            <a:ext cx="1066800" cy="533400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</a:rPr>
              <a:t>Q</a:t>
            </a:r>
            <a:r>
              <a:rPr lang="en-US" altLang="zh-CN" sz="2800" b="1" baseline="3000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1521" name="Rectangle 55"/>
          <p:cNvSpPr>
            <a:spLocks noChangeArrowheads="1"/>
          </p:cNvSpPr>
          <p:nvPr/>
        </p:nvSpPr>
        <p:spPr bwMode="auto">
          <a:xfrm>
            <a:off x="7543800" y="2509838"/>
            <a:ext cx="1295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</a:rPr>
              <a:t>Q</a:t>
            </a:r>
            <a:r>
              <a:rPr lang="en-US" altLang="zh-CN" sz="2800" b="1" baseline="30000">
                <a:solidFill>
                  <a:schemeClr val="bg1"/>
                </a:solidFill>
              </a:rPr>
              <a:t>n+1</a:t>
            </a:r>
          </a:p>
        </p:txBody>
      </p:sp>
      <p:sp>
        <p:nvSpPr>
          <p:cNvPr id="21522" name="Rectangle 56"/>
          <p:cNvSpPr>
            <a:spLocks noChangeArrowheads="1"/>
          </p:cNvSpPr>
          <p:nvPr/>
        </p:nvSpPr>
        <p:spPr bwMode="auto">
          <a:xfrm>
            <a:off x="4800600" y="3043238"/>
            <a:ext cx="838200" cy="3276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1523" name="Rectangle 57"/>
          <p:cNvSpPr>
            <a:spLocks noChangeArrowheads="1"/>
          </p:cNvSpPr>
          <p:nvPr/>
        </p:nvSpPr>
        <p:spPr bwMode="auto">
          <a:xfrm>
            <a:off x="5638800" y="3043238"/>
            <a:ext cx="838200" cy="3276600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1524" name="Rectangle 58"/>
          <p:cNvSpPr>
            <a:spLocks noChangeArrowheads="1"/>
          </p:cNvSpPr>
          <p:nvPr/>
        </p:nvSpPr>
        <p:spPr bwMode="auto">
          <a:xfrm>
            <a:off x="6477000" y="3043238"/>
            <a:ext cx="1066800" cy="3276600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525" name="Rectangle 59"/>
          <p:cNvSpPr>
            <a:spLocks noChangeArrowheads="1"/>
          </p:cNvSpPr>
          <p:nvPr/>
        </p:nvSpPr>
        <p:spPr bwMode="auto">
          <a:xfrm>
            <a:off x="7543800" y="3043238"/>
            <a:ext cx="1295400" cy="3276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0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1*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</a:rPr>
              <a:t>1*</a:t>
            </a:r>
          </a:p>
        </p:txBody>
      </p:sp>
      <p:sp>
        <p:nvSpPr>
          <p:cNvPr id="21526" name="矩形 44"/>
          <p:cNvSpPr>
            <a:spLocks noChangeArrowheads="1"/>
          </p:cNvSpPr>
          <p:nvPr/>
        </p:nvSpPr>
        <p:spPr bwMode="auto">
          <a:xfrm>
            <a:off x="4000500" y="5572125"/>
            <a:ext cx="461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R</a:t>
            </a:r>
            <a:r>
              <a:rPr lang="en-US" altLang="zh-CN" b="1" baseline="-25000"/>
              <a:t>D</a:t>
            </a:r>
          </a:p>
        </p:txBody>
      </p:sp>
      <p:sp>
        <p:nvSpPr>
          <p:cNvPr id="21527" name="矩形 45"/>
          <p:cNvSpPr>
            <a:spLocks noChangeArrowheads="1"/>
          </p:cNvSpPr>
          <p:nvPr/>
        </p:nvSpPr>
        <p:spPr bwMode="auto">
          <a:xfrm>
            <a:off x="642938" y="5572125"/>
            <a:ext cx="449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S</a:t>
            </a:r>
            <a:r>
              <a:rPr lang="en-US" altLang="zh-CN" b="1" baseline="-25000"/>
              <a:t>D</a:t>
            </a:r>
          </a:p>
        </p:txBody>
      </p:sp>
      <p:sp>
        <p:nvSpPr>
          <p:cNvPr id="21528" name="矩形 46"/>
          <p:cNvSpPr>
            <a:spLocks noChangeArrowheads="1"/>
          </p:cNvSpPr>
          <p:nvPr/>
        </p:nvSpPr>
        <p:spPr bwMode="auto">
          <a:xfrm>
            <a:off x="1143000" y="2643188"/>
            <a:ext cx="363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Q</a:t>
            </a:r>
            <a:endParaRPr lang="en-US" altLang="zh-CN" b="1" baseline="-25000"/>
          </a:p>
        </p:txBody>
      </p:sp>
      <p:sp>
        <p:nvSpPr>
          <p:cNvPr id="21529" name="矩形 47"/>
          <p:cNvSpPr>
            <a:spLocks noChangeArrowheads="1"/>
          </p:cNvSpPr>
          <p:nvPr/>
        </p:nvSpPr>
        <p:spPr bwMode="auto">
          <a:xfrm>
            <a:off x="3429000" y="2643188"/>
            <a:ext cx="363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Q</a:t>
            </a:r>
            <a:endParaRPr lang="en-US" altLang="zh-CN" b="1" baseline="-25000"/>
          </a:p>
        </p:txBody>
      </p:sp>
      <p:sp>
        <p:nvSpPr>
          <p:cNvPr id="21530" name="Line 51"/>
          <p:cNvSpPr>
            <a:spLocks noChangeShapeType="1"/>
          </p:cNvSpPr>
          <p:nvPr/>
        </p:nvSpPr>
        <p:spPr bwMode="auto">
          <a:xfrm>
            <a:off x="3500438" y="2643188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TextBox 49"/>
          <p:cNvSpPr txBox="1">
            <a:spLocks noChangeArrowheads="1"/>
          </p:cNvSpPr>
          <p:nvPr/>
        </p:nvSpPr>
        <p:spPr bwMode="auto">
          <a:xfrm>
            <a:off x="830263" y="30003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4" name="TextBox 49"/>
          <p:cNvSpPr txBox="1">
            <a:spLocks noChangeArrowheads="1"/>
          </p:cNvSpPr>
          <p:nvPr/>
        </p:nvSpPr>
        <p:spPr bwMode="auto">
          <a:xfrm>
            <a:off x="3929063" y="30003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5" name="TextBox 49"/>
          <p:cNvSpPr txBox="1">
            <a:spLocks noChangeArrowheads="1"/>
          </p:cNvSpPr>
          <p:nvPr/>
        </p:nvSpPr>
        <p:spPr bwMode="auto">
          <a:xfrm>
            <a:off x="1714500" y="550068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6" name="TextBox 49"/>
          <p:cNvSpPr txBox="1">
            <a:spLocks noChangeArrowheads="1"/>
          </p:cNvSpPr>
          <p:nvPr/>
        </p:nvSpPr>
        <p:spPr bwMode="auto">
          <a:xfrm>
            <a:off x="3116263" y="5500688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7" name="TextBox 49"/>
          <p:cNvSpPr txBox="1">
            <a:spLocks noChangeArrowheads="1"/>
          </p:cNvSpPr>
          <p:nvPr/>
        </p:nvSpPr>
        <p:spPr bwMode="auto">
          <a:xfrm>
            <a:off x="615950" y="30003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8" name="TextBox 49"/>
          <p:cNvSpPr txBox="1">
            <a:spLocks noChangeArrowheads="1"/>
          </p:cNvSpPr>
          <p:nvPr/>
        </p:nvSpPr>
        <p:spPr bwMode="auto">
          <a:xfrm>
            <a:off x="4143375" y="30003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59" name="TextBox 49"/>
          <p:cNvSpPr txBox="1">
            <a:spLocks noChangeArrowheads="1"/>
          </p:cNvSpPr>
          <p:nvPr/>
        </p:nvSpPr>
        <p:spPr bwMode="auto">
          <a:xfrm>
            <a:off x="2928938" y="5500688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0" name="TextBox 49"/>
          <p:cNvSpPr txBox="1">
            <a:spLocks noChangeArrowheads="1"/>
          </p:cNvSpPr>
          <p:nvPr/>
        </p:nvSpPr>
        <p:spPr bwMode="auto">
          <a:xfrm>
            <a:off x="1928813" y="5500688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5000625" y="3786188"/>
            <a:ext cx="3429000" cy="500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5000625" y="3071813"/>
            <a:ext cx="3429000" cy="714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5000625" y="3929063"/>
            <a:ext cx="3429000" cy="714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5000625" y="4786313"/>
            <a:ext cx="3429000" cy="714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5000625" y="5572125"/>
            <a:ext cx="3429000" cy="714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6" name="矩形标注 65"/>
          <p:cNvSpPr/>
          <p:nvPr/>
        </p:nvSpPr>
        <p:spPr>
          <a:xfrm>
            <a:off x="428625" y="2000250"/>
            <a:ext cx="914400" cy="612775"/>
          </a:xfrm>
          <a:prstGeom prst="wedgeRectCallout">
            <a:avLst>
              <a:gd name="adj1" fmla="val 446909"/>
              <a:gd name="adj2" fmla="val 1828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维持</a:t>
            </a:r>
          </a:p>
        </p:txBody>
      </p:sp>
      <p:sp>
        <p:nvSpPr>
          <p:cNvPr id="67" name="矩形标注 66"/>
          <p:cNvSpPr/>
          <p:nvPr/>
        </p:nvSpPr>
        <p:spPr>
          <a:xfrm>
            <a:off x="1571625" y="2000250"/>
            <a:ext cx="914400" cy="612775"/>
          </a:xfrm>
          <a:prstGeom prst="wedgeRectCallout">
            <a:avLst>
              <a:gd name="adj1" fmla="val 319490"/>
              <a:gd name="adj2" fmla="val 3008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置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8" name="矩形标注 67"/>
          <p:cNvSpPr/>
          <p:nvPr/>
        </p:nvSpPr>
        <p:spPr>
          <a:xfrm>
            <a:off x="2786063" y="2000250"/>
            <a:ext cx="914400" cy="612775"/>
          </a:xfrm>
          <a:prstGeom prst="wedgeRectCallout">
            <a:avLst>
              <a:gd name="adj1" fmla="val 188845"/>
              <a:gd name="adj2" fmla="val 4645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清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21547" name="Line 51"/>
          <p:cNvSpPr>
            <a:spLocks noChangeShapeType="1"/>
          </p:cNvSpPr>
          <p:nvPr/>
        </p:nvSpPr>
        <p:spPr bwMode="auto">
          <a:xfrm>
            <a:off x="714375" y="557212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48" name="Line 51"/>
          <p:cNvSpPr>
            <a:spLocks noChangeShapeType="1"/>
          </p:cNvSpPr>
          <p:nvPr/>
        </p:nvSpPr>
        <p:spPr bwMode="auto">
          <a:xfrm>
            <a:off x="4071938" y="557212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" name="矩形标注 70"/>
          <p:cNvSpPr/>
          <p:nvPr/>
        </p:nvSpPr>
        <p:spPr>
          <a:xfrm>
            <a:off x="3857625" y="2000250"/>
            <a:ext cx="914400" cy="612775"/>
          </a:xfrm>
          <a:prstGeom prst="wedgeRectCallout">
            <a:avLst>
              <a:gd name="adj1" fmla="val 71102"/>
              <a:gd name="adj2" fmla="val 5848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非法</a:t>
            </a:r>
          </a:p>
        </p:txBody>
      </p:sp>
      <p:sp>
        <p:nvSpPr>
          <p:cNvPr id="2" name="内容占位符 2"/>
          <p:cNvSpPr txBox="1"/>
          <p:nvPr/>
        </p:nvSpPr>
        <p:spPr bwMode="auto">
          <a:xfrm>
            <a:off x="4841158" y="2078415"/>
            <a:ext cx="4088606" cy="322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1800" dirty="0">
                <a:solidFill>
                  <a:schemeClr val="accent5"/>
                </a:solidFill>
              </a:rPr>
              <a:t>能够存储</a:t>
            </a:r>
            <a:r>
              <a:rPr lang="en-US" altLang="zh-CN" sz="1800" dirty="0">
                <a:solidFill>
                  <a:schemeClr val="accent5"/>
                </a:solidFill>
              </a:rPr>
              <a:t>1</a:t>
            </a:r>
            <a:r>
              <a:rPr lang="zh-CN" altLang="en-US" sz="1800" dirty="0">
                <a:solidFill>
                  <a:schemeClr val="accent5"/>
                </a:solidFill>
              </a:rPr>
              <a:t>位二进制数的基本单元电路。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/>
      <p:bldP spid="16390" grpId="0"/>
      <p:bldP spid="16391" grpId="0"/>
      <p:bldP spid="16391" grpId="1"/>
      <p:bldP spid="16392" grpId="0"/>
      <p:bldP spid="16392" grpId="1"/>
      <p:bldP spid="16393" grpId="0"/>
      <p:bldP spid="16393" grpId="1"/>
      <p:bldP spid="16394" grpId="0"/>
      <p:bldP spid="16394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8" grpId="0"/>
      <p:bldP spid="59" grpId="0"/>
      <p:bldP spid="60" grpId="0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71" grpId="0" animBg="1"/>
      <p:bldP spid="71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/>
              <a:t>2. </a:t>
            </a:r>
            <a:r>
              <a:rPr lang="zh-CN" altLang="en-US" sz="4000" dirty="0"/>
              <a:t>读写控制引脚</a:t>
            </a:r>
            <a:r>
              <a:rPr lang="en-US" altLang="zh-CN" sz="4000" dirty="0"/>
              <a:t>——</a:t>
            </a:r>
            <a:r>
              <a:rPr lang="zh-CN" altLang="en-US" sz="4000" dirty="0"/>
              <a:t>锁存</a:t>
            </a:r>
          </a:p>
        </p:txBody>
      </p:sp>
      <p:sp>
        <p:nvSpPr>
          <p:cNvPr id="5" name="矩形 4"/>
          <p:cNvSpPr/>
          <p:nvPr/>
        </p:nvSpPr>
        <p:spPr>
          <a:xfrm>
            <a:off x="428625" y="1643063"/>
            <a:ext cx="8143875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latin typeface="Arial" panose="020B0604020202020204" pitchFamily="34" charset="0"/>
              </a:rPr>
              <a:t>D</a:t>
            </a:r>
            <a:r>
              <a:rPr lang="zh-CN" altLang="en-US" sz="2400" b="1" dirty="0">
                <a:latin typeface="Arial" panose="020B0604020202020204" pitchFamily="34" charset="0"/>
              </a:rPr>
              <a:t>触发器</a:t>
            </a:r>
            <a:r>
              <a:rPr lang="zh-CN" altLang="en-US" sz="2400" dirty="0">
                <a:latin typeface="Arial" panose="020B0604020202020204" pitchFamily="34" charset="0"/>
              </a:rPr>
              <a:t>：信号保持，也可用作导通开关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时钟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触发器工作原理：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 = R = D。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其它与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RS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触发器相同。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22532" name="Picture 4" descr="D:\图片\641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2" y="2855403"/>
            <a:ext cx="8503222" cy="3637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Line 6"/>
          <p:cNvSpPr>
            <a:spLocks noChangeShapeType="1"/>
          </p:cNvSpPr>
          <p:nvPr/>
        </p:nvSpPr>
        <p:spPr bwMode="auto">
          <a:xfrm>
            <a:off x="4286250" y="2071688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076056" y="2645460"/>
            <a:ext cx="3439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避免瞬态干扰产生违反约束条件的输入信号。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CP</a:t>
            </a:r>
            <a:r>
              <a:rPr lang="zh-CN" altLang="en-US" dirty="0"/>
              <a:t>控制脉冲或写入脉冲。</a:t>
            </a:r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2. </a:t>
            </a:r>
            <a:r>
              <a:rPr lang="zh-CN" altLang="en-US" sz="4000"/>
              <a:t>读写控制引脚</a:t>
            </a:r>
            <a:r>
              <a:rPr lang="en-US" altLang="zh-CN" sz="4000"/>
              <a:t>——</a:t>
            </a:r>
            <a:r>
              <a:rPr lang="zh-CN" altLang="en-US" sz="4000"/>
              <a:t>锁存</a:t>
            </a:r>
          </a:p>
        </p:txBody>
      </p:sp>
      <p:grpSp>
        <p:nvGrpSpPr>
          <p:cNvPr id="2" name="Group 51"/>
          <p:cNvGrpSpPr/>
          <p:nvPr/>
        </p:nvGrpSpPr>
        <p:grpSpPr bwMode="auto">
          <a:xfrm>
            <a:off x="762000" y="2081213"/>
            <a:ext cx="3613150" cy="847725"/>
            <a:chOff x="480" y="1296"/>
            <a:chExt cx="2276" cy="534"/>
          </a:xfrm>
        </p:grpSpPr>
        <p:sp>
          <p:nvSpPr>
            <p:cNvPr id="23588" name="Rectangle 7"/>
            <p:cNvSpPr>
              <a:spLocks noChangeArrowheads="1"/>
            </p:cNvSpPr>
            <p:nvPr/>
          </p:nvSpPr>
          <p:spPr bwMode="auto">
            <a:xfrm>
              <a:off x="799" y="1296"/>
              <a:ext cx="612" cy="534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D    Q</a:t>
              </a:r>
            </a:p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C    Q</a:t>
              </a:r>
            </a:p>
          </p:txBody>
        </p:sp>
        <p:sp>
          <p:nvSpPr>
            <p:cNvPr id="23589" name="Line 8"/>
            <p:cNvSpPr>
              <a:spLocks noChangeShapeType="1"/>
            </p:cNvSpPr>
            <p:nvPr/>
          </p:nvSpPr>
          <p:spPr bwMode="auto">
            <a:xfrm>
              <a:off x="1149" y="1605"/>
              <a:ext cx="1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90" name="Line 9"/>
            <p:cNvSpPr>
              <a:spLocks noChangeShapeType="1"/>
            </p:cNvSpPr>
            <p:nvPr/>
          </p:nvSpPr>
          <p:spPr bwMode="auto">
            <a:xfrm>
              <a:off x="1416" y="1425"/>
              <a:ext cx="3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91" name="Line 10"/>
            <p:cNvSpPr>
              <a:spLocks noChangeShapeType="1"/>
            </p:cNvSpPr>
            <p:nvPr/>
          </p:nvSpPr>
          <p:spPr bwMode="auto">
            <a:xfrm>
              <a:off x="1416" y="1708"/>
              <a:ext cx="3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92" name="Line 11"/>
            <p:cNvSpPr>
              <a:spLocks noChangeShapeType="1"/>
            </p:cNvSpPr>
            <p:nvPr/>
          </p:nvSpPr>
          <p:spPr bwMode="auto">
            <a:xfrm>
              <a:off x="480" y="1708"/>
              <a:ext cx="3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93" name="Line 12"/>
            <p:cNvSpPr>
              <a:spLocks noChangeShapeType="1"/>
            </p:cNvSpPr>
            <p:nvPr/>
          </p:nvSpPr>
          <p:spPr bwMode="auto">
            <a:xfrm>
              <a:off x="480" y="1425"/>
              <a:ext cx="3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94" name="Text Box 23"/>
            <p:cNvSpPr txBox="1">
              <a:spLocks noChangeArrowheads="1"/>
            </p:cNvSpPr>
            <p:nvPr/>
          </p:nvSpPr>
          <p:spPr bwMode="auto">
            <a:xfrm>
              <a:off x="1744" y="1373"/>
              <a:ext cx="10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</a:rPr>
                <a:t>电平锁存</a:t>
              </a:r>
            </a:p>
          </p:txBody>
        </p:sp>
      </p:grpSp>
      <p:grpSp>
        <p:nvGrpSpPr>
          <p:cNvPr id="3" name="Group 50"/>
          <p:cNvGrpSpPr/>
          <p:nvPr/>
        </p:nvGrpSpPr>
        <p:grpSpPr bwMode="auto">
          <a:xfrm>
            <a:off x="609600" y="3224213"/>
            <a:ext cx="3943350" cy="847725"/>
            <a:chOff x="384" y="2352"/>
            <a:chExt cx="2484" cy="534"/>
          </a:xfrm>
        </p:grpSpPr>
        <p:sp>
          <p:nvSpPr>
            <p:cNvPr id="23581" name="Rectangle 15"/>
            <p:cNvSpPr>
              <a:spLocks noChangeArrowheads="1"/>
            </p:cNvSpPr>
            <p:nvPr/>
          </p:nvSpPr>
          <p:spPr bwMode="auto">
            <a:xfrm>
              <a:off x="799" y="2352"/>
              <a:ext cx="612" cy="534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D    Q</a:t>
              </a:r>
            </a:p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C    Q</a:t>
              </a:r>
            </a:p>
          </p:txBody>
        </p:sp>
        <p:sp>
          <p:nvSpPr>
            <p:cNvPr id="23582" name="Line 16"/>
            <p:cNvSpPr>
              <a:spLocks noChangeShapeType="1"/>
            </p:cNvSpPr>
            <p:nvPr/>
          </p:nvSpPr>
          <p:spPr bwMode="auto">
            <a:xfrm>
              <a:off x="1125" y="2665"/>
              <a:ext cx="1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3" name="Line 17"/>
            <p:cNvSpPr>
              <a:spLocks noChangeShapeType="1"/>
            </p:cNvSpPr>
            <p:nvPr/>
          </p:nvSpPr>
          <p:spPr bwMode="auto">
            <a:xfrm>
              <a:off x="1420" y="2479"/>
              <a:ext cx="36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4" name="Line 18"/>
            <p:cNvSpPr>
              <a:spLocks noChangeShapeType="1"/>
            </p:cNvSpPr>
            <p:nvPr/>
          </p:nvSpPr>
          <p:spPr bwMode="auto">
            <a:xfrm>
              <a:off x="1420" y="2784"/>
              <a:ext cx="36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5" name="Line 19"/>
            <p:cNvSpPr>
              <a:spLocks noChangeShapeType="1"/>
            </p:cNvSpPr>
            <p:nvPr/>
          </p:nvSpPr>
          <p:spPr bwMode="auto">
            <a:xfrm>
              <a:off x="384" y="2784"/>
              <a:ext cx="36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6" name="Line 20"/>
            <p:cNvSpPr>
              <a:spLocks noChangeShapeType="1"/>
            </p:cNvSpPr>
            <p:nvPr/>
          </p:nvSpPr>
          <p:spPr bwMode="auto">
            <a:xfrm>
              <a:off x="456" y="2479"/>
              <a:ext cx="36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7" name="Text Box 24"/>
            <p:cNvSpPr txBox="1">
              <a:spLocks noChangeArrowheads="1"/>
            </p:cNvSpPr>
            <p:nvPr/>
          </p:nvSpPr>
          <p:spPr bwMode="auto">
            <a:xfrm>
              <a:off x="1632" y="2477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</a:rPr>
                <a:t>上升沿锁存</a:t>
              </a:r>
            </a:p>
          </p:txBody>
        </p:sp>
      </p:grp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4876800" y="1582738"/>
            <a:ext cx="3656013" cy="17335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6600"/>
            </a:solidFill>
            <a:miter lim="800000"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电平锁存：</a:t>
            </a: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高电平通过，低电平锁存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上升沿锁存：</a:t>
            </a: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通常用负脉冲触发锁存</a:t>
            </a:r>
          </a:p>
        </p:txBody>
      </p:sp>
      <p:sp>
        <p:nvSpPr>
          <p:cNvPr id="61" name="Text Box 32"/>
          <p:cNvSpPr txBox="1">
            <a:spLocks noChangeArrowheads="1"/>
          </p:cNvSpPr>
          <p:nvPr/>
        </p:nvSpPr>
        <p:spPr bwMode="auto">
          <a:xfrm>
            <a:off x="5622925" y="4214813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Times New Roman" panose="02020603050405020304" pitchFamily="18" charset="0"/>
              </a:rPr>
              <a:t>负脉冲的上升沿</a:t>
            </a:r>
          </a:p>
        </p:txBody>
      </p:sp>
      <p:grpSp>
        <p:nvGrpSpPr>
          <p:cNvPr id="4" name="Group 49"/>
          <p:cNvGrpSpPr/>
          <p:nvPr/>
        </p:nvGrpSpPr>
        <p:grpSpPr bwMode="auto">
          <a:xfrm>
            <a:off x="6019800" y="3529013"/>
            <a:ext cx="1447800" cy="685800"/>
            <a:chOff x="4464" y="1248"/>
            <a:chExt cx="912" cy="432"/>
          </a:xfrm>
        </p:grpSpPr>
        <p:grpSp>
          <p:nvGrpSpPr>
            <p:cNvPr id="23574" name="Group 26"/>
            <p:cNvGrpSpPr/>
            <p:nvPr/>
          </p:nvGrpSpPr>
          <p:grpSpPr bwMode="auto">
            <a:xfrm>
              <a:off x="4464" y="1248"/>
              <a:ext cx="816" cy="240"/>
              <a:chOff x="3504" y="2016"/>
              <a:chExt cx="816" cy="240"/>
            </a:xfrm>
          </p:grpSpPr>
          <p:sp>
            <p:nvSpPr>
              <p:cNvPr id="23576" name="Line 27"/>
              <p:cNvSpPr>
                <a:spLocks noChangeShapeType="1"/>
              </p:cNvSpPr>
              <p:nvPr/>
            </p:nvSpPr>
            <p:spPr bwMode="auto">
              <a:xfrm>
                <a:off x="3504" y="2016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77" name="Line 28"/>
              <p:cNvSpPr>
                <a:spLocks noChangeShapeType="1"/>
              </p:cNvSpPr>
              <p:nvPr/>
            </p:nvSpPr>
            <p:spPr bwMode="auto">
              <a:xfrm>
                <a:off x="4032" y="2016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78" name="Line 29"/>
              <p:cNvSpPr>
                <a:spLocks noChangeShapeType="1"/>
              </p:cNvSpPr>
              <p:nvPr/>
            </p:nvSpPr>
            <p:spPr bwMode="auto">
              <a:xfrm flipH="1">
                <a:off x="3792" y="2256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79" name="Line 30"/>
              <p:cNvSpPr>
                <a:spLocks noChangeShapeType="1"/>
              </p:cNvSpPr>
              <p:nvPr/>
            </p:nvSpPr>
            <p:spPr bwMode="auto">
              <a:xfrm>
                <a:off x="3792" y="2016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80" name="Line 31"/>
              <p:cNvSpPr>
                <a:spLocks noChangeShapeType="1"/>
              </p:cNvSpPr>
              <p:nvPr/>
            </p:nvSpPr>
            <p:spPr bwMode="auto">
              <a:xfrm>
                <a:off x="4032" y="2016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3575" name="Line 33"/>
            <p:cNvSpPr>
              <a:spLocks noChangeShapeType="1"/>
            </p:cNvSpPr>
            <p:nvPr/>
          </p:nvSpPr>
          <p:spPr bwMode="auto">
            <a:xfrm flipH="1" flipV="1">
              <a:off x="5088" y="1392"/>
              <a:ext cx="288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38200" y="4519613"/>
            <a:ext cx="5289550" cy="1981200"/>
            <a:chOff x="838200" y="4519613"/>
            <a:chExt cx="5289550" cy="1981200"/>
          </a:xfrm>
        </p:grpSpPr>
        <p:grpSp>
          <p:nvGrpSpPr>
            <p:cNvPr id="6" name="Group 48"/>
            <p:cNvGrpSpPr/>
            <p:nvPr/>
          </p:nvGrpSpPr>
          <p:grpSpPr bwMode="auto">
            <a:xfrm>
              <a:off x="838200" y="4519613"/>
              <a:ext cx="1828800" cy="1981200"/>
              <a:chOff x="816" y="2112"/>
              <a:chExt cx="1152" cy="1248"/>
            </a:xfrm>
          </p:grpSpPr>
          <p:sp>
            <p:nvSpPr>
              <p:cNvPr id="23562" name="Rectangle 35"/>
              <p:cNvSpPr>
                <a:spLocks noChangeArrowheads="1"/>
              </p:cNvSpPr>
              <p:nvPr/>
            </p:nvSpPr>
            <p:spPr bwMode="auto">
              <a:xfrm>
                <a:off x="1087" y="2448"/>
                <a:ext cx="612" cy="534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dirty="0">
                    <a:latin typeface="Times New Roman" panose="02020603050405020304" pitchFamily="18" charset="0"/>
                  </a:rPr>
                  <a:t>D    Q</a:t>
                </a:r>
              </a:p>
              <a:p>
                <a:pPr algn="ctr" eaLnBrk="1" hangingPunct="1"/>
                <a:r>
                  <a:rPr lang="en-US" altLang="zh-CN" b="1" dirty="0">
                    <a:latin typeface="Times New Roman" panose="02020603050405020304" pitchFamily="18" charset="0"/>
                  </a:rPr>
                  <a:t>C    Q</a:t>
                </a:r>
              </a:p>
            </p:txBody>
          </p:sp>
          <p:sp>
            <p:nvSpPr>
              <p:cNvPr id="23563" name="Line 36"/>
              <p:cNvSpPr>
                <a:spLocks noChangeShapeType="1"/>
              </p:cNvSpPr>
              <p:nvPr/>
            </p:nvSpPr>
            <p:spPr bwMode="auto">
              <a:xfrm>
                <a:off x="1449" y="2739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64" name="Line 37"/>
              <p:cNvSpPr>
                <a:spLocks noChangeShapeType="1"/>
              </p:cNvSpPr>
              <p:nvPr/>
            </p:nvSpPr>
            <p:spPr bwMode="auto">
              <a:xfrm>
                <a:off x="1680" y="2595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65" name="Line 38"/>
              <p:cNvSpPr>
                <a:spLocks noChangeShapeType="1"/>
              </p:cNvSpPr>
              <p:nvPr/>
            </p:nvSpPr>
            <p:spPr bwMode="auto">
              <a:xfrm>
                <a:off x="1680" y="2835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66" name="Line 39"/>
              <p:cNvSpPr>
                <a:spLocks noChangeShapeType="1"/>
              </p:cNvSpPr>
              <p:nvPr/>
            </p:nvSpPr>
            <p:spPr bwMode="auto">
              <a:xfrm>
                <a:off x="816" y="2835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67" name="Line 40"/>
              <p:cNvSpPr>
                <a:spLocks noChangeShapeType="1"/>
              </p:cNvSpPr>
              <p:nvPr/>
            </p:nvSpPr>
            <p:spPr bwMode="auto">
              <a:xfrm>
                <a:off x="816" y="2595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68" name="AutoShape 41"/>
              <p:cNvSpPr>
                <a:spLocks noChangeArrowheads="1"/>
              </p:cNvSpPr>
              <p:nvPr/>
            </p:nvSpPr>
            <p:spPr bwMode="auto">
              <a:xfrm>
                <a:off x="1344" y="2352"/>
                <a:ext cx="96" cy="96"/>
              </a:xfrm>
              <a:prstGeom prst="flowChartConnector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69" name="AutoShape 42"/>
              <p:cNvSpPr>
                <a:spLocks noChangeArrowheads="1"/>
              </p:cNvSpPr>
              <p:nvPr/>
            </p:nvSpPr>
            <p:spPr bwMode="auto">
              <a:xfrm>
                <a:off x="1344" y="2976"/>
                <a:ext cx="96" cy="96"/>
              </a:xfrm>
              <a:prstGeom prst="flowChartConnector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0" name="Line 43"/>
              <p:cNvSpPr>
                <a:spLocks noChangeShapeType="1"/>
              </p:cNvSpPr>
              <p:nvPr/>
            </p:nvSpPr>
            <p:spPr bwMode="auto">
              <a:xfrm>
                <a:off x="1392" y="216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71" name="Line 44"/>
              <p:cNvSpPr>
                <a:spLocks noChangeShapeType="1"/>
              </p:cNvSpPr>
              <p:nvPr/>
            </p:nvSpPr>
            <p:spPr bwMode="auto">
              <a:xfrm>
                <a:off x="1392" y="3072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72" name="Text Box 45"/>
              <p:cNvSpPr txBox="1">
                <a:spLocks noChangeArrowheads="1"/>
              </p:cNvSpPr>
              <p:nvPr/>
            </p:nvSpPr>
            <p:spPr bwMode="auto">
              <a:xfrm>
                <a:off x="1440" y="211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latin typeface="Times New Roman" panose="02020603050405020304" pitchFamily="18" charset="0"/>
                  </a:rPr>
                  <a:t>S</a:t>
                </a:r>
                <a:endParaRPr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73" name="Text Box 46"/>
              <p:cNvSpPr txBox="1">
                <a:spLocks noChangeArrowheads="1"/>
              </p:cNvSpPr>
              <p:nvPr/>
            </p:nvSpPr>
            <p:spPr bwMode="auto">
              <a:xfrm>
                <a:off x="1431" y="3072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latin typeface="Times New Roman" panose="02020603050405020304" pitchFamily="18" charset="0"/>
                  </a:rPr>
                  <a:t>R</a:t>
                </a:r>
              </a:p>
            </p:txBody>
          </p:sp>
        </p:grpSp>
        <p:sp>
          <p:nvSpPr>
            <p:cNvPr id="23561" name="Text Box 47"/>
            <p:cNvSpPr txBox="1">
              <a:spLocks noChangeArrowheads="1"/>
            </p:cNvSpPr>
            <p:nvPr/>
          </p:nvSpPr>
          <p:spPr bwMode="auto">
            <a:xfrm>
              <a:off x="3200400" y="5053013"/>
              <a:ext cx="2927350" cy="82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latin typeface="Times New Roman" panose="02020603050405020304" pitchFamily="18" charset="0"/>
                </a:rPr>
                <a:t>带有异步置位清零的</a:t>
              </a:r>
            </a:p>
            <a:p>
              <a:pPr eaLnBrk="1" hangingPunct="1"/>
              <a:r>
                <a:rPr lang="zh-CN" altLang="en-US" b="1" dirty="0">
                  <a:latin typeface="Times New Roman" panose="02020603050405020304" pitchFamily="18" charset="0"/>
                </a:rPr>
                <a:t>电平控制的锁存器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 autoUpdateAnimBg="0"/>
      <p:bldP spid="6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 </a:t>
            </a:r>
            <a:r>
              <a:rPr lang="zh-CN" altLang="en-US" dirty="0"/>
              <a:t>读写控制引脚</a:t>
            </a:r>
            <a:endParaRPr lang="en-US" altLang="zh-CN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42988"/>
          </a:xfrm>
        </p:spPr>
        <p:txBody>
          <a:bodyPr/>
          <a:lstStyle/>
          <a:p>
            <a:pPr eaLnBrk="1" hangingPunct="1"/>
            <a:r>
              <a:rPr lang="zh-CN" altLang="en-US"/>
              <a:t>考虑地址引脚与</a:t>
            </a:r>
            <a:r>
              <a:rPr lang="en-US" altLang="zh-CN"/>
              <a:t>ALE</a:t>
            </a:r>
            <a:r>
              <a:rPr lang="zh-CN" altLang="en-US"/>
              <a:t>引脚如何在总线上形成地址锁存。</a:t>
            </a:r>
          </a:p>
        </p:txBody>
      </p:sp>
      <p:grpSp>
        <p:nvGrpSpPr>
          <p:cNvPr id="2" name="Group 50"/>
          <p:cNvGrpSpPr/>
          <p:nvPr/>
        </p:nvGrpSpPr>
        <p:grpSpPr bwMode="auto">
          <a:xfrm>
            <a:off x="1500188" y="3214688"/>
            <a:ext cx="3943350" cy="847725"/>
            <a:chOff x="384" y="2352"/>
            <a:chExt cx="2484" cy="534"/>
          </a:xfrm>
        </p:grpSpPr>
        <p:sp>
          <p:nvSpPr>
            <p:cNvPr id="24591" name="Rectangle 15"/>
            <p:cNvSpPr>
              <a:spLocks noChangeArrowheads="1"/>
            </p:cNvSpPr>
            <p:nvPr/>
          </p:nvSpPr>
          <p:spPr bwMode="auto">
            <a:xfrm>
              <a:off x="799" y="2352"/>
              <a:ext cx="612" cy="534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D    Q</a:t>
              </a:r>
            </a:p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C    Q</a:t>
              </a:r>
            </a:p>
          </p:txBody>
        </p:sp>
        <p:sp>
          <p:nvSpPr>
            <p:cNvPr id="24592" name="Line 16"/>
            <p:cNvSpPr>
              <a:spLocks noChangeShapeType="1"/>
            </p:cNvSpPr>
            <p:nvPr/>
          </p:nvSpPr>
          <p:spPr bwMode="auto">
            <a:xfrm>
              <a:off x="1125" y="2665"/>
              <a:ext cx="1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3" name="Line 17"/>
            <p:cNvSpPr>
              <a:spLocks noChangeShapeType="1"/>
            </p:cNvSpPr>
            <p:nvPr/>
          </p:nvSpPr>
          <p:spPr bwMode="auto">
            <a:xfrm>
              <a:off x="1420" y="2479"/>
              <a:ext cx="36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4" name="Line 18"/>
            <p:cNvSpPr>
              <a:spLocks noChangeShapeType="1"/>
            </p:cNvSpPr>
            <p:nvPr/>
          </p:nvSpPr>
          <p:spPr bwMode="auto">
            <a:xfrm>
              <a:off x="1420" y="2784"/>
              <a:ext cx="36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5" name="Line 19"/>
            <p:cNvSpPr>
              <a:spLocks noChangeShapeType="1"/>
            </p:cNvSpPr>
            <p:nvPr/>
          </p:nvSpPr>
          <p:spPr bwMode="auto">
            <a:xfrm>
              <a:off x="384" y="2784"/>
              <a:ext cx="36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6" name="Line 20"/>
            <p:cNvSpPr>
              <a:spLocks noChangeShapeType="1"/>
            </p:cNvSpPr>
            <p:nvPr/>
          </p:nvSpPr>
          <p:spPr bwMode="auto">
            <a:xfrm>
              <a:off x="456" y="2479"/>
              <a:ext cx="36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7" name="Text Box 24"/>
            <p:cNvSpPr txBox="1">
              <a:spLocks noChangeArrowheads="1"/>
            </p:cNvSpPr>
            <p:nvPr/>
          </p:nvSpPr>
          <p:spPr bwMode="auto">
            <a:xfrm>
              <a:off x="1632" y="2477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</a:rPr>
                <a:t>上升沿锁存</a:t>
              </a:r>
            </a:p>
          </p:txBody>
        </p:sp>
      </p:grpSp>
      <p:grpSp>
        <p:nvGrpSpPr>
          <p:cNvPr id="3" name="组合 16"/>
          <p:cNvGrpSpPr/>
          <p:nvPr/>
        </p:nvGrpSpPr>
        <p:grpSpPr bwMode="auto">
          <a:xfrm>
            <a:off x="1214438" y="3900488"/>
            <a:ext cx="612775" cy="1700212"/>
            <a:chOff x="1214414" y="3901280"/>
            <a:chExt cx="612648" cy="1699440"/>
          </a:xfrm>
        </p:grpSpPr>
        <p:cxnSp>
          <p:nvCxnSpPr>
            <p:cNvPr id="13" name="直接连接符 12"/>
            <p:cNvCxnSpPr>
              <a:stCxn id="24595" idx="0"/>
            </p:cNvCxnSpPr>
            <p:nvPr/>
          </p:nvCxnSpPr>
          <p:spPr>
            <a:xfrm rot="5400000">
              <a:off x="1236700" y="4164685"/>
              <a:ext cx="52839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流程图: 延期 13"/>
            <p:cNvSpPr/>
            <p:nvPr/>
          </p:nvSpPr>
          <p:spPr>
            <a:xfrm rot="16200000">
              <a:off x="1214490" y="4429601"/>
              <a:ext cx="612497" cy="612648"/>
            </a:xfrm>
            <a:prstGeom prst="flowChartDelay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cxnSp>
          <p:nvCxnSpPr>
            <p:cNvPr id="15" name="直接连接符 14"/>
            <p:cNvCxnSpPr/>
            <p:nvPr/>
          </p:nvCxnSpPr>
          <p:spPr>
            <a:xfrm rot="5400000">
              <a:off x="1093854" y="5335728"/>
              <a:ext cx="52839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5400000">
              <a:off x="1379545" y="5335728"/>
              <a:ext cx="52839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857250" y="5643563"/>
            <a:ext cx="620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ALE</a:t>
            </a:r>
            <a:endParaRPr lang="zh-CN" altLang="en-US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571625" y="5643563"/>
            <a:ext cx="633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CLK</a:t>
            </a:r>
            <a:endParaRPr lang="zh-CN" altLang="en-US"/>
          </a:p>
        </p:txBody>
      </p:sp>
      <p:sp>
        <p:nvSpPr>
          <p:cNvPr id="20" name="圆角矩形标注 19"/>
          <p:cNvSpPr/>
          <p:nvPr/>
        </p:nvSpPr>
        <p:spPr>
          <a:xfrm>
            <a:off x="2357438" y="4143375"/>
            <a:ext cx="4643437" cy="1571625"/>
          </a:xfrm>
          <a:prstGeom prst="wedgeRoundRectCallout">
            <a:avLst>
              <a:gd name="adj1" fmla="val -54989"/>
              <a:gd name="adj2" fmla="val 579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>
                <a:solidFill>
                  <a:srgbClr val="FFFF00"/>
                </a:solidFill>
              </a:rPr>
              <a:t>由晶振片产生，经过整形、分频后，提供给各芯片同步操作的基准信号，系统中的“时钟周期”即为此信号的周期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1428750" y="2928938"/>
            <a:ext cx="44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A</a:t>
            </a:r>
            <a:r>
              <a:rPr lang="en-US" altLang="zh-CN" baseline="-25000"/>
              <a:t>X</a:t>
            </a:r>
            <a:endParaRPr lang="zh-CN" altLang="en-US" baseline="-25000"/>
          </a:p>
        </p:txBody>
      </p:sp>
      <p:sp>
        <p:nvSpPr>
          <p:cNvPr id="22" name="圆角矩形标注 21"/>
          <p:cNvSpPr/>
          <p:nvPr/>
        </p:nvSpPr>
        <p:spPr>
          <a:xfrm>
            <a:off x="4143375" y="2357438"/>
            <a:ext cx="3786188" cy="785812"/>
          </a:xfrm>
          <a:prstGeom prst="wedgeRoundRectCallout">
            <a:avLst>
              <a:gd name="adj1" fmla="val -58296"/>
              <a:gd name="adj2" fmla="val 8730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rgbClr val="FFFF00"/>
                </a:solidFill>
              </a:rPr>
              <a:t>20</a:t>
            </a:r>
            <a:r>
              <a:rPr lang="zh-CN" altLang="en-US" sz="2000" b="1" dirty="0">
                <a:solidFill>
                  <a:srgbClr val="FFFF00"/>
                </a:solidFill>
              </a:rPr>
              <a:t>个触发器构成的</a:t>
            </a:r>
            <a:r>
              <a:rPr lang="en-US" altLang="zh-CN" sz="2000" b="1" dirty="0">
                <a:solidFill>
                  <a:srgbClr val="FFFF00"/>
                </a:solidFill>
              </a:rPr>
              <a:t>1</a:t>
            </a:r>
            <a:r>
              <a:rPr lang="zh-CN" altLang="en-US" sz="2000" b="1" dirty="0">
                <a:solidFill>
                  <a:srgbClr val="FFFF00"/>
                </a:solidFill>
              </a:rPr>
              <a:t>个存储单元可以锁存全部</a:t>
            </a:r>
            <a:r>
              <a:rPr lang="en-US" altLang="zh-CN" sz="2000" b="1" dirty="0">
                <a:solidFill>
                  <a:srgbClr val="FFFF00"/>
                </a:solidFill>
              </a:rPr>
              <a:t>20</a:t>
            </a:r>
            <a:r>
              <a:rPr lang="zh-CN" altLang="en-US" sz="2000" b="1" dirty="0">
                <a:solidFill>
                  <a:srgbClr val="FFFF00"/>
                </a:solidFill>
              </a:rPr>
              <a:t>位物理地址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05038" y="6033986"/>
            <a:ext cx="2880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实际中，电平锁存也可不接</a:t>
            </a:r>
            <a:r>
              <a: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rPr>
              <a:t>CLK</a:t>
            </a:r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1" grpId="0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</a:t>
            </a:r>
            <a:r>
              <a:rPr lang="zh-CN" altLang="en-US"/>
              <a:t>读写控制引脚</a:t>
            </a:r>
            <a:endParaRPr lang="en-US" altLang="zh-CN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IO/M*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/>
              <a:t>Input and Output/Memory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r>
              <a:rPr lang="zh-CN" altLang="en-US" sz="2800" dirty="0"/>
              <a:t> 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</a:rPr>
              <a:t>或存储器访问，</a:t>
            </a:r>
            <a:r>
              <a:rPr lang="zh-CN" altLang="en-US" sz="2800" b="1" dirty="0">
                <a:latin typeface="Times New Roman" panose="02020603050405020304" pitchFamily="18" charset="0"/>
              </a:rPr>
              <a:t>输出、三态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该引脚输出</a:t>
            </a:r>
            <a:r>
              <a:rPr lang="zh-CN" altLang="en-US" sz="2800" b="1" dirty="0">
                <a:latin typeface="Times New Roman" panose="02020603050405020304" pitchFamily="18" charset="0"/>
              </a:rPr>
              <a:t>高电平</a:t>
            </a:r>
            <a:r>
              <a:rPr lang="zh-CN" altLang="en-US" sz="2800" dirty="0">
                <a:latin typeface="Times New Roman" panose="02020603050405020304" pitchFamily="18" charset="0"/>
              </a:rPr>
              <a:t>时，表示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将</a:t>
            </a:r>
            <a:r>
              <a:rPr lang="zh-CN" altLang="en-US" sz="2800" b="1" dirty="0">
                <a:latin typeface="Times New Roman" panose="02020603050405020304" pitchFamily="18" charset="0"/>
              </a:rPr>
              <a:t>访问</a:t>
            </a:r>
            <a:r>
              <a:rPr lang="en-US" altLang="zh-CN" sz="2800" b="1" dirty="0">
                <a:latin typeface="Times New Roman" panose="02020603050405020304" pitchFamily="18" charset="0"/>
              </a:rPr>
              <a:t>I/O</a:t>
            </a:r>
            <a:r>
              <a:rPr lang="zh-CN" altLang="en-US" sz="2800" b="1" dirty="0">
                <a:latin typeface="Times New Roman" panose="02020603050405020304" pitchFamily="18" charset="0"/>
              </a:rPr>
              <a:t>端口</a:t>
            </a:r>
            <a:r>
              <a:rPr lang="zh-CN" altLang="en-US" sz="2800" dirty="0">
                <a:latin typeface="Times New Roman" panose="02020603050405020304" pitchFamily="18" charset="0"/>
              </a:rPr>
              <a:t>，这时地址总线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15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提供</a:t>
            </a:r>
            <a:r>
              <a:rPr lang="en-US" altLang="zh-CN" sz="2800" dirty="0">
                <a:latin typeface="Times New Roman" panose="02020603050405020304" pitchFamily="18" charset="0"/>
              </a:rPr>
              <a:t>16</a:t>
            </a:r>
            <a:r>
              <a:rPr lang="zh-CN" altLang="en-US" sz="2800" dirty="0">
                <a:latin typeface="Times New Roman" panose="02020603050405020304" pitchFamily="18" charset="0"/>
              </a:rPr>
              <a:t>位</a:t>
            </a:r>
            <a:r>
              <a:rPr lang="en-US" altLang="zh-CN" sz="2800" dirty="0">
                <a:latin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</a:rPr>
              <a:t>口地址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该引脚输出</a:t>
            </a:r>
            <a:r>
              <a:rPr lang="zh-CN" altLang="en-US" sz="2800" b="1" dirty="0">
                <a:latin typeface="Times New Roman" panose="02020603050405020304" pitchFamily="18" charset="0"/>
              </a:rPr>
              <a:t>低电平</a:t>
            </a:r>
            <a:r>
              <a:rPr lang="zh-CN" altLang="en-US" sz="2800" dirty="0">
                <a:latin typeface="Times New Roman" panose="02020603050405020304" pitchFamily="18" charset="0"/>
              </a:rPr>
              <a:t>时，表示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将</a:t>
            </a:r>
            <a:r>
              <a:rPr lang="zh-CN" altLang="en-US" sz="2800" b="1" dirty="0">
                <a:latin typeface="Times New Roman" panose="02020603050405020304" pitchFamily="18" charset="0"/>
              </a:rPr>
              <a:t>访问存储器</a:t>
            </a:r>
            <a:r>
              <a:rPr lang="zh-CN" altLang="en-US" sz="2800" dirty="0">
                <a:latin typeface="Times New Roman" panose="02020603050405020304" pitchFamily="18" charset="0"/>
              </a:rPr>
              <a:t>，这时地址总线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19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提供</a:t>
            </a:r>
            <a:r>
              <a:rPr lang="en-US" altLang="zh-CN" sz="2800" dirty="0">
                <a:latin typeface="Times New Roman" panose="02020603050405020304" pitchFamily="18" charset="0"/>
              </a:rPr>
              <a:t>20</a:t>
            </a:r>
            <a:r>
              <a:rPr lang="zh-CN" altLang="en-US" sz="2800" dirty="0">
                <a:latin typeface="Times New Roman" panose="02020603050405020304" pitchFamily="18" charset="0"/>
              </a:rPr>
              <a:t>位存储器地址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</a:t>
            </a:r>
            <a:r>
              <a:rPr lang="zh-CN" altLang="en-US"/>
              <a:t>读写控制引脚</a:t>
            </a:r>
            <a:endParaRPr lang="en-US" altLang="zh-CN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sz="2800"/>
          </a:p>
          <a:p>
            <a:pPr eaLnBrk="1" hangingPunct="1"/>
            <a:r>
              <a:rPr lang="en-US" altLang="zh-CN" sz="2800"/>
              <a:t>WR*</a:t>
            </a: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/>
              <a:t>Write</a:t>
            </a:r>
            <a:r>
              <a:rPr lang="zh-CN" altLang="en-US" sz="2800">
                <a:latin typeface="Times New Roman" panose="02020603050405020304" pitchFamily="18" charset="0"/>
              </a:rPr>
              <a:t>）</a:t>
            </a:r>
            <a:r>
              <a:rPr lang="zh-CN" altLang="en-US" sz="2800"/>
              <a:t> 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写控制，</a:t>
            </a:r>
            <a:r>
              <a:rPr lang="zh-CN" altLang="en-US" sz="2800" b="1">
                <a:latin typeface="Times New Roman" panose="02020603050405020304" pitchFamily="18" charset="0"/>
              </a:rPr>
              <a:t>输出、三态、低电平有效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有效时，表示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正在</a:t>
            </a:r>
            <a:r>
              <a:rPr lang="zh-CN" altLang="en-US" sz="2800" b="1">
                <a:latin typeface="Times New Roman" panose="02020603050405020304" pitchFamily="18" charset="0"/>
              </a:rPr>
              <a:t>写出数据</a:t>
            </a:r>
            <a:r>
              <a:rPr lang="zh-CN" altLang="en-US" sz="2800">
                <a:latin typeface="Times New Roman" panose="02020603050405020304" pitchFamily="18" charset="0"/>
              </a:rPr>
              <a:t>给存储器或</a:t>
            </a:r>
            <a:r>
              <a:rPr lang="en-US" altLang="zh-CN" sz="2800">
                <a:latin typeface="Times New Roman" panose="02020603050405020304" pitchFamily="18" charset="0"/>
              </a:rPr>
              <a:t>I/O</a:t>
            </a:r>
            <a:r>
              <a:rPr lang="zh-CN" altLang="en-US" sz="2800">
                <a:latin typeface="Times New Roman" panose="02020603050405020304" pitchFamily="18" charset="0"/>
              </a:rPr>
              <a:t>端口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</a:t>
            </a:r>
            <a:r>
              <a:rPr lang="zh-CN" altLang="en-US"/>
              <a:t>读写控制引脚</a:t>
            </a:r>
            <a:endParaRPr lang="en-US" altLang="zh-CN"/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sz="2800"/>
          </a:p>
          <a:p>
            <a:pPr eaLnBrk="1" hangingPunct="1"/>
            <a:r>
              <a:rPr lang="en-US" altLang="zh-CN" sz="2800"/>
              <a:t>RD*</a:t>
            </a: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Read</a:t>
            </a:r>
            <a:r>
              <a:rPr lang="zh-CN" altLang="en-US" sz="2800">
                <a:latin typeface="Times New Roman" panose="02020603050405020304" pitchFamily="18" charset="0"/>
              </a:rPr>
              <a:t>）</a:t>
            </a:r>
            <a:endParaRPr lang="en-US" altLang="zh-CN" sz="2800"/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读控制，</a:t>
            </a:r>
            <a:r>
              <a:rPr lang="zh-CN" altLang="en-US" sz="2800" b="1">
                <a:latin typeface="Times New Roman" panose="02020603050405020304" pitchFamily="18" charset="0"/>
              </a:rPr>
              <a:t>输出、三态、低电平有效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有效时，表示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正在从存储器或</a:t>
            </a:r>
            <a:r>
              <a:rPr lang="en-US" altLang="zh-CN" sz="2800">
                <a:latin typeface="Times New Roman" panose="02020603050405020304" pitchFamily="18" charset="0"/>
              </a:rPr>
              <a:t>I/O</a:t>
            </a:r>
            <a:r>
              <a:rPr lang="zh-CN" altLang="en-US" sz="2800">
                <a:latin typeface="Times New Roman" panose="02020603050405020304" pitchFamily="18" charset="0"/>
              </a:rPr>
              <a:t>端口</a:t>
            </a:r>
            <a:r>
              <a:rPr lang="zh-CN" altLang="en-US" sz="2800" b="1">
                <a:latin typeface="Times New Roman" panose="02020603050405020304" pitchFamily="18" charset="0"/>
              </a:rPr>
              <a:t>读入数据</a:t>
            </a:r>
            <a:r>
              <a:rPr lang="zh-CN" altLang="en-US" sz="2800">
                <a:latin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</a:t>
            </a:r>
            <a:r>
              <a:rPr lang="zh-CN" altLang="en-US"/>
              <a:t>读写控制引脚</a:t>
            </a:r>
            <a:endParaRPr lang="en-US" altLang="zh-CN"/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328738"/>
          </a:xfrm>
        </p:spPr>
        <p:txBody>
          <a:bodyPr/>
          <a:lstStyle/>
          <a:p>
            <a:pPr eaLnBrk="1" hangingPunct="1"/>
            <a:r>
              <a:rPr lang="en-US" altLang="zh-CN"/>
              <a:t>IO/M*</a:t>
            </a:r>
            <a:r>
              <a:rPr lang="zh-CN" altLang="en-US"/>
              <a:t>、</a:t>
            </a:r>
            <a:r>
              <a:rPr lang="en-US" altLang="zh-CN"/>
              <a:t>WR*</a:t>
            </a:r>
            <a:r>
              <a:rPr lang="zh-CN" altLang="en-US"/>
              <a:t>和</a:t>
            </a:r>
            <a:r>
              <a:rPr lang="en-US" altLang="zh-CN"/>
              <a:t>RD*</a:t>
            </a:r>
            <a:r>
              <a:rPr lang="zh-CN" altLang="en-US"/>
              <a:t>是最基本的控制信号</a:t>
            </a:r>
          </a:p>
          <a:p>
            <a:pPr eaLnBrk="1" hangingPunct="1"/>
            <a:r>
              <a:rPr lang="zh-CN" altLang="en-US" b="1"/>
              <a:t>组合</a:t>
            </a:r>
            <a:r>
              <a:rPr lang="zh-CN" altLang="en-US"/>
              <a:t>后，控制</a:t>
            </a:r>
            <a:r>
              <a:rPr lang="en-US" altLang="zh-CN"/>
              <a:t>4</a:t>
            </a:r>
            <a:r>
              <a:rPr lang="zh-CN" altLang="en-US"/>
              <a:t>种基本的总线周期</a:t>
            </a:r>
            <a:endParaRPr lang="zh-CN" altLang="en-US" baseline="-30000">
              <a:latin typeface="Times New Roman" panose="02020603050405020304" pitchFamily="18" charset="0"/>
            </a:endParaRPr>
          </a:p>
        </p:txBody>
      </p:sp>
      <p:graphicFrame>
        <p:nvGraphicFramePr>
          <p:cNvPr id="4" name="Group 86"/>
          <p:cNvGraphicFramePr>
            <a:graphicFrameLocks noGrp="1"/>
          </p:cNvGraphicFramePr>
          <p:nvPr/>
        </p:nvGraphicFramePr>
        <p:xfrm>
          <a:off x="1371600" y="3175000"/>
          <a:ext cx="6096000" cy="27686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总线周期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IO/M*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WR*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RD*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存储器读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存储器写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I/O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读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I/O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/>
              <a:t>2. </a:t>
            </a:r>
            <a:r>
              <a:rPr lang="zh-CN" altLang="en-US" sz="4000" dirty="0"/>
              <a:t>读写控制引脚</a:t>
            </a:r>
            <a:r>
              <a:rPr lang="en-US" altLang="zh-CN" sz="4000" dirty="0"/>
              <a:t>——</a:t>
            </a:r>
            <a:r>
              <a:rPr lang="zh-CN" altLang="en-US" sz="4000" dirty="0"/>
              <a:t>基本控制信号的组合方法（</a:t>
            </a:r>
            <a:r>
              <a:rPr lang="en-US" altLang="zh-CN" sz="4000" dirty="0"/>
              <a:t>IBM-PC</a:t>
            </a:r>
            <a:r>
              <a:rPr lang="zh-CN" altLang="en-US" sz="4000" dirty="0"/>
              <a:t>总线）</a:t>
            </a:r>
          </a:p>
        </p:txBody>
      </p:sp>
      <p:pic>
        <p:nvPicPr>
          <p:cNvPr id="29699" name="Picture 6" descr="8088rdw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573213"/>
            <a:ext cx="6553200" cy="4951412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8"/>
          <p:cNvGrpSpPr/>
          <p:nvPr/>
        </p:nvGrpSpPr>
        <p:grpSpPr bwMode="auto">
          <a:xfrm>
            <a:off x="6149975" y="2060575"/>
            <a:ext cx="2987675" cy="2933700"/>
            <a:chOff x="3742" y="1026"/>
            <a:chExt cx="1882" cy="1848"/>
          </a:xfrm>
        </p:grpSpPr>
        <p:sp>
          <p:nvSpPr>
            <p:cNvPr id="29701" name="Text Box 9"/>
            <p:cNvSpPr txBox="1">
              <a:spLocks noChangeArrowheads="1"/>
            </p:cNvSpPr>
            <p:nvPr/>
          </p:nvSpPr>
          <p:spPr bwMode="auto">
            <a:xfrm>
              <a:off x="4785" y="1026"/>
              <a:ext cx="6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I/O</a:t>
              </a:r>
              <a:r>
                <a:rPr lang="zh-CN" altLang="en-US" b="1"/>
                <a:t>读</a:t>
              </a:r>
            </a:p>
          </p:txBody>
        </p:sp>
        <p:sp>
          <p:nvSpPr>
            <p:cNvPr id="29702" name="Line 10"/>
            <p:cNvSpPr>
              <a:spLocks noChangeShapeType="1"/>
            </p:cNvSpPr>
            <p:nvPr/>
          </p:nvSpPr>
          <p:spPr bwMode="auto">
            <a:xfrm flipH="1">
              <a:off x="3742" y="1175"/>
              <a:ext cx="9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3" name="Text Box 11"/>
            <p:cNvSpPr txBox="1">
              <a:spLocks noChangeArrowheads="1"/>
            </p:cNvSpPr>
            <p:nvPr/>
          </p:nvSpPr>
          <p:spPr bwMode="auto">
            <a:xfrm>
              <a:off x="4785" y="1573"/>
              <a:ext cx="6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I/O</a:t>
              </a:r>
              <a:r>
                <a:rPr lang="zh-CN" altLang="en-US" b="1"/>
                <a:t>写</a:t>
              </a:r>
            </a:p>
          </p:txBody>
        </p:sp>
        <p:sp>
          <p:nvSpPr>
            <p:cNvPr id="29704" name="Line 12"/>
            <p:cNvSpPr>
              <a:spLocks noChangeShapeType="1"/>
            </p:cNvSpPr>
            <p:nvPr/>
          </p:nvSpPr>
          <p:spPr bwMode="auto">
            <a:xfrm flipH="1">
              <a:off x="3742" y="1722"/>
              <a:ext cx="9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Text Box 13"/>
            <p:cNvSpPr txBox="1">
              <a:spLocks noChangeArrowheads="1"/>
            </p:cNvSpPr>
            <p:nvPr/>
          </p:nvSpPr>
          <p:spPr bwMode="auto">
            <a:xfrm>
              <a:off x="4740" y="2119"/>
              <a:ext cx="8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存储器读</a:t>
              </a:r>
            </a:p>
          </p:txBody>
        </p:sp>
        <p:sp>
          <p:nvSpPr>
            <p:cNvPr id="29706" name="Text Box 14"/>
            <p:cNvSpPr txBox="1">
              <a:spLocks noChangeArrowheads="1"/>
            </p:cNvSpPr>
            <p:nvPr/>
          </p:nvSpPr>
          <p:spPr bwMode="auto">
            <a:xfrm>
              <a:off x="4740" y="2586"/>
              <a:ext cx="8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存储器写</a:t>
              </a:r>
            </a:p>
          </p:txBody>
        </p:sp>
        <p:sp>
          <p:nvSpPr>
            <p:cNvPr id="29707" name="Line 15"/>
            <p:cNvSpPr>
              <a:spLocks noChangeShapeType="1"/>
            </p:cNvSpPr>
            <p:nvPr/>
          </p:nvSpPr>
          <p:spPr bwMode="auto">
            <a:xfrm flipH="1">
              <a:off x="3833" y="2264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Line 16"/>
            <p:cNvSpPr>
              <a:spLocks noChangeShapeType="1"/>
            </p:cNvSpPr>
            <p:nvPr/>
          </p:nvSpPr>
          <p:spPr bwMode="auto">
            <a:xfrm flipH="1">
              <a:off x="3833" y="2731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ac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ac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 </a:t>
            </a:r>
            <a:r>
              <a:rPr lang="zh-CN" altLang="en-US" dirty="0"/>
              <a:t>读写控制引脚</a:t>
            </a:r>
            <a:endParaRPr lang="en-US" altLang="zh-CN" dirty="0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500" dirty="0"/>
              <a:t>READY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500" dirty="0">
                <a:latin typeface="Times New Roman" panose="02020603050405020304" pitchFamily="18" charset="0"/>
              </a:rPr>
              <a:t>存储器或</a:t>
            </a:r>
            <a:r>
              <a:rPr lang="en-US" altLang="zh-CN" sz="2500" dirty="0">
                <a:latin typeface="Times New Roman" panose="02020603050405020304" pitchFamily="18" charset="0"/>
              </a:rPr>
              <a:t>I/O</a:t>
            </a:r>
            <a:r>
              <a:rPr lang="zh-CN" altLang="en-US" sz="2500" dirty="0">
                <a:latin typeface="Times New Roman" panose="02020603050405020304" pitchFamily="18" charset="0"/>
              </a:rPr>
              <a:t>口就绪，</a:t>
            </a:r>
            <a:r>
              <a:rPr lang="zh-CN" altLang="en-US" sz="25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输入</a:t>
            </a:r>
            <a:r>
              <a:rPr lang="zh-CN" altLang="en-US" sz="2500" b="1" dirty="0">
                <a:latin typeface="Times New Roman" panose="02020603050405020304" pitchFamily="18" charset="0"/>
              </a:rPr>
              <a:t>、高电平有效</a:t>
            </a:r>
            <a:endParaRPr lang="en-US" altLang="zh-CN" sz="25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5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500" dirty="0">
                <a:latin typeface="Times New Roman" panose="02020603050405020304" pitchFamily="18" charset="0"/>
              </a:rPr>
              <a:t>在总线操作周期中，</a:t>
            </a:r>
            <a:r>
              <a:rPr lang="en-US" altLang="zh-CN" sz="2500" dirty="0">
                <a:latin typeface="Times New Roman" panose="02020603050405020304" pitchFamily="18" charset="0"/>
              </a:rPr>
              <a:t>8088 CPU</a:t>
            </a:r>
            <a:r>
              <a:rPr lang="zh-CN" altLang="en-US" sz="2500" dirty="0">
                <a:latin typeface="Times New Roman" panose="02020603050405020304" pitchFamily="18" charset="0"/>
              </a:rPr>
              <a:t>会在</a:t>
            </a:r>
            <a:r>
              <a:rPr lang="zh-CN" altLang="en-US" sz="2500" b="1" dirty="0">
                <a:latin typeface="Times New Roman" panose="02020603050405020304" pitchFamily="18" charset="0"/>
              </a:rPr>
              <a:t>第</a:t>
            </a:r>
            <a:r>
              <a:rPr lang="en-US" altLang="zh-CN" sz="2500" b="1" dirty="0">
                <a:latin typeface="Times New Roman" panose="02020603050405020304" pitchFamily="18" charset="0"/>
              </a:rPr>
              <a:t>3</a:t>
            </a:r>
            <a:r>
              <a:rPr lang="zh-CN" altLang="en-US" sz="2500" b="1" dirty="0">
                <a:latin typeface="Times New Roman" panose="02020603050405020304" pitchFamily="18" charset="0"/>
              </a:rPr>
              <a:t>个时钟周期的前沿（下降沿）</a:t>
            </a:r>
            <a:r>
              <a:rPr lang="zh-CN" altLang="en-US" sz="2500" dirty="0">
                <a:latin typeface="Times New Roman" panose="02020603050405020304" pitchFamily="18" charset="0"/>
              </a:rPr>
              <a:t>测试该引脚</a:t>
            </a:r>
          </a:p>
          <a:p>
            <a:pPr lvl="1" eaLnBrk="1" hangingPunct="1"/>
            <a:r>
              <a:rPr lang="zh-CN" altLang="en-US" sz="2500" dirty="0">
                <a:latin typeface="Times New Roman" panose="02020603050405020304" pitchFamily="18" charset="0"/>
              </a:rPr>
              <a:t>如果测到高有效，</a:t>
            </a:r>
            <a:r>
              <a:rPr lang="en-US" altLang="zh-CN" sz="2500" dirty="0">
                <a:latin typeface="Times New Roman" panose="02020603050405020304" pitchFamily="18" charset="0"/>
              </a:rPr>
              <a:t>CPU</a:t>
            </a:r>
            <a:r>
              <a:rPr lang="zh-CN" altLang="en-US" sz="2500" dirty="0">
                <a:latin typeface="Times New Roman" panose="02020603050405020304" pitchFamily="18" charset="0"/>
              </a:rPr>
              <a:t>直接进入第</a:t>
            </a:r>
            <a:r>
              <a:rPr lang="en-US" altLang="zh-CN" sz="2500" dirty="0">
                <a:latin typeface="Times New Roman" panose="02020603050405020304" pitchFamily="18" charset="0"/>
              </a:rPr>
              <a:t>4</a:t>
            </a:r>
            <a:r>
              <a:rPr lang="zh-CN" altLang="en-US" sz="2500" dirty="0">
                <a:latin typeface="Times New Roman" panose="02020603050405020304" pitchFamily="18" charset="0"/>
              </a:rPr>
              <a:t>个时钟周期</a:t>
            </a:r>
          </a:p>
          <a:p>
            <a:pPr lvl="1" eaLnBrk="1" hangingPunct="1"/>
            <a:r>
              <a:rPr lang="zh-CN" altLang="en-US" sz="2500" dirty="0">
                <a:latin typeface="Times New Roman" panose="02020603050405020304" pitchFamily="18" charset="0"/>
              </a:rPr>
              <a:t>如果测到无效，</a:t>
            </a:r>
            <a:r>
              <a:rPr lang="en-US" altLang="zh-CN" sz="2500" dirty="0">
                <a:latin typeface="Times New Roman" panose="02020603050405020304" pitchFamily="18" charset="0"/>
              </a:rPr>
              <a:t>CPU</a:t>
            </a:r>
            <a:r>
              <a:rPr lang="zh-CN" altLang="en-US" sz="2500" dirty="0">
                <a:latin typeface="Times New Roman" panose="02020603050405020304" pitchFamily="18" charset="0"/>
              </a:rPr>
              <a:t>将插入等待周期</a:t>
            </a:r>
            <a:r>
              <a:rPr lang="en-US" altLang="zh-CN" sz="2500" dirty="0">
                <a:latin typeface="Times New Roman" panose="02020603050405020304" pitchFamily="18" charset="0"/>
              </a:rPr>
              <a:t>Tw</a:t>
            </a:r>
          </a:p>
          <a:p>
            <a:pPr lvl="1" eaLnBrk="1" hangingPunct="1"/>
            <a:endParaRPr lang="en-US" altLang="zh-CN" sz="25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500" dirty="0">
                <a:latin typeface="Times New Roman" panose="02020603050405020304" pitchFamily="18" charset="0"/>
              </a:rPr>
              <a:t>CPU</a:t>
            </a:r>
            <a:r>
              <a:rPr lang="zh-CN" altLang="en-US" sz="2500" dirty="0">
                <a:latin typeface="Times New Roman" panose="02020603050405020304" pitchFamily="18" charset="0"/>
              </a:rPr>
              <a:t>在等待周期中仍然要监测</a:t>
            </a:r>
            <a:r>
              <a:rPr lang="en-US" altLang="zh-CN" sz="2500" dirty="0">
                <a:latin typeface="Times New Roman" panose="02020603050405020304" pitchFamily="18" charset="0"/>
              </a:rPr>
              <a:t>READY</a:t>
            </a:r>
            <a:r>
              <a:rPr lang="zh-CN" altLang="en-US" sz="2500" dirty="0">
                <a:latin typeface="Times New Roman" panose="02020603050405020304" pitchFamily="18" charset="0"/>
              </a:rPr>
              <a:t>信号，有效则进入第</a:t>
            </a:r>
            <a:r>
              <a:rPr lang="en-US" altLang="zh-CN" sz="2500" dirty="0">
                <a:latin typeface="Times New Roman" panose="02020603050405020304" pitchFamily="18" charset="0"/>
              </a:rPr>
              <a:t>4</a:t>
            </a:r>
            <a:r>
              <a:rPr lang="zh-CN" altLang="en-US" sz="2500" dirty="0">
                <a:latin typeface="Times New Roman" panose="02020603050405020304" pitchFamily="18" charset="0"/>
              </a:rPr>
              <a:t>个时钟周期，否则继续插入等待周期</a:t>
            </a:r>
            <a:r>
              <a:rPr lang="en-US" altLang="zh-CN" sz="2500" dirty="0">
                <a:latin typeface="Times New Roman" panose="02020603050405020304" pitchFamily="18" charset="0"/>
              </a:rPr>
              <a:t>Tw</a:t>
            </a:r>
            <a:r>
              <a:rPr lang="zh-CN" altLang="en-US" sz="2500" dirty="0">
                <a:latin typeface="Times New Roman" panose="02020603050405020304" pitchFamily="18" charset="0"/>
              </a:rPr>
              <a:t>。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508104" y="764704"/>
            <a:ext cx="34563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T1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状态：输出存储器地址或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I/O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地址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T2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状态：输出控制信号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T3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Tw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状态：总线操作持续，并检测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READY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以决定是否延长时序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T4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状态：完成数据传送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 </a:t>
            </a:r>
            <a:r>
              <a:rPr lang="zh-CN" altLang="en-US" dirty="0"/>
              <a:t>读写控制引脚</a:t>
            </a:r>
            <a:endParaRPr lang="en-US" altLang="zh-CN" dirty="0"/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DEN*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/>
              <a:t>Data Enable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数据允许，</a:t>
            </a:r>
            <a:r>
              <a:rPr lang="zh-CN" altLang="en-US" b="1" dirty="0">
                <a:latin typeface="Times New Roman" panose="02020603050405020304" pitchFamily="18" charset="0"/>
              </a:rPr>
              <a:t>输出、三态、低电平有效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有效时，表示当前数据总线上正在传送数据，可利用它来控制对数据总线的驱动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 </a:t>
            </a:r>
            <a:r>
              <a:rPr lang="zh-CN" altLang="en-US" dirty="0"/>
              <a:t>读写控制引脚</a:t>
            </a:r>
            <a:endParaRPr lang="en-US" altLang="zh-CN" dirty="0"/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DT/R*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Data Transmit/Receive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数据发送</a:t>
            </a:r>
            <a:r>
              <a:rPr lang="en-US" altLang="zh-CN">
                <a:latin typeface="Times New Roman" panose="02020603050405020304" pitchFamily="18" charset="0"/>
              </a:rPr>
              <a:t>/</a:t>
            </a:r>
            <a:r>
              <a:rPr lang="zh-CN" altLang="en-US">
                <a:latin typeface="Times New Roman" panose="02020603050405020304" pitchFamily="18" charset="0"/>
              </a:rPr>
              <a:t>接收，</a:t>
            </a:r>
            <a:r>
              <a:rPr lang="zh-CN" altLang="en-US" b="1">
                <a:latin typeface="Times New Roman" panose="02020603050405020304" pitchFamily="18" charset="0"/>
              </a:rPr>
              <a:t>输出、三态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该信号表明当前总线上数据的流向</a:t>
            </a: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高电平</a:t>
            </a:r>
            <a:r>
              <a:rPr lang="zh-CN" altLang="en-US">
                <a:latin typeface="Times New Roman" panose="02020603050405020304" pitchFamily="18" charset="0"/>
              </a:rPr>
              <a:t>时数据自</a:t>
            </a:r>
            <a:r>
              <a:rPr lang="en-US" altLang="zh-CN">
                <a:latin typeface="Times New Roman" panose="02020603050405020304" pitchFamily="18" charset="0"/>
              </a:rPr>
              <a:t>CPU</a:t>
            </a:r>
            <a:r>
              <a:rPr lang="zh-CN" altLang="en-US">
                <a:latin typeface="Times New Roman" panose="02020603050405020304" pitchFamily="18" charset="0"/>
              </a:rPr>
              <a:t>输出（</a:t>
            </a:r>
            <a:r>
              <a:rPr lang="zh-CN" altLang="en-US" b="1">
                <a:latin typeface="Times New Roman" panose="02020603050405020304" pitchFamily="18" charset="0"/>
              </a:rPr>
              <a:t>发送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低电平</a:t>
            </a:r>
            <a:r>
              <a:rPr lang="zh-CN" altLang="en-US">
                <a:latin typeface="Times New Roman" panose="02020603050405020304" pitchFamily="18" charset="0"/>
              </a:rPr>
              <a:t>时数据输入</a:t>
            </a:r>
            <a:r>
              <a:rPr lang="en-US" altLang="zh-CN">
                <a:latin typeface="Times New Roman" panose="02020603050405020304" pitchFamily="18" charset="0"/>
              </a:rPr>
              <a:t>CPU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zh-CN" altLang="en-US" b="1">
                <a:latin typeface="Times New Roman" panose="02020603050405020304" pitchFamily="18" charset="0"/>
              </a:rPr>
              <a:t>接收</a:t>
            </a:r>
            <a:r>
              <a:rPr lang="zh-CN" altLang="en-US">
                <a:latin typeface="Times New Roman" panose="02020603050405020304" pitchFamily="18" charset="0"/>
              </a:rPr>
              <a:t>）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 </a:t>
            </a:r>
            <a:r>
              <a:rPr lang="zh-CN" altLang="en-US" dirty="0"/>
              <a:t>读写控制引脚</a:t>
            </a: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3429000" algn="l"/>
              </a:tabLst>
            </a:pPr>
            <a:r>
              <a:rPr lang="en-US" altLang="zh-CN" sz="2800" dirty="0"/>
              <a:t>SS0*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/>
              <a:t>System Status 0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tabLst>
                <a:tab pos="3429000" algn="l"/>
              </a:tabLst>
            </a:pPr>
            <a:r>
              <a:rPr lang="zh-CN" altLang="en-US" sz="2800" b="1" dirty="0">
                <a:latin typeface="Times New Roman" panose="02020603050405020304" pitchFamily="18" charset="0"/>
              </a:rPr>
              <a:t>最小组态模式下</a:t>
            </a:r>
            <a:r>
              <a:rPr lang="zh-CN" altLang="en-US" sz="2800" dirty="0">
                <a:latin typeface="Times New Roman" panose="02020603050405020304" pitchFamily="18" charset="0"/>
              </a:rPr>
              <a:t>的状态输出信号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tabLst>
                <a:tab pos="3429000" algn="l"/>
              </a:tabLst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tabLst>
                <a:tab pos="3429000" algn="l"/>
              </a:tabLst>
            </a:pPr>
            <a:r>
              <a:rPr lang="zh-CN" altLang="en-US" sz="2800" dirty="0">
                <a:latin typeface="Times New Roman" panose="02020603050405020304" pitchFamily="18" charset="0"/>
              </a:rPr>
              <a:t>它与</a:t>
            </a:r>
            <a:r>
              <a:rPr lang="en-US" altLang="zh-CN" sz="2800" dirty="0">
                <a:latin typeface="Times New Roman" panose="02020603050405020304" pitchFamily="18" charset="0"/>
              </a:rPr>
              <a:t>IO/M*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DT/R*</a:t>
            </a:r>
            <a:r>
              <a:rPr lang="zh-CN" altLang="en-US" sz="2800" dirty="0">
                <a:latin typeface="Times New Roman" panose="02020603050405020304" pitchFamily="18" charset="0"/>
              </a:rPr>
              <a:t>一道，通过编码指示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在最小组态下的</a:t>
            </a:r>
            <a:r>
              <a:rPr lang="en-US" altLang="zh-CN" sz="2800" dirty="0">
                <a:latin typeface="Times New Roman" panose="02020603050405020304" pitchFamily="18" charset="0"/>
              </a:rPr>
              <a:t>8</a:t>
            </a:r>
            <a:r>
              <a:rPr lang="zh-CN" altLang="en-US" sz="2800" dirty="0">
                <a:latin typeface="Times New Roman" panose="02020603050405020304" pitchFamily="18" charset="0"/>
              </a:rPr>
              <a:t>种工作状态：</a:t>
            </a:r>
          </a:p>
          <a:p>
            <a:pPr lvl="1" eaLnBrk="1" hangingPunct="1">
              <a:buFont typeface="Wingdings" panose="05000000000000000000" pitchFamily="2" charset="2"/>
              <a:buNone/>
              <a:tabLst>
                <a:tab pos="3429000" algn="l"/>
              </a:tabLst>
            </a:pPr>
            <a:r>
              <a:rPr lang="en-US" altLang="zh-CN" dirty="0">
                <a:latin typeface="Times New Roman" panose="02020603050405020304" pitchFamily="18" charset="0"/>
              </a:rPr>
              <a:t>1.  </a:t>
            </a:r>
            <a:r>
              <a:rPr lang="zh-CN" altLang="en-US" dirty="0">
                <a:latin typeface="Times New Roman" panose="02020603050405020304" pitchFamily="18" charset="0"/>
              </a:rPr>
              <a:t>取指	</a:t>
            </a:r>
            <a:r>
              <a:rPr lang="en-US" altLang="zh-CN" dirty="0">
                <a:latin typeface="Times New Roman" panose="02020603050405020304" pitchFamily="18" charset="0"/>
              </a:rPr>
              <a:t>5.  </a:t>
            </a:r>
            <a:r>
              <a:rPr lang="zh-CN" altLang="en-US" dirty="0">
                <a:latin typeface="Times New Roman" panose="02020603050405020304" pitchFamily="18" charset="0"/>
              </a:rPr>
              <a:t>中断响应</a:t>
            </a:r>
          </a:p>
          <a:p>
            <a:pPr lvl="1" eaLnBrk="1" hangingPunct="1">
              <a:buFont typeface="Wingdings" panose="05000000000000000000" pitchFamily="2" charset="2"/>
              <a:buNone/>
              <a:tabLst>
                <a:tab pos="3429000" algn="l"/>
              </a:tabLst>
            </a:pPr>
            <a:r>
              <a:rPr lang="en-US" altLang="zh-CN" dirty="0">
                <a:latin typeface="Times New Roman" panose="02020603050405020304" pitchFamily="18" charset="0"/>
              </a:rPr>
              <a:t>2.  </a:t>
            </a:r>
            <a:r>
              <a:rPr lang="zh-CN" altLang="en-US" dirty="0">
                <a:latin typeface="Times New Roman" panose="02020603050405020304" pitchFamily="18" charset="0"/>
              </a:rPr>
              <a:t>存储器读	</a:t>
            </a:r>
            <a:r>
              <a:rPr lang="en-US" altLang="zh-CN" dirty="0">
                <a:latin typeface="Times New Roman" panose="02020603050405020304" pitchFamily="18" charset="0"/>
              </a:rPr>
              <a:t>6.  I/O</a:t>
            </a:r>
            <a:r>
              <a:rPr lang="zh-CN" altLang="en-US" dirty="0">
                <a:latin typeface="Times New Roman" panose="02020603050405020304" pitchFamily="18" charset="0"/>
              </a:rPr>
              <a:t>读</a:t>
            </a:r>
          </a:p>
          <a:p>
            <a:pPr lvl="1" eaLnBrk="1" hangingPunct="1">
              <a:buFont typeface="Wingdings" panose="05000000000000000000" pitchFamily="2" charset="2"/>
              <a:buNone/>
              <a:tabLst>
                <a:tab pos="3429000" algn="l"/>
              </a:tabLst>
            </a:pPr>
            <a:r>
              <a:rPr lang="en-US" altLang="zh-CN" dirty="0">
                <a:latin typeface="Times New Roman" panose="02020603050405020304" pitchFamily="18" charset="0"/>
              </a:rPr>
              <a:t>3.  </a:t>
            </a:r>
            <a:r>
              <a:rPr lang="zh-CN" altLang="en-US" dirty="0">
                <a:latin typeface="Times New Roman" panose="02020603050405020304" pitchFamily="18" charset="0"/>
              </a:rPr>
              <a:t>存储器写	</a:t>
            </a:r>
            <a:r>
              <a:rPr lang="en-US" altLang="zh-CN" dirty="0">
                <a:latin typeface="Times New Roman" panose="02020603050405020304" pitchFamily="18" charset="0"/>
              </a:rPr>
              <a:t>7.  I/O</a:t>
            </a:r>
            <a:r>
              <a:rPr lang="zh-CN" altLang="en-US" dirty="0">
                <a:latin typeface="Times New Roman" panose="02020603050405020304" pitchFamily="18" charset="0"/>
              </a:rPr>
              <a:t>写</a:t>
            </a:r>
          </a:p>
          <a:p>
            <a:pPr lvl="1" eaLnBrk="1" hangingPunct="1">
              <a:buFont typeface="Wingdings" panose="05000000000000000000" pitchFamily="2" charset="2"/>
              <a:buNone/>
              <a:tabLst>
                <a:tab pos="3429000" algn="l"/>
              </a:tabLst>
            </a:pPr>
            <a:r>
              <a:rPr lang="en-US" altLang="zh-CN" dirty="0">
                <a:latin typeface="Times New Roman" panose="02020603050405020304" pitchFamily="18" charset="0"/>
              </a:rPr>
              <a:t>4.  </a:t>
            </a:r>
            <a:r>
              <a:rPr lang="zh-CN" altLang="en-US" dirty="0">
                <a:latin typeface="Times New Roman" panose="02020603050405020304" pitchFamily="18" charset="0"/>
              </a:rPr>
              <a:t>过渡状态	</a:t>
            </a:r>
            <a:r>
              <a:rPr lang="en-US" altLang="zh-CN" dirty="0">
                <a:latin typeface="Times New Roman" panose="02020603050405020304" pitchFamily="18" charset="0"/>
              </a:rPr>
              <a:t>8.  </a:t>
            </a:r>
            <a:r>
              <a:rPr lang="zh-CN" altLang="en-US" dirty="0">
                <a:latin typeface="Times New Roman" panose="02020603050405020304" pitchFamily="18" charset="0"/>
              </a:rPr>
              <a:t>暂停 </a:t>
            </a:r>
            <a:r>
              <a:rPr lang="en-US" altLang="zh-CN" dirty="0">
                <a:latin typeface="Times New Roman" panose="02020603050405020304" pitchFamily="18" charset="0"/>
              </a:rPr>
              <a:t>(HLT)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64088" y="522920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系统级操作为低电平，指令级操作为高电平。</a:t>
            </a:r>
          </a:p>
        </p:txBody>
      </p:sp>
      <p:sp>
        <p:nvSpPr>
          <p:cNvPr id="3" name="图文框 2">
            <a:extLst>
              <a:ext uri="{FF2B5EF4-FFF2-40B4-BE49-F238E27FC236}">
                <a16:creationId xmlns:a16="http://schemas.microsoft.com/office/drawing/2014/main" id="{37943FD1-FE99-E4A9-4780-F9386D31D853}"/>
              </a:ext>
            </a:extLst>
          </p:cNvPr>
          <p:cNvSpPr/>
          <p:nvPr/>
        </p:nvSpPr>
        <p:spPr>
          <a:xfrm>
            <a:off x="971600" y="4437112"/>
            <a:ext cx="1584176" cy="648072"/>
          </a:xfrm>
          <a:prstGeom prst="frame">
            <a:avLst>
              <a:gd name="adj1" fmla="val 10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图文框 3">
            <a:extLst>
              <a:ext uri="{FF2B5EF4-FFF2-40B4-BE49-F238E27FC236}">
                <a16:creationId xmlns:a16="http://schemas.microsoft.com/office/drawing/2014/main" id="{F4D11378-DE88-E041-A36B-4A0C5BC3A554}"/>
              </a:ext>
            </a:extLst>
          </p:cNvPr>
          <p:cNvSpPr/>
          <p:nvPr/>
        </p:nvSpPr>
        <p:spPr>
          <a:xfrm>
            <a:off x="4027587" y="4437112"/>
            <a:ext cx="1584176" cy="576064"/>
          </a:xfrm>
          <a:prstGeom prst="frame">
            <a:avLst>
              <a:gd name="adj1" fmla="val 10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图文框 4">
            <a:extLst>
              <a:ext uri="{FF2B5EF4-FFF2-40B4-BE49-F238E27FC236}">
                <a16:creationId xmlns:a16="http://schemas.microsoft.com/office/drawing/2014/main" id="{879211E0-4772-C7F1-978C-0A549C1BF91A}"/>
              </a:ext>
            </a:extLst>
          </p:cNvPr>
          <p:cNvSpPr/>
          <p:nvPr/>
        </p:nvSpPr>
        <p:spPr>
          <a:xfrm>
            <a:off x="5436096" y="5552365"/>
            <a:ext cx="1188132" cy="252899"/>
          </a:xfrm>
          <a:prstGeom prst="frame">
            <a:avLst>
              <a:gd name="adj1" fmla="val 10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 </a:t>
            </a:r>
            <a:r>
              <a:rPr lang="zh-CN" altLang="en-US"/>
              <a:t>中断请求和响应引脚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INTR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/>
              <a:t>Interrupt Request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可屏蔽中断请求，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输入</a:t>
            </a:r>
            <a:r>
              <a:rPr lang="zh-CN" altLang="en-US" sz="2800" b="1" dirty="0">
                <a:latin typeface="Times New Roman" panose="02020603050405020304" pitchFamily="18" charset="0"/>
              </a:rPr>
              <a:t>、高电平有效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有效时，表示请求设备向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申请可屏蔽中断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该请求的优先级别较低，并可通过关中断指令</a:t>
            </a:r>
            <a:r>
              <a:rPr lang="en-US" altLang="zh-CN" sz="2800" dirty="0">
                <a:latin typeface="Times New Roman" panose="02020603050405020304" pitchFamily="18" charset="0"/>
              </a:rPr>
              <a:t>CLI</a:t>
            </a:r>
            <a:r>
              <a:rPr lang="zh-CN" altLang="en-US" sz="2800" dirty="0">
                <a:latin typeface="Times New Roman" panose="02020603050405020304" pitchFamily="18" charset="0"/>
              </a:rPr>
              <a:t>清除标志寄存器中的</a:t>
            </a:r>
            <a:r>
              <a:rPr lang="en-US" altLang="zh-CN" sz="2800" b="1" dirty="0">
                <a:latin typeface="Times New Roman" panose="02020603050405020304" pitchFamily="18" charset="0"/>
              </a:rPr>
              <a:t>IF</a:t>
            </a:r>
            <a:r>
              <a:rPr lang="zh-CN" altLang="en-US" sz="2800" b="1" dirty="0">
                <a:latin typeface="Times New Roman" panose="02020603050405020304" pitchFamily="18" charset="0"/>
              </a:rPr>
              <a:t>标志</a:t>
            </a:r>
            <a:r>
              <a:rPr lang="zh-CN" altLang="en-US" sz="2800" dirty="0">
                <a:latin typeface="Times New Roman" panose="02020603050405020304" pitchFamily="18" charset="0"/>
              </a:rPr>
              <a:t>、从而对中断请求进行屏蔽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 </a:t>
            </a:r>
            <a:r>
              <a:rPr lang="zh-CN" altLang="en-US"/>
              <a:t>中断请求和响应引脚</a:t>
            </a: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INTA*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/>
              <a:t>Interrupt Acknowledge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可屏蔽中断响应，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输出</a:t>
            </a:r>
            <a:r>
              <a:rPr lang="zh-CN" altLang="en-US" sz="2800" b="1" dirty="0">
                <a:latin typeface="Times New Roman" panose="02020603050405020304" pitchFamily="18" charset="0"/>
              </a:rPr>
              <a:t>、低电平有效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有效时，表示来自</a:t>
            </a:r>
            <a:r>
              <a:rPr lang="en-US" altLang="zh-CN" sz="2800" dirty="0">
                <a:latin typeface="Times New Roman" panose="02020603050405020304" pitchFamily="18" charset="0"/>
              </a:rPr>
              <a:t>INTR</a:t>
            </a:r>
            <a:r>
              <a:rPr lang="zh-CN" altLang="en-US" sz="2800" dirty="0">
                <a:latin typeface="Times New Roman" panose="02020603050405020304" pitchFamily="18" charset="0"/>
              </a:rPr>
              <a:t>引脚的中断请求已被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响应，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进入中断响应周期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中断响应周期是连续的两个</a:t>
            </a:r>
            <a:r>
              <a:rPr lang="zh-CN" altLang="en-US" sz="2800" dirty="0">
                <a:latin typeface="Times New Roman" panose="02020603050405020304" pitchFamily="18" charset="0"/>
              </a:rPr>
              <a:t>，每个都发出有效响应信号，以便通知外设他们的中断请求已被响应、并令有关设备将中断向量号送到数据总线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 </a:t>
            </a:r>
            <a:r>
              <a:rPr lang="zh-CN" altLang="en-US" dirty="0"/>
              <a:t>中断请求和响应引脚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NMI</a:t>
            </a:r>
            <a:r>
              <a:rPr lang="zh-CN" altLang="en-US" sz="2400" dirty="0">
                <a:latin typeface="Times New Roman" panose="02020603050405020304" pitchFamily="18" charset="0"/>
              </a:rPr>
              <a:t>（</a:t>
            </a:r>
            <a:r>
              <a:rPr lang="en-US" altLang="zh-CN" sz="2400" dirty="0"/>
              <a:t>Non-Maskable Interrupt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  <a:r>
              <a:rPr lang="zh-CN" altLang="en-US" sz="2400" dirty="0"/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不可屏蔽中断请求，</a:t>
            </a:r>
            <a:r>
              <a:rPr lang="zh-CN" altLang="en-US" sz="2400" b="1" dirty="0">
                <a:latin typeface="Times New Roman" panose="02020603050405020304" pitchFamily="18" charset="0"/>
              </a:rPr>
              <a:t>输入、</a:t>
            </a:r>
            <a:r>
              <a:rPr lang="zh-CN" altLang="en-US" sz="2400" b="1" dirty="0">
                <a:solidFill>
                  <a:schemeClr val="accent5"/>
                </a:solidFill>
                <a:latin typeface="Times New Roman" panose="02020603050405020304" pitchFamily="18" charset="0"/>
              </a:rPr>
              <a:t>上升沿有效</a:t>
            </a:r>
            <a:endParaRPr lang="en-US" altLang="zh-CN" sz="2400" b="1" dirty="0">
              <a:solidFill>
                <a:schemeClr val="accent5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有效时，表示外界向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申请不可屏蔽中断</a:t>
            </a: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该请求的优先级别高于</a:t>
            </a:r>
            <a:r>
              <a:rPr lang="en-US" altLang="zh-CN" sz="2400" dirty="0">
                <a:latin typeface="Times New Roman" panose="02020603050405020304" pitchFamily="18" charset="0"/>
              </a:rPr>
              <a:t>INTR</a:t>
            </a:r>
            <a:r>
              <a:rPr lang="zh-CN" altLang="en-US" sz="2400" dirty="0">
                <a:latin typeface="Times New Roman" panose="02020603050405020304" pitchFamily="18" charset="0"/>
              </a:rPr>
              <a:t>，并且不能在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内被屏蔽</a:t>
            </a: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当系统发生紧急情况时，可通过他向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申请不可屏蔽中断服务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 </a:t>
            </a:r>
            <a:r>
              <a:rPr lang="zh-CN" altLang="en-US"/>
              <a:t>中断请求和响应引脚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88900" algn="just" eaLnBrk="1" hangingPunct="1">
              <a:lnSpc>
                <a:spcPct val="130000"/>
              </a:lnSpc>
            </a:pPr>
            <a:endParaRPr lang="en-US" altLang="zh-CN" sz="2800" b="1">
              <a:latin typeface="Arial" panose="020B0604020202020204" pitchFamily="34" charset="0"/>
            </a:endParaRPr>
          </a:p>
          <a:p>
            <a:pPr indent="88900" algn="just" eaLnBrk="1" hangingPunct="1">
              <a:lnSpc>
                <a:spcPct val="130000"/>
              </a:lnSpc>
            </a:pPr>
            <a:r>
              <a:rPr lang="zh-CN" altLang="en-US" sz="2800" b="1">
                <a:latin typeface="Arial" panose="020B0604020202020204" pitchFamily="34" charset="0"/>
              </a:rPr>
              <a:t>主机与外设进行数据交换通常采用可屏蔽中断</a:t>
            </a:r>
            <a:endParaRPr lang="en-US" altLang="zh-CN" sz="2800" b="1">
              <a:latin typeface="Arial" panose="020B0604020202020204" pitchFamily="34" charset="0"/>
            </a:endParaRPr>
          </a:p>
          <a:p>
            <a:pPr indent="88900" algn="just" eaLnBrk="1" hangingPunct="1">
              <a:lnSpc>
                <a:spcPct val="130000"/>
              </a:lnSpc>
            </a:pPr>
            <a:endParaRPr lang="zh-CN" altLang="en-US" sz="2800" b="1">
              <a:latin typeface="Arial" panose="020B0604020202020204" pitchFamily="34" charset="0"/>
            </a:endParaRPr>
          </a:p>
          <a:p>
            <a:pPr indent="88900" algn="just" eaLnBrk="1" hangingPunct="1">
              <a:lnSpc>
                <a:spcPct val="130000"/>
              </a:lnSpc>
            </a:pPr>
            <a:r>
              <a:rPr lang="zh-CN" altLang="en-US" sz="2800" b="1">
                <a:latin typeface="Arial" panose="020B0604020202020204" pitchFamily="34" charset="0"/>
              </a:rPr>
              <a:t>不可屏蔽中断通常用于处理掉电等系统故障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</a:t>
            </a:r>
            <a:r>
              <a:rPr lang="zh-CN" altLang="en-US"/>
              <a:t>总线请求和响应引脚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HOLD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总线保持（即</a:t>
            </a:r>
            <a:r>
              <a:rPr lang="zh-CN" altLang="en-US" sz="2800" b="1" dirty="0">
                <a:latin typeface="Times New Roman" panose="02020603050405020304" pitchFamily="18" charset="0"/>
              </a:rPr>
              <a:t>总线请求</a:t>
            </a:r>
            <a:r>
              <a:rPr lang="zh-CN" altLang="en-US" sz="2800" dirty="0">
                <a:latin typeface="Times New Roman" panose="02020603050405020304" pitchFamily="18" charset="0"/>
              </a:rPr>
              <a:t>），</a:t>
            </a:r>
            <a:r>
              <a:rPr lang="zh-CN" altLang="en-US" sz="2800" b="1" dirty="0">
                <a:latin typeface="Times New Roman" panose="02020603050405020304" pitchFamily="18" charset="0"/>
              </a:rPr>
              <a:t>输入、高电平有效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有效时，表示总线请求设备向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申请占有总线</a:t>
            </a: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该信号从有效回到无效时，表示总线请求设备对总线的使用已经结束，通知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收回对总线的控制权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latin typeface="Arial" panose="020B0604020202020204" pitchFamily="34" charset="0"/>
              </a:rPr>
              <a:t>DMA</a:t>
            </a:r>
            <a:r>
              <a:rPr lang="zh-CN" altLang="en-US" sz="2800" dirty="0">
                <a:latin typeface="Arial" panose="020B0604020202020204" pitchFamily="34" charset="0"/>
              </a:rPr>
              <a:t>控制器等主控设备通过</a:t>
            </a:r>
            <a:r>
              <a:rPr lang="en-US" altLang="zh-CN" sz="2800" dirty="0">
                <a:latin typeface="Arial" panose="020B0604020202020204" pitchFamily="34" charset="0"/>
              </a:rPr>
              <a:t>HOLD</a:t>
            </a:r>
            <a:r>
              <a:rPr lang="zh-CN" altLang="en-US" sz="2800" dirty="0">
                <a:latin typeface="Arial" panose="020B0604020202020204" pitchFamily="34" charset="0"/>
              </a:rPr>
              <a:t>申请占用系统总线（通常由</a:t>
            </a:r>
            <a:r>
              <a:rPr lang="en-US" altLang="zh-CN" sz="2800" dirty="0">
                <a:latin typeface="Arial" panose="020B0604020202020204" pitchFamily="34" charset="0"/>
              </a:rPr>
              <a:t>CPU</a:t>
            </a:r>
            <a:r>
              <a:rPr lang="zh-CN" altLang="en-US" sz="2800" dirty="0">
                <a:latin typeface="Arial" panose="020B0604020202020204" pitchFamily="34" charset="0"/>
              </a:rPr>
              <a:t>控制）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</a:t>
            </a:r>
            <a:r>
              <a:rPr lang="zh-CN" altLang="en-US"/>
              <a:t>总线请求和响应引脚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600" dirty="0"/>
              <a:t>HLDA</a:t>
            </a:r>
            <a:r>
              <a:rPr lang="zh-CN" altLang="en-US" sz="2600" dirty="0">
                <a:latin typeface="Times New Roman" panose="02020603050405020304" pitchFamily="18" charset="0"/>
              </a:rPr>
              <a:t>（</a:t>
            </a:r>
            <a:r>
              <a:rPr lang="en-US" altLang="zh-CN" sz="2600" dirty="0"/>
              <a:t>HOLD Acknowledge</a:t>
            </a:r>
            <a:r>
              <a:rPr lang="zh-CN" altLang="en-US" sz="2600" dirty="0">
                <a:latin typeface="Times New Roman" panose="02020603050405020304" pitchFamily="18" charset="0"/>
              </a:rPr>
              <a:t>）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600" dirty="0">
                <a:latin typeface="Times New Roman" panose="02020603050405020304" pitchFamily="18" charset="0"/>
              </a:rPr>
              <a:t>总线保持响应（即</a:t>
            </a:r>
            <a:r>
              <a:rPr lang="zh-CN" altLang="en-US" sz="2600" b="1" dirty="0">
                <a:latin typeface="Times New Roman" panose="02020603050405020304" pitchFamily="18" charset="0"/>
              </a:rPr>
              <a:t>总线响应</a:t>
            </a:r>
            <a:r>
              <a:rPr lang="zh-CN" altLang="en-US" sz="2600" dirty="0">
                <a:latin typeface="Times New Roman" panose="02020603050405020304" pitchFamily="18" charset="0"/>
              </a:rPr>
              <a:t>），</a:t>
            </a:r>
            <a:r>
              <a:rPr lang="zh-CN" altLang="en-US" sz="2600" b="1" dirty="0">
                <a:latin typeface="Times New Roman" panose="02020603050405020304" pitchFamily="18" charset="0"/>
              </a:rPr>
              <a:t>输出、高电平有效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6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600" dirty="0">
                <a:latin typeface="Times New Roman" panose="02020603050405020304" pitchFamily="18" charset="0"/>
              </a:rPr>
              <a:t>有效时，表示</a:t>
            </a:r>
            <a:r>
              <a:rPr lang="en-US" altLang="zh-CN" sz="2600" dirty="0">
                <a:latin typeface="Times New Roman" panose="02020603050405020304" pitchFamily="18" charset="0"/>
              </a:rPr>
              <a:t>CPU</a:t>
            </a:r>
            <a:r>
              <a:rPr lang="zh-CN" altLang="en-US" sz="2600" dirty="0">
                <a:latin typeface="Times New Roman" panose="02020603050405020304" pitchFamily="18" charset="0"/>
              </a:rPr>
              <a:t>已响应总线请求并已将总线释放</a:t>
            </a:r>
          </a:p>
          <a:p>
            <a:pPr eaLnBrk="1" hangingPunct="1"/>
            <a:r>
              <a:rPr lang="zh-CN" altLang="en-US" sz="2600" dirty="0">
                <a:latin typeface="Times New Roman" panose="02020603050405020304" pitchFamily="18" charset="0"/>
              </a:rPr>
              <a:t>此时</a:t>
            </a:r>
            <a:r>
              <a:rPr lang="en-US" altLang="zh-CN" sz="2600" dirty="0">
                <a:latin typeface="Times New Roman" panose="02020603050405020304" pitchFamily="18" charset="0"/>
              </a:rPr>
              <a:t>CPU</a:t>
            </a:r>
            <a:r>
              <a:rPr lang="zh-CN" altLang="en-US" sz="2600" dirty="0">
                <a:latin typeface="Times New Roman" panose="02020603050405020304" pitchFamily="18" charset="0"/>
              </a:rPr>
              <a:t>的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</a:rPr>
              <a:t>地址总线、数据总线及具有三态输出能力的控制总线</a:t>
            </a:r>
            <a:r>
              <a:rPr lang="zh-CN" altLang="en-US" sz="2600" dirty="0">
                <a:latin typeface="Times New Roman" panose="02020603050405020304" pitchFamily="18" charset="0"/>
              </a:rPr>
              <a:t>将全面呈现高阻，使总线请求设备可以顺利接管总线</a:t>
            </a:r>
          </a:p>
          <a:p>
            <a:pPr eaLnBrk="1" hangingPunct="1"/>
            <a:r>
              <a:rPr lang="zh-CN" altLang="en-US" sz="2600" dirty="0">
                <a:latin typeface="Times New Roman" panose="02020603050405020304" pitchFamily="18" charset="0"/>
              </a:rPr>
              <a:t>待到总线请求信号</a:t>
            </a:r>
            <a:r>
              <a:rPr lang="en-US" altLang="zh-CN" sz="2600" dirty="0">
                <a:latin typeface="Times New Roman" panose="02020603050405020304" pitchFamily="18" charset="0"/>
              </a:rPr>
              <a:t>HOLD</a:t>
            </a:r>
            <a:r>
              <a:rPr lang="zh-CN" altLang="en-US" sz="2600" dirty="0">
                <a:latin typeface="Times New Roman" panose="02020603050405020304" pitchFamily="18" charset="0"/>
              </a:rPr>
              <a:t>无效，总线响应信号</a:t>
            </a:r>
            <a:r>
              <a:rPr lang="en-US" altLang="zh-CN" sz="2600" dirty="0">
                <a:latin typeface="Times New Roman" panose="02020603050405020304" pitchFamily="18" charset="0"/>
              </a:rPr>
              <a:t>HLDA</a:t>
            </a:r>
            <a:r>
              <a:rPr lang="zh-CN" altLang="en-US" sz="2600" dirty="0">
                <a:latin typeface="Times New Roman" panose="02020603050405020304" pitchFamily="18" charset="0"/>
              </a:rPr>
              <a:t>也转为无效，</a:t>
            </a:r>
            <a:r>
              <a:rPr lang="en-US" altLang="zh-CN" sz="2600" dirty="0">
                <a:latin typeface="Times New Roman" panose="02020603050405020304" pitchFamily="18" charset="0"/>
              </a:rPr>
              <a:t>CPU</a:t>
            </a:r>
            <a:r>
              <a:rPr lang="zh-CN" altLang="en-US" sz="2600" dirty="0">
                <a:latin typeface="Times New Roman" panose="02020603050405020304" pitchFamily="18" charset="0"/>
              </a:rPr>
              <a:t>重新获得总线控制权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 </a:t>
            </a:r>
            <a:r>
              <a:rPr lang="zh-CN" altLang="en-US"/>
              <a:t>其它引脚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RESET</a:t>
            </a: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复位请求，</a:t>
            </a:r>
            <a:r>
              <a:rPr lang="zh-CN" altLang="en-US" sz="2800" b="1" dirty="0">
                <a:latin typeface="Times New Roman" panose="02020603050405020304" pitchFamily="18" charset="0"/>
              </a:rPr>
              <a:t>输入、高电平有效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该信号有效，将使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回到其初始状态；当它再度返回无效时，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将重新开始工作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8088/86</a:t>
            </a:r>
            <a:r>
              <a:rPr lang="zh-CN" altLang="en-US" sz="2800" dirty="0">
                <a:latin typeface="Times New Roman" panose="02020603050405020304" pitchFamily="18" charset="0"/>
              </a:rPr>
              <a:t>复位后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</a:rPr>
              <a:t>CS</a:t>
            </a:r>
            <a:r>
              <a:rPr lang="zh-CN" altLang="en-US" sz="2800" dirty="0"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latin typeface="Times New Roman" panose="02020603050405020304" pitchFamily="18" charset="0"/>
              </a:rPr>
              <a:t>FFFFH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IP</a:t>
            </a:r>
            <a:r>
              <a:rPr lang="zh-CN" altLang="en-US" sz="2800" dirty="0"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latin typeface="Times New Roman" panose="02020603050405020304" pitchFamily="18" charset="0"/>
              </a:rPr>
              <a:t>0000H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所以程序入口在物理地址</a:t>
            </a:r>
            <a:r>
              <a:rPr lang="en-US" altLang="zh-CN" sz="2800" dirty="0">
                <a:latin typeface="Times New Roman" panose="02020603050405020304" pitchFamily="18" charset="0"/>
              </a:rPr>
              <a:t>FFFF0H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 </a:t>
            </a:r>
            <a:r>
              <a:rPr lang="zh-CN" altLang="en-US"/>
              <a:t>其它引脚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400" dirty="0"/>
              <a:t>CLK</a:t>
            </a:r>
            <a:r>
              <a:rPr lang="zh-CN" altLang="en-US" sz="2400" dirty="0">
                <a:latin typeface="Times New Roman" panose="02020603050405020304" pitchFamily="18" charset="0"/>
              </a:rPr>
              <a:t>（</a:t>
            </a:r>
            <a:r>
              <a:rPr lang="en-US" altLang="zh-CN" sz="2400" dirty="0"/>
              <a:t>Clock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时钟</a:t>
            </a:r>
            <a:r>
              <a:rPr lang="zh-CN" altLang="en-US" sz="2400" b="1" dirty="0">
                <a:latin typeface="Times New Roman" panose="02020603050405020304" pitchFamily="18" charset="0"/>
              </a:rPr>
              <a:t>输入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系统通过该引脚给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提供内部定时信号。</a:t>
            </a:r>
            <a:r>
              <a:rPr lang="en-US" altLang="zh-CN" sz="2400" dirty="0">
                <a:latin typeface="Times New Roman" panose="02020603050405020304" pitchFamily="18" charset="0"/>
              </a:rPr>
              <a:t>8088</a:t>
            </a:r>
            <a:r>
              <a:rPr lang="zh-CN" altLang="en-US" sz="2400" dirty="0">
                <a:latin typeface="Times New Roman" panose="02020603050405020304" pitchFamily="18" charset="0"/>
              </a:rPr>
              <a:t>的标准工作时钟为</a:t>
            </a:r>
            <a:r>
              <a:rPr lang="en-US" altLang="zh-CN" sz="2400" dirty="0">
                <a:latin typeface="Times New Roman" panose="02020603050405020304" pitchFamily="18" charset="0"/>
              </a:rPr>
              <a:t>5MHz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IBM PC/XT</a:t>
            </a:r>
            <a:r>
              <a:rPr lang="zh-CN" altLang="en-US" sz="2400" dirty="0">
                <a:latin typeface="Times New Roman" panose="02020603050405020304" pitchFamily="18" charset="0"/>
              </a:rPr>
              <a:t>机的</a:t>
            </a:r>
            <a:r>
              <a:rPr lang="en-US" altLang="zh-CN" sz="2400" dirty="0">
                <a:latin typeface="Times New Roman" panose="02020603050405020304" pitchFamily="18" charset="0"/>
              </a:rPr>
              <a:t>8088</a:t>
            </a:r>
            <a:r>
              <a:rPr lang="zh-CN" altLang="en-US" sz="2400" dirty="0">
                <a:latin typeface="Times New Roman" panose="02020603050405020304" pitchFamily="18" charset="0"/>
              </a:rPr>
              <a:t>采用了</a:t>
            </a:r>
            <a:r>
              <a:rPr lang="en-US" altLang="zh-CN" sz="2400" dirty="0">
                <a:latin typeface="Times New Roman" panose="02020603050405020304" pitchFamily="18" charset="0"/>
              </a:rPr>
              <a:t>4.77MHz</a:t>
            </a:r>
            <a:r>
              <a:rPr lang="zh-CN" altLang="en-US" sz="2400" dirty="0">
                <a:latin typeface="Times New Roman" panose="02020603050405020304" pitchFamily="18" charset="0"/>
              </a:rPr>
              <a:t>的时钟，其周期约为</a:t>
            </a:r>
            <a:r>
              <a:rPr lang="en-US" altLang="zh-CN" sz="2400" dirty="0">
                <a:latin typeface="Times New Roman" panose="02020603050405020304" pitchFamily="18" charset="0"/>
              </a:rPr>
              <a:t>210ns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IBM PC/XT</a:t>
            </a:r>
            <a:r>
              <a:rPr lang="zh-CN" altLang="en-US" sz="2400" dirty="0">
                <a:latin typeface="Times New Roman" panose="02020603050405020304" pitchFamily="18" charset="0"/>
              </a:rPr>
              <a:t>机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时钟信号由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8284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时钟信号发生器提供。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 </a:t>
            </a:r>
            <a:r>
              <a:rPr lang="zh-CN" altLang="en-US"/>
              <a:t>其它引脚</a:t>
            </a: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Vcc</a:t>
            </a: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电源</a:t>
            </a:r>
            <a:r>
              <a:rPr lang="zh-CN" altLang="en-US" sz="2800" b="1">
                <a:latin typeface="Times New Roman" panose="02020603050405020304" pitchFamily="18" charset="0"/>
              </a:rPr>
              <a:t>输入</a:t>
            </a:r>
            <a:r>
              <a:rPr lang="zh-CN" altLang="en-US" sz="2800">
                <a:latin typeface="Times New Roman" panose="02020603050405020304" pitchFamily="18" charset="0"/>
              </a:rPr>
              <a:t>，向</a:t>
            </a:r>
            <a:r>
              <a:rPr lang="en-US" altLang="zh-CN" sz="2800"/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提供＋</a:t>
            </a:r>
            <a:r>
              <a:rPr lang="en-US" altLang="zh-CN" sz="2800"/>
              <a:t>5V</a:t>
            </a:r>
            <a:r>
              <a:rPr lang="zh-CN" altLang="en-US" sz="2800">
                <a:latin typeface="Times New Roman" panose="02020603050405020304" pitchFamily="18" charset="0"/>
              </a:rPr>
              <a:t>电源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/>
          </a:p>
          <a:p>
            <a:pPr eaLnBrk="1" hangingPunct="1"/>
            <a:r>
              <a:rPr lang="en-US" altLang="zh-CN" sz="2800"/>
              <a:t>GND</a:t>
            </a: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接地（</a:t>
            </a:r>
            <a:r>
              <a:rPr lang="zh-CN" altLang="en-US" sz="2800" b="1">
                <a:latin typeface="Times New Roman" panose="02020603050405020304" pitchFamily="18" charset="0"/>
              </a:rPr>
              <a:t>输入</a:t>
            </a:r>
            <a:r>
              <a:rPr lang="zh-CN" altLang="en-US" sz="2800">
                <a:latin typeface="Times New Roman" panose="02020603050405020304" pitchFamily="18" charset="0"/>
              </a:rPr>
              <a:t>），向</a:t>
            </a:r>
            <a:r>
              <a:rPr lang="en-US" altLang="zh-CN" sz="2800"/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提供参考地电平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 </a:t>
            </a:r>
            <a:r>
              <a:rPr lang="zh-CN" altLang="en-US"/>
              <a:t>其它引脚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/>
          </a:p>
          <a:p>
            <a:pPr eaLnBrk="1" hangingPunct="1"/>
            <a:r>
              <a:rPr lang="en-US" altLang="zh-CN" sz="2800"/>
              <a:t>MN/MX*</a:t>
            </a: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/>
              <a:t>Minimum/Maximum</a:t>
            </a:r>
            <a:r>
              <a:rPr lang="zh-CN" altLang="en-US" sz="2800">
                <a:latin typeface="Times New Roman" panose="02020603050405020304" pitchFamily="18" charset="0"/>
              </a:rPr>
              <a:t>）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组态选择，</a:t>
            </a:r>
            <a:r>
              <a:rPr lang="zh-CN" altLang="en-US" sz="2800" b="1">
                <a:latin typeface="Times New Roman" panose="02020603050405020304" pitchFamily="18" charset="0"/>
              </a:rPr>
              <a:t>输入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接高电平时，</a:t>
            </a:r>
            <a:r>
              <a:rPr lang="en-US" altLang="zh-CN" sz="2800">
                <a:latin typeface="Times New Roman" panose="02020603050405020304" pitchFamily="18" charset="0"/>
              </a:rPr>
              <a:t>8088</a:t>
            </a:r>
            <a:r>
              <a:rPr lang="zh-CN" altLang="en-US" sz="2800">
                <a:latin typeface="Times New Roman" panose="02020603050405020304" pitchFamily="18" charset="0"/>
              </a:rPr>
              <a:t>引脚工作在最小组态；反之，</a:t>
            </a:r>
            <a:r>
              <a:rPr lang="en-US" altLang="zh-CN" sz="2800">
                <a:latin typeface="Times New Roman" panose="02020603050405020304" pitchFamily="18" charset="0"/>
              </a:rPr>
              <a:t>8088</a:t>
            </a:r>
            <a:r>
              <a:rPr lang="zh-CN" altLang="en-US" sz="2800">
                <a:latin typeface="Times New Roman" panose="02020603050405020304" pitchFamily="18" charset="0"/>
              </a:rPr>
              <a:t>工作在最大组态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 </a:t>
            </a:r>
            <a:r>
              <a:rPr lang="zh-CN" altLang="en-US" dirty="0"/>
              <a:t>其它引脚</a:t>
            </a:r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/>
              <a:t>TEST*</a:t>
            </a: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测试，</a:t>
            </a:r>
            <a:r>
              <a:rPr lang="zh-CN" altLang="en-US" sz="2400" b="1" dirty="0">
                <a:latin typeface="Times New Roman" panose="02020603050405020304" pitchFamily="18" charset="0"/>
              </a:rPr>
              <a:t>输入、低电平有效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该引脚与</a:t>
            </a:r>
            <a:r>
              <a:rPr lang="en-US" altLang="zh-CN" sz="2400" dirty="0">
                <a:latin typeface="Times New Roman" panose="02020603050405020304" pitchFamily="18" charset="0"/>
              </a:rPr>
              <a:t>WAIT</a:t>
            </a:r>
            <a:r>
              <a:rPr lang="zh-CN" altLang="en-US" sz="2400" dirty="0">
                <a:latin typeface="Times New Roman" panose="02020603050405020304" pitchFamily="18" charset="0"/>
              </a:rPr>
              <a:t>指令配合使用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当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执行</a:t>
            </a:r>
            <a:r>
              <a:rPr lang="en-US" altLang="zh-CN" sz="2400" dirty="0">
                <a:latin typeface="Times New Roman" panose="02020603050405020304" pitchFamily="18" charset="0"/>
              </a:rPr>
              <a:t>WAIT</a:t>
            </a:r>
            <a:r>
              <a:rPr lang="zh-CN" altLang="en-US" sz="2400" dirty="0">
                <a:latin typeface="Times New Roman" panose="02020603050405020304" pitchFamily="18" charset="0"/>
              </a:rPr>
              <a:t>指令时，他将在每个时钟周期对该引脚进行测试：如果无效，则程序踏步并继续测试；如果有效，则程序恢复运行</a:t>
            </a: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也就是说，</a:t>
            </a:r>
            <a:r>
              <a:rPr lang="en-US" altLang="zh-CN" sz="2400" dirty="0">
                <a:latin typeface="Times New Roman" panose="02020603050405020304" pitchFamily="18" charset="0"/>
              </a:rPr>
              <a:t>WAIT</a:t>
            </a:r>
            <a:r>
              <a:rPr lang="zh-CN" altLang="en-US" sz="2400" dirty="0">
                <a:latin typeface="Times New Roman" panose="02020603050405020304" pitchFamily="18" charset="0"/>
              </a:rPr>
              <a:t>指令使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产生等待，直到引脚有效为止</a:t>
            </a: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在使用协处理器</a:t>
            </a:r>
            <a:r>
              <a:rPr lang="en-US" altLang="zh-CN" sz="2400" dirty="0">
                <a:latin typeface="Times New Roman" panose="02020603050405020304" pitchFamily="18" charset="0"/>
              </a:rPr>
              <a:t>8087</a:t>
            </a:r>
            <a:r>
              <a:rPr lang="zh-CN" altLang="en-US" sz="2400" dirty="0">
                <a:latin typeface="Times New Roman" panose="02020603050405020304" pitchFamily="18" charset="0"/>
              </a:rPr>
              <a:t>时，通过引脚和</a:t>
            </a:r>
            <a:r>
              <a:rPr lang="en-US" altLang="zh-CN" sz="2400" dirty="0">
                <a:latin typeface="Times New Roman" panose="02020603050405020304" pitchFamily="18" charset="0"/>
              </a:rPr>
              <a:t>WAIT</a:t>
            </a:r>
            <a:r>
              <a:rPr lang="zh-CN" altLang="en-US" sz="2400" dirty="0">
                <a:latin typeface="Times New Roman" panose="02020603050405020304" pitchFamily="18" charset="0"/>
              </a:rPr>
              <a:t>指令，可使</a:t>
            </a:r>
            <a:r>
              <a:rPr lang="en-US" altLang="zh-CN" sz="2400" dirty="0">
                <a:latin typeface="Times New Roman" panose="02020603050405020304" pitchFamily="18" charset="0"/>
              </a:rPr>
              <a:t>8088</a:t>
            </a:r>
            <a:r>
              <a:rPr lang="zh-CN" altLang="en-US" sz="2400" dirty="0">
                <a:latin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</a:rPr>
              <a:t>8087</a:t>
            </a:r>
            <a:r>
              <a:rPr lang="zh-CN" altLang="en-US" sz="2400" dirty="0">
                <a:latin typeface="Times New Roman" panose="02020603050405020304" pitchFamily="18" charset="0"/>
              </a:rPr>
              <a:t>的操作保持同步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076056" y="5939383"/>
            <a:ext cx="3168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浮点处理指令后面有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WAIT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指令。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有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esc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前缀的指令会由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8087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执行。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4</a:t>
            </a:r>
            <a:r>
              <a:rPr lang="zh-CN" altLang="en-US" sz="3600" dirty="0"/>
              <a:t>）</a:t>
            </a:r>
            <a:r>
              <a:rPr lang="en-US" altLang="zh-CN" sz="3600" dirty="0"/>
              <a:t>8088</a:t>
            </a:r>
            <a:r>
              <a:rPr lang="zh-CN" altLang="en-US" sz="3600" dirty="0"/>
              <a:t>最小组态的引脚信号</a:t>
            </a:r>
            <a:r>
              <a:rPr lang="en-US" altLang="zh-CN" sz="3600" dirty="0"/>
              <a:t>——</a:t>
            </a:r>
            <a:r>
              <a:rPr lang="zh-CN" altLang="en-US" sz="3600" dirty="0"/>
              <a:t>小结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62000" y="1752600"/>
            <a:ext cx="7315200" cy="4379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3200" b="1" dirty="0">
                <a:latin typeface="+mn-lt"/>
                <a:ea typeface="+mn-ea"/>
              </a:rPr>
              <a:t>CPU</a:t>
            </a:r>
            <a:r>
              <a:rPr lang="zh-CN" altLang="en-US" sz="3200" b="1" dirty="0">
                <a:latin typeface="+mn-lt"/>
                <a:ea typeface="+mn-ea"/>
              </a:rPr>
              <a:t>、接口芯片</a:t>
            </a:r>
            <a:r>
              <a:rPr lang="zh-CN" altLang="en-US" sz="3200" dirty="0">
                <a:latin typeface="+mn-lt"/>
                <a:ea typeface="+mn-ea"/>
              </a:rPr>
              <a:t>外部特性表现在其引脚信号上，学习时请特别关注以下几个方面：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+mn-lt"/>
                <a:ea typeface="+mn-ea"/>
              </a:rPr>
              <a:t>     ⑴  引脚的功能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+mn-lt"/>
                <a:ea typeface="+mn-ea"/>
              </a:rPr>
              <a:t>     ⑵  信号的流向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+mn-lt"/>
                <a:ea typeface="+mn-ea"/>
              </a:rPr>
              <a:t>     ⑶  有效电平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+mn-lt"/>
                <a:ea typeface="+mn-ea"/>
              </a:rPr>
              <a:t>     ⑷  三态能力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3505200" y="1195388"/>
            <a:ext cx="5638800" cy="2286000"/>
          </a:xfrm>
          <a:prstGeom prst="wedgeEllipseCallout">
            <a:avLst>
              <a:gd name="adj1" fmla="val -59542"/>
              <a:gd name="adj2" fmla="val 56319"/>
            </a:avLst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rgbClr val="FFFF00"/>
                </a:solidFill>
              </a:rPr>
              <a:t>指引脚信号的定义、作用；通常采用英文单词或其缩写表示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3505200" y="1195388"/>
            <a:ext cx="5638800" cy="2286000"/>
          </a:xfrm>
          <a:prstGeom prst="wedgeEllipseCallout">
            <a:avLst>
              <a:gd name="adj1" fmla="val -59542"/>
              <a:gd name="adj2" fmla="val 56319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3200" b="1">
              <a:solidFill>
                <a:srgbClr val="FFFF00"/>
              </a:solidFill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3276600" y="1652588"/>
            <a:ext cx="5638800" cy="2286000"/>
          </a:xfrm>
          <a:prstGeom prst="wedgeEllipseCallout">
            <a:avLst>
              <a:gd name="adj1" fmla="val -51407"/>
              <a:gd name="adj2" fmla="val 54236"/>
            </a:avLst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 dirty="0">
                <a:solidFill>
                  <a:srgbClr val="FFFF00"/>
                </a:solidFill>
              </a:rPr>
              <a:t>信号从芯片向外输出，还是从外部输入芯片，或者是双向的</a:t>
            </a: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3276600" y="1657122"/>
            <a:ext cx="5638800" cy="2286000"/>
          </a:xfrm>
          <a:prstGeom prst="wedgeEllipseCallout">
            <a:avLst>
              <a:gd name="adj1" fmla="val -52250"/>
              <a:gd name="adj2" fmla="val 54306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3200" b="1" dirty="0">
              <a:solidFill>
                <a:srgbClr val="FFFF00"/>
              </a:solidFill>
            </a:endParaRPr>
          </a:p>
        </p:txBody>
      </p:sp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3124200" y="2109788"/>
            <a:ext cx="5638800" cy="2286000"/>
          </a:xfrm>
          <a:prstGeom prst="wedgeEllipseCallout">
            <a:avLst>
              <a:gd name="adj1" fmla="val -55685"/>
              <a:gd name="adj2" fmla="val 60486"/>
            </a:avLst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 dirty="0">
                <a:solidFill>
                  <a:srgbClr val="FFFF00"/>
                </a:solidFill>
              </a:rPr>
              <a:t>起作用的逻辑电平</a:t>
            </a:r>
          </a:p>
          <a:p>
            <a:pPr algn="ctr" eaLnBrk="1" hangingPunct="1"/>
            <a:r>
              <a:rPr lang="zh-CN" altLang="en-US" sz="3200" b="1" dirty="0">
                <a:solidFill>
                  <a:srgbClr val="FFFF00"/>
                </a:solidFill>
              </a:rPr>
              <a:t>高、低电平有效</a:t>
            </a:r>
          </a:p>
          <a:p>
            <a:pPr algn="ctr" eaLnBrk="1" hangingPunct="1"/>
            <a:r>
              <a:rPr lang="zh-CN" altLang="en-US" sz="3200" b="1" dirty="0">
                <a:solidFill>
                  <a:srgbClr val="FFFF00"/>
                </a:solidFill>
              </a:rPr>
              <a:t>上升、下降边沿有效</a:t>
            </a:r>
          </a:p>
        </p:txBody>
      </p:sp>
      <p:sp>
        <p:nvSpPr>
          <p:cNvPr id="11" name="AutoShape 13"/>
          <p:cNvSpPr>
            <a:spLocks noChangeArrowheads="1"/>
          </p:cNvSpPr>
          <p:nvPr/>
        </p:nvSpPr>
        <p:spPr bwMode="auto">
          <a:xfrm>
            <a:off x="3124200" y="2109788"/>
            <a:ext cx="5638800" cy="2286000"/>
          </a:xfrm>
          <a:prstGeom prst="wedgeEllipseCallout">
            <a:avLst>
              <a:gd name="adj1" fmla="val -55685"/>
              <a:gd name="adj2" fmla="val 60486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3200" b="1">
              <a:solidFill>
                <a:srgbClr val="FFFF00"/>
              </a:solidFill>
            </a:endParaRP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2971800" y="2643188"/>
            <a:ext cx="5638800" cy="2286000"/>
          </a:xfrm>
          <a:prstGeom prst="wedgeEllipseCallout">
            <a:avLst>
              <a:gd name="adj1" fmla="val -55685"/>
              <a:gd name="adj2" fmla="val 60486"/>
            </a:avLst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 dirty="0">
                <a:solidFill>
                  <a:srgbClr val="FFFF00"/>
                </a:solidFill>
              </a:rPr>
              <a:t>输出正常的低电平、高电平外，还可以输出高阻的第三态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  <p:bldP spid="7" grpId="1" animBg="1"/>
      <p:bldP spid="8" grpId="0" animBg="1" autoUpdateAnimBg="0"/>
      <p:bldP spid="8" grpId="1" animBg="1"/>
      <p:bldP spid="9" grpId="0" animBg="1" autoUpdateAnimBg="0"/>
      <p:bldP spid="9" grpId="1" animBg="1"/>
      <p:bldP spid="10" grpId="0" animBg="1" autoUpdateAnimBg="0"/>
      <p:bldP spid="10" grpId="1" animBg="1"/>
      <p:bldP spid="11" grpId="0" animBg="1" autoUpdateAnimBg="0"/>
      <p:bldP spid="11" grpId="1" animBg="1"/>
      <p:bldP spid="12" grpId="0" animBg="1" autoUpdateAnimBg="0"/>
      <p:bldP spid="12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（</a:t>
            </a:r>
            <a:r>
              <a:rPr lang="en-US" altLang="zh-CN" sz="3600"/>
              <a:t>4</a:t>
            </a:r>
            <a:r>
              <a:rPr lang="zh-CN" altLang="en-US" sz="3600"/>
              <a:t>）</a:t>
            </a:r>
            <a:r>
              <a:rPr lang="en-US" altLang="zh-CN" sz="3600"/>
              <a:t>8088</a:t>
            </a:r>
            <a:r>
              <a:rPr lang="zh-CN" altLang="en-US" sz="3600"/>
              <a:t>最小组态的引脚信号</a:t>
            </a:r>
            <a:r>
              <a:rPr lang="en-US" altLang="zh-CN" sz="3600"/>
              <a:t>——</a:t>
            </a:r>
            <a:r>
              <a:rPr lang="zh-CN" altLang="en-US" sz="3600"/>
              <a:t>小结</a:t>
            </a:r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CPU</a:t>
            </a:r>
            <a:r>
              <a:rPr lang="zh-CN" altLang="en-US" sz="2800" dirty="0"/>
              <a:t>引脚是系统总线的基本信号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可以分成</a:t>
            </a:r>
            <a:r>
              <a:rPr lang="zh-CN" altLang="en-US" sz="2800" b="1" dirty="0"/>
              <a:t>三类信号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8</a:t>
            </a:r>
            <a:r>
              <a:rPr lang="zh-CN" altLang="en-US" sz="2800" dirty="0"/>
              <a:t>位</a:t>
            </a:r>
            <a:r>
              <a:rPr lang="zh-CN" altLang="en-US" sz="2800" b="1" dirty="0"/>
              <a:t>数据线</a:t>
            </a:r>
            <a:r>
              <a:rPr lang="zh-CN" altLang="en-US" sz="2800" dirty="0"/>
              <a:t>：</a:t>
            </a:r>
            <a:r>
              <a:rPr lang="en-US" altLang="zh-CN" sz="2800" dirty="0">
                <a:latin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>
                <a:latin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7   </a:t>
            </a:r>
            <a:r>
              <a:rPr lang="zh-CN" altLang="en-US" sz="2800" dirty="0"/>
              <a:t>（双向，三态）</a:t>
            </a:r>
            <a:r>
              <a:rPr lang="en-US" altLang="zh-CN" sz="2800" dirty="0"/>
              <a:t>    </a:t>
            </a: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20</a:t>
            </a:r>
            <a:r>
              <a:rPr lang="zh-CN" altLang="en-US" sz="2800" dirty="0">
                <a:latin typeface="Times New Roman" panose="02020603050405020304" pitchFamily="18" charset="0"/>
              </a:rPr>
              <a:t>位</a:t>
            </a:r>
            <a:r>
              <a:rPr lang="zh-CN" altLang="en-US" sz="2800" b="1" dirty="0">
                <a:latin typeface="Times New Roman" panose="02020603050405020304" pitchFamily="18" charset="0"/>
              </a:rPr>
              <a:t>地址线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19 </a:t>
            </a:r>
            <a:r>
              <a:rPr lang="zh-CN" altLang="en-US" sz="2800" dirty="0"/>
              <a:t>（单向，三态）</a:t>
            </a:r>
            <a:endParaRPr lang="en-US" altLang="zh-CN" sz="2800" dirty="0"/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控制线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</a:rPr>
              <a:t>ALE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IO/M*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WR*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RD*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READY</a:t>
            </a: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</a:rPr>
              <a:t>INTR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INTA*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NMI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</a:rPr>
              <a:t>HOLD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HLDA</a:t>
            </a: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</a:rPr>
              <a:t>RESET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CLK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</a:rPr>
              <a:t>Vcc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GND</a:t>
            </a:r>
            <a:endParaRPr lang="en-US" altLang="zh-CN" sz="2400" baseline="-30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（</a:t>
            </a:r>
            <a:r>
              <a:rPr lang="en-US" altLang="zh-CN" sz="3600"/>
              <a:t>4</a:t>
            </a:r>
            <a:r>
              <a:rPr lang="zh-CN" altLang="en-US" sz="3600"/>
              <a:t>）</a:t>
            </a:r>
            <a:r>
              <a:rPr lang="en-US" altLang="zh-CN" sz="3600"/>
              <a:t>8088</a:t>
            </a:r>
            <a:r>
              <a:rPr lang="zh-CN" altLang="en-US" sz="3600"/>
              <a:t>最小组态的引脚信号</a:t>
            </a:r>
            <a:r>
              <a:rPr lang="en-US" altLang="zh-CN" sz="3600"/>
              <a:t>——</a:t>
            </a:r>
            <a:r>
              <a:rPr lang="zh-CN" altLang="en-US" sz="3600"/>
              <a:t>小结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331640" y="1484784"/>
          <a:ext cx="6480720" cy="4919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2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英文缩写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信号的流向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</a:rPr>
                        <a:t>有效电平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</a:rPr>
                        <a:t>三态能力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ALE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地址锁存允许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—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IO/M*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I/O</a:t>
                      </a:r>
                      <a:r>
                        <a:rPr lang="zh-CN" altLang="en-US" dirty="0"/>
                        <a:t>或存储器访问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高电平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低电平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WR*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写控制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RD*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读控制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READY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</a:rPr>
                        <a:t>存储器或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I/O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</a:rPr>
                        <a:t>口就绪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—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INTR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可屏蔽中断请求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高电平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—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INTA*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可屏蔽中断响应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低电平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—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NMI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不可屏蔽中断请求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上升沿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—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HOLD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总线保持（即总线请求）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—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HLDA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总线保持响应（即总线响应）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高电平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—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</a:rPr>
                        <a:t>RESET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复位请求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—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（</a:t>
            </a:r>
            <a:r>
              <a:rPr lang="en-US" altLang="zh-CN" sz="3600"/>
              <a:t>4</a:t>
            </a:r>
            <a:r>
              <a:rPr lang="zh-CN" altLang="en-US" sz="3600"/>
              <a:t>）</a:t>
            </a:r>
            <a:r>
              <a:rPr lang="en-US" altLang="zh-CN" sz="3600"/>
              <a:t>8088</a:t>
            </a:r>
            <a:r>
              <a:rPr lang="zh-CN" altLang="en-US" sz="3600"/>
              <a:t>最小组态的引脚信号</a:t>
            </a:r>
            <a:r>
              <a:rPr lang="en-US" altLang="zh-CN" sz="3600"/>
              <a:t>——</a:t>
            </a:r>
            <a:r>
              <a:rPr lang="zh-CN" altLang="en-US" sz="3600"/>
              <a:t>小结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后续问题：</a:t>
            </a:r>
            <a:endParaRPr lang="en-US" altLang="zh-CN" sz="2800"/>
          </a:p>
          <a:p>
            <a:pPr eaLnBrk="1" hangingPunct="1"/>
            <a:r>
              <a:rPr lang="en-US" altLang="zh-CN" sz="2800"/>
              <a:t>CPU</a:t>
            </a:r>
            <a:r>
              <a:rPr lang="zh-CN" altLang="en-US" sz="2800"/>
              <a:t>引脚如何与外部连接？</a:t>
            </a:r>
            <a:endParaRPr lang="en-US" altLang="zh-CN" sz="2800"/>
          </a:p>
          <a:p>
            <a:pPr eaLnBrk="1" hangingPunct="1"/>
            <a:r>
              <a:rPr lang="zh-CN" altLang="en-US" sz="2800" b="1"/>
              <a:t>总线形成</a:t>
            </a:r>
            <a:endParaRPr lang="en-US" altLang="zh-CN" sz="2800" b="1"/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en-US" altLang="zh-CN" sz="2800"/>
              <a:t>CPU</a:t>
            </a:r>
            <a:r>
              <a:rPr lang="zh-CN" altLang="en-US" sz="2800"/>
              <a:t>引脚是如何相互配合，实现总线操作、控制系统工作的呢？</a:t>
            </a:r>
            <a:endParaRPr lang="en-US" altLang="zh-CN" sz="2800"/>
          </a:p>
          <a:p>
            <a:pPr eaLnBrk="1" hangingPunct="1"/>
            <a:r>
              <a:rPr lang="zh-CN" altLang="en-US" sz="2800" b="1"/>
              <a:t>总线时序</a:t>
            </a:r>
            <a:endParaRPr lang="en-US" altLang="zh-CN" sz="2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）最小组态的总线形成</a:t>
            </a:r>
          </a:p>
        </p:txBody>
      </p:sp>
      <p:grpSp>
        <p:nvGrpSpPr>
          <p:cNvPr id="2" name="Group 154"/>
          <p:cNvGrpSpPr/>
          <p:nvPr/>
        </p:nvGrpSpPr>
        <p:grpSpPr bwMode="auto">
          <a:xfrm>
            <a:off x="533400" y="1524000"/>
            <a:ext cx="7543800" cy="4691063"/>
            <a:chOff x="336" y="960"/>
            <a:chExt cx="4752" cy="2955"/>
          </a:xfrm>
        </p:grpSpPr>
        <p:sp>
          <p:nvSpPr>
            <p:cNvPr id="49157" name="Rectangle 108"/>
            <p:cNvSpPr>
              <a:spLocks noChangeArrowheads="1"/>
            </p:cNvSpPr>
            <p:nvPr/>
          </p:nvSpPr>
          <p:spPr bwMode="auto">
            <a:xfrm>
              <a:off x="2521" y="1793"/>
              <a:ext cx="972" cy="404"/>
            </a:xfrm>
            <a:prstGeom prst="rect">
              <a:avLst/>
            </a:prstGeom>
            <a:solidFill>
              <a:srgbClr val="FF9900"/>
            </a:solidFill>
            <a:ln w="2857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58" name="Rectangle 124"/>
            <p:cNvSpPr>
              <a:spLocks noChangeArrowheads="1"/>
            </p:cNvSpPr>
            <p:nvPr/>
          </p:nvSpPr>
          <p:spPr bwMode="auto">
            <a:xfrm>
              <a:off x="2521" y="2339"/>
              <a:ext cx="972" cy="405"/>
            </a:xfrm>
            <a:prstGeom prst="rect">
              <a:avLst/>
            </a:prstGeom>
            <a:solidFill>
              <a:srgbClr val="FF9900"/>
            </a:solidFill>
            <a:ln w="2857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59" name="Rectangle 133"/>
            <p:cNvSpPr>
              <a:spLocks noChangeArrowheads="1"/>
            </p:cNvSpPr>
            <p:nvPr/>
          </p:nvSpPr>
          <p:spPr bwMode="auto">
            <a:xfrm>
              <a:off x="2521" y="2875"/>
              <a:ext cx="972" cy="404"/>
            </a:xfrm>
            <a:prstGeom prst="rect">
              <a:avLst/>
            </a:prstGeom>
            <a:solidFill>
              <a:srgbClr val="FF9900"/>
            </a:solidFill>
            <a:ln w="2857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60" name="Rectangle 137"/>
            <p:cNvSpPr>
              <a:spLocks noChangeArrowheads="1"/>
            </p:cNvSpPr>
            <p:nvPr/>
          </p:nvSpPr>
          <p:spPr bwMode="auto">
            <a:xfrm>
              <a:off x="2521" y="3411"/>
              <a:ext cx="972" cy="504"/>
            </a:xfrm>
            <a:prstGeom prst="rect">
              <a:avLst/>
            </a:prstGeom>
            <a:solidFill>
              <a:srgbClr val="FF9900"/>
            </a:solidFill>
            <a:ln w="2857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61" name="Rectangle 85"/>
            <p:cNvSpPr>
              <a:spLocks noChangeArrowheads="1"/>
            </p:cNvSpPr>
            <p:nvPr/>
          </p:nvSpPr>
          <p:spPr bwMode="auto">
            <a:xfrm>
              <a:off x="913" y="2876"/>
              <a:ext cx="925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b="1">
                  <a:latin typeface="Times New Roman" panose="02020603050405020304" pitchFamily="18" charset="0"/>
                </a:rPr>
                <a:t>AD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7</a:t>
              </a:r>
              <a:r>
                <a:rPr lang="zh-CN" altLang="en-US" b="1">
                  <a:latin typeface="Times New Roman" panose="02020603050405020304" pitchFamily="18" charset="0"/>
                </a:rPr>
                <a:t>～</a:t>
              </a:r>
              <a:r>
                <a:rPr lang="en-US" altLang="zh-CN" b="1">
                  <a:latin typeface="Times New Roman" panose="02020603050405020304" pitchFamily="18" charset="0"/>
                </a:rPr>
                <a:t>AD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0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9162" name="Rectangle 86"/>
            <p:cNvSpPr>
              <a:spLocks noChangeArrowheads="1"/>
            </p:cNvSpPr>
            <p:nvPr/>
          </p:nvSpPr>
          <p:spPr bwMode="auto">
            <a:xfrm>
              <a:off x="1043" y="2336"/>
              <a:ext cx="77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15</a:t>
              </a:r>
              <a:r>
                <a:rPr lang="zh-CN" altLang="en-US" b="1">
                  <a:latin typeface="Times New Roman" panose="02020603050405020304" pitchFamily="18" charset="0"/>
                </a:rPr>
                <a:t>～</a:t>
              </a:r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8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9163" name="Rectangle 87"/>
            <p:cNvSpPr>
              <a:spLocks noChangeArrowheads="1"/>
            </p:cNvSpPr>
            <p:nvPr/>
          </p:nvSpPr>
          <p:spPr bwMode="auto">
            <a:xfrm>
              <a:off x="336" y="1780"/>
              <a:ext cx="15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19</a:t>
              </a:r>
              <a:r>
                <a:rPr lang="en-US" altLang="zh-CN" b="1">
                  <a:latin typeface="Times New Roman" panose="02020603050405020304" pitchFamily="18" charset="0"/>
                </a:rPr>
                <a:t>/S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6</a:t>
              </a:r>
              <a:r>
                <a:rPr lang="zh-CN" altLang="en-US" b="1">
                  <a:latin typeface="Times New Roman" panose="02020603050405020304" pitchFamily="18" charset="0"/>
                </a:rPr>
                <a:t>～</a:t>
              </a:r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16</a:t>
              </a:r>
              <a:r>
                <a:rPr lang="en-US" altLang="zh-CN" b="1">
                  <a:latin typeface="Times New Roman" panose="02020603050405020304" pitchFamily="18" charset="0"/>
                </a:rPr>
                <a:t>/S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9164" name="Rectangle 88"/>
            <p:cNvSpPr>
              <a:spLocks noChangeArrowheads="1"/>
            </p:cNvSpPr>
            <p:nvPr/>
          </p:nvSpPr>
          <p:spPr bwMode="auto">
            <a:xfrm>
              <a:off x="491" y="1123"/>
              <a:ext cx="1363" cy="273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65" name="Rectangle 90"/>
            <p:cNvSpPr>
              <a:spLocks noChangeArrowheads="1"/>
            </p:cNvSpPr>
            <p:nvPr/>
          </p:nvSpPr>
          <p:spPr bwMode="auto">
            <a:xfrm>
              <a:off x="2182" y="1163"/>
              <a:ext cx="581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+5V</a:t>
              </a:r>
            </a:p>
          </p:txBody>
        </p:sp>
        <p:sp>
          <p:nvSpPr>
            <p:cNvPr id="49166" name="Line 91"/>
            <p:cNvSpPr>
              <a:spLocks noChangeShapeType="1"/>
            </p:cNvSpPr>
            <p:nvPr/>
          </p:nvSpPr>
          <p:spPr bwMode="auto">
            <a:xfrm flipH="1">
              <a:off x="2261" y="2617"/>
              <a:ext cx="26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7" name="Rectangle 92"/>
            <p:cNvSpPr>
              <a:spLocks noChangeArrowheads="1"/>
            </p:cNvSpPr>
            <p:nvPr/>
          </p:nvSpPr>
          <p:spPr bwMode="auto">
            <a:xfrm>
              <a:off x="739" y="2092"/>
              <a:ext cx="800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8088</a:t>
              </a:r>
            </a:p>
          </p:txBody>
        </p:sp>
        <p:sp>
          <p:nvSpPr>
            <p:cNvPr id="49168" name="Rectangle 94"/>
            <p:cNvSpPr>
              <a:spLocks noChangeArrowheads="1"/>
            </p:cNvSpPr>
            <p:nvPr/>
          </p:nvSpPr>
          <p:spPr bwMode="auto">
            <a:xfrm>
              <a:off x="1148" y="3101"/>
              <a:ext cx="66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b="1" dirty="0">
                  <a:latin typeface="Times New Roman" panose="02020603050405020304" pitchFamily="18" charset="0"/>
                </a:rPr>
                <a:t>ALE</a:t>
              </a:r>
            </a:p>
          </p:txBody>
        </p:sp>
        <p:sp>
          <p:nvSpPr>
            <p:cNvPr id="49169" name="Line 95"/>
            <p:cNvSpPr>
              <a:spLocks noChangeShapeType="1"/>
            </p:cNvSpPr>
            <p:nvPr/>
          </p:nvSpPr>
          <p:spPr bwMode="auto">
            <a:xfrm>
              <a:off x="1856" y="1875"/>
              <a:ext cx="661" cy="1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0" name="Line 96"/>
            <p:cNvSpPr>
              <a:spLocks noChangeShapeType="1"/>
            </p:cNvSpPr>
            <p:nvPr/>
          </p:nvSpPr>
          <p:spPr bwMode="auto">
            <a:xfrm flipH="1" flipV="1">
              <a:off x="1853" y="3163"/>
              <a:ext cx="675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1" name="Line 97"/>
            <p:cNvSpPr>
              <a:spLocks noChangeShapeType="1"/>
            </p:cNvSpPr>
            <p:nvPr/>
          </p:nvSpPr>
          <p:spPr bwMode="auto">
            <a:xfrm>
              <a:off x="1856" y="2411"/>
              <a:ext cx="661" cy="1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2" name="Line 98"/>
            <p:cNvSpPr>
              <a:spLocks noChangeShapeType="1"/>
            </p:cNvSpPr>
            <p:nvPr/>
          </p:nvSpPr>
          <p:spPr bwMode="auto">
            <a:xfrm>
              <a:off x="1877" y="2947"/>
              <a:ext cx="640" cy="1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3" name="Line 99"/>
            <p:cNvSpPr>
              <a:spLocks noChangeShapeType="1"/>
            </p:cNvSpPr>
            <p:nvPr/>
          </p:nvSpPr>
          <p:spPr bwMode="auto">
            <a:xfrm flipV="1">
              <a:off x="1845" y="1383"/>
              <a:ext cx="2200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4" name="Freeform 100"/>
            <p:cNvSpPr/>
            <p:nvPr/>
          </p:nvSpPr>
          <p:spPr bwMode="auto">
            <a:xfrm>
              <a:off x="1853" y="1254"/>
              <a:ext cx="287" cy="4"/>
            </a:xfrm>
            <a:custGeom>
              <a:avLst/>
              <a:gdLst>
                <a:gd name="T0" fmla="*/ 0 w 232"/>
                <a:gd name="T1" fmla="*/ 1 h 6"/>
                <a:gd name="T2" fmla="*/ 6978 w 232"/>
                <a:gd name="T3" fmla="*/ 0 h 6"/>
                <a:gd name="T4" fmla="*/ 0 60000 65536"/>
                <a:gd name="T5" fmla="*/ 0 60000 65536"/>
                <a:gd name="T6" fmla="*/ 0 w 232"/>
                <a:gd name="T7" fmla="*/ 0 h 6"/>
                <a:gd name="T8" fmla="*/ 232 w 23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" h="6">
                  <a:moveTo>
                    <a:pt x="0" y="6"/>
                  </a:moveTo>
                  <a:lnTo>
                    <a:pt x="232" y="0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5" name="Rectangle 101"/>
            <p:cNvSpPr>
              <a:spLocks noChangeArrowheads="1"/>
            </p:cNvSpPr>
            <p:nvPr/>
          </p:nvSpPr>
          <p:spPr bwMode="auto">
            <a:xfrm>
              <a:off x="2720" y="1801"/>
              <a:ext cx="692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8282</a:t>
              </a:r>
            </a:p>
          </p:txBody>
        </p:sp>
        <p:sp>
          <p:nvSpPr>
            <p:cNvPr id="49176" name="Rectangle 102"/>
            <p:cNvSpPr>
              <a:spLocks noChangeArrowheads="1"/>
            </p:cNvSpPr>
            <p:nvPr/>
          </p:nvSpPr>
          <p:spPr bwMode="auto">
            <a:xfrm>
              <a:off x="2549" y="2000"/>
              <a:ext cx="582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STB</a:t>
              </a:r>
            </a:p>
          </p:txBody>
        </p:sp>
        <p:sp>
          <p:nvSpPr>
            <p:cNvPr id="49177" name="Rectangle 103"/>
            <p:cNvSpPr>
              <a:spLocks noChangeArrowheads="1"/>
            </p:cNvSpPr>
            <p:nvPr/>
          </p:nvSpPr>
          <p:spPr bwMode="auto">
            <a:xfrm>
              <a:off x="3152" y="1998"/>
              <a:ext cx="342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endParaRPr lang="zh-CN" altLang="zh-CN" b="1">
                <a:latin typeface="Times New Roman" panose="02020603050405020304" pitchFamily="18" charset="0"/>
              </a:endParaRPr>
            </a:p>
          </p:txBody>
        </p:sp>
        <p:grpSp>
          <p:nvGrpSpPr>
            <p:cNvPr id="49178" name="Group 104"/>
            <p:cNvGrpSpPr/>
            <p:nvPr/>
          </p:nvGrpSpPr>
          <p:grpSpPr bwMode="auto">
            <a:xfrm>
              <a:off x="3504" y="2081"/>
              <a:ext cx="224" cy="122"/>
              <a:chOff x="0" y="0"/>
              <a:chExt cx="20000" cy="20008"/>
            </a:xfrm>
          </p:grpSpPr>
          <p:sp>
            <p:nvSpPr>
              <p:cNvPr id="49218" name="Line 105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1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9" name="Line 106"/>
              <p:cNvSpPr>
                <a:spLocks noChangeShapeType="1"/>
              </p:cNvSpPr>
              <p:nvPr/>
            </p:nvSpPr>
            <p:spPr bwMode="auto">
              <a:xfrm>
                <a:off x="19883" y="0"/>
                <a:ext cx="117" cy="200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79" name="Line 107"/>
            <p:cNvSpPr>
              <a:spLocks noChangeShapeType="1"/>
            </p:cNvSpPr>
            <p:nvPr/>
          </p:nvSpPr>
          <p:spPr bwMode="auto">
            <a:xfrm>
              <a:off x="3651" y="2204"/>
              <a:ext cx="14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0" name="Line 109"/>
            <p:cNvSpPr>
              <a:spLocks noChangeShapeType="1"/>
            </p:cNvSpPr>
            <p:nvPr/>
          </p:nvSpPr>
          <p:spPr bwMode="auto">
            <a:xfrm flipV="1">
              <a:off x="3485" y="1875"/>
              <a:ext cx="527" cy="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1" name="Rectangle 110"/>
            <p:cNvSpPr>
              <a:spLocks noChangeArrowheads="1"/>
            </p:cNvSpPr>
            <p:nvPr/>
          </p:nvSpPr>
          <p:spPr bwMode="auto">
            <a:xfrm>
              <a:off x="3624" y="960"/>
              <a:ext cx="1361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>
                  <a:latin typeface="Times New Roman" panose="02020603050405020304" pitchFamily="18" charset="0"/>
                </a:rPr>
                <a:t>系统总线信号</a:t>
              </a:r>
            </a:p>
          </p:txBody>
        </p:sp>
        <p:sp>
          <p:nvSpPr>
            <p:cNvPr id="49182" name="Rectangle 111"/>
            <p:cNvSpPr>
              <a:spLocks noChangeArrowheads="1"/>
            </p:cNvSpPr>
            <p:nvPr/>
          </p:nvSpPr>
          <p:spPr bwMode="auto">
            <a:xfrm>
              <a:off x="4104" y="1822"/>
              <a:ext cx="984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19</a:t>
              </a:r>
              <a:r>
                <a:rPr lang="zh-CN" altLang="en-US" b="1">
                  <a:latin typeface="Times New Roman" panose="02020603050405020304" pitchFamily="18" charset="0"/>
                </a:rPr>
                <a:t>～</a:t>
              </a:r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16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9183" name="Rectangle 112"/>
            <p:cNvSpPr>
              <a:spLocks noChangeArrowheads="1"/>
            </p:cNvSpPr>
            <p:nvPr/>
          </p:nvSpPr>
          <p:spPr bwMode="auto">
            <a:xfrm>
              <a:off x="4104" y="2358"/>
              <a:ext cx="984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15</a:t>
              </a:r>
              <a:r>
                <a:rPr lang="zh-CN" altLang="en-US" b="1">
                  <a:latin typeface="Times New Roman" panose="02020603050405020304" pitchFamily="18" charset="0"/>
                </a:rPr>
                <a:t>～</a:t>
              </a:r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8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9184" name="Rectangle 113"/>
            <p:cNvSpPr>
              <a:spLocks noChangeArrowheads="1"/>
            </p:cNvSpPr>
            <p:nvPr/>
          </p:nvSpPr>
          <p:spPr bwMode="auto">
            <a:xfrm>
              <a:off x="4104" y="2874"/>
              <a:ext cx="693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7</a:t>
              </a:r>
              <a:r>
                <a:rPr lang="zh-CN" altLang="en-US" b="1">
                  <a:latin typeface="Times New Roman" panose="02020603050405020304" pitchFamily="18" charset="0"/>
                </a:rPr>
                <a:t>～</a:t>
              </a:r>
              <a:r>
                <a:rPr lang="en-US" altLang="zh-CN" b="1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0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9185" name="Rectangle 114"/>
            <p:cNvSpPr>
              <a:spLocks noChangeArrowheads="1"/>
            </p:cNvSpPr>
            <p:nvPr/>
          </p:nvSpPr>
          <p:spPr bwMode="auto">
            <a:xfrm>
              <a:off x="4104" y="3420"/>
              <a:ext cx="71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D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7</a:t>
              </a:r>
              <a:r>
                <a:rPr lang="zh-CN" altLang="en-US" b="1">
                  <a:latin typeface="Times New Roman" panose="02020603050405020304" pitchFamily="18" charset="0"/>
                </a:rPr>
                <a:t>～</a:t>
              </a:r>
              <a:r>
                <a:rPr lang="en-US" altLang="zh-CN" b="1">
                  <a:latin typeface="Times New Roman" panose="02020603050405020304" pitchFamily="18" charset="0"/>
                </a:rPr>
                <a:t>D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0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9186" name="Rectangle 115"/>
            <p:cNvSpPr>
              <a:spLocks noChangeArrowheads="1"/>
            </p:cNvSpPr>
            <p:nvPr/>
          </p:nvSpPr>
          <p:spPr bwMode="auto">
            <a:xfrm>
              <a:off x="4203" y="1248"/>
              <a:ext cx="693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b="1">
                  <a:latin typeface="Times New Roman" panose="02020603050405020304" pitchFamily="18" charset="0"/>
                </a:rPr>
                <a:t>IO/M*</a:t>
              </a:r>
            </a:p>
            <a:p>
              <a:r>
                <a:rPr lang="en-US" altLang="zh-CN" sz="1600" b="1">
                  <a:latin typeface="Times New Roman" panose="02020603050405020304" pitchFamily="18" charset="0"/>
                </a:rPr>
                <a:t>RD*</a:t>
              </a:r>
            </a:p>
            <a:p>
              <a:r>
                <a:rPr lang="en-US" altLang="zh-CN" sz="1600" b="1">
                  <a:latin typeface="Times New Roman" panose="02020603050405020304" pitchFamily="18" charset="0"/>
                </a:rPr>
                <a:t>WR*</a:t>
              </a:r>
            </a:p>
          </p:txBody>
        </p:sp>
        <p:sp>
          <p:nvSpPr>
            <p:cNvPr id="49187" name="Line 116"/>
            <p:cNvSpPr>
              <a:spLocks noChangeShapeType="1"/>
            </p:cNvSpPr>
            <p:nvPr/>
          </p:nvSpPr>
          <p:spPr bwMode="auto">
            <a:xfrm>
              <a:off x="1853" y="1515"/>
              <a:ext cx="21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8" name="Line 117"/>
            <p:cNvSpPr>
              <a:spLocks noChangeShapeType="1"/>
            </p:cNvSpPr>
            <p:nvPr/>
          </p:nvSpPr>
          <p:spPr bwMode="auto">
            <a:xfrm>
              <a:off x="1853" y="1638"/>
              <a:ext cx="2196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9" name="Rectangle 118"/>
            <p:cNvSpPr>
              <a:spLocks noChangeArrowheads="1"/>
            </p:cNvSpPr>
            <p:nvPr/>
          </p:nvSpPr>
          <p:spPr bwMode="auto">
            <a:xfrm>
              <a:off x="2720" y="2347"/>
              <a:ext cx="692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8282</a:t>
              </a:r>
            </a:p>
          </p:txBody>
        </p:sp>
        <p:sp>
          <p:nvSpPr>
            <p:cNvPr id="49190" name="Rectangle 119"/>
            <p:cNvSpPr>
              <a:spLocks noChangeArrowheads="1"/>
            </p:cNvSpPr>
            <p:nvPr/>
          </p:nvSpPr>
          <p:spPr bwMode="auto">
            <a:xfrm>
              <a:off x="2549" y="2546"/>
              <a:ext cx="582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STB</a:t>
              </a:r>
            </a:p>
          </p:txBody>
        </p:sp>
        <p:sp>
          <p:nvSpPr>
            <p:cNvPr id="49191" name="Rectangle 120"/>
            <p:cNvSpPr>
              <a:spLocks noChangeArrowheads="1"/>
            </p:cNvSpPr>
            <p:nvPr/>
          </p:nvSpPr>
          <p:spPr bwMode="auto">
            <a:xfrm>
              <a:off x="3152" y="2528"/>
              <a:ext cx="34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endParaRPr lang="zh-CN" altLang="zh-CN" b="1">
                <a:latin typeface="Times New Roman" panose="02020603050405020304" pitchFamily="18" charset="0"/>
              </a:endParaRPr>
            </a:p>
          </p:txBody>
        </p:sp>
        <p:grpSp>
          <p:nvGrpSpPr>
            <p:cNvPr id="49192" name="Group 121"/>
            <p:cNvGrpSpPr/>
            <p:nvPr/>
          </p:nvGrpSpPr>
          <p:grpSpPr bwMode="auto">
            <a:xfrm>
              <a:off x="3504" y="2627"/>
              <a:ext cx="224" cy="152"/>
              <a:chOff x="0" y="0"/>
              <a:chExt cx="20000" cy="19945"/>
            </a:xfrm>
          </p:grpSpPr>
          <p:sp>
            <p:nvSpPr>
              <p:cNvPr id="49216" name="Line 122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13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7" name="Line 123"/>
              <p:cNvSpPr>
                <a:spLocks noChangeShapeType="1"/>
              </p:cNvSpPr>
              <p:nvPr/>
            </p:nvSpPr>
            <p:spPr bwMode="auto">
              <a:xfrm>
                <a:off x="19883" y="0"/>
                <a:ext cx="117" cy="199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93" name="Line 125"/>
            <p:cNvSpPr>
              <a:spLocks noChangeShapeType="1"/>
            </p:cNvSpPr>
            <p:nvPr/>
          </p:nvSpPr>
          <p:spPr bwMode="auto">
            <a:xfrm flipV="1">
              <a:off x="3485" y="2421"/>
              <a:ext cx="527" cy="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4" name="Rectangle 126"/>
            <p:cNvSpPr>
              <a:spLocks noChangeArrowheads="1"/>
            </p:cNvSpPr>
            <p:nvPr/>
          </p:nvSpPr>
          <p:spPr bwMode="auto">
            <a:xfrm>
              <a:off x="2720" y="2883"/>
              <a:ext cx="692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8282</a:t>
              </a:r>
            </a:p>
          </p:txBody>
        </p:sp>
        <p:sp>
          <p:nvSpPr>
            <p:cNvPr id="49195" name="Rectangle 127"/>
            <p:cNvSpPr>
              <a:spLocks noChangeArrowheads="1"/>
            </p:cNvSpPr>
            <p:nvPr/>
          </p:nvSpPr>
          <p:spPr bwMode="auto">
            <a:xfrm>
              <a:off x="2549" y="3091"/>
              <a:ext cx="582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STB</a:t>
              </a:r>
            </a:p>
          </p:txBody>
        </p:sp>
        <p:grpSp>
          <p:nvGrpSpPr>
            <p:cNvPr id="49196" name="Group 129"/>
            <p:cNvGrpSpPr/>
            <p:nvPr/>
          </p:nvGrpSpPr>
          <p:grpSpPr bwMode="auto">
            <a:xfrm>
              <a:off x="3504" y="3163"/>
              <a:ext cx="224" cy="122"/>
              <a:chOff x="0" y="0"/>
              <a:chExt cx="20000" cy="20008"/>
            </a:xfrm>
          </p:grpSpPr>
          <p:sp>
            <p:nvSpPr>
              <p:cNvPr id="49214" name="Line 130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1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5" name="Line 131"/>
              <p:cNvSpPr>
                <a:spLocks noChangeShapeType="1"/>
              </p:cNvSpPr>
              <p:nvPr/>
            </p:nvSpPr>
            <p:spPr bwMode="auto">
              <a:xfrm>
                <a:off x="19883" y="0"/>
                <a:ext cx="117" cy="200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97" name="Line 132"/>
            <p:cNvSpPr>
              <a:spLocks noChangeShapeType="1"/>
            </p:cNvSpPr>
            <p:nvPr/>
          </p:nvSpPr>
          <p:spPr bwMode="auto">
            <a:xfrm>
              <a:off x="3651" y="3284"/>
              <a:ext cx="14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8" name="Line 134"/>
            <p:cNvSpPr>
              <a:spLocks noChangeShapeType="1"/>
            </p:cNvSpPr>
            <p:nvPr/>
          </p:nvSpPr>
          <p:spPr bwMode="auto">
            <a:xfrm flipV="1">
              <a:off x="3485" y="2947"/>
              <a:ext cx="527" cy="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9" name="Rectangle 135"/>
            <p:cNvSpPr>
              <a:spLocks noChangeArrowheads="1"/>
            </p:cNvSpPr>
            <p:nvPr/>
          </p:nvSpPr>
          <p:spPr bwMode="auto">
            <a:xfrm>
              <a:off x="2701" y="3419"/>
              <a:ext cx="693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8286</a:t>
              </a:r>
            </a:p>
          </p:txBody>
        </p:sp>
        <p:sp>
          <p:nvSpPr>
            <p:cNvPr id="49200" name="Rectangle 136"/>
            <p:cNvSpPr>
              <a:spLocks noChangeArrowheads="1"/>
            </p:cNvSpPr>
            <p:nvPr/>
          </p:nvSpPr>
          <p:spPr bwMode="auto">
            <a:xfrm>
              <a:off x="2539" y="3504"/>
              <a:ext cx="5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  <a:p>
              <a:r>
                <a:rPr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OE*</a:t>
              </a:r>
            </a:p>
          </p:txBody>
        </p:sp>
        <p:sp>
          <p:nvSpPr>
            <p:cNvPr id="49201" name="Line 138"/>
            <p:cNvSpPr>
              <a:spLocks noChangeShapeType="1"/>
            </p:cNvSpPr>
            <p:nvPr/>
          </p:nvSpPr>
          <p:spPr bwMode="auto">
            <a:xfrm flipV="1">
              <a:off x="3485" y="3483"/>
              <a:ext cx="527" cy="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2" name="Line 139"/>
            <p:cNvSpPr>
              <a:spLocks noChangeShapeType="1"/>
            </p:cNvSpPr>
            <p:nvPr/>
          </p:nvSpPr>
          <p:spPr bwMode="auto">
            <a:xfrm flipH="1" flipV="1">
              <a:off x="1853" y="3596"/>
              <a:ext cx="675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3" name="Line 140"/>
            <p:cNvSpPr>
              <a:spLocks noChangeShapeType="1"/>
            </p:cNvSpPr>
            <p:nvPr/>
          </p:nvSpPr>
          <p:spPr bwMode="auto">
            <a:xfrm flipH="1" flipV="1">
              <a:off x="1853" y="3720"/>
              <a:ext cx="675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4" name="Line 141"/>
            <p:cNvSpPr>
              <a:spLocks noChangeShapeType="1"/>
            </p:cNvSpPr>
            <p:nvPr/>
          </p:nvSpPr>
          <p:spPr bwMode="auto">
            <a:xfrm>
              <a:off x="3651" y="2790"/>
              <a:ext cx="1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5" name="Oval 142"/>
            <p:cNvSpPr>
              <a:spLocks noChangeArrowheads="1"/>
            </p:cNvSpPr>
            <p:nvPr/>
          </p:nvSpPr>
          <p:spPr bwMode="auto">
            <a:xfrm>
              <a:off x="2211" y="3144"/>
              <a:ext cx="70" cy="39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206" name="Oval 143"/>
            <p:cNvSpPr>
              <a:spLocks noChangeArrowheads="1"/>
            </p:cNvSpPr>
            <p:nvPr/>
          </p:nvSpPr>
          <p:spPr bwMode="auto">
            <a:xfrm>
              <a:off x="2213" y="2598"/>
              <a:ext cx="71" cy="39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207" name="Freeform 144"/>
            <p:cNvSpPr/>
            <p:nvPr/>
          </p:nvSpPr>
          <p:spPr bwMode="auto">
            <a:xfrm>
              <a:off x="2115" y="2950"/>
              <a:ext cx="410" cy="5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0"/>
                <a:gd name="T22" fmla="*/ 0 h 20000"/>
                <a:gd name="T23" fmla="*/ 20000 w 20000"/>
                <a:gd name="T24" fmla="*/ 20000 h 200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0" h="20000">
                  <a:moveTo>
                    <a:pt x="0" y="0"/>
                  </a:moveTo>
                  <a:lnTo>
                    <a:pt x="0" y="11911"/>
                  </a:lnTo>
                  <a:lnTo>
                    <a:pt x="0" y="11517"/>
                  </a:lnTo>
                  <a:lnTo>
                    <a:pt x="0" y="13440"/>
                  </a:lnTo>
                  <a:lnTo>
                    <a:pt x="0" y="12676"/>
                  </a:lnTo>
                  <a:lnTo>
                    <a:pt x="0" y="19975"/>
                  </a:lnTo>
                  <a:lnTo>
                    <a:pt x="19940" y="19975"/>
                  </a:lnTo>
                </a:path>
              </a:pathLst>
            </a:custGeom>
            <a:noFill/>
            <a:ln w="38100">
              <a:solidFill>
                <a:srgbClr val="92D05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8" name="Freeform 145"/>
            <p:cNvSpPr/>
            <p:nvPr/>
          </p:nvSpPr>
          <p:spPr bwMode="auto">
            <a:xfrm>
              <a:off x="2245" y="2086"/>
              <a:ext cx="283" cy="107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19987"/>
                  </a:moveTo>
                  <a:lnTo>
                    <a:pt x="0" y="0"/>
                  </a:lnTo>
                  <a:lnTo>
                    <a:pt x="19913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9" name="Text Box 146"/>
            <p:cNvSpPr txBox="1">
              <a:spLocks noChangeArrowheads="1"/>
            </p:cNvSpPr>
            <p:nvPr/>
          </p:nvSpPr>
          <p:spPr bwMode="auto">
            <a:xfrm>
              <a:off x="1059" y="1119"/>
              <a:ext cx="687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/>
              <a:r>
                <a:rPr lang="en-US" altLang="zh-CN" sz="1600" b="1"/>
                <a:t>MN/MX*</a:t>
              </a:r>
            </a:p>
            <a:p>
              <a:pPr algn="r" eaLnBrk="1" hangingPunct="1"/>
              <a:r>
                <a:rPr lang="en-US" altLang="zh-CN" sz="1600" b="1"/>
                <a:t>IO/M*</a:t>
              </a:r>
            </a:p>
            <a:p>
              <a:pPr algn="r" eaLnBrk="1" hangingPunct="1"/>
              <a:r>
                <a:rPr lang="en-US" altLang="zh-CN" sz="1600" b="1"/>
                <a:t>RD*</a:t>
              </a:r>
            </a:p>
            <a:p>
              <a:pPr algn="r" eaLnBrk="1" hangingPunct="1"/>
              <a:r>
                <a:rPr lang="en-US" altLang="zh-CN" sz="1600" b="1"/>
                <a:t>WR*</a:t>
              </a:r>
            </a:p>
          </p:txBody>
        </p:sp>
        <p:sp>
          <p:nvSpPr>
            <p:cNvPr id="49210" name="Text Box 147"/>
            <p:cNvSpPr txBox="1">
              <a:spLocks noChangeArrowheads="1"/>
            </p:cNvSpPr>
            <p:nvPr/>
          </p:nvSpPr>
          <p:spPr bwMode="auto">
            <a:xfrm>
              <a:off x="1238" y="3491"/>
              <a:ext cx="54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DT/R*</a:t>
              </a:r>
            </a:p>
            <a:p>
              <a:pPr eaLnBrk="1" hangingPunct="1"/>
              <a:r>
                <a:rPr lang="en-US" altLang="zh-CN" sz="1600" b="1"/>
                <a:t>DEN*</a:t>
              </a:r>
            </a:p>
          </p:txBody>
        </p:sp>
        <p:sp>
          <p:nvSpPr>
            <p:cNvPr id="49211" name="Text Box 149"/>
            <p:cNvSpPr txBox="1">
              <a:spLocks noChangeArrowheads="1"/>
            </p:cNvSpPr>
            <p:nvPr/>
          </p:nvSpPr>
          <p:spPr bwMode="auto">
            <a:xfrm>
              <a:off x="3120" y="3072"/>
              <a:ext cx="4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chemeClr val="bg1"/>
                  </a:solidFill>
                </a:rPr>
                <a:t>OE*</a:t>
              </a:r>
            </a:p>
          </p:txBody>
        </p:sp>
        <p:sp>
          <p:nvSpPr>
            <p:cNvPr id="49212" name="Text Box 150"/>
            <p:cNvSpPr txBox="1">
              <a:spLocks noChangeArrowheads="1"/>
            </p:cNvSpPr>
            <p:nvPr/>
          </p:nvSpPr>
          <p:spPr bwMode="auto">
            <a:xfrm>
              <a:off x="3120" y="2496"/>
              <a:ext cx="4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chemeClr val="bg1"/>
                  </a:solidFill>
                </a:rPr>
                <a:t>OE*</a:t>
              </a:r>
            </a:p>
          </p:txBody>
        </p:sp>
        <p:sp>
          <p:nvSpPr>
            <p:cNvPr id="49213" name="Text Box 151"/>
            <p:cNvSpPr txBox="1">
              <a:spLocks noChangeArrowheads="1"/>
            </p:cNvSpPr>
            <p:nvPr/>
          </p:nvSpPr>
          <p:spPr bwMode="auto">
            <a:xfrm>
              <a:off x="3120" y="1968"/>
              <a:ext cx="4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chemeClr val="bg1"/>
                  </a:solidFill>
                </a:rPr>
                <a:t>OE*</a:t>
              </a:r>
            </a:p>
          </p:txBody>
        </p:sp>
      </p:grpSp>
      <p:sp>
        <p:nvSpPr>
          <p:cNvPr id="49156" name="Rectangle 88"/>
          <p:cNvSpPr>
            <a:spLocks noChangeArrowheads="1"/>
          </p:cNvSpPr>
          <p:nvPr/>
        </p:nvSpPr>
        <p:spPr bwMode="auto">
          <a:xfrm>
            <a:off x="785813" y="1785938"/>
            <a:ext cx="2163762" cy="433863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E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 8282</a:t>
            </a:r>
            <a:r>
              <a:rPr lang="zh-CN" altLang="en-US" dirty="0"/>
              <a:t>芯片外部引脚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>
          <a:xfrm>
            <a:off x="914400" y="6324600"/>
            <a:ext cx="1905000" cy="457200"/>
          </a:xfrm>
        </p:spPr>
        <p:txBody>
          <a:bodyPr/>
          <a:lstStyle/>
          <a:p>
            <a:pPr>
              <a:defRPr/>
            </a:pPr>
            <a:fld id="{D6355B88-BCD7-4915-8441-E9BD1A18B1BB}" type="datetime1">
              <a:rPr lang="zh-CN" altLang="en-US"/>
              <a:t>2025/3/10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083175" y="1773238"/>
            <a:ext cx="3810000" cy="28798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defRPr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</a:rPr>
              <a:t>具有三态输出的</a:t>
            </a:r>
          </a:p>
          <a:p>
            <a:pPr marL="342900" indent="-342900">
              <a:defRPr/>
            </a:pPr>
            <a:r>
              <a:rPr lang="en-US" altLang="en-US" sz="3200" dirty="0">
                <a:latin typeface="Times New Roman" panose="02020603050405020304" pitchFamily="18" charset="0"/>
                <a:ea typeface="+mn-ea"/>
              </a:rPr>
              <a:t>TTL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</a:rPr>
              <a:t>电平锁存器</a:t>
            </a:r>
            <a:endParaRPr lang="en-US" altLang="zh-CN" sz="3200" dirty="0">
              <a:latin typeface="Times New Roman" panose="02020603050405020304" pitchFamily="18" charset="0"/>
              <a:ea typeface="+mn-ea"/>
            </a:endParaRPr>
          </a:p>
          <a:p>
            <a:pPr marL="342900" indent="-342900">
              <a:defRPr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+5V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等价于逻辑“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1”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0V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等价于逻辑“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0”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defRPr/>
            </a:pP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defRPr/>
            </a:pPr>
            <a:r>
              <a:rPr lang="en-US" altLang="zh-CN" sz="3200" dirty="0">
                <a:latin typeface="Times New Roman" panose="02020603050405020304" pitchFamily="18" charset="0"/>
                <a:ea typeface="+mn-ea"/>
              </a:rPr>
              <a:t>STB 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</a:rPr>
              <a:t>电平锁存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</a:rPr>
              <a:t>引脚</a:t>
            </a:r>
          </a:p>
          <a:p>
            <a:pPr marL="342900" indent="-342900">
              <a:defRPr/>
            </a:pPr>
            <a:r>
              <a:rPr lang="en-US" altLang="en-US" sz="3200" dirty="0">
                <a:latin typeface="Times New Roman" panose="02020603050405020304" pitchFamily="18" charset="0"/>
                <a:ea typeface="+mn-ea"/>
              </a:rPr>
              <a:t>OE*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</a:rPr>
              <a:t>输出允许引脚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3" y="1371600"/>
            <a:ext cx="3989387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3995936" y="5085184"/>
            <a:ext cx="5076825" cy="1079500"/>
          </a:xfrm>
          <a:prstGeom prst="wedgeRoundRectCallout">
            <a:avLst>
              <a:gd name="adj1" fmla="val -51814"/>
              <a:gd name="adj2" fmla="val -46055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每一位都是一个三态锁存器，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dirty="0"/>
              <a:t>8</a:t>
            </a:r>
            <a:r>
              <a:rPr lang="zh-CN" altLang="en-US" sz="2400" b="1" dirty="0"/>
              <a:t>个三态锁存器的控制端连在一起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7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 8282</a:t>
            </a:r>
            <a:r>
              <a:rPr lang="zh-CN" altLang="en-US"/>
              <a:t>芯片内部结构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484784"/>
            <a:ext cx="6408712" cy="462722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20</a:t>
            </a:r>
            <a:r>
              <a:rPr lang="zh-CN" altLang="en-US" dirty="0"/>
              <a:t>位地址总线的形成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采用</a:t>
            </a:r>
            <a:r>
              <a:rPr lang="en-US" altLang="zh-CN" sz="2800" dirty="0"/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个</a:t>
            </a:r>
            <a:r>
              <a:rPr lang="en-US" altLang="zh-CN" sz="2800" dirty="0"/>
              <a:t>8282</a:t>
            </a:r>
            <a:r>
              <a:rPr lang="zh-CN" altLang="en-US" sz="2800" dirty="0">
                <a:latin typeface="Times New Roman" panose="02020603050405020304" pitchFamily="18" charset="0"/>
              </a:rPr>
              <a:t>进行锁存和驱动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Intel 8282</a:t>
            </a:r>
            <a:r>
              <a:rPr lang="zh-CN" altLang="en-US" sz="2800" dirty="0"/>
              <a:t>是</a:t>
            </a:r>
            <a:r>
              <a:rPr lang="zh-CN" altLang="en-US" sz="2800" dirty="0">
                <a:latin typeface="Times New Roman" panose="02020603050405020304" pitchFamily="18" charset="0"/>
              </a:rPr>
              <a:t>三态透明锁存器，类似有</a:t>
            </a:r>
            <a:r>
              <a:rPr lang="en-US" altLang="zh-CN" sz="2800" dirty="0">
                <a:latin typeface="Times New Roman" panose="02020603050405020304" pitchFamily="18" charset="0"/>
              </a:rPr>
              <a:t>Intel 8283</a:t>
            </a:r>
            <a:r>
              <a:rPr lang="zh-CN" altLang="en-US" sz="2800" dirty="0">
                <a:latin typeface="Times New Roman" panose="02020603050405020304" pitchFamily="18" charset="0"/>
              </a:rPr>
              <a:t>和通用数字集成电路芯片</a:t>
            </a:r>
            <a:r>
              <a:rPr lang="en-US" altLang="zh-CN" sz="2800" dirty="0">
                <a:latin typeface="Times New Roman" panose="02020603050405020304" pitchFamily="18" charset="0"/>
              </a:rPr>
              <a:t>74LS373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三态输出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</a:p>
          <a:p>
            <a:pPr lvl="1" eaLnBrk="1" hangingPunct="1"/>
            <a:r>
              <a:rPr lang="zh-CN" altLang="en-US" sz="2400" dirty="0">
                <a:latin typeface="Times New Roman" panose="02020603050405020304" pitchFamily="18" charset="0"/>
              </a:rPr>
              <a:t>输出控制信号有效时，允许数据输出；</a:t>
            </a:r>
          </a:p>
          <a:p>
            <a:pPr lvl="1" eaLnBrk="1" hangingPunct="1"/>
            <a:r>
              <a:rPr lang="zh-CN" altLang="en-US" sz="2400" dirty="0">
                <a:latin typeface="Times New Roman" panose="02020603050405020304" pitchFamily="18" charset="0"/>
              </a:rPr>
              <a:t>无效时，不允许数据输出，呈高阻状态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/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透明</a:t>
            </a:r>
            <a:r>
              <a:rPr lang="zh-CN" altLang="en-US" sz="2800" dirty="0">
                <a:latin typeface="Times New Roman" panose="02020603050405020304" pitchFamily="18" charset="0"/>
              </a:rPr>
              <a:t>：锁存器的输出能够跟随输入变化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868144" y="3090446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比</a:t>
            </a:r>
            <a:r>
              <a:rPr lang="en-US" altLang="zh-CN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8282</a:t>
            </a:r>
            <a:r>
              <a:rPr lang="zh-CN" altLang="en-US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的驱动能力更强。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 8286</a:t>
            </a:r>
            <a:r>
              <a:rPr lang="zh-CN" altLang="en-US"/>
              <a:t>芯片外部引脚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>
          <a:xfrm>
            <a:off x="914400" y="6324600"/>
            <a:ext cx="1905000" cy="457200"/>
          </a:xfrm>
        </p:spPr>
        <p:txBody>
          <a:bodyPr/>
          <a:lstStyle/>
          <a:p>
            <a:pPr>
              <a:defRPr/>
            </a:pPr>
            <a:fld id="{3E292A01-F504-4944-ACA5-429997CEDB25}" type="datetime1">
              <a:rPr lang="zh-CN" altLang="en-US"/>
              <a:t>2025/3/10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859338" y="1066800"/>
            <a:ext cx="4078287" cy="2362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defRPr/>
            </a:pP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rPr>
              <a:t>8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rPr>
              <a:t>位双向缓冲器</a:t>
            </a:r>
          </a:p>
          <a:p>
            <a:pPr marL="342900" indent="-342900">
              <a:buFontTx/>
              <a:buChar char="•"/>
              <a:defRPr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rPr>
              <a:t>控制端连接在一起，  低电平有效</a:t>
            </a:r>
          </a:p>
          <a:p>
            <a:pPr marL="342900" indent="-342900">
              <a:buFontTx/>
              <a:buChar char="•"/>
              <a:defRPr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rPr>
              <a:t>可以双向导通</a:t>
            </a:r>
          </a:p>
          <a:p>
            <a:pPr marL="342900" indent="-342900">
              <a:buFontTx/>
              <a:buChar char="•"/>
              <a:defRPr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rPr>
              <a:t>输出与输入同相</a:t>
            </a:r>
          </a:p>
        </p:txBody>
      </p:sp>
      <p:pic>
        <p:nvPicPr>
          <p:cNvPr id="55301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" y="1371600"/>
            <a:ext cx="37623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36"/>
          <p:cNvSpPr txBox="1">
            <a:spLocks noChangeArrowheads="1"/>
          </p:cNvSpPr>
          <p:nvPr/>
        </p:nvSpPr>
        <p:spPr bwMode="auto">
          <a:xfrm>
            <a:off x="5364163" y="3500438"/>
            <a:ext cx="2917825" cy="1809750"/>
          </a:xfrm>
          <a:prstGeom prst="rect">
            <a:avLst/>
          </a:prstGeom>
          <a:solidFill>
            <a:srgbClr val="CCECFF"/>
          </a:solidFill>
          <a:ln w="9525">
            <a:solidFill>
              <a:srgbClr val="0066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OE*</a:t>
            </a:r>
            <a:r>
              <a:rPr lang="zh-CN" altLang="en-US" sz="2800" b="1"/>
              <a:t>＝</a:t>
            </a:r>
            <a:r>
              <a:rPr lang="en-US" altLang="zh-CN" sz="2800" b="1"/>
              <a:t>0</a:t>
            </a:r>
            <a:r>
              <a:rPr lang="zh-CN" altLang="en-US" sz="2800" b="1"/>
              <a:t>，导通</a:t>
            </a:r>
          </a:p>
          <a:p>
            <a:pPr eaLnBrk="1" hangingPunct="1"/>
            <a:r>
              <a:rPr lang="zh-CN" altLang="en-US" sz="2800" b="1"/>
              <a:t>  </a:t>
            </a:r>
            <a:r>
              <a:rPr lang="en-US" altLang="zh-CN" sz="2800" b="1"/>
              <a:t>T</a:t>
            </a:r>
            <a:r>
              <a:rPr lang="zh-CN" altLang="en-US" sz="2800" b="1"/>
              <a:t>＝</a:t>
            </a:r>
            <a:r>
              <a:rPr lang="en-US" altLang="zh-CN" sz="2800" b="1"/>
              <a:t>1   A→B</a:t>
            </a:r>
          </a:p>
          <a:p>
            <a:pPr eaLnBrk="1" hangingPunct="1"/>
            <a:r>
              <a:rPr lang="en-US" altLang="zh-CN" sz="2800" b="1"/>
              <a:t>  T</a:t>
            </a:r>
            <a:r>
              <a:rPr lang="zh-CN" altLang="en-US" sz="2800" b="1"/>
              <a:t>＝</a:t>
            </a:r>
            <a:r>
              <a:rPr lang="en-US" altLang="zh-CN" sz="2800" b="1"/>
              <a:t>0   A←B</a:t>
            </a:r>
          </a:p>
          <a:p>
            <a:pPr eaLnBrk="1" hangingPunct="1"/>
            <a:r>
              <a:rPr lang="en-US" altLang="zh-CN" sz="2800" b="1"/>
              <a:t>OE*</a:t>
            </a:r>
            <a:r>
              <a:rPr lang="zh-CN" altLang="en-US" sz="2800" b="1"/>
              <a:t>＝</a:t>
            </a:r>
            <a:r>
              <a:rPr lang="en-US" altLang="zh-CN" sz="2800" b="1"/>
              <a:t>1</a:t>
            </a:r>
            <a:r>
              <a:rPr lang="zh-CN" altLang="en-US" sz="2800" b="1"/>
              <a:t>，不导通</a:t>
            </a:r>
          </a:p>
        </p:txBody>
      </p:sp>
      <p:sp>
        <p:nvSpPr>
          <p:cNvPr id="8" name="AutoShape 37"/>
          <p:cNvSpPr>
            <a:spLocks noChangeArrowheads="1"/>
          </p:cNvSpPr>
          <p:nvPr/>
        </p:nvSpPr>
        <p:spPr bwMode="auto">
          <a:xfrm>
            <a:off x="4214813" y="5572125"/>
            <a:ext cx="4679950" cy="1008063"/>
          </a:xfrm>
          <a:prstGeom prst="wedgeRoundRectCallout">
            <a:avLst>
              <a:gd name="adj1" fmla="val -60444"/>
              <a:gd name="adj2" fmla="val -121532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每一位都是一个双向三态门，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/>
              <a:t>8</a:t>
            </a:r>
            <a:r>
              <a:rPr lang="zh-CN" altLang="en-US" sz="2400" b="1"/>
              <a:t>位具有共同的控制端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en-US" altLang="zh-CN"/>
              <a:t> 8286</a:t>
            </a:r>
            <a:r>
              <a:rPr lang="zh-CN" altLang="en-US"/>
              <a:t>芯片内部结构</a:t>
            </a:r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88" y="1514475"/>
            <a:ext cx="7704137" cy="513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en-US" altLang="zh-CN" dirty="0"/>
              <a:t>8</a:t>
            </a:r>
            <a:r>
              <a:rPr lang="zh-CN" altLang="en-US" dirty="0"/>
              <a:t>位数据总线的形成</a:t>
            </a: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采用数据收发器</a:t>
            </a:r>
            <a:r>
              <a:rPr lang="en-US" altLang="zh-CN" sz="2800" dirty="0"/>
              <a:t>8286</a:t>
            </a:r>
            <a:r>
              <a:rPr lang="zh-CN" altLang="en-US" sz="2800" dirty="0">
                <a:latin typeface="Times New Roman" panose="02020603050405020304" pitchFamily="18" charset="0"/>
              </a:rPr>
              <a:t>进行双向驱动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r>
              <a:rPr lang="en-US" altLang="zh-CN" sz="2800" dirty="0"/>
              <a:t>Intel 8286</a:t>
            </a:r>
            <a:r>
              <a:rPr lang="zh-CN" altLang="en-US" sz="2800" dirty="0"/>
              <a:t>是</a:t>
            </a:r>
            <a:r>
              <a:rPr lang="en-US" altLang="zh-CN" sz="2800" dirty="0"/>
              <a:t>8</a:t>
            </a:r>
            <a:r>
              <a:rPr lang="zh-CN" altLang="en-US" sz="2800" dirty="0"/>
              <a:t>位三态双向缓冲器，类似功能的器件还有</a:t>
            </a:r>
            <a:r>
              <a:rPr lang="en-US" altLang="zh-CN" sz="2800" dirty="0"/>
              <a:t>Intel 8287</a:t>
            </a:r>
            <a:r>
              <a:rPr lang="zh-CN" altLang="en-US" sz="2800" dirty="0"/>
              <a:t>、通用数字集成电路</a:t>
            </a:r>
            <a:r>
              <a:rPr lang="en-US" altLang="zh-CN" sz="2800" dirty="0"/>
              <a:t>74LS245</a:t>
            </a:r>
            <a:r>
              <a:rPr lang="zh-CN" altLang="en-US" sz="2800" dirty="0"/>
              <a:t>等</a:t>
            </a:r>
            <a:endParaRPr lang="en-US" altLang="zh-CN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r>
              <a:rPr lang="zh-CN" altLang="en-US" sz="2800" dirty="0"/>
              <a:t>另外，接口电路中也经常使用三态单向缓冲器，例如通用数字集成电路</a:t>
            </a:r>
            <a:r>
              <a:rPr lang="en-US" altLang="zh-CN" sz="2800" dirty="0"/>
              <a:t>74LS244</a:t>
            </a:r>
            <a:r>
              <a:rPr lang="zh-CN" altLang="en-US" sz="2800" dirty="0"/>
              <a:t>就是一个常用的双</a:t>
            </a:r>
            <a:r>
              <a:rPr lang="en-US" altLang="zh-CN" sz="2800" dirty="0"/>
              <a:t>4</a:t>
            </a:r>
            <a:r>
              <a:rPr lang="zh-CN" altLang="en-US" sz="2800" dirty="0"/>
              <a:t>位三态单向缓冲器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）最小组态的总线形成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sz="26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600" b="1" dirty="0">
                <a:latin typeface="Times New Roman" panose="02020603050405020304" pitchFamily="18" charset="0"/>
              </a:rPr>
              <a:t>（</a:t>
            </a:r>
            <a:r>
              <a:rPr lang="en-US" altLang="zh-CN" sz="2600" b="1" dirty="0">
                <a:latin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</a:rPr>
              <a:t>）</a:t>
            </a:r>
            <a:r>
              <a:rPr lang="en-US" altLang="zh-CN" sz="2600" b="1" dirty="0">
                <a:latin typeface="Times New Roman" panose="02020603050405020304" pitchFamily="18" charset="0"/>
              </a:rPr>
              <a:t>20</a:t>
            </a:r>
            <a:r>
              <a:rPr lang="zh-CN" altLang="en-US" sz="2600" b="1" dirty="0">
                <a:latin typeface="Times New Roman" panose="02020603050405020304" pitchFamily="18" charset="0"/>
              </a:rPr>
              <a:t>位地址总线</a:t>
            </a:r>
            <a:r>
              <a:rPr lang="en-US" altLang="zh-CN" sz="2600" b="1" dirty="0">
                <a:latin typeface="Times New Roman" panose="02020603050405020304" pitchFamily="18" charset="0"/>
              </a:rPr>
              <a:t>——</a:t>
            </a:r>
            <a:r>
              <a:rPr lang="zh-CN" altLang="en-US" sz="2600" b="1" dirty="0">
                <a:latin typeface="Times New Roman" panose="02020603050405020304" pitchFamily="18" charset="0"/>
              </a:rPr>
              <a:t>采用</a:t>
            </a:r>
            <a:r>
              <a:rPr lang="en-US" altLang="zh-CN" sz="2600" b="1" dirty="0"/>
              <a:t>3</a:t>
            </a:r>
            <a:r>
              <a:rPr lang="zh-CN" altLang="en-US" sz="2600" b="1" dirty="0">
                <a:latin typeface="Times New Roman" panose="02020603050405020304" pitchFamily="18" charset="0"/>
              </a:rPr>
              <a:t>个三态透明锁存器</a:t>
            </a:r>
            <a:r>
              <a:rPr lang="en-US" altLang="zh-CN" sz="2600" b="1" dirty="0"/>
              <a:t>8282</a:t>
            </a:r>
            <a:r>
              <a:rPr lang="zh-CN" altLang="en-US" sz="2600" b="1" dirty="0">
                <a:latin typeface="Times New Roman" panose="02020603050405020304" pitchFamily="18" charset="0"/>
              </a:rPr>
              <a:t>进行锁存和驱动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600" b="1" dirty="0"/>
          </a:p>
          <a:p>
            <a:pPr eaLnBrk="1" hangingPunct="1"/>
            <a:r>
              <a:rPr lang="zh-CN" altLang="en-US" sz="2600" b="1" dirty="0"/>
              <a:t>（</a:t>
            </a:r>
            <a:r>
              <a:rPr lang="en-US" altLang="zh-CN" sz="2600" b="1" dirty="0"/>
              <a:t>2</a:t>
            </a:r>
            <a:r>
              <a:rPr lang="zh-CN" altLang="en-US" sz="2600" b="1" dirty="0"/>
              <a:t>）</a:t>
            </a:r>
            <a:r>
              <a:rPr lang="en-US" altLang="zh-CN" sz="2600" b="1" dirty="0"/>
              <a:t>8</a:t>
            </a:r>
            <a:r>
              <a:rPr lang="zh-CN" altLang="en-US" sz="2600" b="1" dirty="0">
                <a:latin typeface="Times New Roman" panose="02020603050405020304" pitchFamily="18" charset="0"/>
              </a:rPr>
              <a:t>位数据总线</a:t>
            </a:r>
            <a:r>
              <a:rPr lang="en-US" altLang="zh-CN" sz="2600" b="1" dirty="0">
                <a:latin typeface="Times New Roman" panose="02020603050405020304" pitchFamily="18" charset="0"/>
              </a:rPr>
              <a:t>——</a:t>
            </a:r>
            <a:r>
              <a:rPr lang="zh-CN" altLang="en-US" sz="2600" b="1" dirty="0">
                <a:latin typeface="Times New Roman" panose="02020603050405020304" pitchFamily="18" charset="0"/>
              </a:rPr>
              <a:t>采用数据收发器</a:t>
            </a:r>
            <a:r>
              <a:rPr lang="en-US" altLang="zh-CN" sz="2600" b="1" dirty="0"/>
              <a:t>8286</a:t>
            </a:r>
            <a:r>
              <a:rPr lang="zh-CN" altLang="en-US" sz="2600" b="1" dirty="0">
                <a:latin typeface="Times New Roman" panose="02020603050405020304" pitchFamily="18" charset="0"/>
              </a:rPr>
              <a:t>进行驱动</a:t>
            </a:r>
            <a:endParaRPr lang="zh-CN" altLang="en-US" sz="2600" b="1" dirty="0"/>
          </a:p>
          <a:p>
            <a:pPr eaLnBrk="1" hangingPunct="1"/>
            <a:endParaRPr lang="en-US" altLang="zh-CN" sz="26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600" b="1" dirty="0">
                <a:latin typeface="Times New Roman" panose="02020603050405020304" pitchFamily="18" charset="0"/>
              </a:rPr>
              <a:t>（</a:t>
            </a:r>
            <a:r>
              <a:rPr lang="en-US" altLang="zh-CN" sz="2600" b="1" dirty="0">
                <a:latin typeface="Times New Roman" panose="02020603050405020304" pitchFamily="18" charset="0"/>
              </a:rPr>
              <a:t>3</a:t>
            </a:r>
            <a:r>
              <a:rPr lang="zh-CN" altLang="en-US" sz="2600" b="1" dirty="0">
                <a:latin typeface="Times New Roman" panose="02020603050405020304" pitchFamily="18" charset="0"/>
              </a:rPr>
              <a:t>）系统控制信号</a:t>
            </a:r>
            <a:r>
              <a:rPr lang="en-US" altLang="zh-CN" sz="2600" b="1" dirty="0">
                <a:latin typeface="Times New Roman" panose="02020603050405020304" pitchFamily="18" charset="0"/>
              </a:rPr>
              <a:t>——</a:t>
            </a:r>
            <a:r>
              <a:rPr lang="zh-CN" altLang="en-US" sz="2600" b="1" dirty="0">
                <a:latin typeface="Times New Roman" panose="02020603050405020304" pitchFamily="18" charset="0"/>
              </a:rPr>
              <a:t>由</a:t>
            </a:r>
            <a:r>
              <a:rPr lang="en-US" altLang="zh-CN" sz="2600" b="1" dirty="0"/>
              <a:t>8088</a:t>
            </a:r>
            <a:r>
              <a:rPr lang="zh-CN" altLang="en-US" sz="2600" b="1" dirty="0">
                <a:latin typeface="Times New Roman" panose="02020603050405020304" pitchFamily="18" charset="0"/>
              </a:rPr>
              <a:t>引脚直接提供（其中少量信号需要外接简单的组合逻辑电路来生成）</a:t>
            </a:r>
            <a:endParaRPr lang="zh-CN" altLang="en-US" sz="2600"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E:\李征的资料\教学资料\2008年教学资料\微机原理与接口技术\自己的课件\最小组态总线形成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14313"/>
            <a:ext cx="8226425" cy="642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5251450" y="0"/>
            <a:ext cx="3892550" cy="900113"/>
          </a:xfrm>
        </p:spPr>
        <p:txBody>
          <a:bodyPr/>
          <a:lstStyle/>
          <a:p>
            <a:pPr eaLnBrk="1" hangingPunct="1"/>
            <a:r>
              <a:rPr lang="zh-CN" altLang="en-US" sz="2400">
                <a:solidFill>
                  <a:srgbClr val="FF0000"/>
                </a:solidFill>
              </a:rPr>
              <a:t>最小组态总线形成</a:t>
            </a:r>
            <a:br>
              <a:rPr lang="zh-CN" altLang="en-US" sz="2400">
                <a:solidFill>
                  <a:srgbClr val="FF0000"/>
                </a:solidFill>
              </a:rPr>
            </a:br>
            <a:r>
              <a:rPr lang="en-US" altLang="zh-CN" sz="2400">
                <a:solidFill>
                  <a:srgbClr val="FF0000"/>
                </a:solidFill>
              </a:rPr>
              <a:t>(Intel</a:t>
            </a:r>
            <a:r>
              <a:rPr lang="zh-CN" altLang="en-US" sz="2400">
                <a:solidFill>
                  <a:srgbClr val="FF0000"/>
                </a:solidFill>
              </a:rPr>
              <a:t>产品手册推荐电路</a:t>
            </a:r>
            <a:r>
              <a:rPr lang="en-US" altLang="zh-CN" sz="2400">
                <a:solidFill>
                  <a:srgbClr val="FF0000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7</a:t>
            </a:r>
            <a:r>
              <a:rPr lang="zh-CN" altLang="en-US" dirty="0"/>
              <a:t>）系统控制信号的形成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400425" cy="45259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8088</a:t>
            </a:r>
            <a:r>
              <a:rPr lang="zh-CN" altLang="en-US" sz="2600"/>
              <a:t>的控制线不需驱动可以直接用作系统控制总线。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6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IO/ M</a:t>
            </a:r>
            <a:r>
              <a:rPr lang="zh-CN" altLang="en-US" sz="2600"/>
              <a:t>和</a:t>
            </a:r>
            <a:r>
              <a:rPr lang="en-US" altLang="zh-CN" sz="2600"/>
              <a:t>RD</a:t>
            </a:r>
            <a:r>
              <a:rPr lang="zh-CN" altLang="en-US" sz="2600"/>
              <a:t>、</a:t>
            </a:r>
            <a:r>
              <a:rPr lang="en-US" altLang="zh-CN" sz="2600"/>
              <a:t>WR</a:t>
            </a:r>
            <a:r>
              <a:rPr lang="zh-CN" altLang="en-US" sz="2600"/>
              <a:t>这</a:t>
            </a:r>
            <a:r>
              <a:rPr lang="en-US" altLang="zh-CN" sz="2600"/>
              <a:t>3</a:t>
            </a:r>
            <a:r>
              <a:rPr lang="zh-CN" altLang="en-US" sz="2600"/>
              <a:t>个信号经过如图所示的组合才能得到存储器读信</a:t>
            </a:r>
            <a:r>
              <a:rPr lang="en-US" altLang="zh-CN" sz="2600"/>
              <a:t>MEMR</a:t>
            </a:r>
            <a:r>
              <a:rPr lang="zh-CN" altLang="en-US" sz="2600"/>
              <a:t>，存储器写信</a:t>
            </a:r>
            <a:r>
              <a:rPr lang="en-US" altLang="zh-CN" sz="2600"/>
              <a:t>MEMW</a:t>
            </a:r>
            <a:r>
              <a:rPr lang="zh-CN" altLang="en-US" sz="2600"/>
              <a:t>、</a:t>
            </a:r>
            <a:r>
              <a:rPr lang="en-US" altLang="zh-CN" sz="2600"/>
              <a:t>I/O</a:t>
            </a:r>
            <a:r>
              <a:rPr lang="zh-CN" altLang="en-US" sz="2600"/>
              <a:t>读信号</a:t>
            </a:r>
            <a:r>
              <a:rPr lang="en-US" altLang="zh-CN" sz="2600"/>
              <a:t>IOR</a:t>
            </a:r>
            <a:r>
              <a:rPr lang="zh-CN" altLang="en-US" sz="2600"/>
              <a:t>和</a:t>
            </a:r>
            <a:r>
              <a:rPr lang="en-US" altLang="zh-CN" sz="2600"/>
              <a:t>I/O</a:t>
            </a:r>
            <a:r>
              <a:rPr lang="zh-CN" altLang="en-US" sz="2600"/>
              <a:t>写信号</a:t>
            </a:r>
            <a:r>
              <a:rPr lang="en-US" altLang="zh-CN" sz="2600"/>
              <a:t>IOW</a:t>
            </a:r>
            <a:r>
              <a:rPr lang="zh-CN" altLang="en-US" sz="2600"/>
              <a:t>。</a:t>
            </a:r>
            <a:endParaRPr lang="en-US" altLang="zh-CN" sz="2600">
              <a:latin typeface="Times New Roman" panose="02020603050405020304" pitchFamily="18" charset="0"/>
            </a:endParaRPr>
          </a:p>
        </p:txBody>
      </p:sp>
      <p:pic>
        <p:nvPicPr>
          <p:cNvPr id="5837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88" y="1389063"/>
            <a:ext cx="4319587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</a:t>
            </a:r>
            <a:r>
              <a:rPr lang="zh-CN" altLang="en-US"/>
              <a:t>）</a:t>
            </a:r>
            <a:r>
              <a:rPr lang="en-US" altLang="zh-CN"/>
              <a:t>8284</a:t>
            </a:r>
            <a:r>
              <a:rPr lang="zh-CN" altLang="en-US"/>
              <a:t>时钟发生器</a:t>
            </a: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8088</a:t>
            </a:r>
            <a:r>
              <a:rPr lang="zh-CN" altLang="en-US" sz="2800" dirty="0">
                <a:latin typeface="宋体" panose="02010600030101010101" pitchFamily="2" charset="-122"/>
              </a:rPr>
              <a:t>内部没有时钟发生器，需要外接时钟发生器</a:t>
            </a:r>
            <a:r>
              <a:rPr lang="en-US" altLang="zh-CN" sz="2800" b="1" dirty="0"/>
              <a:t>8284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8284</a:t>
            </a:r>
            <a:r>
              <a:rPr lang="zh-CN" altLang="en-US" sz="2800" dirty="0">
                <a:latin typeface="宋体" panose="02010600030101010101" pitchFamily="2" charset="-122"/>
              </a:rPr>
              <a:t>由三部分组成：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    时钟发生电路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    复位电路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    准备就绪电路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  其内部电路的框图和引脚图如图所示。</a:t>
            </a:r>
            <a:r>
              <a:rPr lang="zh-CN" altLang="en-US" sz="2800" dirty="0"/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</a:t>
            </a:r>
            <a:r>
              <a:rPr lang="zh-CN" altLang="en-US"/>
              <a:t>）</a:t>
            </a:r>
            <a:r>
              <a:rPr lang="en-US" altLang="zh-CN"/>
              <a:t>8284</a:t>
            </a:r>
            <a:r>
              <a:rPr lang="zh-CN" altLang="en-US"/>
              <a:t>外部引脚图</a:t>
            </a:r>
          </a:p>
        </p:txBody>
      </p:sp>
      <p:pic>
        <p:nvPicPr>
          <p:cNvPr id="60419" name="Picture 2" descr="E:\李征的资料\教学资料\2008年教学资料\微机原理与接口技术\自己的课件\8284外部引脚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3" y="1808163"/>
            <a:ext cx="4268787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8</a:t>
            </a:r>
            <a:r>
              <a:rPr lang="zh-CN" altLang="en-US" dirty="0"/>
              <a:t>）</a:t>
            </a:r>
            <a:r>
              <a:rPr lang="en-US" altLang="zh-CN" dirty="0"/>
              <a:t>8284</a:t>
            </a:r>
            <a:r>
              <a:rPr lang="zh-CN" altLang="en-US" dirty="0"/>
              <a:t>外部引脚与内部结构</a:t>
            </a:r>
          </a:p>
        </p:txBody>
      </p:sp>
      <p:pic>
        <p:nvPicPr>
          <p:cNvPr id="61443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1500188"/>
            <a:ext cx="8716963" cy="5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箭头连接符 2"/>
          <p:cNvCxnSpPr/>
          <p:nvPr/>
        </p:nvCxnSpPr>
        <p:spPr>
          <a:xfrm>
            <a:off x="7308304" y="227687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5436096" y="515719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308304" y="5157192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691680" y="5445224"/>
            <a:ext cx="2242456" cy="438173"/>
            <a:chOff x="1043608" y="5581612"/>
            <a:chExt cx="2242456" cy="438173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5581612"/>
              <a:ext cx="730288" cy="438173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1043608" y="5681231"/>
              <a:ext cx="17711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施密特触发器</a:t>
              </a: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19" y="699355"/>
            <a:ext cx="6572362" cy="411145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8284</a:t>
            </a:r>
            <a:r>
              <a:rPr lang="zh-CN" altLang="en-US" dirty="0"/>
              <a:t>的功能</a:t>
            </a: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ea typeface="幼圆" panose="02010509060101010101" pitchFamily="49" charset="-122"/>
              </a:rPr>
              <a:t>1</a:t>
            </a:r>
            <a:r>
              <a:rPr lang="en-US" altLang="zh-CN" sz="2200" b="1" dirty="0">
                <a:ea typeface="幼圆" panose="02010509060101010101" pitchFamily="49" charset="-122"/>
              </a:rPr>
              <a:t>. </a:t>
            </a:r>
            <a:r>
              <a:rPr lang="zh-CN" altLang="en-US" sz="2200" b="1" dirty="0">
                <a:ea typeface="幼圆" panose="02010509060101010101" pitchFamily="49" charset="-122"/>
              </a:rPr>
              <a:t>时钟信号产生（时钟发生电路）</a:t>
            </a:r>
            <a:endParaRPr lang="zh-CN" altLang="en-US" sz="2200" dirty="0">
              <a:ea typeface="幼圆" panose="02010509060101010101" pitchFamily="49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200" dirty="0">
                <a:ea typeface="幼圆" panose="02010509060101010101" pitchFamily="49" charset="-122"/>
              </a:rPr>
              <a:t>内部震荡器</a:t>
            </a:r>
            <a:r>
              <a:rPr lang="en-US" altLang="en-US" sz="2200" dirty="0">
                <a:ea typeface="幼圆" panose="02010509060101010101" pitchFamily="49" charset="-122"/>
              </a:rPr>
              <a:t>X1,X2</a:t>
            </a:r>
            <a:r>
              <a:rPr lang="en-US" altLang="zh-CN" sz="2200" dirty="0">
                <a:ea typeface="幼圆" panose="02010509060101010101" pitchFamily="49" charset="-122"/>
              </a:rPr>
              <a:t>，</a:t>
            </a:r>
            <a:r>
              <a:rPr lang="zh-CN" altLang="en-US" sz="2200" dirty="0">
                <a:ea typeface="幼圆" panose="02010509060101010101" pitchFamily="49" charset="-122"/>
              </a:rPr>
              <a:t>外接晶体即可震荡。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200" dirty="0">
                <a:ea typeface="幼圆" panose="02010509060101010101" pitchFamily="49" charset="-122"/>
              </a:rPr>
              <a:t>外时钟</a:t>
            </a:r>
            <a:r>
              <a:rPr lang="zh-CN" altLang="en-US" sz="2200" b="1" dirty="0">
                <a:ea typeface="幼圆" panose="02010509060101010101" pitchFamily="49" charset="-122"/>
              </a:rPr>
              <a:t>输入</a:t>
            </a:r>
            <a:r>
              <a:rPr lang="zh-CN" altLang="en-US" sz="2200" dirty="0">
                <a:ea typeface="幼圆" panose="02010509060101010101" pitchFamily="49" charset="-122"/>
              </a:rPr>
              <a:t>端</a:t>
            </a:r>
            <a:r>
              <a:rPr lang="en-US" altLang="en-US" sz="2200" dirty="0">
                <a:ea typeface="幼圆" panose="02010509060101010101" pitchFamily="49" charset="-122"/>
              </a:rPr>
              <a:t>EFI</a:t>
            </a:r>
            <a:r>
              <a:rPr lang="en-US" altLang="zh-CN" sz="2200" dirty="0">
                <a:ea typeface="幼圆" panose="02010509060101010101" pitchFamily="49" charset="-122"/>
              </a:rPr>
              <a:t>。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zh-CN" sz="2200" dirty="0">
                <a:ea typeface="幼圆" panose="02010509060101010101" pitchFamily="49" charset="-122"/>
              </a:rPr>
              <a:t>时钟</a:t>
            </a:r>
            <a:r>
              <a:rPr lang="zh-CN" altLang="en-US" sz="2200" dirty="0">
                <a:ea typeface="幼圆" panose="02010509060101010101" pitchFamily="49" charset="-122"/>
              </a:rPr>
              <a:t>选择端</a:t>
            </a:r>
            <a:r>
              <a:rPr lang="en-US" altLang="en-US" sz="2200" dirty="0">
                <a:ea typeface="幼圆" panose="02010509060101010101" pitchFamily="49" charset="-122"/>
              </a:rPr>
              <a:t>F/</a:t>
            </a:r>
            <a:r>
              <a:rPr lang="en-US" altLang="zh-CN" sz="2200" dirty="0">
                <a:ea typeface="幼圆" panose="02010509060101010101" pitchFamily="49" charset="-122"/>
              </a:rPr>
              <a:t>G</a:t>
            </a:r>
            <a:r>
              <a:rPr lang="en-US" altLang="en-US" sz="2200" dirty="0">
                <a:ea typeface="幼圆" panose="02010509060101010101" pitchFamily="49" charset="-122"/>
              </a:rPr>
              <a:t>*</a:t>
            </a:r>
            <a:r>
              <a:rPr lang="en-US" altLang="zh-CN" sz="2200" dirty="0">
                <a:ea typeface="幼圆" panose="02010509060101010101" pitchFamily="49" charset="-122"/>
              </a:rPr>
              <a:t>，</a:t>
            </a:r>
            <a:r>
              <a:rPr lang="zh-CN" altLang="en-US" sz="2200" b="1" dirty="0">
                <a:ea typeface="幼圆" panose="02010509060101010101" pitchFamily="49" charset="-122"/>
              </a:rPr>
              <a:t>输入</a:t>
            </a:r>
            <a:r>
              <a:rPr lang="zh-CN" altLang="en-US" sz="2200" dirty="0">
                <a:ea typeface="幼圆" panose="02010509060101010101" pitchFamily="49" charset="-122"/>
              </a:rPr>
              <a:t>，为高选择外时钟，为低选择内时钟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200" dirty="0">
                <a:solidFill>
                  <a:schemeClr val="accent5"/>
                </a:solidFill>
                <a:ea typeface="幼圆" panose="02010509060101010101" pitchFamily="49" charset="-122"/>
              </a:rPr>
              <a:t>OSC: </a:t>
            </a:r>
            <a:r>
              <a:rPr lang="zh-CN" altLang="en-US" sz="2200" b="1" dirty="0">
                <a:solidFill>
                  <a:schemeClr val="accent5"/>
                </a:solidFill>
                <a:ea typeface="幼圆" panose="02010509060101010101" pitchFamily="49" charset="-122"/>
              </a:rPr>
              <a:t>输出</a:t>
            </a:r>
            <a:r>
              <a:rPr lang="zh-CN" altLang="en-US" sz="2200" dirty="0">
                <a:solidFill>
                  <a:schemeClr val="accent5"/>
                </a:solidFill>
                <a:ea typeface="幼圆" panose="02010509060101010101" pitchFamily="49" charset="-122"/>
              </a:rPr>
              <a:t>，</a:t>
            </a:r>
            <a:r>
              <a:rPr lang="zh-CN" altLang="zh-CN" sz="2200" dirty="0">
                <a:solidFill>
                  <a:schemeClr val="accent5"/>
                </a:solidFill>
                <a:ea typeface="幼圆" panose="02010509060101010101" pitchFamily="49" charset="-122"/>
              </a:rPr>
              <a:t>内部时钟同频信号。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200" dirty="0">
                <a:solidFill>
                  <a:schemeClr val="accent5"/>
                </a:solidFill>
                <a:ea typeface="幼圆" panose="02010509060101010101" pitchFamily="49" charset="-122"/>
              </a:rPr>
              <a:t>PCLK: </a:t>
            </a:r>
            <a:r>
              <a:rPr lang="zh-CN" altLang="en-US" sz="2200" b="1" dirty="0">
                <a:solidFill>
                  <a:schemeClr val="accent5"/>
                </a:solidFill>
                <a:ea typeface="幼圆" panose="02010509060101010101" pitchFamily="49" charset="-122"/>
              </a:rPr>
              <a:t>输出</a:t>
            </a:r>
            <a:r>
              <a:rPr lang="zh-CN" altLang="en-US" sz="2200" dirty="0">
                <a:solidFill>
                  <a:schemeClr val="accent5"/>
                </a:solidFill>
                <a:ea typeface="幼圆" panose="02010509060101010101" pitchFamily="49" charset="-122"/>
              </a:rPr>
              <a:t>，</a:t>
            </a:r>
            <a:r>
              <a:rPr lang="zh-CN" altLang="zh-CN" sz="2200" dirty="0">
                <a:solidFill>
                  <a:schemeClr val="accent5"/>
                </a:solidFill>
                <a:ea typeface="幼圆" panose="02010509060101010101" pitchFamily="49" charset="-122"/>
              </a:rPr>
              <a:t>输入时钟6分频信号，占空比1/2。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200" dirty="0">
                <a:solidFill>
                  <a:schemeClr val="accent5"/>
                </a:solidFill>
                <a:ea typeface="幼圆" panose="02010509060101010101" pitchFamily="49" charset="-122"/>
              </a:rPr>
              <a:t>CLK: </a:t>
            </a:r>
            <a:r>
              <a:rPr lang="zh-CN" altLang="en-US" sz="2200" b="1" dirty="0">
                <a:solidFill>
                  <a:schemeClr val="accent5"/>
                </a:solidFill>
                <a:ea typeface="幼圆" panose="02010509060101010101" pitchFamily="49" charset="-122"/>
              </a:rPr>
              <a:t>输出</a:t>
            </a:r>
            <a:r>
              <a:rPr lang="zh-CN" altLang="en-US" sz="2200" dirty="0">
                <a:solidFill>
                  <a:schemeClr val="accent5"/>
                </a:solidFill>
                <a:ea typeface="幼圆" panose="02010509060101010101" pitchFamily="49" charset="-122"/>
              </a:rPr>
              <a:t>，</a:t>
            </a:r>
            <a:r>
              <a:rPr lang="zh-CN" altLang="zh-CN" sz="2200" dirty="0">
                <a:solidFill>
                  <a:schemeClr val="accent5"/>
                </a:solidFill>
                <a:ea typeface="幼圆" panose="02010509060101010101" pitchFamily="49" charset="-122"/>
              </a:rPr>
              <a:t>输入时钟3分频信号，占空比为1/3。8086</a:t>
            </a:r>
            <a:r>
              <a:rPr lang="zh-CN" altLang="en-US" sz="2200" dirty="0">
                <a:solidFill>
                  <a:schemeClr val="accent5"/>
                </a:solidFill>
                <a:ea typeface="幼圆" panose="02010509060101010101" pitchFamily="49" charset="-122"/>
              </a:rPr>
              <a:t>（</a:t>
            </a:r>
            <a:r>
              <a:rPr lang="en-US" altLang="zh-CN" sz="2200" dirty="0">
                <a:solidFill>
                  <a:schemeClr val="accent5"/>
                </a:solidFill>
                <a:ea typeface="幼圆" panose="02010509060101010101" pitchFamily="49" charset="-122"/>
              </a:rPr>
              <a:t>88</a:t>
            </a:r>
            <a:r>
              <a:rPr lang="zh-CN" altLang="en-US" sz="2200" dirty="0">
                <a:solidFill>
                  <a:schemeClr val="accent5"/>
                </a:solidFill>
                <a:ea typeface="幼圆" panose="02010509060101010101" pitchFamily="49" charset="-122"/>
              </a:rPr>
              <a:t>）</a:t>
            </a:r>
            <a:r>
              <a:rPr lang="zh-CN" altLang="zh-CN" sz="2200" dirty="0">
                <a:solidFill>
                  <a:schemeClr val="accent5"/>
                </a:solidFill>
                <a:ea typeface="幼圆" panose="02010509060101010101" pitchFamily="49" charset="-122"/>
              </a:rPr>
              <a:t>时钟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200" dirty="0">
                <a:ea typeface="幼圆" panose="02010509060101010101" pitchFamily="49" charset="-122"/>
              </a:rPr>
              <a:t>CSYNC: </a:t>
            </a:r>
            <a:r>
              <a:rPr lang="zh-CN" altLang="en-US" sz="2200" b="1" dirty="0">
                <a:ea typeface="幼圆" panose="02010509060101010101" pitchFamily="49" charset="-122"/>
              </a:rPr>
              <a:t>输入</a:t>
            </a:r>
            <a:r>
              <a:rPr lang="zh-CN" altLang="en-US" sz="2200" dirty="0">
                <a:ea typeface="幼圆" panose="02010509060101010101" pitchFamily="49" charset="-122"/>
              </a:rPr>
              <a:t>，</a:t>
            </a:r>
            <a:r>
              <a:rPr lang="zh-CN" altLang="zh-CN" sz="2200" dirty="0">
                <a:ea typeface="幼圆" panose="02010509060101010101" pitchFamily="49" charset="-122"/>
              </a:rPr>
              <a:t>外部时钟的同</a:t>
            </a:r>
            <a:r>
              <a:rPr lang="zh-CN" altLang="en-US" sz="2200" dirty="0">
                <a:ea typeface="幼圆" panose="02010509060101010101" pitchFamily="49" charset="-122"/>
              </a:rPr>
              <a:t>步</a:t>
            </a:r>
            <a:r>
              <a:rPr lang="zh-CN" altLang="zh-CN" sz="2200" dirty="0">
                <a:ea typeface="幼圆" panose="02010509060101010101" pitchFamily="49" charset="-122"/>
              </a:rPr>
              <a:t>信号。使用内部时钟时，</a:t>
            </a:r>
            <a:r>
              <a:rPr lang="en-US" altLang="zh-CN" sz="2200" dirty="0">
                <a:ea typeface="幼圆" panose="02010509060101010101" pitchFamily="49" charset="-122"/>
              </a:rPr>
              <a:t>CSYNC</a:t>
            </a:r>
            <a:r>
              <a:rPr lang="zh-CN" altLang="zh-CN" sz="2200" dirty="0">
                <a:ea typeface="幼圆" panose="02010509060101010101" pitchFamily="49" charset="-122"/>
              </a:rPr>
              <a:t>接地</a:t>
            </a:r>
            <a:endParaRPr lang="zh-CN" altLang="en-US" sz="2200" dirty="0">
              <a:ea typeface="幼圆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76056" y="3501008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提供给</a:t>
            </a:r>
            <a:r>
              <a:rPr lang="en-US" altLang="zh-CN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IBM</a:t>
            </a:r>
            <a:r>
              <a:rPr lang="zh-CN" altLang="en-US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显卡使用。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60232" y="3839562"/>
            <a:ext cx="22322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14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8253</a:t>
            </a:r>
            <a:r>
              <a:rPr lang="zh-CN" altLang="en-US" sz="14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一起，用于协助操作系统产生多任务、多线程、多进程的机制。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幼圆" panose="02010509060101010101" pitchFamily="49" charset="-122"/>
              </a:rPr>
              <a:t>时钟信号产生</a:t>
            </a:r>
            <a:endParaRPr lang="zh-CN" altLang="en-US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en-US" altLang="zh-CN" sz="2800" dirty="0"/>
              <a:t>8284</a:t>
            </a:r>
            <a:r>
              <a:rPr lang="zh-CN" altLang="en-US" sz="2800" dirty="0">
                <a:latin typeface="宋体" panose="02010600030101010101" pitchFamily="2" charset="-122"/>
              </a:rPr>
              <a:t>内部有一个石英晶体振荡器，只需在石英晶体连接端</a:t>
            </a:r>
            <a:r>
              <a:rPr lang="en-US" altLang="zh-CN" sz="2800" dirty="0"/>
              <a:t>X1</a:t>
            </a:r>
            <a:r>
              <a:rPr lang="zh-CN" altLang="en-US" sz="2800" dirty="0">
                <a:latin typeface="宋体" panose="02010600030101010101" pitchFamily="2" charset="-122"/>
              </a:rPr>
              <a:t>、</a:t>
            </a:r>
            <a:r>
              <a:rPr lang="en-US" altLang="zh-CN" sz="2800" dirty="0"/>
              <a:t>X2</a:t>
            </a:r>
            <a:r>
              <a:rPr lang="zh-CN" altLang="en-US" sz="2800" dirty="0">
                <a:latin typeface="宋体" panose="02010600030101010101" pitchFamily="2" charset="-122"/>
              </a:rPr>
              <a:t>两端外接石英晶体（晶振频率为</a:t>
            </a:r>
            <a:r>
              <a:rPr lang="en-US" altLang="zh-CN" sz="2800" dirty="0"/>
              <a:t>14.31818MHz</a:t>
            </a:r>
            <a:r>
              <a:rPr lang="zh-CN" altLang="en-US" sz="2800" dirty="0">
                <a:latin typeface="宋体" panose="02010600030101010101" pitchFamily="2" charset="-122"/>
              </a:rPr>
              <a:t>）即可。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 也可由外振源输入端</a:t>
            </a:r>
            <a:r>
              <a:rPr lang="en-US" altLang="zh-CN" sz="2800" dirty="0"/>
              <a:t>EFI</a:t>
            </a:r>
            <a:r>
              <a:rPr lang="zh-CN" altLang="en-US" sz="2800" dirty="0">
                <a:latin typeface="宋体" panose="02010600030101010101" pitchFamily="2" charset="-122"/>
              </a:rPr>
              <a:t>输入一个</a:t>
            </a:r>
            <a:r>
              <a:rPr lang="en-US" altLang="zh-CN" sz="2800" dirty="0"/>
              <a:t>TTL</a:t>
            </a:r>
            <a:r>
              <a:rPr lang="zh-CN" altLang="en-US" sz="2800" dirty="0">
                <a:latin typeface="宋体" panose="02010600030101010101" pitchFamily="2" charset="-122"/>
              </a:rPr>
              <a:t>电平的振荡信号为时钟源。由外振源</a:t>
            </a:r>
            <a:r>
              <a:rPr lang="en-US" altLang="zh-CN" sz="2800" dirty="0"/>
              <a:t>/</a:t>
            </a:r>
            <a:r>
              <a:rPr lang="zh-CN" altLang="en-US" sz="2800" dirty="0">
                <a:latin typeface="宋体" panose="02010600030101010101" pitchFamily="2" charset="-122"/>
              </a:rPr>
              <a:t>晶体端</a:t>
            </a:r>
            <a:r>
              <a:rPr lang="en-US" altLang="zh-CN" sz="2800" dirty="0"/>
              <a:t>F/C*</a:t>
            </a:r>
            <a:r>
              <a:rPr lang="zh-CN" altLang="en-US" sz="2800" dirty="0">
                <a:latin typeface="宋体" panose="02010600030101010101" pitchFamily="2" charset="-122"/>
              </a:rPr>
              <a:t>来控制上述的两种选择。为高电平时，</a:t>
            </a:r>
            <a:r>
              <a:rPr lang="en-US" altLang="zh-CN" sz="2800" dirty="0"/>
              <a:t>EFI</a:t>
            </a:r>
            <a:r>
              <a:rPr lang="zh-CN" altLang="en-US" sz="2800" dirty="0">
                <a:latin typeface="宋体" panose="02010600030101010101" pitchFamily="2" charset="-122"/>
              </a:rPr>
              <a:t>端有效。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幼圆" panose="02010509060101010101" pitchFamily="49" charset="-122"/>
              </a:rPr>
              <a:t>时钟信号产生</a:t>
            </a:r>
            <a:endParaRPr lang="zh-CN" altLang="en-US"/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）时钟同步输入端</a:t>
            </a:r>
            <a:r>
              <a:rPr lang="en-US" altLang="zh-CN" sz="2400" dirty="0"/>
              <a:t>CSYNC</a:t>
            </a:r>
            <a:r>
              <a:rPr lang="zh-CN" altLang="en-US" sz="2400" dirty="0"/>
              <a:t>是为多个</a:t>
            </a:r>
            <a:r>
              <a:rPr lang="en-US" altLang="zh-CN" sz="2400" dirty="0"/>
              <a:t>8284</a:t>
            </a:r>
            <a:r>
              <a:rPr lang="zh-CN" altLang="en-US" sz="2400" dirty="0"/>
              <a:t>的时钟同步而设置的。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在多个</a:t>
            </a:r>
            <a:r>
              <a:rPr lang="en-US" altLang="zh-CN" sz="2400" dirty="0"/>
              <a:t>8284</a:t>
            </a:r>
            <a:r>
              <a:rPr lang="zh-CN" altLang="en-US" sz="2400" dirty="0"/>
              <a:t>同时工作时，如果要求同相位的时钟信号，则把这些</a:t>
            </a:r>
            <a:r>
              <a:rPr lang="en-US" altLang="zh-CN" sz="2400" dirty="0"/>
              <a:t>8284</a:t>
            </a:r>
            <a:r>
              <a:rPr lang="zh-CN" altLang="en-US" sz="2400" dirty="0"/>
              <a:t>的</a:t>
            </a:r>
            <a:r>
              <a:rPr lang="en-US" altLang="zh-CN" sz="2400" dirty="0"/>
              <a:t>EFI</a:t>
            </a:r>
            <a:r>
              <a:rPr lang="zh-CN" altLang="en-US" sz="2400" dirty="0"/>
              <a:t>端接到同一个外振源，并用</a:t>
            </a:r>
            <a:r>
              <a:rPr lang="en-US" altLang="zh-CN" sz="2400" dirty="0"/>
              <a:t>CSYNC</a:t>
            </a:r>
            <a:r>
              <a:rPr lang="zh-CN" altLang="en-US" sz="2400" dirty="0"/>
              <a:t>信号来控制它们同步工作。当</a:t>
            </a:r>
            <a:r>
              <a:rPr lang="en-US" altLang="zh-CN" sz="2400" dirty="0"/>
              <a:t>CSYNC</a:t>
            </a:r>
            <a:r>
              <a:rPr lang="zh-CN" altLang="en-US" sz="2400" dirty="0"/>
              <a:t>为高电平时，</a:t>
            </a:r>
            <a:r>
              <a:rPr lang="en-US" altLang="zh-CN" sz="2400" dirty="0"/>
              <a:t>8284</a:t>
            </a:r>
            <a:r>
              <a:rPr lang="zh-CN" altLang="en-US" sz="2400" dirty="0"/>
              <a:t>的内部计数器复位；</a:t>
            </a:r>
            <a:r>
              <a:rPr lang="en-US" altLang="zh-CN" sz="2400" dirty="0"/>
              <a:t>CSYNC</a:t>
            </a:r>
            <a:r>
              <a:rPr lang="zh-CN" altLang="en-US" sz="2400" dirty="0"/>
              <a:t>变为低电平时，</a:t>
            </a:r>
            <a:r>
              <a:rPr lang="en-US" altLang="zh-CN" sz="2400" dirty="0"/>
              <a:t>8284</a:t>
            </a:r>
            <a:r>
              <a:rPr lang="zh-CN" altLang="en-US" sz="2400" dirty="0"/>
              <a:t>才开始工作。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使用晶体时，</a:t>
            </a:r>
            <a:r>
              <a:rPr lang="en-US" altLang="zh-CN" sz="2400" dirty="0"/>
              <a:t>CSYNC</a:t>
            </a:r>
            <a:r>
              <a:rPr lang="zh-CN" altLang="en-US" sz="2400" dirty="0"/>
              <a:t>应接地。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幼圆" panose="02010509060101010101" pitchFamily="49" charset="-122"/>
              </a:rPr>
              <a:t>时钟信号产生</a:t>
            </a:r>
            <a:endParaRPr lang="zh-CN" altLang="en-US"/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  <a:r>
              <a:rPr lang="zh-CN" altLang="en-US" sz="2800" b="1" dirty="0">
                <a:latin typeface="宋体" panose="02010600030101010101" pitchFamily="2" charset="-122"/>
              </a:rPr>
              <a:t>振荡信号</a:t>
            </a:r>
            <a:r>
              <a:rPr lang="zh-CN" altLang="en-US" sz="2800" dirty="0">
                <a:latin typeface="宋体" panose="02010600030101010101" pitchFamily="2" charset="-122"/>
              </a:rPr>
              <a:t>经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分频后由</a:t>
            </a:r>
            <a:r>
              <a:rPr lang="en-US" altLang="zh-CN" sz="2800" dirty="0">
                <a:latin typeface="宋体" panose="02010600030101010101" pitchFamily="2" charset="-122"/>
              </a:rPr>
              <a:t>CLK</a:t>
            </a:r>
            <a:r>
              <a:rPr lang="zh-CN" altLang="en-US" sz="2800" dirty="0">
                <a:latin typeface="宋体" panose="02010600030101010101" pitchFamily="2" charset="-122"/>
              </a:rPr>
              <a:t>输出一个占空比为</a:t>
            </a:r>
            <a:r>
              <a:rPr lang="en-US" altLang="zh-CN" sz="2800" dirty="0">
                <a:latin typeface="宋体" panose="02010600030101010101" pitchFamily="2" charset="-122"/>
              </a:rPr>
              <a:t>1/3</a:t>
            </a:r>
            <a:r>
              <a:rPr lang="zh-CN" altLang="en-US" sz="2800" dirty="0">
                <a:latin typeface="宋体" panose="02010600030101010101" pitchFamily="2" charset="-122"/>
              </a:rPr>
              <a:t>的</a:t>
            </a:r>
            <a:r>
              <a:rPr lang="en-US" altLang="zh-CN" sz="2800" dirty="0">
                <a:latin typeface="宋体" panose="02010600030101010101" pitchFamily="2" charset="-122"/>
              </a:rPr>
              <a:t>MOS</a:t>
            </a:r>
            <a:r>
              <a:rPr lang="zh-CN" altLang="en-US" sz="2800" b="1" dirty="0">
                <a:latin typeface="宋体" panose="02010600030101010101" pitchFamily="2" charset="-122"/>
              </a:rPr>
              <a:t>时钟信号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r>
              <a:rPr lang="en-US" altLang="zh-CN" sz="2800" dirty="0">
                <a:latin typeface="宋体" panose="02010600030101010101" pitchFamily="2" charset="-122"/>
              </a:rPr>
              <a:t>CLK</a:t>
            </a:r>
            <a:r>
              <a:rPr lang="zh-CN" altLang="en-US" sz="2800" dirty="0">
                <a:latin typeface="宋体" panose="02010600030101010101" pitchFamily="2" charset="-122"/>
              </a:rPr>
              <a:t>信号再经二分频为供外部设备使用的</a:t>
            </a:r>
            <a:r>
              <a:rPr lang="zh-CN" altLang="en-US" sz="2800" b="1" dirty="0">
                <a:latin typeface="宋体" panose="02010600030101010101" pitchFamily="2" charset="-122"/>
              </a:rPr>
              <a:t>外部时钟</a:t>
            </a:r>
            <a:r>
              <a:rPr lang="en-US" altLang="zh-CN" sz="2800" b="1" dirty="0">
                <a:latin typeface="宋体" panose="02010600030101010101" pitchFamily="2" charset="-122"/>
              </a:rPr>
              <a:t>PCLK</a:t>
            </a:r>
            <a:r>
              <a:rPr lang="zh-CN" altLang="en-US" sz="2800" dirty="0">
                <a:latin typeface="宋体" panose="02010600030101010101" pitchFamily="2" charset="-122"/>
              </a:rPr>
              <a:t>，这是一个占空比为</a:t>
            </a:r>
            <a:r>
              <a:rPr lang="en-US" altLang="zh-CN" sz="2800" dirty="0">
                <a:latin typeface="宋体" panose="02010600030101010101" pitchFamily="2" charset="-122"/>
              </a:rPr>
              <a:t>1/2</a:t>
            </a:r>
            <a:r>
              <a:rPr lang="zh-CN" altLang="en-US" sz="2800" dirty="0">
                <a:latin typeface="宋体" panose="02010600030101010101" pitchFamily="2" charset="-122"/>
              </a:rPr>
              <a:t>的</a:t>
            </a:r>
            <a:r>
              <a:rPr lang="en-US" altLang="zh-CN" sz="2800" dirty="0">
                <a:latin typeface="宋体" panose="02010600030101010101" pitchFamily="2" charset="-122"/>
              </a:rPr>
              <a:t>TTL</a:t>
            </a:r>
            <a:r>
              <a:rPr lang="zh-CN" altLang="en-US" sz="2800" dirty="0">
                <a:latin typeface="宋体" panose="02010600030101010101" pitchFamily="2" charset="-122"/>
              </a:rPr>
              <a:t>电平信号。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幼圆" panose="02010509060101010101" pitchFamily="49" charset="-122"/>
              </a:rPr>
              <a:t>时钟信号产生</a:t>
            </a:r>
            <a:endParaRPr lang="zh-CN" altLang="en-US"/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600"/>
              <a:t>（</a:t>
            </a:r>
            <a:r>
              <a:rPr lang="en-US" altLang="zh-CN" sz="2600"/>
              <a:t>4</a:t>
            </a:r>
            <a:r>
              <a:rPr lang="zh-CN" altLang="en-US" sz="2600"/>
              <a:t>）</a:t>
            </a:r>
            <a:r>
              <a:rPr lang="en-US" altLang="zh-CN" sz="2600"/>
              <a:t>PC XT</a:t>
            </a:r>
            <a:r>
              <a:rPr lang="zh-CN" altLang="en-US" sz="2600"/>
              <a:t>微机只使用一片</a:t>
            </a:r>
            <a:r>
              <a:rPr lang="en-US" altLang="zh-CN" sz="2600"/>
              <a:t>8284</a:t>
            </a:r>
            <a:r>
              <a:rPr lang="zh-CN" altLang="en-US" sz="2600"/>
              <a:t>，外接</a:t>
            </a:r>
            <a:r>
              <a:rPr lang="en-US" altLang="zh-CN" sz="2600"/>
              <a:t>14.31818MHz</a:t>
            </a:r>
            <a:r>
              <a:rPr lang="zh-CN" altLang="en-US" sz="2600"/>
              <a:t>的晶体（这是</a:t>
            </a:r>
            <a:r>
              <a:rPr lang="en-US" altLang="zh-CN" sz="2600"/>
              <a:t>IBM</a:t>
            </a:r>
            <a:r>
              <a:rPr lang="zh-CN" altLang="en-US" sz="2600"/>
              <a:t>彩色图形卡上必须使用的频率），输出三种频率信号：</a:t>
            </a:r>
            <a:endParaRPr lang="en-US" altLang="zh-CN" sz="260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260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600"/>
              <a:t>   </a:t>
            </a:r>
            <a:r>
              <a:rPr lang="en-US" altLang="zh-CN" sz="2600" b="1"/>
              <a:t>OSC</a:t>
            </a:r>
            <a:r>
              <a:rPr lang="zh-CN" altLang="en-US" sz="2600" b="1"/>
              <a:t>端</a:t>
            </a:r>
            <a:r>
              <a:rPr lang="zh-CN" altLang="en-US" sz="2600"/>
              <a:t>输出</a:t>
            </a:r>
            <a:r>
              <a:rPr lang="en-US" altLang="zh-CN" sz="2600"/>
              <a:t>14.32MHz</a:t>
            </a:r>
            <a:r>
              <a:rPr lang="zh-CN" altLang="en-US" sz="2600"/>
              <a:t>的振荡信号：供</a:t>
            </a:r>
            <a:r>
              <a:rPr lang="zh-CN" altLang="en-US" sz="2600" b="1"/>
              <a:t>显示器</a:t>
            </a:r>
            <a:r>
              <a:rPr lang="zh-CN" altLang="en-US" sz="2600"/>
              <a:t>使用；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600"/>
              <a:t>   </a:t>
            </a:r>
            <a:r>
              <a:rPr lang="en-US" altLang="zh-CN" sz="2600" b="1"/>
              <a:t>CLK</a:t>
            </a:r>
            <a:r>
              <a:rPr lang="zh-CN" altLang="en-US" sz="2600" b="1"/>
              <a:t>端</a:t>
            </a:r>
            <a:r>
              <a:rPr lang="zh-CN" altLang="en-US" sz="2600"/>
              <a:t>输出</a:t>
            </a:r>
            <a:r>
              <a:rPr lang="en-US" altLang="zh-CN" sz="2600"/>
              <a:t>4.77MHz</a:t>
            </a:r>
            <a:r>
              <a:rPr lang="zh-CN" altLang="en-US" sz="2600"/>
              <a:t>的时钟信号：提供给</a:t>
            </a:r>
            <a:r>
              <a:rPr lang="en-US" altLang="zh-CN" sz="2600" b="1"/>
              <a:t>CPU</a:t>
            </a:r>
            <a:r>
              <a:rPr lang="zh-CN" altLang="en-US" sz="2600" b="1"/>
              <a:t>和系统</a:t>
            </a:r>
            <a:r>
              <a:rPr lang="zh-CN" altLang="en-US" sz="2600"/>
              <a:t>；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600"/>
              <a:t>   </a:t>
            </a:r>
            <a:r>
              <a:rPr lang="en-US" altLang="zh-CN" sz="2600" b="1"/>
              <a:t>PCLK</a:t>
            </a:r>
            <a:r>
              <a:rPr lang="zh-CN" altLang="en-US" sz="2600" b="1"/>
              <a:t>端</a:t>
            </a:r>
            <a:r>
              <a:rPr lang="zh-CN" altLang="en-US" sz="2600"/>
              <a:t>输出</a:t>
            </a:r>
            <a:r>
              <a:rPr lang="en-US" altLang="zh-CN" sz="2600"/>
              <a:t>2.38MHz</a:t>
            </a:r>
            <a:r>
              <a:rPr lang="zh-CN" altLang="en-US" sz="2600"/>
              <a:t>的外部时钟信号：</a:t>
            </a:r>
            <a:r>
              <a:rPr lang="zh-CN" altLang="en-US" sz="2600" b="1"/>
              <a:t>给</a:t>
            </a:r>
            <a:r>
              <a:rPr lang="en-US" altLang="zh-CN" sz="2600" b="1"/>
              <a:t>8253</a:t>
            </a:r>
            <a:r>
              <a:rPr lang="zh-CN" altLang="en-US" sz="2600" b="1"/>
              <a:t>定时</a:t>
            </a:r>
            <a:r>
              <a:rPr lang="en-US" altLang="zh-CN" sz="2600" b="1"/>
              <a:t>/</a:t>
            </a:r>
            <a:r>
              <a:rPr lang="zh-CN" altLang="en-US" sz="2600" b="1"/>
              <a:t>计数器提供时钟输入</a:t>
            </a:r>
            <a:r>
              <a:rPr lang="zh-CN" altLang="en-US" sz="2600"/>
              <a:t>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8284 </a:t>
            </a:r>
            <a:r>
              <a:rPr lang="zh-CN" altLang="en-US" b="1"/>
              <a:t>工作波形图</a:t>
            </a:r>
            <a:endParaRPr lang="zh-CN" altLang="en-US"/>
          </a:p>
        </p:txBody>
      </p:sp>
      <p:pic>
        <p:nvPicPr>
          <p:cNvPr id="67587" name="Picture 2" descr="E:\李征的资料\教学资料\2008年教学资料\微机原理与接口技术\自己的课件\8284工作波形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597025"/>
            <a:ext cx="7926387" cy="490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8284</a:t>
            </a:r>
            <a:r>
              <a:rPr lang="zh-CN" altLang="en-US"/>
              <a:t>的功能</a:t>
            </a:r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zh-CN" sz="2600" b="1" dirty="0">
                <a:ea typeface="幼圆" panose="02010509060101010101" pitchFamily="49" charset="-122"/>
              </a:rPr>
              <a:t>2</a:t>
            </a:r>
            <a:r>
              <a:rPr lang="en-US" altLang="zh-CN" sz="2600" b="1" dirty="0">
                <a:ea typeface="幼圆" panose="02010509060101010101" pitchFamily="49" charset="-122"/>
              </a:rPr>
              <a:t>. </a:t>
            </a:r>
            <a:r>
              <a:rPr lang="zh-CN" altLang="en-US" sz="2600" b="1" dirty="0">
                <a:ea typeface="幼圆" panose="02010509060101010101" pitchFamily="49" charset="-122"/>
              </a:rPr>
              <a:t>复位逻辑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zh-CN" sz="2200" dirty="0">
                <a:ea typeface="幼圆" panose="02010509060101010101" pitchFamily="49" charset="-122"/>
              </a:rPr>
              <a:t>输入</a:t>
            </a:r>
            <a:r>
              <a:rPr lang="en-US" altLang="zh-CN" sz="2200" dirty="0">
                <a:ea typeface="幼圆" panose="02010509060101010101" pitchFamily="49" charset="-122"/>
              </a:rPr>
              <a:t>RES</a:t>
            </a:r>
            <a:r>
              <a:rPr lang="zh-CN" altLang="zh-CN" sz="2200" dirty="0">
                <a:ea typeface="幼圆" panose="02010509060101010101" pitchFamily="49" charset="-122"/>
              </a:rPr>
              <a:t>经斯密特触发器</a:t>
            </a:r>
            <a:r>
              <a:rPr lang="zh-CN" altLang="en-US" sz="2200" dirty="0">
                <a:ea typeface="幼圆" panose="02010509060101010101" pitchFamily="49" charset="-122"/>
              </a:rPr>
              <a:t>整形</a:t>
            </a:r>
            <a:r>
              <a:rPr lang="zh-CN" altLang="zh-CN" sz="2200" dirty="0">
                <a:ea typeface="幼圆" panose="02010509060101010101" pitchFamily="49" charset="-122"/>
              </a:rPr>
              <a:t>后，由系统时钟同步产生</a:t>
            </a:r>
            <a:r>
              <a:rPr lang="en-US" altLang="zh-CN" sz="2200" dirty="0">
                <a:ea typeface="幼圆" panose="02010509060101010101" pitchFamily="49" charset="-122"/>
              </a:rPr>
              <a:t>RESET</a:t>
            </a:r>
            <a:r>
              <a:rPr lang="zh-CN" altLang="zh-CN" sz="2200" dirty="0">
                <a:ea typeface="幼圆" panose="02010509060101010101" pitchFamily="49" charset="-122"/>
              </a:rPr>
              <a:t>信号，给计算机系统复位。</a:t>
            </a:r>
            <a:endParaRPr lang="en-US" altLang="zh-CN" sz="2200" dirty="0">
              <a:ea typeface="幼圆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200" dirty="0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>
                <a:latin typeface="宋体" panose="02010600030101010101" pitchFamily="2" charset="-122"/>
              </a:rPr>
              <a:t>  复位电路由一个</a:t>
            </a:r>
            <a:r>
              <a:rPr lang="zh-CN" altLang="en-US" sz="2200" b="1" dirty="0">
                <a:latin typeface="宋体" panose="02010600030101010101" pitchFamily="2" charset="-122"/>
              </a:rPr>
              <a:t>施密特触发器</a:t>
            </a:r>
            <a:r>
              <a:rPr lang="zh-CN" altLang="en-US" sz="2200" dirty="0">
                <a:latin typeface="宋体" panose="02010600030101010101" pitchFamily="2" charset="-122"/>
              </a:rPr>
              <a:t>和一个</a:t>
            </a:r>
            <a:r>
              <a:rPr lang="zh-CN" altLang="en-US" sz="2200" b="1" dirty="0">
                <a:latin typeface="宋体" panose="02010600030101010101" pitchFamily="2" charset="-122"/>
              </a:rPr>
              <a:t>同步触发器</a:t>
            </a:r>
            <a:r>
              <a:rPr lang="zh-CN" altLang="en-US" sz="2200" dirty="0">
                <a:latin typeface="宋体" panose="02010600030101010101" pitchFamily="2" charset="-122"/>
              </a:rPr>
              <a:t>组成。复位输入信号</a:t>
            </a:r>
            <a:r>
              <a:rPr lang="en-US" altLang="zh-CN" sz="2200" dirty="0"/>
              <a:t>RES</a:t>
            </a:r>
            <a:r>
              <a:rPr lang="zh-CN" altLang="en-US" sz="2200" dirty="0">
                <a:latin typeface="宋体" panose="02010600030101010101" pitchFamily="2" charset="-122"/>
              </a:rPr>
              <a:t>经过施密特触发器</a:t>
            </a:r>
            <a:r>
              <a:rPr lang="zh-CN" altLang="en-US" sz="2200" b="1" dirty="0">
                <a:latin typeface="宋体" panose="02010600030101010101" pitchFamily="2" charset="-122"/>
              </a:rPr>
              <a:t>整形</a:t>
            </a:r>
            <a:r>
              <a:rPr lang="zh-CN" altLang="en-US" sz="2200" dirty="0">
                <a:latin typeface="宋体" panose="02010600030101010101" pitchFamily="2" charset="-122"/>
              </a:rPr>
              <a:t>，在时钟脉冲</a:t>
            </a:r>
            <a:r>
              <a:rPr lang="zh-CN" altLang="en-US" sz="2200" b="1" dirty="0">
                <a:latin typeface="宋体" panose="02010600030101010101" pitchFamily="2" charset="-122"/>
              </a:rPr>
              <a:t>下升沿</a:t>
            </a:r>
            <a:r>
              <a:rPr lang="zh-CN" altLang="en-US" sz="2200" dirty="0">
                <a:latin typeface="宋体" panose="02010600030101010101" pitchFamily="2" charset="-122"/>
              </a:rPr>
              <a:t>送入同步触发器，产生系统复位信号</a:t>
            </a:r>
            <a:r>
              <a:rPr lang="en-US" altLang="zh-CN" sz="2200" dirty="0"/>
              <a:t>RESET</a:t>
            </a:r>
            <a:r>
              <a:rPr lang="zh-CN" altLang="en-US" sz="2200" dirty="0">
                <a:latin typeface="宋体" panose="02010600030101010101" pitchFamily="2" charset="-122"/>
              </a:rPr>
              <a:t>。</a:t>
            </a:r>
            <a:endParaRPr lang="en-US" altLang="zh-CN" sz="2200" dirty="0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200" dirty="0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>
                <a:latin typeface="宋体" panose="02010600030101010101" pitchFamily="2" charset="-122"/>
              </a:rPr>
              <a:t>  </a:t>
            </a:r>
            <a:r>
              <a:rPr lang="zh-CN" altLang="en-US" sz="2200" dirty="0">
                <a:latin typeface="宋体" panose="02010600030101010101" pitchFamily="2" charset="-122"/>
              </a:rPr>
              <a:t>由于在同步触发器</a:t>
            </a:r>
            <a:r>
              <a:rPr lang="en-US" altLang="zh-CN" sz="2200" dirty="0"/>
              <a:t>D</a:t>
            </a:r>
            <a:r>
              <a:rPr lang="zh-CN" altLang="en-US" sz="2200" dirty="0">
                <a:latin typeface="宋体" panose="02010600030101010101" pitchFamily="2" charset="-122"/>
              </a:rPr>
              <a:t>端接有一个施密特触发器，故对复位信号要求不严格，由简单的</a:t>
            </a:r>
            <a:r>
              <a:rPr lang="en-US" altLang="zh-CN" sz="2200" dirty="0"/>
              <a:t>RC</a:t>
            </a:r>
            <a:r>
              <a:rPr lang="zh-CN" altLang="en-US" sz="2200" dirty="0">
                <a:latin typeface="宋体" panose="02010600030101010101" pitchFamily="2" charset="-122"/>
              </a:rPr>
              <a:t>放电回路即可生成。</a:t>
            </a:r>
            <a:r>
              <a:rPr lang="zh-CN" altLang="en-US" sz="2200" dirty="0"/>
              <a:t> </a:t>
            </a:r>
            <a:endParaRPr lang="zh-CN" altLang="zh-CN" sz="2200" dirty="0"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8284</a:t>
            </a:r>
            <a:r>
              <a:rPr lang="zh-CN" altLang="en-US"/>
              <a:t>的功能</a:t>
            </a:r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7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zh-CN" sz="2600" b="1">
                <a:ea typeface="幼圆" panose="02010509060101010101" pitchFamily="49" charset="-122"/>
              </a:rPr>
              <a:t>3</a:t>
            </a:r>
            <a:r>
              <a:rPr lang="en-US" altLang="zh-CN" sz="2600" b="1">
                <a:ea typeface="幼圆" panose="02010509060101010101" pitchFamily="49" charset="-122"/>
              </a:rPr>
              <a:t>. </a:t>
            </a:r>
            <a:r>
              <a:rPr lang="zh-CN" altLang="en-US" sz="2600" b="1">
                <a:ea typeface="幼圆" panose="02010509060101010101" pitchFamily="49" charset="-122"/>
              </a:rPr>
              <a:t>准备好控制逻辑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zh-CN" sz="2200">
                <a:ea typeface="幼圆" panose="02010509060101010101" pitchFamily="49" charset="-122"/>
              </a:rPr>
              <a:t>准备好</a:t>
            </a:r>
            <a:r>
              <a:rPr lang="zh-CN" altLang="en-US" sz="2200">
                <a:ea typeface="幼圆" panose="02010509060101010101" pitchFamily="49" charset="-122"/>
              </a:rPr>
              <a:t>控制电路由有两组控制信号，</a:t>
            </a:r>
            <a:endParaRPr lang="en-US" altLang="zh-CN" sz="2200">
              <a:ea typeface="幼圆" panose="02010509060101010101" pitchFamily="49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200">
                <a:ea typeface="幼圆" panose="02010509060101010101" pitchFamily="49" charset="-122"/>
              </a:rPr>
              <a:t>                                和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>
                <a:latin typeface="宋体" panose="02010600030101010101" pitchFamily="2" charset="-122"/>
              </a:rPr>
              <a:t>（</a:t>
            </a:r>
            <a:r>
              <a:rPr lang="en-US" altLang="zh-CN" sz="2200">
                <a:latin typeface="宋体" panose="02010600030101010101" pitchFamily="2" charset="-122"/>
              </a:rPr>
              <a:t>1</a:t>
            </a:r>
            <a:r>
              <a:rPr lang="zh-CN" altLang="en-US" sz="2200">
                <a:latin typeface="宋体" panose="02010600030101010101" pitchFamily="2" charset="-122"/>
              </a:rPr>
              <a:t>）</a:t>
            </a:r>
            <a:r>
              <a:rPr lang="zh-CN" altLang="en-US" sz="2200" b="1">
                <a:latin typeface="宋体" panose="02010600030101010101" pitchFamily="2" charset="-122"/>
              </a:rPr>
              <a:t>准备就绪电路</a:t>
            </a:r>
            <a:r>
              <a:rPr lang="zh-CN" altLang="en-US" sz="2200">
                <a:latin typeface="宋体" panose="02010600030101010101" pitchFamily="2" charset="-122"/>
              </a:rPr>
              <a:t>由两个</a:t>
            </a:r>
            <a:r>
              <a:rPr lang="en-US" altLang="zh-CN" sz="2200"/>
              <a:t>D</a:t>
            </a:r>
            <a:r>
              <a:rPr lang="zh-CN" altLang="en-US" sz="2200">
                <a:latin typeface="宋体" panose="02010600030101010101" pitchFamily="2" charset="-122"/>
              </a:rPr>
              <a:t>触发器和一些门电路组成。准备就绪信号</a:t>
            </a:r>
            <a:r>
              <a:rPr lang="en-US" altLang="zh-CN" sz="2200"/>
              <a:t>RDY</a:t>
            </a:r>
            <a:r>
              <a:rPr lang="en-US" altLang="zh-CN" sz="2200" baseline="-30000"/>
              <a:t>1</a:t>
            </a:r>
            <a:r>
              <a:rPr lang="zh-CN" altLang="en-US" sz="2200">
                <a:latin typeface="宋体" panose="02010600030101010101" pitchFamily="2" charset="-122"/>
              </a:rPr>
              <a:t>、</a:t>
            </a:r>
            <a:r>
              <a:rPr lang="en-US" altLang="zh-CN" sz="2200"/>
              <a:t>RDY</a:t>
            </a:r>
            <a:r>
              <a:rPr lang="en-US" altLang="zh-CN" sz="2200" baseline="-30000"/>
              <a:t>2</a:t>
            </a:r>
            <a:r>
              <a:rPr lang="zh-CN" altLang="en-US" sz="2200">
                <a:latin typeface="宋体" panose="02010600030101010101" pitchFamily="2" charset="-122"/>
              </a:rPr>
              <a:t>分别由对应的地址允许信号</a:t>
            </a:r>
            <a:r>
              <a:rPr lang="en-US" altLang="zh-CN" sz="2200"/>
              <a:t>AEN</a:t>
            </a:r>
            <a:r>
              <a:rPr lang="en-US" altLang="zh-CN" sz="2200" baseline="-30000"/>
              <a:t>1</a:t>
            </a:r>
            <a:r>
              <a:rPr lang="zh-CN" altLang="en-US" sz="2200">
                <a:latin typeface="宋体" panose="02010600030101010101" pitchFamily="2" charset="-122"/>
              </a:rPr>
              <a:t>、</a:t>
            </a:r>
            <a:r>
              <a:rPr lang="en-US" altLang="zh-CN" sz="2200"/>
              <a:t>AEN</a:t>
            </a:r>
            <a:r>
              <a:rPr lang="en-US" altLang="zh-CN" sz="2200" baseline="-30000"/>
              <a:t>2</a:t>
            </a:r>
            <a:r>
              <a:rPr lang="zh-CN" altLang="en-US" sz="2200">
                <a:latin typeface="宋体" panose="02010600030101010101" pitchFamily="2" charset="-122"/>
              </a:rPr>
              <a:t>来进行控制。</a:t>
            </a:r>
            <a:endParaRPr lang="zh-CN" altLang="en-US" sz="2200" b="1"/>
          </a:p>
        </p:txBody>
      </p:sp>
      <p:graphicFrame>
        <p:nvGraphicFramePr>
          <p:cNvPr id="70660" name="Object 2"/>
          <p:cNvGraphicFramePr>
            <a:graphicFrameLocks noChangeAspect="1"/>
          </p:cNvGraphicFramePr>
          <p:nvPr/>
        </p:nvGraphicFramePr>
        <p:xfrm>
          <a:off x="1116013" y="2714625"/>
          <a:ext cx="188436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39165" imgH="215900" progId="Equation.3">
                  <p:embed/>
                </p:oleObj>
              </mc:Choice>
              <mc:Fallback>
                <p:oleObj name="公式" r:id="rId2" imgW="939165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714625"/>
                        <a:ext cx="1884362" cy="4286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3"/>
          <p:cNvGraphicFramePr>
            <a:graphicFrameLocks noChangeAspect="1"/>
          </p:cNvGraphicFramePr>
          <p:nvPr/>
        </p:nvGraphicFramePr>
        <p:xfrm>
          <a:off x="3790950" y="2714625"/>
          <a:ext cx="19240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64565" imgH="215900" progId="Equation.3">
                  <p:embed/>
                </p:oleObj>
              </mc:Choice>
              <mc:Fallback>
                <p:oleObj name="公式" r:id="rId4" imgW="964565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950" y="2714625"/>
                        <a:ext cx="1924050" cy="4270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幼圆" panose="02010509060101010101" pitchFamily="49" charset="-122"/>
              </a:rPr>
              <a:t>准备好控制逻辑</a:t>
            </a:r>
            <a:endParaRPr lang="zh-CN" altLang="en-US"/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>
          <a:xfrm>
            <a:off x="628650" y="1628800"/>
            <a:ext cx="7886700" cy="4548163"/>
          </a:xfrm>
        </p:spPr>
        <p:txBody>
          <a:bodyPr/>
          <a:lstStyle/>
          <a:p>
            <a:pPr eaLnBrk="1" hangingPunct="1"/>
            <a:r>
              <a:rPr lang="en-US" altLang="zh-CN" sz="2600" dirty="0"/>
              <a:t> AEN</a:t>
            </a:r>
            <a:r>
              <a:rPr lang="zh-CN" altLang="en-US" sz="2600" dirty="0">
                <a:latin typeface="宋体" panose="02010600030101010101" pitchFamily="2" charset="-122"/>
              </a:rPr>
              <a:t>称为地址允许（高电平时说明总线上正在实施</a:t>
            </a:r>
            <a:r>
              <a:rPr lang="en-US" altLang="zh-CN" sz="2600" dirty="0">
                <a:latin typeface="宋体" panose="02010600030101010101" pitchFamily="2" charset="-122"/>
              </a:rPr>
              <a:t>DMA</a:t>
            </a:r>
            <a:r>
              <a:rPr lang="zh-CN" altLang="en-US" sz="2600" dirty="0">
                <a:latin typeface="宋体" panose="02010600030101010101" pitchFamily="2" charset="-122"/>
              </a:rPr>
              <a:t>操作），它在</a:t>
            </a:r>
            <a:r>
              <a:rPr lang="en-US" altLang="zh-CN" sz="2600" dirty="0"/>
              <a:t>8284</a:t>
            </a:r>
            <a:r>
              <a:rPr lang="zh-CN" altLang="en-US" sz="2600" dirty="0">
                <a:latin typeface="宋体" panose="02010600030101010101" pitchFamily="2" charset="-122"/>
              </a:rPr>
              <a:t>的内部经反相后和</a:t>
            </a:r>
            <a:r>
              <a:rPr lang="en-US" altLang="zh-CN" sz="2600" dirty="0"/>
              <a:t>RDY</a:t>
            </a:r>
            <a:r>
              <a:rPr lang="zh-CN" altLang="en-US" sz="2600" dirty="0">
                <a:latin typeface="宋体" panose="02010600030101010101" pitchFamily="2" charset="-122"/>
              </a:rPr>
              <a:t>一起作为与门的输入端。</a:t>
            </a:r>
            <a:endParaRPr lang="en-US" altLang="zh-CN" sz="26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600" b="1" dirty="0"/>
              <a:t>若系统不提供</a:t>
            </a:r>
            <a:r>
              <a:rPr lang="en-US" altLang="zh-CN" sz="2600" b="1" dirty="0"/>
              <a:t>DMA</a:t>
            </a:r>
            <a:r>
              <a:rPr lang="zh-CN" altLang="en-US" sz="2600" b="1" dirty="0"/>
              <a:t>功能，</a:t>
            </a:r>
            <a:r>
              <a:rPr lang="en-US" altLang="zh-CN" sz="2600" b="1" dirty="0"/>
              <a:t>AEN</a:t>
            </a:r>
            <a:r>
              <a:rPr lang="zh-CN" altLang="en-US" sz="2600" b="1" dirty="0">
                <a:latin typeface="宋体" panose="02010600030101010101" pitchFamily="2" charset="-122"/>
              </a:rPr>
              <a:t>和</a:t>
            </a:r>
            <a:r>
              <a:rPr lang="en-US" altLang="zh-CN" sz="2600" b="1" dirty="0"/>
              <a:t>RDY</a:t>
            </a:r>
            <a:r>
              <a:rPr lang="zh-CN" altLang="en-US" sz="2600" b="1" dirty="0">
                <a:latin typeface="宋体" panose="02010600030101010101" pitchFamily="2" charset="-122"/>
              </a:rPr>
              <a:t>可以同时连接存储器或接口芯片提供的</a:t>
            </a:r>
            <a:r>
              <a:rPr lang="en-US" altLang="zh-CN" sz="2600" b="1" dirty="0">
                <a:latin typeface="宋体" panose="02010600030101010101" pitchFamily="2" charset="-122"/>
              </a:rPr>
              <a:t>RDY</a:t>
            </a:r>
            <a:r>
              <a:rPr lang="zh-CN" altLang="en-US" sz="2600" b="1" dirty="0">
                <a:latin typeface="宋体" panose="02010600030101010101" pitchFamily="2" charset="-122"/>
              </a:rPr>
              <a:t>信号</a:t>
            </a:r>
            <a:r>
              <a:rPr lang="en-US" altLang="zh-CN" sz="2600" b="1" dirty="0">
                <a:latin typeface="宋体" panose="02010600030101010101" pitchFamily="2" charset="-122"/>
              </a:rPr>
              <a:t>(AEN</a:t>
            </a:r>
            <a:r>
              <a:rPr lang="zh-CN" altLang="en-US" sz="2600" b="1" dirty="0">
                <a:latin typeface="宋体" panose="02010600030101010101" pitchFamily="2" charset="-122"/>
              </a:rPr>
              <a:t>需取反再输入</a:t>
            </a:r>
            <a:r>
              <a:rPr lang="en-US" altLang="zh-CN" sz="2600" b="1" dirty="0">
                <a:latin typeface="宋体" panose="02010600030101010101" pitchFamily="2" charset="-122"/>
              </a:rPr>
              <a:t>)</a:t>
            </a:r>
            <a:r>
              <a:rPr lang="zh-CN" altLang="en-US" sz="2600" dirty="0">
                <a:latin typeface="宋体" panose="02010600030101010101" pitchFamily="2" charset="-122"/>
              </a:rPr>
              <a:t>。</a:t>
            </a:r>
            <a:endParaRPr lang="en-US" altLang="zh-CN" sz="26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600" dirty="0">
                <a:latin typeface="宋体" panose="02010600030101010101" pitchFamily="2" charset="-122"/>
              </a:rPr>
              <a:t>两组输入可仅使用一组，</a:t>
            </a:r>
            <a:r>
              <a:rPr lang="zh-CN" altLang="en-US" sz="2600" b="1" dirty="0">
                <a:latin typeface="宋体" panose="02010600030101010101" pitchFamily="2" charset="-122"/>
              </a:rPr>
              <a:t>不用组的</a:t>
            </a:r>
            <a:r>
              <a:rPr lang="en-US" altLang="zh-CN" sz="2600" b="1" dirty="0"/>
              <a:t>RDY</a:t>
            </a:r>
            <a:r>
              <a:rPr lang="zh-CN" altLang="en-US" sz="2600" b="1" dirty="0">
                <a:latin typeface="宋体" panose="02010600030101010101" pitchFamily="2" charset="-122"/>
              </a:rPr>
              <a:t>接地，</a:t>
            </a:r>
            <a:r>
              <a:rPr lang="en-US" altLang="zh-CN" sz="2600" b="1" dirty="0"/>
              <a:t>AEN</a:t>
            </a:r>
            <a:r>
              <a:rPr lang="zh-CN" altLang="en-US" sz="2600" b="1" dirty="0">
                <a:latin typeface="宋体" panose="02010600030101010101" pitchFamily="2" charset="-122"/>
              </a:rPr>
              <a:t>接</a:t>
            </a:r>
            <a:r>
              <a:rPr lang="en-US" altLang="zh-CN" sz="2600" b="1" dirty="0" err="1"/>
              <a:t>Vcc</a:t>
            </a:r>
            <a:r>
              <a:rPr lang="zh-CN" altLang="en-US" sz="2600" b="1" dirty="0">
                <a:latin typeface="宋体" panose="02010600030101010101" pitchFamily="2" charset="-122"/>
              </a:rPr>
              <a:t>。</a:t>
            </a:r>
            <a:endParaRPr lang="zh-CN" altLang="en-US" sz="2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4365104"/>
            <a:ext cx="5004057" cy="205115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幼圆" panose="02010509060101010101" pitchFamily="49" charset="-122"/>
              </a:rPr>
              <a:t>准备好控制逻辑</a:t>
            </a:r>
            <a:endParaRPr lang="zh-CN" altLang="en-US"/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）当准备就绪输入信号已和时钟同步时，可只使用</a:t>
            </a:r>
            <a:r>
              <a:rPr lang="zh-CN" altLang="en-US" sz="2400" b="1"/>
              <a:t>一级同步方式</a:t>
            </a:r>
            <a:r>
              <a:rPr lang="zh-CN" altLang="en-US" sz="2400"/>
              <a:t>，同步方式选择输入端</a:t>
            </a:r>
            <a:r>
              <a:rPr lang="en-US" altLang="zh-CN" sz="2400"/>
              <a:t>ASYNC</a:t>
            </a:r>
            <a:r>
              <a:rPr lang="zh-CN" altLang="en-US" sz="2400"/>
              <a:t>接高电平；否则应选用</a:t>
            </a:r>
            <a:r>
              <a:rPr lang="zh-CN" altLang="en-US" sz="2400" b="1"/>
              <a:t>二级同步方式</a:t>
            </a:r>
            <a:r>
              <a:rPr lang="zh-CN" altLang="en-US" sz="2400"/>
              <a:t>，</a:t>
            </a:r>
            <a:r>
              <a:rPr lang="en-US" altLang="zh-CN" sz="2400"/>
              <a:t>ASYNC</a:t>
            </a:r>
            <a:r>
              <a:rPr lang="zh-CN" altLang="en-US" sz="2400"/>
              <a:t>接低电平，</a:t>
            </a:r>
            <a:r>
              <a:rPr lang="en-US" altLang="en-US" sz="2400">
                <a:ea typeface="幼圆" panose="02010509060101010101" pitchFamily="49" charset="-122"/>
              </a:rPr>
              <a:t>ASYNC</a:t>
            </a:r>
            <a:r>
              <a:rPr lang="zh-CN" altLang="zh-CN" sz="2400">
                <a:ea typeface="幼圆" panose="02010509060101010101" pitchFamily="49" charset="-122"/>
              </a:rPr>
              <a:t>为低</a:t>
            </a:r>
            <a:r>
              <a:rPr lang="zh-CN" altLang="en-US" sz="2400">
                <a:ea typeface="幼圆" panose="02010509060101010101" pitchFamily="49" charset="-122"/>
              </a:rPr>
              <a:t>多插入一个时钟周期。</a:t>
            </a: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4125808"/>
            <a:ext cx="5004057" cy="205115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幼圆" panose="02010509060101010101" pitchFamily="49" charset="-122"/>
              </a:rPr>
              <a:t>准备好控制逻辑</a:t>
            </a:r>
            <a:endParaRPr lang="zh-CN" altLang="en-US"/>
          </a:p>
        </p:txBody>
      </p:sp>
      <p:sp>
        <p:nvSpPr>
          <p:cNvPr id="737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</a:t>
            </a:r>
            <a:r>
              <a:rPr lang="zh-CN" altLang="en-US" sz="2400" b="1">
                <a:latin typeface="宋体" panose="02010600030101010101" pitchFamily="2" charset="-122"/>
              </a:rPr>
              <a:t>一级同步方式</a:t>
            </a:r>
            <a:r>
              <a:rPr lang="zh-CN" altLang="en-US" sz="2400">
                <a:latin typeface="宋体" panose="02010600030101010101" pitchFamily="2" charset="-122"/>
              </a:rPr>
              <a:t>是在</a:t>
            </a:r>
            <a:r>
              <a:rPr lang="en-US" altLang="zh-CN" sz="2400"/>
              <a:t>ASYNC</a:t>
            </a:r>
            <a:r>
              <a:rPr lang="zh-CN" altLang="en-US" sz="2400"/>
              <a:t>接高电平时，</a:t>
            </a:r>
            <a:r>
              <a:rPr lang="zh-CN" altLang="en-US" sz="2400">
                <a:latin typeface="宋体" panose="02010600030101010101" pitchFamily="2" charset="-122"/>
              </a:rPr>
              <a:t>将准备就绪输入信号直接在</a:t>
            </a:r>
            <a:r>
              <a:rPr lang="en-US" altLang="zh-CN" sz="2400"/>
              <a:t>CLK</a:t>
            </a:r>
            <a:r>
              <a:rPr lang="zh-CN" altLang="en-US" sz="2400">
                <a:latin typeface="宋体" panose="02010600030101010101" pitchFamily="2" charset="-122"/>
              </a:rPr>
              <a:t>的</a:t>
            </a:r>
            <a:r>
              <a:rPr lang="zh-CN" altLang="en-US" sz="2400" b="1">
                <a:latin typeface="宋体" panose="02010600030101010101" pitchFamily="2" charset="-122"/>
              </a:rPr>
              <a:t>下降沿</a:t>
            </a:r>
            <a:r>
              <a:rPr lang="zh-CN" altLang="en-US" sz="2400">
                <a:latin typeface="宋体" panose="02010600030101010101" pitchFamily="2" charset="-122"/>
              </a:rPr>
              <a:t>同步到</a:t>
            </a:r>
            <a:r>
              <a:rPr lang="en-US" altLang="zh-CN" sz="2400"/>
              <a:t>FF2</a:t>
            </a:r>
            <a:r>
              <a:rPr lang="zh-CN" altLang="en-US" sz="2400"/>
              <a:t>，</a:t>
            </a:r>
            <a:r>
              <a:rPr lang="zh-CN" altLang="en-US" sz="2400">
                <a:latin typeface="宋体" panose="02010600030101010101" pitchFamily="2" charset="-122"/>
              </a:rPr>
              <a:t>处于这种方式时，要求外设能够提供建立时间要求的</a:t>
            </a:r>
            <a:r>
              <a:rPr lang="en-US" altLang="zh-CN" sz="2400"/>
              <a:t>RDY</a:t>
            </a:r>
            <a:r>
              <a:rPr lang="zh-CN" altLang="en-US" sz="2400">
                <a:latin typeface="宋体" panose="02010600030101010101" pitchFamily="2" charset="-122"/>
              </a:rPr>
              <a:t>信号。</a:t>
            </a:r>
            <a:endParaRPr lang="zh-CN" altLang="en-US" sz="2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8284</a:t>
            </a:r>
            <a:r>
              <a:rPr lang="zh-CN" altLang="en-US"/>
              <a:t>内部结构图</a:t>
            </a:r>
          </a:p>
        </p:txBody>
      </p:sp>
      <p:pic>
        <p:nvPicPr>
          <p:cNvPr id="74755" name="Picture 2" descr="E:\李征的资料\教学资料\2008年教学资料\微机原理与接口技术\自己的课件\8284内部结构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485900"/>
            <a:ext cx="7900987" cy="515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幼圆" panose="02010509060101010101" pitchFamily="49" charset="-122"/>
              </a:rPr>
              <a:t>准备好控制逻辑</a:t>
            </a:r>
            <a:endParaRPr lang="zh-CN" altLang="en-US"/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</a:t>
            </a:r>
            <a:r>
              <a:rPr lang="zh-CN" altLang="en-US" sz="2400" b="1"/>
              <a:t>二级同步方式</a:t>
            </a:r>
            <a:r>
              <a:rPr lang="zh-CN" altLang="en-US" sz="2400"/>
              <a:t>是在</a:t>
            </a:r>
            <a:r>
              <a:rPr lang="en-US" altLang="zh-CN" sz="2400"/>
              <a:t>ASYNC</a:t>
            </a:r>
            <a:r>
              <a:rPr lang="zh-CN" altLang="en-US" sz="2400"/>
              <a:t>接低电平时，准备就绪输入信号有效后，</a:t>
            </a:r>
            <a:r>
              <a:rPr lang="zh-CN" altLang="en-US" sz="2400">
                <a:latin typeface="宋体" panose="02010600030101010101" pitchFamily="2" charset="-122"/>
              </a:rPr>
              <a:t>首先在</a:t>
            </a:r>
            <a:r>
              <a:rPr lang="en-US" altLang="zh-CN" sz="2400"/>
              <a:t>CLK</a:t>
            </a:r>
            <a:r>
              <a:rPr lang="zh-CN" altLang="en-US" sz="2400">
                <a:latin typeface="宋体" panose="02010600030101010101" pitchFamily="2" charset="-122"/>
              </a:rPr>
              <a:t>的</a:t>
            </a:r>
            <a:r>
              <a:rPr lang="zh-CN" altLang="en-US" sz="2400" b="1">
                <a:latin typeface="宋体" panose="02010600030101010101" pitchFamily="2" charset="-122"/>
              </a:rPr>
              <a:t>上升沿</a:t>
            </a:r>
            <a:r>
              <a:rPr lang="zh-CN" altLang="en-US" sz="2400">
                <a:latin typeface="宋体" panose="02010600030101010101" pitchFamily="2" charset="-122"/>
              </a:rPr>
              <a:t>同步到触发器</a:t>
            </a:r>
            <a:r>
              <a:rPr lang="en-US" altLang="zh-CN" sz="2400"/>
              <a:t>1</a:t>
            </a:r>
            <a:r>
              <a:rPr lang="zh-CN" altLang="en-US" sz="2400">
                <a:latin typeface="宋体" panose="02010600030101010101" pitchFamily="2" charset="-122"/>
              </a:rPr>
              <a:t>（</a:t>
            </a:r>
            <a:r>
              <a:rPr lang="en-US" altLang="zh-CN" sz="2400"/>
              <a:t>FF1</a:t>
            </a:r>
            <a:r>
              <a:rPr lang="zh-CN" altLang="en-US" sz="2400">
                <a:latin typeface="宋体" panose="02010600030101010101" pitchFamily="2" charset="-122"/>
              </a:rPr>
              <a:t>），然后在</a:t>
            </a:r>
            <a:r>
              <a:rPr lang="en-US" altLang="zh-CN" sz="2400"/>
              <a:t>CLK</a:t>
            </a:r>
            <a:r>
              <a:rPr lang="zh-CN" altLang="en-US" sz="2400" b="1">
                <a:latin typeface="宋体" panose="02010600030101010101" pitchFamily="2" charset="-122"/>
              </a:rPr>
              <a:t>下降沿</a:t>
            </a:r>
            <a:r>
              <a:rPr lang="zh-CN" altLang="en-US" sz="2400">
                <a:latin typeface="宋体" panose="02010600030101010101" pitchFamily="2" charset="-122"/>
              </a:rPr>
              <a:t>同步到</a:t>
            </a:r>
            <a:r>
              <a:rPr lang="en-US" altLang="zh-CN" sz="2400"/>
              <a:t>FF2</a:t>
            </a:r>
            <a:r>
              <a:rPr lang="zh-CN" altLang="en-US" sz="2400">
                <a:latin typeface="宋体" panose="02010600030101010101" pitchFamily="2" charset="-122"/>
              </a:rPr>
              <a:t>，使</a:t>
            </a:r>
            <a:r>
              <a:rPr lang="en-US" altLang="zh-CN" sz="2400"/>
              <a:t>READY</a:t>
            </a:r>
            <a:r>
              <a:rPr lang="zh-CN" altLang="en-US" sz="2400">
                <a:latin typeface="宋体" panose="02010600030101010101" pitchFamily="2" charset="-122"/>
              </a:rPr>
              <a:t>有效（高电平）。</a:t>
            </a:r>
            <a:endParaRPr lang="en-US" altLang="zh-CN" sz="240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准备就绪输入信号无效时，</a:t>
            </a:r>
            <a:r>
              <a:rPr lang="zh-CN" altLang="en-US" sz="2400"/>
              <a:t>将直接在</a:t>
            </a:r>
            <a:r>
              <a:rPr lang="en-US" altLang="zh-CN" sz="2400"/>
              <a:t>CLK</a:t>
            </a:r>
            <a:r>
              <a:rPr lang="zh-CN" altLang="en-US" sz="2400" b="1"/>
              <a:t>下降沿</a:t>
            </a:r>
            <a:r>
              <a:rPr lang="zh-CN" altLang="en-US" sz="2400"/>
              <a:t>同步到</a:t>
            </a:r>
            <a:r>
              <a:rPr lang="en-US" altLang="zh-CN" sz="2400"/>
              <a:t>FF2</a:t>
            </a:r>
            <a:r>
              <a:rPr lang="zh-CN" altLang="en-US" sz="2400"/>
              <a:t>，使</a:t>
            </a:r>
            <a:r>
              <a:rPr lang="en-US" altLang="zh-CN" sz="2400"/>
              <a:t>READY</a:t>
            </a:r>
            <a:r>
              <a:rPr lang="zh-CN" altLang="en-US" sz="2400">
                <a:latin typeface="宋体" panose="02010600030101010101" pitchFamily="2" charset="-122"/>
              </a:rPr>
              <a:t>无效。</a:t>
            </a:r>
            <a:endParaRPr lang="zh-CN" altLang="en-US" sz="2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8284 </a:t>
            </a:r>
            <a:r>
              <a:rPr lang="zh-CN" altLang="en-US" b="1" dirty="0"/>
              <a:t>工作波形图</a:t>
            </a:r>
            <a:r>
              <a:rPr lang="en-US" altLang="zh-CN" b="1" dirty="0"/>
              <a:t>  </a:t>
            </a:r>
            <a:r>
              <a:rPr lang="zh-CN" altLang="en-US" b="1" dirty="0"/>
              <a:t>例：</a:t>
            </a:r>
            <a:r>
              <a:rPr lang="en-US" altLang="zh-CN" b="1" dirty="0"/>
              <a:t>RDY1</a:t>
            </a:r>
            <a:r>
              <a:rPr lang="zh-CN" altLang="en-US" b="1" dirty="0"/>
              <a:t>和</a:t>
            </a:r>
            <a:r>
              <a:rPr lang="en-US" altLang="zh-CN" b="1" dirty="0"/>
              <a:t>READY</a:t>
            </a:r>
            <a:endParaRPr lang="zh-CN" altLang="en-US" dirty="0"/>
          </a:p>
        </p:txBody>
      </p:sp>
      <p:pic>
        <p:nvPicPr>
          <p:cNvPr id="76803" name="Picture 2" descr="E:\李征的资料\教学资料\2008年教学资料\微机原理与接口技术\自己的课件\8284工作波形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597025"/>
            <a:ext cx="7926387" cy="490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>
          <a:xfrm>
            <a:off x="4860032" y="2708920"/>
            <a:ext cx="0" cy="266429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3995936" y="2708920"/>
            <a:ext cx="0" cy="266429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</a:t>
            </a:r>
            <a:r>
              <a:rPr lang="en-US" altLang="zh-CN"/>
              <a:t>8088</a:t>
            </a:r>
            <a:r>
              <a:rPr lang="zh-CN" altLang="en-US"/>
              <a:t>的基本总线时序</a:t>
            </a:r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时序（</a:t>
            </a:r>
            <a:r>
              <a:rPr lang="en-US" altLang="zh-CN" sz="2800" b="1"/>
              <a:t>Timing</a:t>
            </a:r>
            <a:r>
              <a:rPr lang="zh-CN" altLang="en-US" sz="2800" b="1">
                <a:latin typeface="Times New Roman" panose="02020603050405020304" pitchFamily="18" charset="0"/>
              </a:rPr>
              <a:t>）</a:t>
            </a:r>
            <a:r>
              <a:rPr lang="zh-CN" altLang="en-US" sz="2800">
                <a:latin typeface="Times New Roman" panose="02020603050405020304" pitchFamily="18" charset="0"/>
              </a:rPr>
              <a:t>是指信号高低电平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有效或无效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变化及相互间的时间顺序关系。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时序主要由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中的控制器来控制，决定系统各部件间的同步和定时。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总线时序</a:t>
            </a:r>
            <a:r>
              <a:rPr lang="zh-CN" altLang="en-US" sz="2800">
                <a:latin typeface="Times New Roman" panose="02020603050405020304" pitchFamily="18" charset="0"/>
              </a:rPr>
              <a:t>描述</a:t>
            </a:r>
            <a:r>
              <a:rPr lang="en-US" altLang="zh-CN" sz="2800"/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引脚如何实现总线操作。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en-US" altLang="zh-CN" dirty="0"/>
              <a:t>8088</a:t>
            </a:r>
            <a:r>
              <a:rPr lang="zh-CN" altLang="en-US" dirty="0"/>
              <a:t>的基本总线时序</a:t>
            </a:r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描述</a:t>
            </a:r>
            <a:r>
              <a:rPr lang="zh-CN" altLang="en-US" sz="2800" b="1"/>
              <a:t>总线操作</a:t>
            </a:r>
            <a:r>
              <a:rPr lang="zh-CN" altLang="en-US" sz="2800"/>
              <a:t>的微处理器时序有三级：</a:t>
            </a:r>
          </a:p>
          <a:p>
            <a:pPr lvl="1" eaLnBrk="1" hangingPunct="1"/>
            <a:r>
              <a:rPr lang="zh-CN" altLang="en-US" sz="2800"/>
              <a:t>指令周期 → 总线周期 → 时钟周期</a:t>
            </a:r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指令周期</a:t>
            </a:r>
            <a:r>
              <a:rPr lang="zh-CN" altLang="en-US" sz="2800">
                <a:latin typeface="Times New Roman" panose="02020603050405020304" pitchFamily="18" charset="0"/>
              </a:rPr>
              <a:t>是指一条指令经取指、译码、读写操作数到执行完成的过程。若干总线周期组成一个指令周期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总线周期</a:t>
            </a:r>
            <a:r>
              <a:rPr lang="zh-CN" altLang="en-US" sz="2800">
                <a:latin typeface="Times New Roman" panose="02020603050405020304" pitchFamily="18" charset="0"/>
              </a:rPr>
              <a:t>是指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通过总线操作与外部（存储器或</a:t>
            </a:r>
            <a:r>
              <a:rPr lang="en-US" altLang="zh-CN" sz="2800">
                <a:latin typeface="Times New Roman" panose="02020603050405020304" pitchFamily="18" charset="0"/>
              </a:rPr>
              <a:t>I/O</a:t>
            </a:r>
            <a:r>
              <a:rPr lang="zh-CN" altLang="en-US" sz="2800">
                <a:latin typeface="Times New Roman" panose="02020603050405020304" pitchFamily="18" charset="0"/>
              </a:rPr>
              <a:t>端口）进行一次数据交换的过程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en-US" altLang="zh-CN" dirty="0"/>
              <a:t>8088</a:t>
            </a:r>
            <a:r>
              <a:rPr lang="zh-CN" altLang="en-US" dirty="0"/>
              <a:t>的基本总线时序</a:t>
            </a:r>
          </a:p>
        </p:txBody>
      </p:sp>
      <p:sp>
        <p:nvSpPr>
          <p:cNvPr id="788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总线操作</a:t>
            </a:r>
            <a:r>
              <a:rPr lang="zh-CN" altLang="en-US" sz="2800">
                <a:latin typeface="Times New Roman" panose="02020603050405020304" pitchFamily="18" charset="0"/>
              </a:rPr>
              <a:t>是指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通过总线对外的各种操作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8088</a:t>
            </a:r>
            <a:r>
              <a:rPr lang="zh-CN" altLang="en-US" sz="2800">
                <a:latin typeface="Times New Roman" panose="02020603050405020304" pitchFamily="18" charset="0"/>
              </a:rPr>
              <a:t>的总线操作主要有：</a:t>
            </a:r>
          </a:p>
          <a:p>
            <a:pPr lvl="1" eaLnBrk="1" hangingPunct="1"/>
            <a:r>
              <a:rPr lang="zh-CN" altLang="en-US" sz="2400">
                <a:latin typeface="Times New Roman" panose="02020603050405020304" pitchFamily="18" charset="0"/>
              </a:rPr>
              <a:t>存储器读、</a:t>
            </a:r>
            <a:r>
              <a:rPr lang="en-US" altLang="zh-CN" sz="2400"/>
              <a:t>I/O</a:t>
            </a:r>
            <a:r>
              <a:rPr lang="zh-CN" altLang="en-US" sz="2400">
                <a:latin typeface="Times New Roman" panose="02020603050405020304" pitchFamily="18" charset="0"/>
              </a:rPr>
              <a:t>读操作</a:t>
            </a:r>
          </a:p>
          <a:p>
            <a:pPr lvl="1" eaLnBrk="1" hangingPunct="1"/>
            <a:r>
              <a:rPr lang="zh-CN" altLang="en-US" sz="2400">
                <a:latin typeface="Times New Roman" panose="02020603050405020304" pitchFamily="18" charset="0"/>
              </a:rPr>
              <a:t>存储器写、</a:t>
            </a:r>
            <a:r>
              <a:rPr lang="en-US" altLang="zh-CN" sz="2400"/>
              <a:t>I/O</a:t>
            </a:r>
            <a:r>
              <a:rPr lang="zh-CN" altLang="en-US" sz="2400">
                <a:latin typeface="Times New Roman" panose="02020603050405020304" pitchFamily="18" charset="0"/>
              </a:rPr>
              <a:t>写操作</a:t>
            </a:r>
          </a:p>
          <a:p>
            <a:pPr lvl="1" eaLnBrk="1" hangingPunct="1"/>
            <a:r>
              <a:rPr lang="zh-CN" altLang="en-US" sz="2400">
                <a:latin typeface="Times New Roman" panose="02020603050405020304" pitchFamily="18" charset="0"/>
              </a:rPr>
              <a:t>中断响应操作</a:t>
            </a:r>
          </a:p>
          <a:p>
            <a:pPr lvl="1" eaLnBrk="1" hangingPunct="1"/>
            <a:r>
              <a:rPr lang="zh-CN" altLang="en-US" sz="2400">
                <a:latin typeface="Times New Roman" panose="02020603050405020304" pitchFamily="18" charset="0"/>
              </a:rPr>
              <a:t>总线请求及响应操作</a:t>
            </a:r>
          </a:p>
          <a:p>
            <a:pPr lvl="1" eaLnBrk="1" hangingPunct="1"/>
            <a:r>
              <a:rPr lang="en-US" altLang="zh-CN" sz="2400"/>
              <a:t>CPU</a:t>
            </a:r>
            <a:r>
              <a:rPr lang="zh-CN" altLang="en-US" sz="2400">
                <a:latin typeface="Times New Roman" panose="02020603050405020304" pitchFamily="18" charset="0"/>
              </a:rPr>
              <a:t>正在进行内部操作、并不进行实际对外操作的空闲状态</a:t>
            </a:r>
            <a:r>
              <a:rPr lang="en-US" altLang="zh-CN" sz="2400">
                <a:latin typeface="Times New Roman" panose="02020603050405020304" pitchFamily="18" charset="0"/>
              </a:rPr>
              <a:t>Ti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</a:t>
            </a:r>
            <a:r>
              <a:rPr lang="en-US" altLang="zh-CN"/>
              <a:t>8088</a:t>
            </a:r>
            <a:r>
              <a:rPr lang="zh-CN" altLang="en-US"/>
              <a:t>的基本总线时序</a:t>
            </a:r>
          </a:p>
        </p:txBody>
      </p:sp>
      <p:sp>
        <p:nvSpPr>
          <p:cNvPr id="829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任何指令的</a:t>
            </a:r>
            <a:r>
              <a:rPr lang="zh-CN" altLang="en-US" sz="2400" b="1" dirty="0">
                <a:latin typeface="Times New Roman" panose="02020603050405020304" pitchFamily="18" charset="0"/>
              </a:rPr>
              <a:t>取指</a:t>
            </a:r>
            <a:r>
              <a:rPr lang="zh-CN" altLang="en-US" sz="2400" dirty="0">
                <a:latin typeface="Times New Roman" panose="02020603050405020304" pitchFamily="18" charset="0"/>
              </a:rPr>
              <a:t>阶段都需要存储器读总线周期，读取的内容是指令代码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任何一条以存储单元为源操作数的指令都将引起</a:t>
            </a:r>
            <a:r>
              <a:rPr lang="zh-CN" altLang="en-US" sz="2400" b="1" dirty="0">
                <a:latin typeface="Times New Roman" panose="02020603050405020304" pitchFamily="18" charset="0"/>
              </a:rPr>
              <a:t>存储器读</a:t>
            </a:r>
            <a:r>
              <a:rPr lang="zh-CN" altLang="en-US" sz="2400" dirty="0">
                <a:latin typeface="Times New Roman" panose="02020603050405020304" pitchFamily="18" charset="0"/>
              </a:rPr>
              <a:t>总线周期，任何一条以存储单元为目的操作数的指令都将引起</a:t>
            </a:r>
            <a:r>
              <a:rPr lang="zh-CN" altLang="en-US" sz="2400" b="1" dirty="0">
                <a:latin typeface="Times New Roman" panose="02020603050405020304" pitchFamily="18" charset="0"/>
              </a:rPr>
              <a:t>存储器写</a:t>
            </a:r>
            <a:r>
              <a:rPr lang="zh-CN" altLang="en-US" sz="2400" dirty="0">
                <a:latin typeface="Times New Roman" panose="02020603050405020304" pitchFamily="18" charset="0"/>
              </a:rPr>
              <a:t>总线周期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只有执行</a:t>
            </a:r>
            <a:r>
              <a:rPr lang="en-US" altLang="zh-CN" sz="2400" dirty="0">
                <a:latin typeface="Times New Roman" panose="02020603050405020304" pitchFamily="18" charset="0"/>
              </a:rPr>
              <a:t>IN</a:t>
            </a:r>
            <a:r>
              <a:rPr lang="zh-CN" altLang="en-US" sz="2400" dirty="0">
                <a:latin typeface="Times New Roman" panose="02020603050405020304" pitchFamily="18" charset="0"/>
              </a:rPr>
              <a:t>指令才出现</a:t>
            </a:r>
            <a:r>
              <a:rPr lang="en-US" altLang="zh-CN" sz="2400" b="1" dirty="0">
                <a:latin typeface="Times New Roman" panose="02020603050405020304" pitchFamily="18" charset="0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</a:rPr>
              <a:t>读总线周期</a:t>
            </a:r>
            <a:r>
              <a:rPr lang="zh-CN" altLang="en-US" sz="2400" dirty="0">
                <a:latin typeface="Times New Roman" panose="02020603050405020304" pitchFamily="18" charset="0"/>
              </a:rPr>
              <a:t>，执行</a:t>
            </a:r>
            <a:r>
              <a:rPr lang="en-US" altLang="zh-CN" sz="2400" dirty="0">
                <a:latin typeface="Times New Roman" panose="02020603050405020304" pitchFamily="18" charset="0"/>
              </a:rPr>
              <a:t>OUT</a:t>
            </a:r>
            <a:r>
              <a:rPr lang="zh-CN" altLang="en-US" sz="2400" dirty="0">
                <a:latin typeface="Times New Roman" panose="02020603050405020304" pitchFamily="18" charset="0"/>
              </a:rPr>
              <a:t>指令才出现</a:t>
            </a:r>
            <a:r>
              <a:rPr lang="en-US" altLang="zh-CN" sz="2400" b="1" dirty="0">
                <a:latin typeface="Times New Roman" panose="02020603050405020304" pitchFamily="18" charset="0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</a:rPr>
              <a:t>写总线周期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响应可屏蔽中断时生成</a:t>
            </a:r>
            <a:r>
              <a:rPr lang="zh-CN" altLang="en-US" sz="2400" b="1" dirty="0">
                <a:latin typeface="Times New Roman" panose="02020603050405020304" pitchFamily="18" charset="0"/>
              </a:rPr>
              <a:t>中断响应总线周期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</a:t>
            </a:r>
            <a:r>
              <a:rPr lang="en-US" altLang="zh-CN"/>
              <a:t>8088</a:t>
            </a:r>
            <a:r>
              <a:rPr lang="zh-CN" altLang="en-US"/>
              <a:t>的基本总线时序</a:t>
            </a:r>
          </a:p>
        </p:txBody>
      </p:sp>
      <p:sp>
        <p:nvSpPr>
          <p:cNvPr id="808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8088</a:t>
            </a:r>
            <a:r>
              <a:rPr lang="zh-CN" altLang="en-US" sz="2800">
                <a:latin typeface="Times New Roman" panose="02020603050405020304" pitchFamily="18" charset="0"/>
              </a:rPr>
              <a:t>的基本总线周期需要</a:t>
            </a:r>
            <a:r>
              <a:rPr lang="en-US" altLang="zh-CN" sz="2800">
                <a:latin typeface="Times New Roman" panose="02020603050405020304" pitchFamily="18" charset="0"/>
              </a:rPr>
              <a:t>4</a:t>
            </a:r>
            <a:r>
              <a:rPr lang="zh-CN" altLang="en-US" sz="2800">
                <a:latin typeface="Times New Roman" panose="02020603050405020304" pitchFamily="18" charset="0"/>
              </a:rPr>
              <a:t>个时钟周期</a:t>
            </a:r>
          </a:p>
          <a:p>
            <a:pPr lvl="1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</a:rPr>
              <a:t>个时钟周期编号为</a:t>
            </a:r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30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30000"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30000">
                <a:latin typeface="Times New Roman" panose="02020603050405020304" pitchFamily="18" charset="0"/>
              </a:rPr>
              <a:t>3</a:t>
            </a:r>
            <a:r>
              <a:rPr lang="zh-CN" altLang="en-US" sz="2400">
                <a:latin typeface="Times New Roman" panose="02020603050405020304" pitchFamily="18" charset="0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300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400">
                <a:latin typeface="Times New Roman" panose="02020603050405020304" pitchFamily="18" charset="0"/>
              </a:rPr>
              <a:t>总线周期中的时钟周期也被称作“</a:t>
            </a:r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zh-CN" altLang="en-US" sz="2400">
                <a:latin typeface="Times New Roman" panose="02020603050405020304" pitchFamily="18" charset="0"/>
              </a:rPr>
              <a:t>状态” </a:t>
            </a:r>
          </a:p>
          <a:p>
            <a:pPr lvl="1" eaLnBrk="1" hangingPunct="1"/>
            <a:r>
              <a:rPr lang="zh-CN" altLang="en-US" sz="2400">
                <a:latin typeface="Times New Roman" panose="02020603050405020304" pitchFamily="18" charset="0"/>
              </a:rPr>
              <a:t>时钟周期的时间长度就是时钟频率的倒数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lvl="1" eaLnBrk="1" hangingPunct="1"/>
            <a:endParaRPr lang="zh-CN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当需要延长总线周期时需要插入等待状态</a:t>
            </a:r>
            <a:r>
              <a:rPr lang="en-US" altLang="zh-CN" sz="2800">
                <a:latin typeface="Times New Roman" panose="02020603050405020304" pitchFamily="18" charset="0"/>
              </a:rPr>
              <a:t>Tw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总线周期的构成</a:t>
            </a:r>
          </a:p>
        </p:txBody>
      </p:sp>
      <p:pic>
        <p:nvPicPr>
          <p:cNvPr id="81923" name="Picture 2" descr="E:\李征的资料\教学资料\2008年教学资料\微机原理与接口技术\自己的课件\总线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006600"/>
            <a:ext cx="8599488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en-US" altLang="zh-CN" dirty="0"/>
              <a:t>8088</a:t>
            </a:r>
            <a:r>
              <a:rPr lang="zh-CN" altLang="en-US" dirty="0"/>
              <a:t>的基本总线时序</a:t>
            </a:r>
          </a:p>
        </p:txBody>
      </p:sp>
      <p:sp>
        <p:nvSpPr>
          <p:cNvPr id="839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总线操作中如何实现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与内存、接口芯片间的</a:t>
            </a:r>
            <a:r>
              <a:rPr lang="zh-CN" altLang="en-US" sz="2800" b="1" dirty="0">
                <a:latin typeface="Times New Roman" panose="02020603050405020304" pitchFamily="18" charset="0"/>
              </a:rPr>
              <a:t>时序同步是关键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同步时序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</a:p>
          <a:p>
            <a:pPr lvl="1" eaLnBrk="1" hangingPunct="1"/>
            <a:r>
              <a:rPr lang="zh-CN" altLang="en-US" sz="2400" dirty="0">
                <a:latin typeface="Times New Roman" panose="02020603050405020304" pitchFamily="18" charset="0"/>
              </a:rPr>
              <a:t>各部件都</a:t>
            </a:r>
            <a:r>
              <a:rPr lang="zh-CN" altLang="en-US" sz="2400" b="1" dirty="0">
                <a:latin typeface="Times New Roman" panose="02020603050405020304" pitchFamily="18" charset="0"/>
              </a:rPr>
              <a:t>以系统时钟信号为基准</a:t>
            </a:r>
          </a:p>
          <a:p>
            <a:pPr lvl="1" eaLnBrk="1" hangingPunct="1"/>
            <a:r>
              <a:rPr lang="zh-CN" altLang="en-US" sz="2400" dirty="0">
                <a:latin typeface="Times New Roman" panose="02020603050405020304" pitchFamily="18" charset="0"/>
              </a:rPr>
              <a:t>当相互不能配合时，快速部件（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）插入等待状态等待慢速部件（</a:t>
            </a:r>
            <a:r>
              <a:rPr lang="en-US" altLang="zh-CN" sz="2400" dirty="0"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latin typeface="Times New Roman" panose="02020603050405020304" pitchFamily="18" charset="0"/>
              </a:rPr>
              <a:t>和存储器）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异步时序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与外设接口</a:t>
            </a:r>
            <a:r>
              <a:rPr lang="zh-CN" altLang="en-US" sz="2800" b="1" dirty="0">
                <a:latin typeface="Times New Roman" panose="02020603050405020304" pitchFamily="18" charset="0"/>
              </a:rPr>
              <a:t>通过应答联络信号实现同步操作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7</a:t>
            </a:r>
            <a:r>
              <a:rPr lang="zh-CN" altLang="en-US"/>
              <a:t>）</a:t>
            </a:r>
            <a:r>
              <a:rPr lang="en-US" altLang="zh-CN"/>
              <a:t>8088</a:t>
            </a:r>
            <a:r>
              <a:rPr lang="zh-CN" altLang="en-US"/>
              <a:t>最小组态的总线时序</a:t>
            </a:r>
          </a:p>
        </p:txBody>
      </p:sp>
      <p:sp>
        <p:nvSpPr>
          <p:cNvPr id="849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971550" eaLnBrk="1" hangingPunct="1">
              <a:spcBef>
                <a:spcPct val="50000"/>
              </a:spcBef>
              <a:buFontTx/>
              <a:buNone/>
              <a:tabLst>
                <a:tab pos="3905250" algn="l"/>
              </a:tabLst>
            </a:pPr>
            <a:r>
              <a:rPr lang="zh-CN" altLang="en-US" sz="2800">
                <a:latin typeface="Times New Roman" panose="02020603050405020304" pitchFamily="18" charset="0"/>
              </a:rPr>
              <a:t>本节展开微处理器最基本的</a:t>
            </a:r>
            <a:r>
              <a:rPr lang="en-US" altLang="zh-CN" sz="2800">
                <a:latin typeface="Times New Roman" panose="02020603050405020304" pitchFamily="18" charset="0"/>
              </a:rPr>
              <a:t>4</a:t>
            </a:r>
            <a:r>
              <a:rPr lang="zh-CN" altLang="en-US" sz="2800">
                <a:latin typeface="Times New Roman" panose="02020603050405020304" pitchFamily="18" charset="0"/>
              </a:rPr>
              <a:t>种总线周期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defTabSz="971550" eaLnBrk="1" hangingPunct="1">
              <a:spcBef>
                <a:spcPct val="50000"/>
              </a:spcBef>
              <a:buFontTx/>
              <a:buNone/>
              <a:tabLst>
                <a:tab pos="3905250" algn="l"/>
              </a:tabLst>
            </a:pPr>
            <a:endParaRPr lang="zh-CN" altLang="en-US" sz="2800">
              <a:latin typeface="Times New Roman" panose="02020603050405020304" pitchFamily="18" charset="0"/>
            </a:endParaRPr>
          </a:p>
          <a:p>
            <a:pPr defTabSz="971550" eaLnBrk="1" hangingPunct="1">
              <a:spcBef>
                <a:spcPct val="50000"/>
              </a:spcBef>
              <a:buFontTx/>
              <a:buNone/>
              <a:tabLst>
                <a:tab pos="3905250" algn="l"/>
              </a:tabLst>
            </a:pPr>
            <a:r>
              <a:rPr lang="zh-CN" altLang="en-US" sz="2800">
                <a:latin typeface="Times New Roman" panose="02020603050405020304" pitchFamily="18" charset="0"/>
              </a:rPr>
              <a:t>存储器读总线周期</a:t>
            </a:r>
          </a:p>
          <a:p>
            <a:pPr defTabSz="971550" eaLnBrk="1" hangingPunct="1">
              <a:spcBef>
                <a:spcPct val="50000"/>
              </a:spcBef>
              <a:buFontTx/>
              <a:buNone/>
              <a:tabLst>
                <a:tab pos="3905250" algn="l"/>
              </a:tabLst>
            </a:pPr>
            <a:r>
              <a:rPr lang="zh-CN" altLang="en-US" sz="2800">
                <a:latin typeface="Times New Roman" panose="02020603050405020304" pitchFamily="18" charset="0"/>
              </a:rPr>
              <a:t>存储器写总线周期</a:t>
            </a:r>
          </a:p>
          <a:p>
            <a:pPr defTabSz="971550" eaLnBrk="1" hangingPunct="1">
              <a:spcBef>
                <a:spcPct val="50000"/>
              </a:spcBef>
              <a:buFontTx/>
              <a:buNone/>
              <a:tabLst>
                <a:tab pos="3905250" algn="l"/>
              </a:tabLst>
            </a:pPr>
            <a:r>
              <a:rPr lang="en-US" altLang="zh-CN" sz="2800">
                <a:latin typeface="Times New Roman" panose="02020603050405020304" pitchFamily="18" charset="0"/>
              </a:rPr>
              <a:t>I/O</a:t>
            </a:r>
            <a:r>
              <a:rPr lang="zh-CN" altLang="en-US" sz="2800">
                <a:latin typeface="Times New Roman" panose="02020603050405020304" pitchFamily="18" charset="0"/>
              </a:rPr>
              <a:t>读总线周期</a:t>
            </a:r>
          </a:p>
          <a:p>
            <a:pPr defTabSz="971550" eaLnBrk="1" hangingPunct="1">
              <a:spcBef>
                <a:spcPct val="50000"/>
              </a:spcBef>
              <a:buFontTx/>
              <a:buNone/>
              <a:tabLst>
                <a:tab pos="3905250" algn="l"/>
              </a:tabLst>
            </a:pPr>
            <a:r>
              <a:rPr lang="en-US" altLang="zh-CN" sz="2800">
                <a:latin typeface="Times New Roman" panose="02020603050405020304" pitchFamily="18" charset="0"/>
              </a:rPr>
              <a:t>I/O</a:t>
            </a:r>
            <a:r>
              <a:rPr lang="zh-CN" altLang="en-US" sz="2800">
                <a:latin typeface="Times New Roman" panose="02020603050405020304" pitchFamily="18" charset="0"/>
              </a:rPr>
              <a:t>写总线周期</a:t>
            </a:r>
            <a:endParaRPr lang="zh-CN" altLang="en-US" sz="28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存储器写总线周期</a:t>
            </a:r>
            <a:endParaRPr lang="zh-CN" altLang="en-US"/>
          </a:p>
        </p:txBody>
      </p:sp>
      <p:pic>
        <p:nvPicPr>
          <p:cNvPr id="86019" name="Picture 3" descr="E:\李征的资料\教学资料\2008年教学资料\微机原理与接口技术\自己的课件\存储器写总线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498600"/>
            <a:ext cx="8836025" cy="500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" name="圆角矩形标注 137"/>
          <p:cNvSpPr/>
          <p:nvPr/>
        </p:nvSpPr>
        <p:spPr>
          <a:xfrm>
            <a:off x="4286250" y="1071563"/>
            <a:ext cx="3571875" cy="612775"/>
          </a:xfrm>
          <a:prstGeom prst="wedgeRoundRectCallout">
            <a:avLst>
              <a:gd name="adj1" fmla="val -85633"/>
              <a:gd name="adj2" fmla="val 22341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 IO/M*</a:t>
            </a:r>
            <a:r>
              <a:rPr lang="zh-CN" altLang="en-US" b="1" dirty="0">
                <a:latin typeface="Times New Roman" panose="02020603050405020304" pitchFamily="18" charset="0"/>
              </a:rPr>
              <a:t>输出低电平，表示存储器操作</a:t>
            </a:r>
            <a:endParaRPr lang="zh-CN" altLang="en-US" dirty="0"/>
          </a:p>
        </p:txBody>
      </p:sp>
      <p:sp>
        <p:nvSpPr>
          <p:cNvPr id="139" name="圆角矩形标注 138"/>
          <p:cNvSpPr/>
          <p:nvPr/>
        </p:nvSpPr>
        <p:spPr>
          <a:xfrm>
            <a:off x="4295775" y="1724025"/>
            <a:ext cx="3571875" cy="612775"/>
          </a:xfrm>
          <a:prstGeom prst="wedgeRoundRectCallout">
            <a:avLst>
              <a:gd name="adj1" fmla="val -83233"/>
              <a:gd name="adj2" fmla="val 1791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：输出</a:t>
            </a:r>
            <a:r>
              <a:rPr lang="en-US" altLang="zh-CN" b="1" dirty="0"/>
              <a:t>20</a:t>
            </a:r>
            <a:r>
              <a:rPr lang="zh-CN" altLang="en-US" b="1" dirty="0">
                <a:latin typeface="Times New Roman" panose="02020603050405020304" pitchFamily="18" charset="0"/>
              </a:rPr>
              <a:t>位存储器地址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/>
              <a:t>19</a:t>
            </a:r>
            <a:r>
              <a:rPr lang="zh-CN" altLang="en-US" b="1" dirty="0">
                <a:latin typeface="Times New Roman" panose="02020603050405020304" pitchFamily="18" charset="0"/>
              </a:rPr>
              <a:t>～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/>
              <a:t>0</a:t>
            </a:r>
            <a:endParaRPr lang="zh-CN" altLang="en-US" dirty="0"/>
          </a:p>
        </p:txBody>
      </p:sp>
      <p:sp>
        <p:nvSpPr>
          <p:cNvPr id="141" name="圆角矩形标注 140"/>
          <p:cNvSpPr/>
          <p:nvPr/>
        </p:nvSpPr>
        <p:spPr>
          <a:xfrm>
            <a:off x="4286250" y="2387600"/>
            <a:ext cx="3571875" cy="612775"/>
          </a:xfrm>
          <a:prstGeom prst="wedgeRoundRectCallout">
            <a:avLst>
              <a:gd name="adj1" fmla="val -87233"/>
              <a:gd name="adj2" fmla="val 3819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/>
              <a:t>ALE</a:t>
            </a:r>
            <a:r>
              <a:rPr lang="zh-CN" altLang="en-US" b="1" dirty="0">
                <a:latin typeface="Times New Roman" panose="02020603050405020304" pitchFamily="18" charset="0"/>
              </a:rPr>
              <a:t>输出正脉冲，表示复用总线输出地址</a:t>
            </a:r>
            <a:endParaRPr lang="zh-CN" altLang="en-US" b="1" dirty="0"/>
          </a:p>
        </p:txBody>
      </p:sp>
      <p:sp>
        <p:nvSpPr>
          <p:cNvPr id="145" name="圆角矩形标注 144"/>
          <p:cNvSpPr/>
          <p:nvPr/>
        </p:nvSpPr>
        <p:spPr>
          <a:xfrm>
            <a:off x="4286250" y="3071813"/>
            <a:ext cx="3571875" cy="612775"/>
          </a:xfrm>
          <a:prstGeom prst="wedgeRoundRectCallout">
            <a:avLst>
              <a:gd name="adj1" fmla="val -46033"/>
              <a:gd name="adj2" fmla="val 16977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：输出数据</a:t>
            </a:r>
            <a:r>
              <a:rPr lang="en-US" altLang="zh-CN" b="1" dirty="0">
                <a:latin typeface="Times New Roman" panose="02020603050405020304" pitchFamily="18" charset="0"/>
              </a:rPr>
              <a:t>D</a:t>
            </a:r>
            <a:r>
              <a:rPr lang="en-US" altLang="zh-CN" b="1" baseline="-30000" dirty="0"/>
              <a:t>7</a:t>
            </a:r>
            <a:r>
              <a:rPr lang="zh-CN" altLang="en-US" b="1" dirty="0">
                <a:latin typeface="Times New Roman" panose="02020603050405020304" pitchFamily="18" charset="0"/>
              </a:rPr>
              <a:t>～</a:t>
            </a:r>
            <a:r>
              <a:rPr lang="en-US" altLang="zh-CN" b="1" dirty="0">
                <a:latin typeface="Times New Roman" panose="02020603050405020304" pitchFamily="18" charset="0"/>
              </a:rPr>
              <a:t>D</a:t>
            </a:r>
            <a:r>
              <a:rPr lang="en-US" altLang="zh-CN" b="1" baseline="-30000" dirty="0"/>
              <a:t>0</a:t>
            </a:r>
            <a:endParaRPr lang="zh-CN" altLang="en-US" b="1" dirty="0"/>
          </a:p>
        </p:txBody>
      </p:sp>
      <p:sp>
        <p:nvSpPr>
          <p:cNvPr id="146" name="圆角矩形标注 145"/>
          <p:cNvSpPr/>
          <p:nvPr/>
        </p:nvSpPr>
        <p:spPr>
          <a:xfrm>
            <a:off x="4286250" y="3744913"/>
            <a:ext cx="3571875" cy="612775"/>
          </a:xfrm>
          <a:prstGeom prst="wedgeRoundRectCallout">
            <a:avLst>
              <a:gd name="adj1" fmla="val -52033"/>
              <a:gd name="adj2" fmla="val 2467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：输出控制信号</a:t>
            </a:r>
            <a:r>
              <a:rPr lang="en-US" altLang="zh-CN" b="1" dirty="0">
                <a:latin typeface="Times New Roman" panose="02020603050405020304" pitchFamily="18" charset="0"/>
              </a:rPr>
              <a:t>WR*</a:t>
            </a:r>
            <a:endParaRPr lang="zh-CN" altLang="en-US" b="1" dirty="0"/>
          </a:p>
        </p:txBody>
      </p:sp>
      <p:sp>
        <p:nvSpPr>
          <p:cNvPr id="147" name="圆角矩形标注 146"/>
          <p:cNvSpPr/>
          <p:nvPr/>
        </p:nvSpPr>
        <p:spPr>
          <a:xfrm>
            <a:off x="4286250" y="4429125"/>
            <a:ext cx="3571875" cy="612775"/>
          </a:xfrm>
          <a:prstGeom prst="wedgeRoundRectCallout">
            <a:avLst>
              <a:gd name="adj1" fmla="val -25633"/>
              <a:gd name="adj2" fmla="val 2000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W </a:t>
            </a:r>
            <a:r>
              <a:rPr lang="zh-CN" altLang="en-US" b="1" dirty="0">
                <a:latin typeface="Times New Roman" panose="02020603050405020304" pitchFamily="18" charset="0"/>
              </a:rPr>
              <a:t>：在前沿（下降沿）检测数据传送是否能够完成</a:t>
            </a:r>
            <a:endParaRPr lang="zh-CN" altLang="en-US" b="1" dirty="0"/>
          </a:p>
        </p:txBody>
      </p:sp>
      <p:sp>
        <p:nvSpPr>
          <p:cNvPr id="148" name="圆角矩形标注 147"/>
          <p:cNvSpPr/>
          <p:nvPr/>
        </p:nvSpPr>
        <p:spPr>
          <a:xfrm>
            <a:off x="4286250" y="5102225"/>
            <a:ext cx="3571875" cy="612775"/>
          </a:xfrm>
          <a:prstGeom prst="wedgeRoundRectCallout">
            <a:avLst>
              <a:gd name="adj1" fmla="val 28367"/>
              <a:gd name="adj2" fmla="val -17070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：完成数据传送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448258" y="1585525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DT/R*</a:t>
            </a:r>
            <a:r>
              <a:rPr lang="zh-CN" altLang="en-US" sz="1200" dirty="0">
                <a:solidFill>
                  <a:schemeClr val="bg1"/>
                </a:solidFill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</a:rPr>
              <a:t>SS0*</a:t>
            </a:r>
            <a:r>
              <a:rPr lang="zh-CN" altLang="en-US" sz="1200" dirty="0">
                <a:solidFill>
                  <a:schemeClr val="bg1"/>
                </a:solidFill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</a:rPr>
              <a:t>DEN*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8" grpId="1" animBg="1"/>
      <p:bldP spid="139" grpId="0" animBg="1"/>
      <p:bldP spid="139" grpId="1" animBg="1"/>
      <p:bldP spid="141" grpId="0" animBg="1"/>
      <p:bldP spid="141" grpId="1" animBg="1"/>
      <p:bldP spid="145" grpId="0" animBg="1"/>
      <p:bldP spid="145" grpId="1" animBg="1"/>
      <p:bldP spid="146" grpId="0" animBg="1"/>
      <p:bldP spid="146" grpId="1" animBg="1"/>
      <p:bldP spid="147" grpId="0" animBg="1"/>
      <p:bldP spid="147" grpId="1" animBg="1"/>
      <p:bldP spid="148" grpId="0" animBg="1"/>
      <p:bldP spid="148" grpId="1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I/O</a:t>
            </a:r>
            <a:r>
              <a:rPr lang="zh-CN" altLang="en-US">
                <a:latin typeface="Times New Roman" panose="02020603050405020304" pitchFamily="18" charset="0"/>
              </a:rPr>
              <a:t>写总线周期</a:t>
            </a:r>
            <a:endParaRPr lang="zh-CN" altLang="en-US"/>
          </a:p>
        </p:txBody>
      </p:sp>
      <p:pic>
        <p:nvPicPr>
          <p:cNvPr id="87043" name="Picture 2" descr="E:\李征的资料\教学资料\2008年教学资料\微机原理与接口技术\自己的课件\IO写总线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500188"/>
            <a:ext cx="8901112" cy="492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标注 4"/>
          <p:cNvSpPr/>
          <p:nvPr/>
        </p:nvSpPr>
        <p:spPr>
          <a:xfrm>
            <a:off x="4286250" y="1071563"/>
            <a:ext cx="3571875" cy="612775"/>
          </a:xfrm>
          <a:prstGeom prst="wedgeRoundRectCallout">
            <a:avLst>
              <a:gd name="adj1" fmla="val -85633"/>
              <a:gd name="adj2" fmla="val 22341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 IO/M*</a:t>
            </a:r>
            <a:r>
              <a:rPr lang="zh-CN" altLang="en-US" b="1" dirty="0">
                <a:latin typeface="Times New Roman" panose="02020603050405020304" pitchFamily="18" charset="0"/>
              </a:rPr>
              <a:t>输出高电平，表示</a:t>
            </a:r>
            <a:r>
              <a:rPr lang="en-US" altLang="zh-CN" b="1" dirty="0">
                <a:latin typeface="Times New Roman" panose="02020603050405020304" pitchFamily="18" charset="0"/>
              </a:rPr>
              <a:t>I/O </a:t>
            </a:r>
            <a:r>
              <a:rPr lang="zh-CN" altLang="en-US" b="1" dirty="0">
                <a:latin typeface="Times New Roman" panose="02020603050405020304" pitchFamily="18" charset="0"/>
              </a:rPr>
              <a:t>操作</a:t>
            </a:r>
            <a:endParaRPr lang="zh-CN" altLang="en-US" dirty="0"/>
          </a:p>
        </p:txBody>
      </p:sp>
      <p:sp>
        <p:nvSpPr>
          <p:cNvPr id="6" name="圆角矩形标注 5"/>
          <p:cNvSpPr/>
          <p:nvPr/>
        </p:nvSpPr>
        <p:spPr>
          <a:xfrm>
            <a:off x="4295775" y="1724025"/>
            <a:ext cx="3571875" cy="612775"/>
          </a:xfrm>
          <a:prstGeom prst="wedgeRoundRectCallout">
            <a:avLst>
              <a:gd name="adj1" fmla="val -83233"/>
              <a:gd name="adj2" fmla="val 1791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：输出</a:t>
            </a:r>
            <a:r>
              <a:rPr lang="en-US" altLang="zh-CN" b="1" dirty="0"/>
              <a:t>16</a:t>
            </a:r>
            <a:r>
              <a:rPr lang="zh-CN" altLang="en-US" b="1" dirty="0">
                <a:latin typeface="Times New Roman" panose="02020603050405020304" pitchFamily="18" charset="0"/>
              </a:rPr>
              <a:t>位存储器地址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/>
              <a:t>15</a:t>
            </a:r>
            <a:r>
              <a:rPr lang="zh-CN" altLang="en-US" b="1" dirty="0">
                <a:latin typeface="Times New Roman" panose="02020603050405020304" pitchFamily="18" charset="0"/>
              </a:rPr>
              <a:t>～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/>
              <a:t>0</a:t>
            </a:r>
            <a:endParaRPr lang="zh-CN" altLang="en-US" dirty="0"/>
          </a:p>
        </p:txBody>
      </p:sp>
      <p:sp>
        <p:nvSpPr>
          <p:cNvPr id="7" name="圆角矩形标注 6"/>
          <p:cNvSpPr/>
          <p:nvPr/>
        </p:nvSpPr>
        <p:spPr>
          <a:xfrm>
            <a:off x="4286250" y="2387600"/>
            <a:ext cx="3571875" cy="612775"/>
          </a:xfrm>
          <a:prstGeom prst="wedgeRoundRectCallout">
            <a:avLst>
              <a:gd name="adj1" fmla="val -87233"/>
              <a:gd name="adj2" fmla="val 3819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/>
              <a:t>ALE</a:t>
            </a:r>
            <a:r>
              <a:rPr lang="zh-CN" altLang="en-US" b="1" dirty="0">
                <a:latin typeface="Times New Roman" panose="02020603050405020304" pitchFamily="18" charset="0"/>
              </a:rPr>
              <a:t>输出正脉冲，表示复用总线输出地址</a:t>
            </a:r>
            <a:endParaRPr lang="zh-CN" altLang="en-US" b="1" dirty="0"/>
          </a:p>
        </p:txBody>
      </p:sp>
      <p:sp>
        <p:nvSpPr>
          <p:cNvPr id="8" name="圆角矩形标注 7"/>
          <p:cNvSpPr/>
          <p:nvPr/>
        </p:nvSpPr>
        <p:spPr>
          <a:xfrm>
            <a:off x="4286250" y="3071813"/>
            <a:ext cx="3571875" cy="612775"/>
          </a:xfrm>
          <a:prstGeom prst="wedgeRoundRectCallout">
            <a:avLst>
              <a:gd name="adj1" fmla="val -46033"/>
              <a:gd name="adj2" fmla="val 16977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：输出数据</a:t>
            </a:r>
            <a:r>
              <a:rPr lang="en-US" altLang="zh-CN" b="1" dirty="0">
                <a:latin typeface="Times New Roman" panose="02020603050405020304" pitchFamily="18" charset="0"/>
              </a:rPr>
              <a:t>D</a:t>
            </a:r>
            <a:r>
              <a:rPr lang="en-US" altLang="zh-CN" b="1" baseline="-30000" dirty="0"/>
              <a:t>7</a:t>
            </a:r>
            <a:r>
              <a:rPr lang="zh-CN" altLang="en-US" b="1" dirty="0">
                <a:latin typeface="Times New Roman" panose="02020603050405020304" pitchFamily="18" charset="0"/>
              </a:rPr>
              <a:t>～</a:t>
            </a:r>
            <a:r>
              <a:rPr lang="en-US" altLang="zh-CN" b="1" dirty="0">
                <a:latin typeface="Times New Roman" panose="02020603050405020304" pitchFamily="18" charset="0"/>
              </a:rPr>
              <a:t>D</a:t>
            </a:r>
            <a:r>
              <a:rPr lang="en-US" altLang="zh-CN" b="1" baseline="-30000" dirty="0"/>
              <a:t>0</a:t>
            </a:r>
            <a:endParaRPr lang="zh-CN" altLang="en-US" b="1" dirty="0"/>
          </a:p>
        </p:txBody>
      </p:sp>
      <p:sp>
        <p:nvSpPr>
          <p:cNvPr id="9" name="圆角矩形标注 8"/>
          <p:cNvSpPr/>
          <p:nvPr/>
        </p:nvSpPr>
        <p:spPr>
          <a:xfrm>
            <a:off x="4286250" y="3744913"/>
            <a:ext cx="3571875" cy="612775"/>
          </a:xfrm>
          <a:prstGeom prst="wedgeRoundRectCallout">
            <a:avLst>
              <a:gd name="adj1" fmla="val -52033"/>
              <a:gd name="adj2" fmla="val 2467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：输出控制信号</a:t>
            </a:r>
            <a:r>
              <a:rPr lang="en-US" altLang="zh-CN" b="1" dirty="0">
                <a:latin typeface="Times New Roman" panose="02020603050405020304" pitchFamily="18" charset="0"/>
              </a:rPr>
              <a:t>WR*</a:t>
            </a:r>
            <a:endParaRPr lang="zh-CN" altLang="en-US" b="1" dirty="0"/>
          </a:p>
        </p:txBody>
      </p:sp>
      <p:sp>
        <p:nvSpPr>
          <p:cNvPr id="10" name="圆角矩形标注 9"/>
          <p:cNvSpPr/>
          <p:nvPr/>
        </p:nvSpPr>
        <p:spPr>
          <a:xfrm>
            <a:off x="4286250" y="4429125"/>
            <a:ext cx="3571875" cy="612775"/>
          </a:xfrm>
          <a:prstGeom prst="wedgeRoundRectCallout">
            <a:avLst>
              <a:gd name="adj1" fmla="val -25633"/>
              <a:gd name="adj2" fmla="val 2000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W </a:t>
            </a:r>
            <a:r>
              <a:rPr lang="zh-CN" altLang="en-US" b="1" dirty="0">
                <a:latin typeface="Times New Roman" panose="02020603050405020304" pitchFamily="18" charset="0"/>
              </a:rPr>
              <a:t>：在前沿（下降沿）检测数据传送是否能够完成</a:t>
            </a:r>
            <a:endParaRPr lang="zh-CN" altLang="en-US" b="1" dirty="0"/>
          </a:p>
        </p:txBody>
      </p:sp>
      <p:sp>
        <p:nvSpPr>
          <p:cNvPr id="11" name="圆角矩形标注 10"/>
          <p:cNvSpPr/>
          <p:nvPr/>
        </p:nvSpPr>
        <p:spPr>
          <a:xfrm>
            <a:off x="4286250" y="5102225"/>
            <a:ext cx="3571875" cy="612775"/>
          </a:xfrm>
          <a:prstGeom prst="wedgeRoundRectCallout">
            <a:avLst>
              <a:gd name="adj1" fmla="val 28367"/>
              <a:gd name="adj2" fmla="val -17070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：完成数据传送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448258" y="1585525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DT/R*</a:t>
            </a:r>
            <a:r>
              <a:rPr lang="zh-CN" altLang="en-US" sz="1200" dirty="0">
                <a:solidFill>
                  <a:schemeClr val="bg1"/>
                </a:solidFill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</a:rPr>
              <a:t>SS0*</a:t>
            </a:r>
            <a:r>
              <a:rPr lang="zh-CN" altLang="en-US" sz="1200" dirty="0">
                <a:solidFill>
                  <a:schemeClr val="bg1"/>
                </a:solidFill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</a:rPr>
              <a:t>DEN*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存储器读总线周期</a:t>
            </a:r>
            <a:endParaRPr lang="zh-CN" altLang="en-US"/>
          </a:p>
        </p:txBody>
      </p:sp>
      <p:pic>
        <p:nvPicPr>
          <p:cNvPr id="88067" name="Picture 2" descr="E:\李征的资料\教学资料\2008年教学资料\微机原理与接口技术\自己的课件\存储器读总线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1511300"/>
            <a:ext cx="8950325" cy="506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标注 4"/>
          <p:cNvSpPr/>
          <p:nvPr/>
        </p:nvSpPr>
        <p:spPr>
          <a:xfrm>
            <a:off x="4286250" y="1071563"/>
            <a:ext cx="3571875" cy="612775"/>
          </a:xfrm>
          <a:prstGeom prst="wedgeRoundRectCallout">
            <a:avLst>
              <a:gd name="adj1" fmla="val -85633"/>
              <a:gd name="adj2" fmla="val 22341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 IO/M*</a:t>
            </a:r>
            <a:r>
              <a:rPr lang="zh-CN" altLang="en-US" b="1" dirty="0">
                <a:latin typeface="Times New Roman" panose="02020603050405020304" pitchFamily="18" charset="0"/>
              </a:rPr>
              <a:t>输出低电平，表示存储器操作</a:t>
            </a:r>
            <a:endParaRPr lang="zh-CN" altLang="en-US" dirty="0"/>
          </a:p>
        </p:txBody>
      </p:sp>
      <p:sp>
        <p:nvSpPr>
          <p:cNvPr id="6" name="圆角矩形标注 5"/>
          <p:cNvSpPr/>
          <p:nvPr/>
        </p:nvSpPr>
        <p:spPr>
          <a:xfrm>
            <a:off x="4295775" y="1724025"/>
            <a:ext cx="3571875" cy="612775"/>
          </a:xfrm>
          <a:prstGeom prst="wedgeRoundRectCallout">
            <a:avLst>
              <a:gd name="adj1" fmla="val -83233"/>
              <a:gd name="adj2" fmla="val 1791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：输出</a:t>
            </a:r>
            <a:r>
              <a:rPr lang="en-US" altLang="zh-CN" b="1" dirty="0"/>
              <a:t>20</a:t>
            </a:r>
            <a:r>
              <a:rPr lang="zh-CN" altLang="en-US" b="1" dirty="0">
                <a:latin typeface="Times New Roman" panose="02020603050405020304" pitchFamily="18" charset="0"/>
              </a:rPr>
              <a:t>位存储器地址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/>
              <a:t>19</a:t>
            </a:r>
            <a:r>
              <a:rPr lang="zh-CN" altLang="en-US" b="1" dirty="0">
                <a:latin typeface="Times New Roman" panose="02020603050405020304" pitchFamily="18" charset="0"/>
              </a:rPr>
              <a:t>～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/>
              <a:t>0</a:t>
            </a:r>
            <a:endParaRPr lang="zh-CN" altLang="en-US" dirty="0"/>
          </a:p>
        </p:txBody>
      </p:sp>
      <p:sp>
        <p:nvSpPr>
          <p:cNvPr id="7" name="圆角矩形标注 6"/>
          <p:cNvSpPr/>
          <p:nvPr/>
        </p:nvSpPr>
        <p:spPr>
          <a:xfrm>
            <a:off x="4286250" y="2387600"/>
            <a:ext cx="3571875" cy="612775"/>
          </a:xfrm>
          <a:prstGeom prst="wedgeRoundRectCallout">
            <a:avLst>
              <a:gd name="adj1" fmla="val -87233"/>
              <a:gd name="adj2" fmla="val 3819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/>
              <a:t>ALE</a:t>
            </a:r>
            <a:r>
              <a:rPr lang="zh-CN" altLang="en-US" b="1" dirty="0">
                <a:latin typeface="Times New Roman" panose="02020603050405020304" pitchFamily="18" charset="0"/>
              </a:rPr>
              <a:t>输出正脉冲，表示复用总线输出地址</a:t>
            </a:r>
            <a:endParaRPr lang="zh-CN" altLang="en-US" b="1" dirty="0"/>
          </a:p>
        </p:txBody>
      </p:sp>
      <p:sp>
        <p:nvSpPr>
          <p:cNvPr id="9" name="圆角矩形标注 8"/>
          <p:cNvSpPr/>
          <p:nvPr/>
        </p:nvSpPr>
        <p:spPr>
          <a:xfrm>
            <a:off x="4286250" y="3744913"/>
            <a:ext cx="3571875" cy="612775"/>
          </a:xfrm>
          <a:prstGeom prst="wedgeRoundRectCallout">
            <a:avLst>
              <a:gd name="adj1" fmla="val -52033"/>
              <a:gd name="adj2" fmla="val 2467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：输出控制信号</a:t>
            </a:r>
            <a:r>
              <a:rPr lang="en-US" altLang="zh-CN" b="1" dirty="0">
                <a:latin typeface="Times New Roman" panose="02020603050405020304" pitchFamily="18" charset="0"/>
              </a:rPr>
              <a:t>RD*</a:t>
            </a:r>
            <a:endParaRPr lang="zh-CN" altLang="en-US" b="1" dirty="0"/>
          </a:p>
        </p:txBody>
      </p:sp>
      <p:sp>
        <p:nvSpPr>
          <p:cNvPr id="10" name="圆角矩形标注 9"/>
          <p:cNvSpPr/>
          <p:nvPr/>
        </p:nvSpPr>
        <p:spPr>
          <a:xfrm>
            <a:off x="4286250" y="4429125"/>
            <a:ext cx="3571875" cy="612775"/>
          </a:xfrm>
          <a:prstGeom prst="wedgeRoundRectCallout">
            <a:avLst>
              <a:gd name="adj1" fmla="val -25633"/>
              <a:gd name="adj2" fmla="val 2140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W </a:t>
            </a:r>
            <a:r>
              <a:rPr lang="zh-CN" altLang="en-US" b="1" dirty="0">
                <a:latin typeface="Times New Roman" panose="02020603050405020304" pitchFamily="18" charset="0"/>
              </a:rPr>
              <a:t>：在前沿（下降沿）检测数据传送是否能够完成</a:t>
            </a:r>
            <a:endParaRPr lang="zh-CN" altLang="en-US" b="1" dirty="0"/>
          </a:p>
        </p:txBody>
      </p:sp>
      <p:sp>
        <p:nvSpPr>
          <p:cNvPr id="11" name="圆角矩形标注 10"/>
          <p:cNvSpPr/>
          <p:nvPr/>
        </p:nvSpPr>
        <p:spPr>
          <a:xfrm>
            <a:off x="4286250" y="5102225"/>
            <a:ext cx="3571875" cy="612775"/>
          </a:xfrm>
          <a:prstGeom prst="wedgeRoundRectCallout">
            <a:avLst>
              <a:gd name="adj1" fmla="val 10767"/>
              <a:gd name="adj2" fmla="val -17070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：前沿读取数据，完成数据传送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448258" y="1585525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DT/R*</a:t>
            </a:r>
            <a:r>
              <a:rPr lang="zh-CN" altLang="en-US" sz="1200" dirty="0">
                <a:solidFill>
                  <a:schemeClr val="bg1"/>
                </a:solidFill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</a:rPr>
              <a:t>SS0*</a:t>
            </a:r>
            <a:r>
              <a:rPr lang="zh-CN" altLang="en-US" sz="1200" dirty="0">
                <a:solidFill>
                  <a:schemeClr val="bg1"/>
                </a:solidFill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</a:rPr>
              <a:t>DEN*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I/O</a:t>
            </a:r>
            <a:r>
              <a:rPr lang="zh-CN" altLang="en-US"/>
              <a:t>读总线周期</a:t>
            </a:r>
          </a:p>
        </p:txBody>
      </p:sp>
      <p:pic>
        <p:nvPicPr>
          <p:cNvPr id="89091" name="Picture 2" descr="E:\李征的资料\教学资料\2008年教学资料\微机原理与接口技术\自己的课件\IO读总线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1500188"/>
            <a:ext cx="8851900" cy="503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标注 5"/>
          <p:cNvSpPr/>
          <p:nvPr/>
        </p:nvSpPr>
        <p:spPr>
          <a:xfrm>
            <a:off x="4286250" y="1071563"/>
            <a:ext cx="3571875" cy="612775"/>
          </a:xfrm>
          <a:prstGeom prst="wedgeRoundRectCallout">
            <a:avLst>
              <a:gd name="adj1" fmla="val -85633"/>
              <a:gd name="adj2" fmla="val 22341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 IO/M*</a:t>
            </a:r>
            <a:r>
              <a:rPr lang="zh-CN" altLang="en-US" b="1" dirty="0">
                <a:latin typeface="Times New Roman" panose="02020603050405020304" pitchFamily="18" charset="0"/>
              </a:rPr>
              <a:t>输出高电平，表示</a:t>
            </a:r>
            <a:r>
              <a:rPr lang="en-US" altLang="zh-CN" b="1" dirty="0">
                <a:latin typeface="Times New Roman" panose="02020603050405020304" pitchFamily="18" charset="0"/>
              </a:rPr>
              <a:t>I/O</a:t>
            </a:r>
            <a:r>
              <a:rPr lang="zh-CN" altLang="en-US" b="1" dirty="0">
                <a:latin typeface="Times New Roman" panose="02020603050405020304" pitchFamily="18" charset="0"/>
              </a:rPr>
              <a:t>操作</a:t>
            </a:r>
            <a:endParaRPr lang="zh-CN" altLang="en-US" dirty="0"/>
          </a:p>
        </p:txBody>
      </p:sp>
      <p:sp>
        <p:nvSpPr>
          <p:cNvPr id="7" name="圆角矩形标注 6"/>
          <p:cNvSpPr/>
          <p:nvPr/>
        </p:nvSpPr>
        <p:spPr>
          <a:xfrm>
            <a:off x="4295775" y="1724025"/>
            <a:ext cx="3571875" cy="612775"/>
          </a:xfrm>
          <a:prstGeom prst="wedgeRoundRectCallout">
            <a:avLst>
              <a:gd name="adj1" fmla="val -83233"/>
              <a:gd name="adj2" fmla="val 1791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：输出</a:t>
            </a:r>
            <a:r>
              <a:rPr lang="en-US" altLang="zh-CN" b="1" dirty="0"/>
              <a:t>16</a:t>
            </a:r>
            <a:r>
              <a:rPr lang="zh-CN" altLang="en-US" b="1" dirty="0">
                <a:latin typeface="Times New Roman" panose="02020603050405020304" pitchFamily="18" charset="0"/>
              </a:rPr>
              <a:t>位存储器地址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/>
              <a:t>15</a:t>
            </a:r>
            <a:r>
              <a:rPr lang="zh-CN" altLang="en-US" b="1" dirty="0">
                <a:latin typeface="Times New Roman" panose="02020603050405020304" pitchFamily="18" charset="0"/>
              </a:rPr>
              <a:t>～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/>
              <a:t>0</a:t>
            </a:r>
            <a:endParaRPr lang="zh-CN" altLang="en-US" dirty="0"/>
          </a:p>
        </p:txBody>
      </p:sp>
      <p:sp>
        <p:nvSpPr>
          <p:cNvPr id="8" name="圆角矩形标注 7"/>
          <p:cNvSpPr/>
          <p:nvPr/>
        </p:nvSpPr>
        <p:spPr>
          <a:xfrm>
            <a:off x="4286250" y="2387600"/>
            <a:ext cx="3571875" cy="612775"/>
          </a:xfrm>
          <a:prstGeom prst="wedgeRoundRectCallout">
            <a:avLst>
              <a:gd name="adj1" fmla="val -87233"/>
              <a:gd name="adj2" fmla="val 3819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/>
              <a:t>ALE</a:t>
            </a:r>
            <a:r>
              <a:rPr lang="zh-CN" altLang="en-US" b="1" dirty="0">
                <a:latin typeface="Times New Roman" panose="02020603050405020304" pitchFamily="18" charset="0"/>
              </a:rPr>
              <a:t>输出正脉冲，表示复用总线输出地址</a:t>
            </a:r>
            <a:endParaRPr lang="zh-CN" altLang="en-US" b="1" dirty="0"/>
          </a:p>
        </p:txBody>
      </p:sp>
      <p:sp>
        <p:nvSpPr>
          <p:cNvPr id="9" name="圆角矩形标注 8"/>
          <p:cNvSpPr/>
          <p:nvPr/>
        </p:nvSpPr>
        <p:spPr>
          <a:xfrm>
            <a:off x="4286250" y="3744913"/>
            <a:ext cx="3571875" cy="612775"/>
          </a:xfrm>
          <a:prstGeom prst="wedgeRoundRectCallout">
            <a:avLst>
              <a:gd name="adj1" fmla="val -52033"/>
              <a:gd name="adj2" fmla="val 2467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：输出控制信号</a:t>
            </a:r>
            <a:r>
              <a:rPr lang="en-US" altLang="zh-CN" b="1" dirty="0">
                <a:latin typeface="Times New Roman" panose="02020603050405020304" pitchFamily="18" charset="0"/>
              </a:rPr>
              <a:t>RD*</a:t>
            </a:r>
            <a:endParaRPr lang="zh-CN" altLang="en-US" b="1" dirty="0"/>
          </a:p>
        </p:txBody>
      </p:sp>
      <p:sp>
        <p:nvSpPr>
          <p:cNvPr id="10" name="圆角矩形标注 9"/>
          <p:cNvSpPr/>
          <p:nvPr/>
        </p:nvSpPr>
        <p:spPr>
          <a:xfrm>
            <a:off x="4286250" y="4429125"/>
            <a:ext cx="3571875" cy="612775"/>
          </a:xfrm>
          <a:prstGeom prst="wedgeRoundRectCallout">
            <a:avLst>
              <a:gd name="adj1" fmla="val -25633"/>
              <a:gd name="adj2" fmla="val 2140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W </a:t>
            </a:r>
            <a:r>
              <a:rPr lang="zh-CN" altLang="en-US" b="1" dirty="0">
                <a:latin typeface="Times New Roman" panose="02020603050405020304" pitchFamily="18" charset="0"/>
              </a:rPr>
              <a:t>：在前沿（下降沿）检测数据传送是否能够完成</a:t>
            </a:r>
            <a:endParaRPr lang="zh-CN" altLang="en-US" b="1" dirty="0"/>
          </a:p>
        </p:txBody>
      </p:sp>
      <p:sp>
        <p:nvSpPr>
          <p:cNvPr id="11" name="圆角矩形标注 10"/>
          <p:cNvSpPr/>
          <p:nvPr/>
        </p:nvSpPr>
        <p:spPr>
          <a:xfrm>
            <a:off x="4286250" y="5102225"/>
            <a:ext cx="3571875" cy="612775"/>
          </a:xfrm>
          <a:prstGeom prst="wedgeRoundRectCallout">
            <a:avLst>
              <a:gd name="adj1" fmla="val 10767"/>
              <a:gd name="adj2" fmla="val -17070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：前沿读取数据，完成数据传送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448258" y="1585525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DT/R*</a:t>
            </a:r>
            <a:r>
              <a:rPr lang="zh-CN" altLang="en-US" sz="1200" dirty="0">
                <a:solidFill>
                  <a:schemeClr val="bg1"/>
                </a:solidFill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</a:rPr>
              <a:t>SS0*</a:t>
            </a:r>
            <a:r>
              <a:rPr lang="zh-CN" altLang="en-US" sz="1200" dirty="0">
                <a:solidFill>
                  <a:schemeClr val="bg1"/>
                </a:solidFill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</a:rPr>
              <a:t>DEN*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等待状态</a:t>
            </a:r>
            <a:r>
              <a:rPr lang="en-US" altLang="zh-CN"/>
              <a:t>Tw</a:t>
            </a:r>
            <a:endParaRPr lang="zh-CN" altLang="en-US"/>
          </a:p>
        </p:txBody>
      </p:sp>
      <p:sp>
        <p:nvSpPr>
          <p:cNvPr id="901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同步时序通过插入</a:t>
            </a:r>
            <a:r>
              <a:rPr lang="zh-CN" altLang="en-US" sz="2800" b="1" dirty="0">
                <a:latin typeface="Times New Roman" panose="02020603050405020304" pitchFamily="18" charset="0"/>
              </a:rPr>
              <a:t>等待状态</a:t>
            </a:r>
            <a:r>
              <a:rPr lang="zh-CN" altLang="en-US" sz="2800" dirty="0">
                <a:latin typeface="Times New Roman" panose="02020603050405020304" pitchFamily="18" charset="0"/>
              </a:rPr>
              <a:t>，来使</a:t>
            </a:r>
            <a:r>
              <a:rPr lang="zh-CN" altLang="en-US" sz="2800" b="1" dirty="0">
                <a:latin typeface="Times New Roman" panose="02020603050405020304" pitchFamily="18" charset="0"/>
              </a:rPr>
              <a:t>速度差别较大</a:t>
            </a:r>
            <a:r>
              <a:rPr lang="zh-CN" altLang="en-US" sz="2800" dirty="0">
                <a:latin typeface="Times New Roman" panose="02020603050405020304" pitchFamily="18" charset="0"/>
              </a:rPr>
              <a:t>的两部分</a:t>
            </a:r>
            <a:r>
              <a:rPr lang="zh-CN" altLang="en-US" sz="2800" b="1" dirty="0">
                <a:latin typeface="Times New Roman" panose="02020603050405020304" pitchFamily="18" charset="0"/>
              </a:rPr>
              <a:t>保持同步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/>
              <a:t>在</a:t>
            </a:r>
            <a:r>
              <a:rPr lang="zh-CN" altLang="en-US" sz="2800" dirty="0">
                <a:latin typeface="Times New Roman" panose="02020603050405020304" pitchFamily="18" charset="0"/>
              </a:rPr>
              <a:t>读写总线周期中，判断是否插入</a:t>
            </a:r>
            <a:r>
              <a:rPr lang="en-US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Tw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1. </a:t>
            </a:r>
            <a:r>
              <a:rPr lang="zh-CN" altLang="en-US" sz="2400" dirty="0">
                <a:latin typeface="宋体" panose="02010600030101010101" pitchFamily="2" charset="-122"/>
              </a:rPr>
              <a:t>在</a:t>
            </a:r>
            <a:r>
              <a:rPr lang="en-US" altLang="zh-CN" sz="2400" dirty="0">
                <a:latin typeface="宋体" panose="02010600030101010101" pitchFamily="2" charset="-122"/>
              </a:rPr>
              <a:t>T3</a:t>
            </a:r>
            <a:r>
              <a:rPr lang="zh-CN" altLang="en-US" sz="2400" dirty="0">
                <a:latin typeface="宋体" panose="02010600030101010101" pitchFamily="2" charset="-122"/>
              </a:rPr>
              <a:t>的前沿检测</a:t>
            </a:r>
            <a:r>
              <a:rPr lang="en-US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READY</a:t>
            </a:r>
            <a:r>
              <a:rPr lang="zh-CN" altLang="en-US" sz="2400" dirty="0">
                <a:latin typeface="宋体" panose="02010600030101010101" pitchFamily="2" charset="-122"/>
              </a:rPr>
              <a:t>引脚是否有效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2. </a:t>
            </a:r>
            <a:r>
              <a:rPr lang="zh-CN" altLang="en-US" sz="2400" dirty="0">
                <a:latin typeface="宋体" panose="02010600030101010101" pitchFamily="2" charset="-122"/>
              </a:rPr>
              <a:t>如果</a:t>
            </a:r>
            <a:r>
              <a:rPr lang="en-US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READY</a:t>
            </a:r>
            <a:r>
              <a:rPr lang="zh-CN" altLang="en-US" sz="2400" dirty="0">
                <a:latin typeface="宋体" panose="02010600030101010101" pitchFamily="2" charset="-122"/>
              </a:rPr>
              <a:t>无效，在</a:t>
            </a:r>
            <a:r>
              <a:rPr lang="en-US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T3</a:t>
            </a:r>
            <a:r>
              <a:rPr lang="zh-CN" altLang="en-US" sz="2400" dirty="0">
                <a:latin typeface="宋体" panose="02010600030101010101" pitchFamily="2" charset="-122"/>
              </a:rPr>
              <a:t>和</a:t>
            </a:r>
            <a:r>
              <a:rPr lang="en-US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T4</a:t>
            </a:r>
            <a:r>
              <a:rPr lang="zh-CN" altLang="en-US" sz="2400" dirty="0">
                <a:latin typeface="宋体" panose="02010600030101010101" pitchFamily="2" charset="-122"/>
              </a:rPr>
              <a:t>之间插入一个等效于</a:t>
            </a:r>
            <a:r>
              <a:rPr lang="en-US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T3</a:t>
            </a:r>
            <a:r>
              <a:rPr lang="zh-CN" altLang="en-US" sz="2400" dirty="0">
                <a:latin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</a:rPr>
              <a:t>Tw </a:t>
            </a:r>
            <a:r>
              <a:rPr lang="zh-CN" altLang="en-US" sz="2400" dirty="0">
                <a:latin typeface="宋体" panose="02010600030101010101" pitchFamily="2" charset="-122"/>
              </a:rPr>
              <a:t>，转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3. </a:t>
            </a:r>
            <a:r>
              <a:rPr lang="zh-CN" altLang="en-US" sz="2400" dirty="0">
                <a:latin typeface="宋体" panose="02010600030101010101" pitchFamily="2" charset="-122"/>
              </a:rPr>
              <a:t>如果</a:t>
            </a:r>
            <a:r>
              <a:rPr lang="en-US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READY</a:t>
            </a:r>
            <a:r>
              <a:rPr lang="zh-CN" altLang="en-US" sz="2400" dirty="0">
                <a:latin typeface="宋体" panose="02010600030101010101" pitchFamily="2" charset="-122"/>
              </a:rPr>
              <a:t>有效，执行完该</a:t>
            </a:r>
            <a:r>
              <a:rPr lang="en-US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2400" dirty="0">
                <a:latin typeface="宋体" panose="02010600030101010101" pitchFamily="2" charset="-122"/>
              </a:rPr>
              <a:t>状态，进入</a:t>
            </a:r>
            <a:r>
              <a:rPr lang="en-US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T4</a:t>
            </a:r>
            <a:r>
              <a:rPr lang="zh-CN" altLang="en-US" sz="2400" dirty="0">
                <a:latin typeface="宋体" panose="02010600030101010101" pitchFamily="2" charset="-122"/>
              </a:rPr>
              <a:t>状态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（</a:t>
            </a:r>
            <a:r>
              <a:rPr lang="en-US" altLang="zh-CN" sz="4000"/>
              <a:t>8</a:t>
            </a:r>
            <a:r>
              <a:rPr lang="zh-CN" altLang="en-US" sz="4000"/>
              <a:t>）</a:t>
            </a:r>
            <a:r>
              <a:rPr lang="en-US" altLang="zh-CN" sz="4000"/>
              <a:t>8088</a:t>
            </a:r>
            <a:r>
              <a:rPr lang="zh-CN" altLang="en-US" sz="4000"/>
              <a:t>最大组态中的引脚定义</a:t>
            </a:r>
          </a:p>
        </p:txBody>
      </p:sp>
      <p:sp>
        <p:nvSpPr>
          <p:cNvPr id="911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/>
              <a:t>8088</a:t>
            </a:r>
            <a:r>
              <a:rPr lang="zh-CN" altLang="en-US" sz="2400" dirty="0"/>
              <a:t>的数据</a:t>
            </a:r>
            <a:r>
              <a:rPr lang="en-US" altLang="zh-CN" sz="2400" dirty="0"/>
              <a:t>/</a:t>
            </a:r>
            <a:r>
              <a:rPr lang="zh-CN" altLang="en-US" sz="2400" dirty="0"/>
              <a:t>地址等引脚在最大组态与最小组态时相同</a:t>
            </a:r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zh-CN" altLang="en-US" sz="2400" dirty="0"/>
              <a:t>有些控制信号不相同，主要是用于输出操作编码信号，由总线控制器</a:t>
            </a:r>
            <a:r>
              <a:rPr lang="en-US" altLang="zh-CN" sz="2400" dirty="0"/>
              <a:t>8288</a:t>
            </a:r>
            <a:r>
              <a:rPr lang="zh-CN" altLang="en-US" sz="2400" dirty="0"/>
              <a:t>译码产生系统控制信号：</a:t>
            </a: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</a:rPr>
              <a:t>S2*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S1*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S0*——</a:t>
            </a:r>
            <a:r>
              <a:rPr lang="en-US" altLang="zh-CN" sz="2400" dirty="0"/>
              <a:t>3</a:t>
            </a:r>
            <a:r>
              <a:rPr lang="zh-CN" altLang="en-US" sz="2400" dirty="0"/>
              <a:t>个状态信号</a:t>
            </a:r>
          </a:p>
          <a:p>
            <a:pPr lvl="1" eaLnBrk="1" hangingPunct="1"/>
            <a:r>
              <a:rPr lang="en-US" altLang="zh-CN" sz="2400" dirty="0"/>
              <a:t>LOCK*</a:t>
            </a:r>
            <a:r>
              <a:rPr lang="en-US" altLang="zh-CN" sz="2400" dirty="0">
                <a:latin typeface="Times New Roman" panose="02020603050405020304" pitchFamily="18" charset="0"/>
              </a:rPr>
              <a:t>——</a:t>
            </a:r>
            <a:r>
              <a:rPr lang="zh-CN" altLang="en-US" sz="2400" dirty="0"/>
              <a:t>总线封锁信号</a:t>
            </a:r>
          </a:p>
          <a:p>
            <a:pPr lvl="1" eaLnBrk="1" hangingPunct="1"/>
            <a:r>
              <a:rPr lang="en-US" altLang="zh-CN" sz="2400" dirty="0"/>
              <a:t>QS1</a:t>
            </a:r>
            <a:r>
              <a:rPr lang="zh-CN" altLang="en-US" sz="2400" dirty="0"/>
              <a:t>、</a:t>
            </a:r>
            <a:r>
              <a:rPr lang="en-US" altLang="zh-CN" sz="2400" dirty="0"/>
              <a:t>QS0</a:t>
            </a:r>
            <a:r>
              <a:rPr lang="en-US" altLang="zh-CN" sz="2400" dirty="0">
                <a:latin typeface="Times New Roman" panose="02020603050405020304" pitchFamily="18" charset="0"/>
              </a:rPr>
              <a:t>——</a:t>
            </a:r>
            <a:r>
              <a:rPr lang="zh-CN" altLang="en-US" sz="2400" dirty="0"/>
              <a:t>指令队列状态信号</a:t>
            </a:r>
          </a:p>
          <a:p>
            <a:pPr lvl="1" eaLnBrk="1" hangingPunct="1"/>
            <a:r>
              <a:rPr lang="en-US" altLang="zh-CN" sz="2400" dirty="0"/>
              <a:t>RQ*/GT0*</a:t>
            </a:r>
            <a:r>
              <a:rPr lang="zh-CN" altLang="en-US" sz="2400" dirty="0"/>
              <a:t>、</a:t>
            </a:r>
            <a:r>
              <a:rPr lang="en-US" altLang="zh-CN" sz="2400" dirty="0"/>
              <a:t>RQ*/GT1*</a:t>
            </a:r>
            <a:r>
              <a:rPr lang="en-US" altLang="zh-CN" sz="2400" dirty="0">
                <a:latin typeface="Times New Roman" panose="02020603050405020304" pitchFamily="18" charset="0"/>
              </a:rPr>
              <a:t>——</a:t>
            </a:r>
            <a:r>
              <a:rPr lang="en-US" altLang="zh-CN" sz="2400" dirty="0"/>
              <a:t>2</a:t>
            </a:r>
            <a:r>
              <a:rPr lang="zh-CN" altLang="en-US" sz="2400" dirty="0"/>
              <a:t>个总线请求</a:t>
            </a:r>
            <a:r>
              <a:rPr lang="en-US" altLang="zh-CN" sz="2400" dirty="0"/>
              <a:t>/</a:t>
            </a:r>
            <a:r>
              <a:rPr lang="zh-CN" altLang="en-US" sz="2400" dirty="0"/>
              <a:t>同意信号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31626"/>
          </a:xfrm>
        </p:spPr>
        <p:txBody>
          <a:bodyPr/>
          <a:lstStyle/>
          <a:p>
            <a:pPr eaLnBrk="1" hangingPunct="1"/>
            <a:r>
              <a:rPr lang="en-US" altLang="zh-CN" dirty="0"/>
              <a:t>8088</a:t>
            </a:r>
            <a:r>
              <a:rPr lang="zh-CN" altLang="en-US" dirty="0"/>
              <a:t>的引脚图</a:t>
            </a:r>
          </a:p>
        </p:txBody>
      </p:sp>
      <p:grpSp>
        <p:nvGrpSpPr>
          <p:cNvPr id="5123" name="Group 3"/>
          <p:cNvGrpSpPr/>
          <p:nvPr/>
        </p:nvGrpSpPr>
        <p:grpSpPr bwMode="auto">
          <a:xfrm>
            <a:off x="1619672" y="1340768"/>
            <a:ext cx="5486400" cy="4965700"/>
            <a:chOff x="1392" y="1006"/>
            <a:chExt cx="3456" cy="3128"/>
          </a:xfrm>
        </p:grpSpPr>
        <p:sp>
          <p:nvSpPr>
            <p:cNvPr id="5124" name="Rectangle 4"/>
            <p:cNvSpPr>
              <a:spLocks noChangeArrowheads="1"/>
            </p:cNvSpPr>
            <p:nvPr/>
          </p:nvSpPr>
          <p:spPr bwMode="auto">
            <a:xfrm>
              <a:off x="2160" y="1006"/>
              <a:ext cx="912" cy="302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sz="2000" b="1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2160" y="1054"/>
              <a:ext cx="240" cy="2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10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11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20</a:t>
              </a:r>
            </a:p>
          </p:txBody>
        </p:sp>
        <p:sp>
          <p:nvSpPr>
            <p:cNvPr id="5126" name="Text Box 6"/>
            <p:cNvSpPr txBox="1">
              <a:spLocks noChangeArrowheads="1"/>
            </p:cNvSpPr>
            <p:nvPr/>
          </p:nvSpPr>
          <p:spPr bwMode="auto">
            <a:xfrm>
              <a:off x="2832" y="1054"/>
              <a:ext cx="240" cy="2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40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31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30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29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28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27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26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25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22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21</a:t>
              </a:r>
            </a:p>
          </p:txBody>
        </p:sp>
        <p:sp>
          <p:nvSpPr>
            <p:cNvPr id="5127" name="Line 7"/>
            <p:cNvSpPr>
              <a:spLocks noChangeShapeType="1"/>
            </p:cNvSpPr>
            <p:nvPr/>
          </p:nvSpPr>
          <p:spPr bwMode="auto">
            <a:xfrm>
              <a:off x="1776" y="11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" name="Line 8"/>
            <p:cNvSpPr>
              <a:spLocks noChangeShapeType="1"/>
            </p:cNvSpPr>
            <p:nvPr/>
          </p:nvSpPr>
          <p:spPr bwMode="auto">
            <a:xfrm>
              <a:off x="1776" y="12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9" name="Line 9"/>
            <p:cNvSpPr>
              <a:spLocks noChangeShapeType="1"/>
            </p:cNvSpPr>
            <p:nvPr/>
          </p:nvSpPr>
          <p:spPr bwMode="auto">
            <a:xfrm>
              <a:off x="3072" y="11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" name="Line 10"/>
            <p:cNvSpPr>
              <a:spLocks noChangeShapeType="1"/>
            </p:cNvSpPr>
            <p:nvPr/>
          </p:nvSpPr>
          <p:spPr bwMode="auto">
            <a:xfrm>
              <a:off x="1776" y="13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Line 11"/>
            <p:cNvSpPr>
              <a:spLocks noChangeShapeType="1"/>
            </p:cNvSpPr>
            <p:nvPr/>
          </p:nvSpPr>
          <p:spPr bwMode="auto">
            <a:xfrm>
              <a:off x="1776" y="15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Line 12"/>
            <p:cNvSpPr>
              <a:spLocks noChangeShapeType="1"/>
            </p:cNvSpPr>
            <p:nvPr/>
          </p:nvSpPr>
          <p:spPr bwMode="auto">
            <a:xfrm>
              <a:off x="1776" y="16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3" name="Line 13"/>
            <p:cNvSpPr>
              <a:spLocks noChangeShapeType="1"/>
            </p:cNvSpPr>
            <p:nvPr/>
          </p:nvSpPr>
          <p:spPr bwMode="auto">
            <a:xfrm>
              <a:off x="1776" y="18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4" name="Line 14"/>
            <p:cNvSpPr>
              <a:spLocks noChangeShapeType="1"/>
            </p:cNvSpPr>
            <p:nvPr/>
          </p:nvSpPr>
          <p:spPr bwMode="auto">
            <a:xfrm>
              <a:off x="1776" y="19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5" name="Line 15"/>
            <p:cNvSpPr>
              <a:spLocks noChangeShapeType="1"/>
            </p:cNvSpPr>
            <p:nvPr/>
          </p:nvSpPr>
          <p:spPr bwMode="auto">
            <a:xfrm>
              <a:off x="1776" y="21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6" name="Line 16"/>
            <p:cNvSpPr>
              <a:spLocks noChangeShapeType="1"/>
            </p:cNvSpPr>
            <p:nvPr/>
          </p:nvSpPr>
          <p:spPr bwMode="auto">
            <a:xfrm>
              <a:off x="1776" y="23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7" name="Line 17"/>
            <p:cNvSpPr>
              <a:spLocks noChangeShapeType="1"/>
            </p:cNvSpPr>
            <p:nvPr/>
          </p:nvSpPr>
          <p:spPr bwMode="auto">
            <a:xfrm>
              <a:off x="1776" y="24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8" name="Line 18"/>
            <p:cNvSpPr>
              <a:spLocks noChangeShapeType="1"/>
            </p:cNvSpPr>
            <p:nvPr/>
          </p:nvSpPr>
          <p:spPr bwMode="auto">
            <a:xfrm>
              <a:off x="1776" y="25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9" name="Line 19"/>
            <p:cNvSpPr>
              <a:spLocks noChangeShapeType="1"/>
            </p:cNvSpPr>
            <p:nvPr/>
          </p:nvSpPr>
          <p:spPr bwMode="auto">
            <a:xfrm>
              <a:off x="1776" y="27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0" name="Line 20"/>
            <p:cNvSpPr>
              <a:spLocks noChangeShapeType="1"/>
            </p:cNvSpPr>
            <p:nvPr/>
          </p:nvSpPr>
          <p:spPr bwMode="auto">
            <a:xfrm>
              <a:off x="1776" y="28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1" name="Line 21"/>
            <p:cNvSpPr>
              <a:spLocks noChangeShapeType="1"/>
            </p:cNvSpPr>
            <p:nvPr/>
          </p:nvSpPr>
          <p:spPr bwMode="auto">
            <a:xfrm>
              <a:off x="1776" y="30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2" name="Line 22"/>
            <p:cNvSpPr>
              <a:spLocks noChangeShapeType="1"/>
            </p:cNvSpPr>
            <p:nvPr/>
          </p:nvSpPr>
          <p:spPr bwMode="auto">
            <a:xfrm>
              <a:off x="1776" y="31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3" name="Line 23"/>
            <p:cNvSpPr>
              <a:spLocks noChangeShapeType="1"/>
            </p:cNvSpPr>
            <p:nvPr/>
          </p:nvSpPr>
          <p:spPr bwMode="auto">
            <a:xfrm>
              <a:off x="1776" y="33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4" name="Line 24"/>
            <p:cNvSpPr>
              <a:spLocks noChangeShapeType="1"/>
            </p:cNvSpPr>
            <p:nvPr/>
          </p:nvSpPr>
          <p:spPr bwMode="auto">
            <a:xfrm>
              <a:off x="1776" y="345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5" name="Line 25"/>
            <p:cNvSpPr>
              <a:spLocks noChangeShapeType="1"/>
            </p:cNvSpPr>
            <p:nvPr/>
          </p:nvSpPr>
          <p:spPr bwMode="auto">
            <a:xfrm>
              <a:off x="1776" y="359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6" name="Line 26"/>
            <p:cNvSpPr>
              <a:spLocks noChangeShapeType="1"/>
            </p:cNvSpPr>
            <p:nvPr/>
          </p:nvSpPr>
          <p:spPr bwMode="auto">
            <a:xfrm>
              <a:off x="1776" y="374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7" name="Line 27"/>
            <p:cNvSpPr>
              <a:spLocks noChangeShapeType="1"/>
            </p:cNvSpPr>
            <p:nvPr/>
          </p:nvSpPr>
          <p:spPr bwMode="auto">
            <a:xfrm>
              <a:off x="1776" y="388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8" name="Text Box 28"/>
            <p:cNvSpPr txBox="1">
              <a:spLocks noChangeArrowheads="1"/>
            </p:cNvSpPr>
            <p:nvPr/>
          </p:nvSpPr>
          <p:spPr bwMode="auto">
            <a:xfrm>
              <a:off x="1392" y="1006"/>
              <a:ext cx="432" cy="3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GND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14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12</a:t>
              </a:r>
              <a:endParaRPr lang="en-US" altLang="zh-CN" sz="1400" b="1" baseline="-200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11</a:t>
              </a:r>
              <a:endParaRPr lang="en-US" altLang="zh-CN" sz="1400" b="1" baseline="-200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10</a:t>
              </a:r>
              <a:endParaRPr lang="en-US" altLang="zh-CN" sz="1400" b="1" baseline="-200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9</a:t>
              </a:r>
              <a:endParaRPr lang="en-US" altLang="zh-CN" sz="1400" b="1" baseline="-200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</a:t>
              </a:r>
              <a:r>
                <a:rPr lang="en-US" altLang="zh-CN" sz="1400" b="1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8</a:t>
              </a:r>
              <a:endParaRPr lang="en-US" altLang="zh-CN" sz="1400" b="1" baseline="-200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7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6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5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  <a:endParaRPr lang="en-US" altLang="zh-CN" sz="1400" b="1" baseline="-200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AD</a:t>
              </a:r>
              <a:r>
                <a:rPr lang="en-US" altLang="zh-CN" sz="1600" b="1" baseline="-1600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0</a:t>
              </a:r>
              <a:endParaRPr lang="en-US" altLang="zh-CN" sz="1400" b="1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NMI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INTR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CLK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GND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altLang="zh-CN" sz="1400" b="1" baseline="-2000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149" name="Line 29"/>
            <p:cNvSpPr>
              <a:spLocks noChangeShapeType="1"/>
            </p:cNvSpPr>
            <p:nvPr/>
          </p:nvSpPr>
          <p:spPr bwMode="auto">
            <a:xfrm>
              <a:off x="3072" y="12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0" name="Line 30"/>
            <p:cNvSpPr>
              <a:spLocks noChangeShapeType="1"/>
            </p:cNvSpPr>
            <p:nvPr/>
          </p:nvSpPr>
          <p:spPr bwMode="auto">
            <a:xfrm>
              <a:off x="3072" y="13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1" name="Line 31"/>
            <p:cNvSpPr>
              <a:spLocks noChangeShapeType="1"/>
            </p:cNvSpPr>
            <p:nvPr/>
          </p:nvSpPr>
          <p:spPr bwMode="auto">
            <a:xfrm>
              <a:off x="3072" y="15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2" name="Line 32"/>
            <p:cNvSpPr>
              <a:spLocks noChangeShapeType="1"/>
            </p:cNvSpPr>
            <p:nvPr/>
          </p:nvSpPr>
          <p:spPr bwMode="auto">
            <a:xfrm>
              <a:off x="3072" y="16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3" name="Line 33"/>
            <p:cNvSpPr>
              <a:spLocks noChangeShapeType="1"/>
            </p:cNvSpPr>
            <p:nvPr/>
          </p:nvSpPr>
          <p:spPr bwMode="auto">
            <a:xfrm>
              <a:off x="3072" y="18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4" name="Line 34"/>
            <p:cNvSpPr>
              <a:spLocks noChangeShapeType="1"/>
            </p:cNvSpPr>
            <p:nvPr/>
          </p:nvSpPr>
          <p:spPr bwMode="auto">
            <a:xfrm>
              <a:off x="3072" y="19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5" name="Line 35"/>
            <p:cNvSpPr>
              <a:spLocks noChangeShapeType="1"/>
            </p:cNvSpPr>
            <p:nvPr/>
          </p:nvSpPr>
          <p:spPr bwMode="auto">
            <a:xfrm>
              <a:off x="3072" y="21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6" name="Line 36"/>
            <p:cNvSpPr>
              <a:spLocks noChangeShapeType="1"/>
            </p:cNvSpPr>
            <p:nvPr/>
          </p:nvSpPr>
          <p:spPr bwMode="auto">
            <a:xfrm>
              <a:off x="3072" y="230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7" name="Line 37"/>
            <p:cNvSpPr>
              <a:spLocks noChangeShapeType="1"/>
            </p:cNvSpPr>
            <p:nvPr/>
          </p:nvSpPr>
          <p:spPr bwMode="auto">
            <a:xfrm>
              <a:off x="3072" y="244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8" name="Line 38"/>
            <p:cNvSpPr>
              <a:spLocks noChangeShapeType="1"/>
            </p:cNvSpPr>
            <p:nvPr/>
          </p:nvSpPr>
          <p:spPr bwMode="auto">
            <a:xfrm>
              <a:off x="3072" y="259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9" name="Line 39"/>
            <p:cNvSpPr>
              <a:spLocks noChangeShapeType="1"/>
            </p:cNvSpPr>
            <p:nvPr/>
          </p:nvSpPr>
          <p:spPr bwMode="auto">
            <a:xfrm>
              <a:off x="3072" y="273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0" name="Line 40"/>
            <p:cNvSpPr>
              <a:spLocks noChangeShapeType="1"/>
            </p:cNvSpPr>
            <p:nvPr/>
          </p:nvSpPr>
          <p:spPr bwMode="auto">
            <a:xfrm>
              <a:off x="3072" y="287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1" name="Line 41"/>
            <p:cNvSpPr>
              <a:spLocks noChangeShapeType="1"/>
            </p:cNvSpPr>
            <p:nvPr/>
          </p:nvSpPr>
          <p:spPr bwMode="auto">
            <a:xfrm>
              <a:off x="3072" y="302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2" name="Line 42"/>
            <p:cNvSpPr>
              <a:spLocks noChangeShapeType="1"/>
            </p:cNvSpPr>
            <p:nvPr/>
          </p:nvSpPr>
          <p:spPr bwMode="auto">
            <a:xfrm>
              <a:off x="3072" y="316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3" name="Line 43"/>
            <p:cNvSpPr>
              <a:spLocks noChangeShapeType="1"/>
            </p:cNvSpPr>
            <p:nvPr/>
          </p:nvSpPr>
          <p:spPr bwMode="auto">
            <a:xfrm>
              <a:off x="3072" y="3310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4" name="Line 44"/>
            <p:cNvSpPr>
              <a:spLocks noChangeShapeType="1"/>
            </p:cNvSpPr>
            <p:nvPr/>
          </p:nvSpPr>
          <p:spPr bwMode="auto">
            <a:xfrm>
              <a:off x="3072" y="3454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5" name="Line 45"/>
            <p:cNvSpPr>
              <a:spLocks noChangeShapeType="1"/>
            </p:cNvSpPr>
            <p:nvPr/>
          </p:nvSpPr>
          <p:spPr bwMode="auto">
            <a:xfrm>
              <a:off x="3072" y="3598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6" name="Line 46"/>
            <p:cNvSpPr>
              <a:spLocks noChangeShapeType="1"/>
            </p:cNvSpPr>
            <p:nvPr/>
          </p:nvSpPr>
          <p:spPr bwMode="auto">
            <a:xfrm>
              <a:off x="3072" y="3742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7" name="Line 47"/>
            <p:cNvSpPr>
              <a:spLocks noChangeShapeType="1"/>
            </p:cNvSpPr>
            <p:nvPr/>
          </p:nvSpPr>
          <p:spPr bwMode="auto">
            <a:xfrm>
              <a:off x="3072" y="3886"/>
              <a:ext cx="384" cy="0"/>
            </a:xfrm>
            <a:prstGeom prst="line">
              <a:avLst/>
            </a:prstGeom>
            <a:noFill/>
            <a:ln w="12700">
              <a:solidFill>
                <a:srgbClr val="969696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8" name="Text Box 48"/>
            <p:cNvSpPr txBox="1">
              <a:spLocks noChangeArrowheads="1"/>
            </p:cNvSpPr>
            <p:nvPr/>
          </p:nvSpPr>
          <p:spPr bwMode="auto">
            <a:xfrm>
              <a:off x="3408" y="1054"/>
              <a:ext cx="1440" cy="3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VCC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15</a:t>
              </a:r>
              <a:endParaRPr lang="en-US" altLang="zh-CN" sz="1400" b="1" baseline="-2000" dirty="0">
                <a:solidFill>
                  <a:srgbClr val="CC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16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17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18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5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19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/ S</a:t>
              </a:r>
              <a:r>
                <a:rPr lang="en-US" altLang="zh-CN" sz="1600" b="1" baseline="-16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6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SS0*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  (HIGH)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MN / MX*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RD*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HOLD      (RQ0*/ GT0*)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HLDA      (RQ1* /GT1*)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WR*          (LOCK*)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IO / M*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( S2*</a:t>
              </a:r>
              <a:r>
                <a:rPr lang="en-US" altLang="zh-CN" sz="1400" b="1" baseline="-2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DT / R*      ( S1*</a:t>
              </a:r>
              <a:r>
                <a:rPr lang="en-US" altLang="zh-CN" sz="1400" b="1" baseline="-2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)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DEN           ( S0</a:t>
              </a:r>
              <a:r>
                <a:rPr lang="en-US" altLang="zh-CN" sz="1400" b="1" baseline="-2000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)</a:t>
              </a: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ALE           (QS0)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INTA         (QS1)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TEST*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READY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RESET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endParaRPr lang="en-US" altLang="zh-CN" sz="1400" b="1" baseline="-2000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169" name="Text Box 49"/>
            <p:cNvSpPr txBox="1">
              <a:spLocks noChangeArrowheads="1"/>
            </p:cNvSpPr>
            <p:nvPr/>
          </p:nvSpPr>
          <p:spPr bwMode="auto">
            <a:xfrm>
              <a:off x="2400" y="1918"/>
              <a:ext cx="5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8088</a:t>
              </a:r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（</a:t>
            </a:r>
            <a:r>
              <a:rPr lang="en-US" altLang="zh-CN" sz="4000"/>
              <a:t>8</a:t>
            </a:r>
            <a:r>
              <a:rPr lang="zh-CN" altLang="en-US" sz="4000"/>
              <a:t>）</a:t>
            </a:r>
            <a:r>
              <a:rPr lang="en-US" altLang="zh-CN" sz="4000"/>
              <a:t>8088</a:t>
            </a:r>
            <a:r>
              <a:rPr lang="zh-CN" altLang="en-US" sz="4000"/>
              <a:t>最大组态中的引脚定义</a:t>
            </a:r>
          </a:p>
        </p:txBody>
      </p:sp>
      <p:graphicFrame>
        <p:nvGraphicFramePr>
          <p:cNvPr id="4" name="Group 106"/>
          <p:cNvGraphicFramePr/>
          <p:nvPr/>
        </p:nvGraphicFramePr>
        <p:xfrm>
          <a:off x="1557338" y="1735138"/>
          <a:ext cx="5943600" cy="4694278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S2* S1* S0*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CPU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的工作状态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1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0     0     0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中断响应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0     0     1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I/O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读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0     1     0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I/O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写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0     1     1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暂停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1     0     0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取指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1     0     1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存储器读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1     1     0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存储器写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1     1     1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过渡状态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/>
              <a:t>（</a:t>
            </a:r>
            <a:r>
              <a:rPr lang="en-US" altLang="zh-CN" sz="4000" dirty="0"/>
              <a:t>8</a:t>
            </a:r>
            <a:r>
              <a:rPr lang="zh-CN" altLang="en-US" sz="4000" dirty="0"/>
              <a:t>）</a:t>
            </a:r>
            <a:r>
              <a:rPr lang="en-US" altLang="zh-CN" sz="4000" dirty="0"/>
              <a:t>8088</a:t>
            </a:r>
            <a:r>
              <a:rPr lang="zh-CN" altLang="en-US" sz="4000" dirty="0"/>
              <a:t>最大组态的总线形成</a:t>
            </a:r>
          </a:p>
        </p:txBody>
      </p:sp>
      <p:pic>
        <p:nvPicPr>
          <p:cNvPr id="93187" name="Picture 3" descr="E:\李征的资料\教学资料\2008年教学资料\微机原理与接口技术\自己的课件\最大组态总线形成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192213"/>
            <a:ext cx="7786687" cy="547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9</a:t>
            </a:r>
            <a:r>
              <a:rPr lang="zh-CN" altLang="en-US"/>
              <a:t>）</a:t>
            </a:r>
            <a:r>
              <a:rPr lang="en-US" altLang="zh-CN"/>
              <a:t>8088</a:t>
            </a:r>
            <a:r>
              <a:rPr lang="zh-CN" altLang="en-US"/>
              <a:t>最大组态的总线形成</a:t>
            </a:r>
          </a:p>
        </p:txBody>
      </p:sp>
      <p:sp>
        <p:nvSpPr>
          <p:cNvPr id="942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⑴</a:t>
            </a:r>
            <a:r>
              <a:rPr lang="en-US" altLang="zh-CN" sz="2800" dirty="0"/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系统地址总线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采用三态透明锁存器</a:t>
            </a:r>
            <a:r>
              <a:rPr lang="en-US" altLang="zh-CN" sz="2800" dirty="0"/>
              <a:t>74LS373</a:t>
            </a:r>
            <a:r>
              <a:rPr lang="zh-CN" altLang="en-US" sz="2800" dirty="0">
                <a:latin typeface="Times New Roman" panose="02020603050405020304" pitchFamily="18" charset="0"/>
              </a:rPr>
              <a:t>和三态单向缓冲器</a:t>
            </a:r>
            <a:r>
              <a:rPr lang="en-US" altLang="zh-CN" sz="2800" dirty="0"/>
              <a:t>74LS244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⑵</a:t>
            </a:r>
            <a:r>
              <a:rPr lang="en-US" altLang="zh-CN" sz="2800" dirty="0"/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系统数据总线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通过三态双向缓冲器</a:t>
            </a:r>
            <a:r>
              <a:rPr lang="en-US" altLang="zh-CN" sz="2800" dirty="0"/>
              <a:t>74LS245</a:t>
            </a:r>
            <a:r>
              <a:rPr lang="zh-CN" altLang="en-US" sz="2800" dirty="0">
                <a:latin typeface="Times New Roman" panose="02020603050405020304" pitchFamily="18" charset="0"/>
              </a:rPr>
              <a:t>形成和驱动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⑶ 系统控制总线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主要由总线控制器</a:t>
            </a:r>
            <a:r>
              <a:rPr lang="en-US" altLang="zh-CN" sz="2800" dirty="0">
                <a:latin typeface="Times New Roman" panose="02020603050405020304" pitchFamily="18" charset="0"/>
              </a:rPr>
              <a:t>8288</a:t>
            </a:r>
            <a:r>
              <a:rPr lang="zh-CN" altLang="en-US" sz="2800" dirty="0">
                <a:latin typeface="Times New Roman" panose="02020603050405020304" pitchFamily="18" charset="0"/>
              </a:rPr>
              <a:t>形成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MEMR*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</a:rPr>
              <a:t>MEMW*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</a:rPr>
              <a:t>IOR*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</a:rPr>
              <a:t>IOW*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</a:rPr>
              <a:t>INTA*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最大组态控制总线形成</a:t>
            </a:r>
          </a:p>
        </p:txBody>
      </p:sp>
      <p:graphicFrame>
        <p:nvGraphicFramePr>
          <p:cNvPr id="95235" name="Object 2"/>
          <p:cNvGraphicFramePr>
            <a:graphicFrameLocks noChangeAspect="1"/>
          </p:cNvGraphicFramePr>
          <p:nvPr/>
        </p:nvGraphicFramePr>
        <p:xfrm>
          <a:off x="1006475" y="1643063"/>
          <a:ext cx="7208838" cy="478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2" imgW="2933700" imgH="1851660" progId="Excel.Sheet.8">
                  <p:embed/>
                </p:oleObj>
              </mc:Choice>
              <mc:Fallback>
                <p:oleObj name="工作表" r:id="rId2" imgW="2933700" imgH="185166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1643063"/>
                        <a:ext cx="7208838" cy="478631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8288</a:t>
            </a:r>
            <a:r>
              <a:rPr lang="zh-CN" altLang="en-US" dirty="0"/>
              <a:t>总线控制器内、外部结构</a:t>
            </a:r>
          </a:p>
        </p:txBody>
      </p:sp>
      <p:pic>
        <p:nvPicPr>
          <p:cNvPr id="96259" name="Picture 2" descr="E:\李征的资料\教学资料\2008年教学资料\微机原理与接口技术\自己的课件\8288内外部结构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1516063"/>
            <a:ext cx="8231187" cy="505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8288</a:t>
            </a:r>
            <a:r>
              <a:rPr lang="zh-CN" altLang="en-US"/>
              <a:t>工作方式相关的引脚</a:t>
            </a:r>
          </a:p>
        </p:txBody>
      </p:sp>
      <p:sp>
        <p:nvSpPr>
          <p:cNvPr id="972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lnSpc>
                <a:spcPct val="120000"/>
              </a:lnSpc>
            </a:pPr>
            <a:r>
              <a:rPr lang="en-US" altLang="en-US" sz="2600">
                <a:ea typeface="宋体" panose="02010600030101010101" pitchFamily="2" charset="-122"/>
              </a:rPr>
              <a:t>CEN</a:t>
            </a:r>
            <a:r>
              <a:rPr lang="zh-CN" altLang="en-US" sz="2600"/>
              <a:t>片选信号，</a:t>
            </a:r>
            <a:r>
              <a:rPr lang="en-US" altLang="en-US" sz="2600">
                <a:ea typeface="宋体" panose="02010600030101010101" pitchFamily="2" charset="-122"/>
              </a:rPr>
              <a:t>CEN</a:t>
            </a:r>
            <a:r>
              <a:rPr lang="zh-CN" altLang="en-US" sz="2600"/>
              <a:t>为高电平允许8288工作，否则禁止工作</a:t>
            </a:r>
            <a:endParaRPr lang="en-US" altLang="zh-CN" sz="2600"/>
          </a:p>
          <a:p>
            <a:pPr lvl="1" eaLnBrk="1" hangingPunct="1">
              <a:lnSpc>
                <a:spcPct val="120000"/>
              </a:lnSpc>
            </a:pPr>
            <a:endParaRPr lang="zh-CN" altLang="en-US" sz="2600"/>
          </a:p>
          <a:p>
            <a:pPr lvl="1" eaLnBrk="1" hangingPunct="1">
              <a:lnSpc>
                <a:spcPct val="120000"/>
              </a:lnSpc>
            </a:pPr>
            <a:r>
              <a:rPr lang="en-US" altLang="zh-CN" sz="2600"/>
              <a:t>IOB</a:t>
            </a:r>
            <a:r>
              <a:rPr lang="zh-CN" altLang="zh-CN" sz="2600"/>
              <a:t>工作方式选择，</a:t>
            </a:r>
            <a:r>
              <a:rPr lang="en-US" altLang="zh-CN" sz="2600"/>
              <a:t>IOB</a:t>
            </a:r>
            <a:r>
              <a:rPr lang="zh-CN" altLang="zh-CN" sz="2600"/>
              <a:t>接地，8288为单处理器工作方式；</a:t>
            </a:r>
            <a:r>
              <a:rPr lang="en-US" altLang="zh-CN" sz="2600"/>
              <a:t>IOB</a:t>
            </a:r>
            <a:r>
              <a:rPr lang="zh-CN" altLang="zh-CN" sz="2600"/>
              <a:t>接+5</a:t>
            </a:r>
            <a:r>
              <a:rPr lang="en-US" altLang="zh-CN" sz="2600"/>
              <a:t>V</a:t>
            </a:r>
            <a:r>
              <a:rPr lang="zh-CN" altLang="zh-CN" sz="2600"/>
              <a:t>为多处理器工作方式。</a:t>
            </a:r>
            <a:endParaRPr lang="en-US" altLang="zh-CN" sz="2600"/>
          </a:p>
          <a:p>
            <a:pPr lvl="1" eaLnBrk="1" hangingPunct="1">
              <a:lnSpc>
                <a:spcPct val="120000"/>
              </a:lnSpc>
            </a:pPr>
            <a:endParaRPr lang="zh-CN" altLang="en-US" sz="2600"/>
          </a:p>
          <a:p>
            <a:pPr lvl="1" eaLnBrk="1" hangingPunct="1">
              <a:lnSpc>
                <a:spcPct val="120000"/>
              </a:lnSpc>
            </a:pPr>
            <a:r>
              <a:rPr lang="en-US" altLang="zh-CN" sz="2600"/>
              <a:t>AEN</a:t>
            </a:r>
            <a:r>
              <a:rPr lang="zh-CN" altLang="en-US" sz="2600"/>
              <a:t>芯片工作允许，低电平有效。多处理器系统中由总线仲裁器控制8288工作。</a:t>
            </a:r>
            <a:endParaRPr lang="en-US" altLang="zh-CN" sz="26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8288</a:t>
            </a:r>
            <a:r>
              <a:rPr lang="zh-CN" altLang="en-US"/>
              <a:t>工作方式相关的引脚</a:t>
            </a:r>
          </a:p>
        </p:txBody>
      </p:sp>
      <p:sp>
        <p:nvSpPr>
          <p:cNvPr id="983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 eaLnBrk="1" hangingPunct="1"/>
            <a:endParaRPr lang="en-US" altLang="zh-CN" sz="2600" dirty="0"/>
          </a:p>
          <a:p>
            <a:pPr marL="342900" lvl="1" indent="-342900" eaLnBrk="1" hangingPunct="1"/>
            <a:r>
              <a:rPr lang="en-US" altLang="zh-CN" sz="2600" dirty="0"/>
              <a:t>MCE/PDEN:</a:t>
            </a:r>
            <a:r>
              <a:rPr lang="zh-CN" altLang="en-US" sz="2600" dirty="0"/>
              <a:t>总线主模块允许/外设数据允许。</a:t>
            </a:r>
            <a:endParaRPr lang="en-US" altLang="zh-CN" sz="2600" dirty="0"/>
          </a:p>
          <a:p>
            <a:pPr marL="342900" lvl="1" indent="-342900" eaLnBrk="1" hangingPunct="1"/>
            <a:endParaRPr lang="en-US" altLang="zh-CN" sz="2600" dirty="0"/>
          </a:p>
          <a:p>
            <a:pPr marL="342900" lvl="1" indent="-342900" eaLnBrk="1" hangingPunct="1"/>
            <a:r>
              <a:rPr lang="zh-CN" altLang="en-US" sz="2600" dirty="0"/>
              <a:t>单处理器工作时为</a:t>
            </a:r>
            <a:r>
              <a:rPr lang="en-US" altLang="en-US" sz="2600" dirty="0">
                <a:ea typeface="宋体" panose="02010600030101010101" pitchFamily="2" charset="-122"/>
              </a:rPr>
              <a:t>MCE</a:t>
            </a:r>
            <a:r>
              <a:rPr lang="en-US" altLang="zh-CN" sz="2600" dirty="0"/>
              <a:t>。</a:t>
            </a:r>
            <a:r>
              <a:rPr lang="zh-CN" altLang="en-US" sz="2600" dirty="0"/>
              <a:t>此信号控制主从方式工作芯片协调工作。</a:t>
            </a:r>
            <a:endParaRPr lang="en-US" altLang="zh-CN" sz="2600" dirty="0"/>
          </a:p>
          <a:p>
            <a:pPr marL="342900" lvl="1" indent="-342900" eaLnBrk="1" hangingPunct="1"/>
            <a:endParaRPr lang="en-US" altLang="zh-CN" sz="2600" dirty="0"/>
          </a:p>
          <a:p>
            <a:pPr marL="342900" lvl="1" indent="-342900" eaLnBrk="1" hangingPunct="1"/>
            <a:r>
              <a:rPr lang="zh-CN" altLang="en-US" sz="2600" dirty="0"/>
              <a:t>多处理器系统中为</a:t>
            </a:r>
            <a:r>
              <a:rPr lang="en-US" altLang="en-US" sz="2600" dirty="0">
                <a:ea typeface="宋体" panose="02010600030101010101" pitchFamily="2" charset="-122"/>
              </a:rPr>
              <a:t>PDEN</a:t>
            </a:r>
            <a:r>
              <a:rPr lang="zh-CN" altLang="en-US" sz="2600" dirty="0">
                <a:ea typeface="宋体" panose="02010600030101010101" pitchFamily="2" charset="-122"/>
              </a:rPr>
              <a:t>。此信号</a:t>
            </a:r>
            <a:r>
              <a:rPr lang="zh-CN" altLang="en-US" sz="2600" dirty="0"/>
              <a:t>作为数据总线收发器开启信号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8088</a:t>
            </a:r>
            <a:r>
              <a:rPr lang="zh-CN" altLang="en-US" sz="3600"/>
              <a:t>最大组态的写总线时序（内存）</a:t>
            </a:r>
          </a:p>
        </p:txBody>
      </p:sp>
      <p:pic>
        <p:nvPicPr>
          <p:cNvPr id="99331" name="Picture 2" descr="E:\李征的资料\教学资料\2008年教学资料\微机原理与接口技术\自己的课件\最大组态写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1357313"/>
            <a:ext cx="8551862" cy="534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8088</a:t>
            </a:r>
            <a:r>
              <a:rPr lang="zh-CN" altLang="en-US" sz="3600" dirty="0"/>
              <a:t>最大组态的读总线时序（内存）</a:t>
            </a:r>
          </a:p>
        </p:txBody>
      </p:sp>
      <p:pic>
        <p:nvPicPr>
          <p:cNvPr id="100355" name="Picture 2" descr="E:\李征的资料\教学资料\2008年教学资料\微机原理与接口技术\自己的课件\最大组态读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336675"/>
            <a:ext cx="8715375" cy="531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8088</a:t>
            </a:r>
            <a:r>
              <a:rPr lang="zh-CN" altLang="en-US"/>
              <a:t>最大组态下</a:t>
            </a:r>
            <a:r>
              <a:rPr lang="en-US" altLang="zh-CN"/>
              <a:t>I/O</a:t>
            </a:r>
            <a:r>
              <a:rPr lang="zh-CN" altLang="en-US"/>
              <a:t>读写时序</a:t>
            </a:r>
          </a:p>
        </p:txBody>
      </p:sp>
      <p:sp>
        <p:nvSpPr>
          <p:cNvPr id="1013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sz="2800"/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800"/>
              <a:t>基本与内存读写时序相同，区别在于状态信号的差异。</a:t>
            </a:r>
            <a:endParaRPr lang="en-US" altLang="zh-CN" sz="28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10</a:t>
            </a:r>
            <a:r>
              <a:rPr lang="zh-CN" altLang="en-US"/>
              <a:t>）微机系统总线</a:t>
            </a:r>
          </a:p>
        </p:txBody>
      </p:sp>
      <p:sp>
        <p:nvSpPr>
          <p:cNvPr id="1024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微机系统采用</a:t>
            </a:r>
            <a:r>
              <a:rPr lang="zh-CN" altLang="en-US" sz="2400" b="1">
                <a:latin typeface="Times New Roman" panose="02020603050405020304" pitchFamily="18" charset="0"/>
              </a:rPr>
              <a:t>总线结构</a:t>
            </a:r>
            <a:r>
              <a:rPr lang="zh-CN" altLang="en-US" sz="2400">
                <a:latin typeface="Times New Roman" panose="02020603050405020304" pitchFamily="18" charset="0"/>
              </a:rPr>
              <a:t>。系统中主要部件通过系统总线相互连接、实现数据传输，并使微机系统具有</a:t>
            </a:r>
            <a:r>
              <a:rPr lang="zh-CN" altLang="en-US" sz="2400" b="1">
                <a:latin typeface="Times New Roman" panose="02020603050405020304" pitchFamily="18" charset="0"/>
              </a:rPr>
              <a:t>组态灵活、易于扩展</a:t>
            </a:r>
            <a:r>
              <a:rPr lang="zh-CN" altLang="en-US" sz="2400">
                <a:latin typeface="Times New Roman" panose="02020603050405020304" pitchFamily="18" charset="0"/>
              </a:rPr>
              <a:t>等诸多优点。</a:t>
            </a:r>
          </a:p>
          <a:p>
            <a:pPr eaLnBrk="1" hangingPunct="1"/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广泛应用的总线都实现了</a:t>
            </a:r>
            <a:r>
              <a:rPr lang="zh-CN" altLang="en-US" sz="2400" b="1">
                <a:latin typeface="Times New Roman" panose="02020603050405020304" pitchFamily="18" charset="0"/>
              </a:rPr>
              <a:t>标准化</a:t>
            </a:r>
            <a:r>
              <a:rPr lang="zh-CN" altLang="en-US" sz="2400">
                <a:latin typeface="Times New Roman" panose="02020603050405020304" pitchFamily="18" charset="0"/>
              </a:rPr>
              <a:t>，便于互连各个部件时遵循共同的总线规范。接口的任一方只需要根据总线标准的要求来实现和完成接口的功能，而不必了解对方的接口方式。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总线接口也是一种通用的接口技术</a:t>
            </a:r>
            <a:r>
              <a:rPr lang="zh-CN" altLang="en-US" sz="2400" b="1"/>
              <a:t> </a:t>
            </a:r>
            <a:r>
              <a:rPr lang="zh-CN" altLang="en-US" sz="2400"/>
              <a:t>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</a:t>
            </a:r>
            <a:r>
              <a:rPr lang="en-US" altLang="zh-CN"/>
              <a:t>10</a:t>
            </a:r>
            <a:r>
              <a:rPr lang="zh-CN" altLang="en-US"/>
              <a:t>）微机系统总线</a:t>
            </a:r>
          </a:p>
        </p:txBody>
      </p:sp>
      <p:sp>
        <p:nvSpPr>
          <p:cNvPr id="1034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总线连接方法</a:t>
            </a:r>
            <a:r>
              <a:rPr lang="zh-CN" altLang="en-US" sz="2800">
                <a:latin typeface="Times New Roman" panose="02020603050405020304" pitchFamily="18" charset="0"/>
              </a:rPr>
              <a:t>广泛用于微机系统的</a:t>
            </a:r>
            <a:r>
              <a:rPr lang="zh-CN" altLang="en-US" sz="2800" b="1">
                <a:latin typeface="Times New Roman" panose="02020603050405020304" pitchFamily="18" charset="0"/>
              </a:rPr>
              <a:t>各个连接层次</a:t>
            </a:r>
            <a:r>
              <a:rPr lang="zh-CN" altLang="en-US" sz="2800">
                <a:latin typeface="Times New Roman" panose="02020603050405020304" pitchFamily="18" charset="0"/>
              </a:rPr>
              <a:t>上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800">
                <a:latin typeface="Times New Roman" panose="02020603050405020304" pitchFamily="18" charset="0"/>
              </a:rPr>
              <a:t>大规模集成电路</a:t>
            </a:r>
            <a:r>
              <a:rPr lang="zh-CN" altLang="en-US" sz="2800" b="1">
                <a:latin typeface="Times New Roman" panose="02020603050405020304" pitchFamily="18" charset="0"/>
              </a:rPr>
              <a:t>芯片内部</a:t>
            </a:r>
            <a:r>
              <a:rPr lang="zh-CN" altLang="en-US" sz="2800">
                <a:latin typeface="Times New Roman" panose="02020603050405020304" pitchFamily="18" charset="0"/>
              </a:rPr>
              <a:t>（如微处理器的内部总线）</a:t>
            </a:r>
          </a:p>
          <a:p>
            <a:pPr lvl="1" eaLnBrk="1" hangingPunct="1"/>
            <a:r>
              <a:rPr lang="zh-CN" altLang="en-US" sz="2800" b="1">
                <a:latin typeface="Times New Roman" panose="02020603050405020304" pitchFamily="18" charset="0"/>
              </a:rPr>
              <a:t>主机板中微处理器、存储器及</a:t>
            </a:r>
            <a:r>
              <a:rPr lang="en-US" altLang="zh-CN" sz="2800" b="1"/>
              <a:t>I/O</a:t>
            </a:r>
            <a:r>
              <a:rPr lang="zh-CN" altLang="en-US" sz="2800" b="1">
                <a:latin typeface="Times New Roman" panose="02020603050405020304" pitchFamily="18" charset="0"/>
              </a:rPr>
              <a:t>接口电路之间</a:t>
            </a:r>
            <a:r>
              <a:rPr lang="zh-CN" altLang="en-US" sz="2800">
                <a:latin typeface="Times New Roman" panose="02020603050405020304" pitchFamily="18" charset="0"/>
              </a:rPr>
              <a:t>，主机模板与各种接口模板之间</a:t>
            </a:r>
          </a:p>
          <a:p>
            <a:pPr lvl="1" eaLnBrk="1" hangingPunct="1"/>
            <a:r>
              <a:rPr lang="zh-CN" altLang="en-US" sz="2800" b="1">
                <a:latin typeface="Times New Roman" panose="02020603050405020304" pitchFamily="18" charset="0"/>
              </a:rPr>
              <a:t>微机系统之间</a:t>
            </a:r>
            <a:r>
              <a:rPr lang="zh-CN" altLang="en-US" sz="2800">
                <a:latin typeface="Times New Roman" panose="02020603050405020304" pitchFamily="18" charset="0"/>
              </a:rPr>
              <a:t>以及微机系统与外部设备之间</a:t>
            </a:r>
            <a:endParaRPr lang="zh-CN" altLang="en-US" sz="280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芯片总线（</a:t>
            </a:r>
            <a:r>
              <a:rPr lang="en-US" altLang="zh-CN"/>
              <a:t>Chip Bus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endParaRPr lang="zh-CN" altLang="en-US"/>
          </a:p>
        </p:txBody>
      </p:sp>
      <p:sp>
        <p:nvSpPr>
          <p:cNvPr id="1044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一个大规模集成电路芯片内部，或一个较小系统中各种不同器件连接在一起的总线；用于芯片级互连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芯片总线也称为局部总线（</a:t>
            </a:r>
            <a:r>
              <a:rPr lang="en-US" altLang="zh-CN" sz="2400">
                <a:latin typeface="Times New Roman" panose="02020603050405020304" pitchFamily="18" charset="0"/>
              </a:rPr>
              <a:t>Local Bus</a:t>
            </a:r>
            <a:r>
              <a:rPr lang="zh-CN" altLang="en-US" sz="2400">
                <a:latin typeface="Times New Roman" panose="02020603050405020304" pitchFamily="18" charset="0"/>
              </a:rPr>
              <a:t>）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微处理器的引脚信号就是芯片总线</a:t>
            </a:r>
          </a:p>
          <a:p>
            <a:pPr eaLnBrk="1" hangingPunct="1"/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微处理器内部的控制器、运算器、寄存器之间，还有系统主机板上</a:t>
            </a:r>
            <a:r>
              <a:rPr lang="en-US" altLang="zh-CN" sz="2400">
                <a:latin typeface="Times New Roman" panose="02020603050405020304" pitchFamily="18" charset="0"/>
              </a:rPr>
              <a:t>CPU</a:t>
            </a:r>
            <a:r>
              <a:rPr lang="zh-CN" altLang="en-US" sz="2400">
                <a:latin typeface="Times New Roman" panose="02020603050405020304" pitchFamily="18" charset="0"/>
              </a:rPr>
              <a:t>、存储器、接口电路等之间通常就是利用芯片级总线互连的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芯片总线（</a:t>
            </a:r>
            <a:r>
              <a:rPr lang="en-US" altLang="zh-CN"/>
              <a:t>Chip Bus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endParaRPr lang="zh-CN" altLang="en-US"/>
          </a:p>
        </p:txBody>
      </p:sp>
      <p:pic>
        <p:nvPicPr>
          <p:cNvPr id="105475" name="Picture 2" descr="E:\李征的资料\教学资料\2008年教学资料\微机原理与接口技术\自己的课件\图片\内总线示例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565275"/>
            <a:ext cx="7723187" cy="464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内总线</a:t>
            </a:r>
            <a:r>
              <a:rPr lang="zh-CN" altLang="en-US"/>
              <a:t>（</a:t>
            </a:r>
            <a:r>
              <a:rPr lang="en-US" altLang="zh-CN"/>
              <a:t>Internal Bus</a:t>
            </a:r>
            <a:r>
              <a:rPr lang="zh-CN" altLang="en-US"/>
              <a:t>）</a:t>
            </a:r>
          </a:p>
        </p:txBody>
      </p:sp>
      <p:sp>
        <p:nvSpPr>
          <p:cNvPr id="1064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微机系统中</a:t>
            </a:r>
            <a:r>
              <a:rPr lang="zh-CN" altLang="en-US" sz="2800" b="1">
                <a:latin typeface="Times New Roman" panose="02020603050405020304" pitchFamily="18" charset="0"/>
              </a:rPr>
              <a:t>模板与模板间连接的总线</a:t>
            </a:r>
            <a:r>
              <a:rPr lang="zh-CN" altLang="en-US" sz="2800">
                <a:latin typeface="Times New Roman" panose="02020603050405020304" pitchFamily="18" charset="0"/>
              </a:rPr>
              <a:t>，是微机系统所特有的总线；用于模板级互连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内总线也被称为板级总线或</a:t>
            </a:r>
            <a:r>
              <a:rPr lang="zh-CN" altLang="en-US" sz="2800" b="1">
                <a:latin typeface="Times New Roman" panose="02020603050405020304" pitchFamily="18" charset="0"/>
              </a:rPr>
              <a:t>系统总线</a:t>
            </a: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System Bus</a:t>
            </a:r>
            <a:r>
              <a:rPr lang="zh-CN" altLang="en-US" sz="2800">
                <a:latin typeface="Times New Roman" panose="02020603050405020304" pitchFamily="18" charset="0"/>
              </a:rPr>
              <a:t>）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多数已实现标准化，例如</a:t>
            </a:r>
            <a:r>
              <a:rPr lang="en-US" altLang="zh-CN" sz="2800">
                <a:latin typeface="Times New Roman" panose="02020603050405020304" pitchFamily="18" charset="0"/>
              </a:rPr>
              <a:t>STD</a:t>
            </a:r>
            <a:r>
              <a:rPr lang="zh-CN" altLang="en-US" sz="2800">
                <a:latin typeface="Times New Roman" panose="02020603050405020304" pitchFamily="18" charset="0"/>
              </a:rPr>
              <a:t>总线、</a:t>
            </a:r>
            <a:r>
              <a:rPr lang="en-US" altLang="zh-CN" sz="2800">
                <a:latin typeface="Times New Roman" panose="02020603050405020304" pitchFamily="18" charset="0"/>
              </a:rPr>
              <a:t>ISA</a:t>
            </a:r>
            <a:r>
              <a:rPr lang="zh-CN" altLang="en-US" sz="2800">
                <a:latin typeface="Times New Roman" panose="02020603050405020304" pitchFamily="18" charset="0"/>
              </a:rPr>
              <a:t>总线等。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微机主板的各种扩展插槽多属于内总线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内总线</a:t>
            </a:r>
            <a:r>
              <a:rPr lang="zh-CN" altLang="en-US"/>
              <a:t>（</a:t>
            </a:r>
            <a:r>
              <a:rPr lang="en-US" altLang="zh-CN"/>
              <a:t>Internal Bus</a:t>
            </a:r>
            <a:r>
              <a:rPr lang="zh-CN" altLang="en-US"/>
              <a:t>）</a:t>
            </a:r>
          </a:p>
        </p:txBody>
      </p:sp>
      <p:pic>
        <p:nvPicPr>
          <p:cNvPr id="107523" name="Picture 2" descr="E:\李征的资料\教学资料\2008年教学资料\微机原理与接口技术\自己的课件\图片\内总线示例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3" y="1560513"/>
            <a:ext cx="7697787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内总线</a:t>
            </a:r>
            <a:r>
              <a:rPr lang="zh-CN" altLang="en-US"/>
              <a:t>（</a:t>
            </a:r>
            <a:r>
              <a:rPr lang="en-US" altLang="zh-CN"/>
              <a:t>Internal Bus</a:t>
            </a:r>
            <a:r>
              <a:rPr lang="zh-CN" altLang="en-US"/>
              <a:t>）</a:t>
            </a:r>
          </a:p>
        </p:txBody>
      </p:sp>
      <p:pic>
        <p:nvPicPr>
          <p:cNvPr id="108547" name="Picture 38" descr="ISA&amp;PC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1611313"/>
            <a:ext cx="5440362" cy="49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8" name="Picture 39" descr="USB接口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788" y="1571625"/>
            <a:ext cx="125730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9" name="Text Box 40"/>
          <p:cNvSpPr txBox="1">
            <a:spLocks noChangeArrowheads="1"/>
          </p:cNvSpPr>
          <p:nvPr/>
        </p:nvSpPr>
        <p:spPr bwMode="auto">
          <a:xfrm>
            <a:off x="6554788" y="4811713"/>
            <a:ext cx="1528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PCI</a:t>
            </a:r>
            <a:r>
              <a:rPr lang="zh-CN" altLang="en-US" sz="2800" b="1"/>
              <a:t>总线</a:t>
            </a:r>
          </a:p>
        </p:txBody>
      </p:sp>
      <p:sp>
        <p:nvSpPr>
          <p:cNvPr id="108550" name="Line 42"/>
          <p:cNvSpPr>
            <a:spLocks noChangeShapeType="1"/>
          </p:cNvSpPr>
          <p:nvPr/>
        </p:nvSpPr>
        <p:spPr bwMode="auto">
          <a:xfrm flipH="1" flipV="1">
            <a:off x="3963988" y="3440113"/>
            <a:ext cx="2438400" cy="1371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8551" name="Line 43"/>
          <p:cNvSpPr>
            <a:spLocks noChangeShapeType="1"/>
          </p:cNvSpPr>
          <p:nvPr/>
        </p:nvSpPr>
        <p:spPr bwMode="auto">
          <a:xfrm flipH="1" flipV="1">
            <a:off x="3963988" y="4735513"/>
            <a:ext cx="2438400" cy="1371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8552" name="Text Box 44"/>
          <p:cNvSpPr txBox="1">
            <a:spLocks noChangeArrowheads="1"/>
          </p:cNvSpPr>
          <p:nvPr/>
        </p:nvSpPr>
        <p:spPr bwMode="auto">
          <a:xfrm>
            <a:off x="6478588" y="5954713"/>
            <a:ext cx="1525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ISA</a:t>
            </a:r>
            <a:r>
              <a:rPr lang="zh-CN" altLang="en-US" sz="2800" b="1"/>
              <a:t>总线</a:t>
            </a:r>
          </a:p>
        </p:txBody>
      </p:sp>
      <p:sp>
        <p:nvSpPr>
          <p:cNvPr id="108553" name="Line 45"/>
          <p:cNvSpPr>
            <a:spLocks noChangeShapeType="1"/>
          </p:cNvSpPr>
          <p:nvPr/>
        </p:nvSpPr>
        <p:spPr bwMode="auto">
          <a:xfrm flipH="1" flipV="1">
            <a:off x="8032750" y="3071813"/>
            <a:ext cx="46038" cy="5207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8554" name="Text Box 46"/>
          <p:cNvSpPr txBox="1">
            <a:spLocks noChangeArrowheads="1"/>
          </p:cNvSpPr>
          <p:nvPr/>
        </p:nvSpPr>
        <p:spPr bwMode="auto">
          <a:xfrm>
            <a:off x="7240588" y="3744913"/>
            <a:ext cx="1617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USB</a:t>
            </a:r>
            <a:r>
              <a:rPr lang="zh-CN" altLang="en-US" sz="2800" b="1"/>
              <a:t>总线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外总线</a:t>
            </a:r>
            <a:r>
              <a:rPr lang="zh-CN" altLang="en-US"/>
              <a:t>（</a:t>
            </a:r>
            <a:r>
              <a:rPr lang="en-US" altLang="zh-CN"/>
              <a:t>External Bus</a:t>
            </a:r>
            <a:r>
              <a:rPr lang="zh-CN" altLang="en-US"/>
              <a:t>）</a:t>
            </a:r>
          </a:p>
        </p:txBody>
      </p:sp>
      <p:sp>
        <p:nvSpPr>
          <p:cNvPr id="1095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微机系统之间或微机系统与其外设通信的总线，用于设备级互连</a:t>
            </a: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外总线过去又称为通信总线，主要指串行通信总线，例如</a:t>
            </a:r>
            <a:r>
              <a:rPr lang="en-US" altLang="zh-CN" sz="2800">
                <a:latin typeface="Times New Roman" panose="02020603050405020304" pitchFamily="18" charset="0"/>
              </a:rPr>
              <a:t>RS-232</a:t>
            </a: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现在，外总线的意义常延伸为外设总线，主要用于连接各种外设</a:t>
            </a: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外总线种类较多，常与特定设备有关，例如</a:t>
            </a:r>
            <a:r>
              <a:rPr lang="en-US" altLang="zh-CN" sz="2800">
                <a:latin typeface="Times New Roman" panose="02020603050405020304" pitchFamily="18" charset="0"/>
              </a:rPr>
              <a:t>Centronics</a:t>
            </a:r>
            <a:r>
              <a:rPr lang="zh-CN" altLang="en-US" sz="2800">
                <a:latin typeface="Times New Roman" panose="02020603050405020304" pitchFamily="18" charset="0"/>
              </a:rPr>
              <a:t>并行打印机总线、</a:t>
            </a:r>
            <a:r>
              <a:rPr lang="en-US" altLang="zh-CN" sz="2800">
                <a:latin typeface="Times New Roman" panose="02020603050405020304" pitchFamily="18" charset="0"/>
              </a:rPr>
              <a:t>IEEE 488</a:t>
            </a:r>
            <a:r>
              <a:rPr lang="zh-CN" altLang="en-US" sz="2800">
                <a:latin typeface="Times New Roman" panose="02020603050405020304" pitchFamily="18" charset="0"/>
              </a:rPr>
              <a:t>智能仪器仪表并行总线（又称为</a:t>
            </a:r>
            <a:r>
              <a:rPr lang="en-US" altLang="zh-CN" sz="2800">
                <a:latin typeface="Times New Roman" panose="02020603050405020304" pitchFamily="18" charset="0"/>
              </a:rPr>
              <a:t>GPIB</a:t>
            </a:r>
            <a:r>
              <a:rPr lang="zh-CN" altLang="en-US" sz="2800">
                <a:latin typeface="Times New Roman" panose="02020603050405020304" pitchFamily="18" charset="0"/>
              </a:rPr>
              <a:t>总线） 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外总线</a:t>
            </a:r>
            <a:r>
              <a:rPr lang="zh-CN" altLang="en-US"/>
              <a:t>（</a:t>
            </a:r>
            <a:r>
              <a:rPr lang="en-US" altLang="zh-CN"/>
              <a:t>External Bus</a:t>
            </a:r>
            <a:r>
              <a:rPr lang="zh-CN" altLang="en-US"/>
              <a:t>）</a:t>
            </a:r>
          </a:p>
        </p:txBody>
      </p:sp>
      <p:pic>
        <p:nvPicPr>
          <p:cNvPr id="110595" name="Picture 2" descr="E:\李征的资料\教学资料\2008年教学资料\微机原理与接口技术\自己的课件\图片\外总线示例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" y="1581150"/>
            <a:ext cx="7824787" cy="477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常见系统总线</a:t>
            </a:r>
            <a:endParaRPr lang="zh-CN" altLang="en-US"/>
          </a:p>
        </p:txBody>
      </p:sp>
      <p:sp>
        <p:nvSpPr>
          <p:cNvPr id="1116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在微机发展和应用中出现了许多种内、外总线标准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第一个标准化的微机总线</a:t>
            </a:r>
            <a:r>
              <a:rPr lang="en-US" altLang="zh-CN" sz="2800">
                <a:latin typeface="Times New Roman" panose="02020603050405020304" pitchFamily="18" charset="0"/>
              </a:rPr>
              <a:t>S-100</a:t>
            </a:r>
            <a:r>
              <a:rPr lang="zh-CN" altLang="en-US" sz="2800">
                <a:latin typeface="Times New Roman" panose="02020603050405020304" pitchFamily="18" charset="0"/>
              </a:rPr>
              <a:t>总线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面向工业控制领域的</a:t>
            </a:r>
            <a:r>
              <a:rPr lang="en-US" altLang="zh-CN" sz="2800">
                <a:latin typeface="Times New Roman" panose="02020603050405020304" pitchFamily="18" charset="0"/>
              </a:rPr>
              <a:t>STD</a:t>
            </a:r>
            <a:r>
              <a:rPr lang="zh-CN" altLang="en-US" sz="2800">
                <a:latin typeface="Times New Roman" panose="02020603050405020304" pitchFamily="18" charset="0"/>
              </a:rPr>
              <a:t>总线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32</a:t>
            </a:r>
            <a:r>
              <a:rPr lang="zh-CN" altLang="en-US" sz="2800">
                <a:latin typeface="Times New Roman" panose="02020603050405020304" pitchFamily="18" charset="0"/>
              </a:rPr>
              <a:t>位</a:t>
            </a:r>
            <a:r>
              <a:rPr lang="en-US" altLang="zh-CN" sz="2800">
                <a:latin typeface="Times New Roman" panose="02020603050405020304" pitchFamily="18" charset="0"/>
              </a:rPr>
              <a:t>PC</a:t>
            </a:r>
            <a:r>
              <a:rPr lang="zh-CN" altLang="en-US" sz="2800">
                <a:latin typeface="Times New Roman" panose="02020603050405020304" pitchFamily="18" charset="0"/>
              </a:rPr>
              <a:t>机上的</a:t>
            </a:r>
            <a:r>
              <a:rPr lang="en-US" altLang="zh-CN" sz="2800">
                <a:latin typeface="Times New Roman" panose="02020603050405020304" pitchFamily="18" charset="0"/>
              </a:rPr>
              <a:t>ISA</a:t>
            </a:r>
            <a:r>
              <a:rPr lang="zh-CN" altLang="en-US" sz="2800">
                <a:latin typeface="Times New Roman" panose="02020603050405020304" pitchFamily="18" charset="0"/>
              </a:rPr>
              <a:t>系统总线、</a:t>
            </a:r>
            <a:r>
              <a:rPr lang="en-US" altLang="zh-CN" sz="2800">
                <a:latin typeface="Times New Roman" panose="02020603050405020304" pitchFamily="18" charset="0"/>
              </a:rPr>
              <a:t>EISA</a:t>
            </a:r>
            <a:r>
              <a:rPr lang="zh-CN" altLang="en-US" sz="2800">
                <a:latin typeface="Times New Roman" panose="02020603050405020304" pitchFamily="18" charset="0"/>
              </a:rPr>
              <a:t>总线、</a:t>
            </a:r>
            <a:r>
              <a:rPr lang="en-US" altLang="zh-CN" sz="2800">
                <a:latin typeface="Times New Roman" panose="02020603050405020304" pitchFamily="18" charset="0"/>
              </a:rPr>
              <a:t>VESA</a:t>
            </a:r>
            <a:r>
              <a:rPr lang="zh-CN" altLang="en-US" sz="2800">
                <a:latin typeface="Times New Roman" panose="02020603050405020304" pitchFamily="18" charset="0"/>
              </a:rPr>
              <a:t>总线、</a:t>
            </a:r>
            <a:r>
              <a:rPr lang="en-US" altLang="zh-CN" sz="2800">
                <a:latin typeface="Times New Roman" panose="02020603050405020304" pitchFamily="18" charset="0"/>
              </a:rPr>
              <a:t>PCI</a:t>
            </a:r>
            <a:r>
              <a:rPr lang="zh-CN" altLang="en-US" sz="2800">
                <a:latin typeface="Times New Roman" panose="02020603050405020304" pitchFamily="18" charset="0"/>
              </a:rPr>
              <a:t>总线、</a:t>
            </a:r>
            <a:r>
              <a:rPr lang="en-US" altLang="zh-CN" sz="2800">
                <a:latin typeface="Times New Roman" panose="02020603050405020304" pitchFamily="18" charset="0"/>
              </a:rPr>
              <a:t>USB</a:t>
            </a:r>
            <a:r>
              <a:rPr lang="zh-CN" altLang="en-US" sz="2800">
                <a:latin typeface="Times New Roman" panose="02020603050405020304" pitchFamily="18" charset="0"/>
              </a:rPr>
              <a:t>总线等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CPU</a:t>
            </a:r>
            <a:r>
              <a:rPr lang="zh-CN" altLang="en-US" sz="4000"/>
              <a:t>组态与系统总线的区别与联系</a:t>
            </a:r>
          </a:p>
        </p:txBody>
      </p:sp>
      <p:sp>
        <p:nvSpPr>
          <p:cNvPr id="1126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CPU</a:t>
            </a:r>
            <a:r>
              <a:rPr lang="zh-CN" altLang="en-US" sz="2800"/>
              <a:t>的不同组态提供了不同的芯片总线形成方式</a:t>
            </a:r>
            <a:endParaRPr lang="en-US" altLang="zh-CN" sz="2800"/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800"/>
              <a:t>但</a:t>
            </a:r>
            <a:r>
              <a:rPr lang="en-US" altLang="zh-CN" sz="2800"/>
              <a:t>CPU</a:t>
            </a:r>
            <a:r>
              <a:rPr lang="zh-CN" altLang="en-US" sz="2800"/>
              <a:t>组态提供的总线信号并</a:t>
            </a:r>
            <a:r>
              <a:rPr lang="zh-CN" altLang="en-US" sz="2800" b="1"/>
              <a:t>不一定</a:t>
            </a:r>
            <a:r>
              <a:rPr lang="zh-CN" altLang="en-US" sz="2800"/>
              <a:t>被特定总线标准直接</a:t>
            </a:r>
            <a:r>
              <a:rPr lang="zh-CN" altLang="en-US" sz="2800" b="1"/>
              <a:t>作为系统总线上的信号</a:t>
            </a:r>
            <a:r>
              <a:rPr lang="zh-CN" altLang="en-US" sz="2800"/>
              <a:t>。</a:t>
            </a:r>
            <a:endParaRPr lang="en-US" altLang="zh-CN" sz="2800"/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800"/>
              <a:t>多数总线标准是</a:t>
            </a:r>
            <a:r>
              <a:rPr lang="zh-CN" altLang="en-US" sz="2800" b="1"/>
              <a:t>在</a:t>
            </a:r>
            <a:r>
              <a:rPr lang="en-US" altLang="zh-CN" sz="2800" b="1"/>
              <a:t>CPU</a:t>
            </a:r>
            <a:r>
              <a:rPr lang="zh-CN" altLang="en-US" sz="2800" b="1"/>
              <a:t>引脚信号的基础上</a:t>
            </a:r>
            <a:r>
              <a:rPr lang="zh-CN" altLang="en-US" sz="2800"/>
              <a:t>增添自定义的逻辑电路，</a:t>
            </a:r>
            <a:r>
              <a:rPr lang="zh-CN" altLang="en-US" sz="2800" b="1"/>
              <a:t>生成</a:t>
            </a:r>
            <a:r>
              <a:rPr lang="zh-CN" altLang="en-US" sz="2800"/>
              <a:t>符合自己标准的</a:t>
            </a:r>
            <a:r>
              <a:rPr lang="zh-CN" altLang="en-US" sz="2800" b="1"/>
              <a:t>总线信号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 PC </a:t>
            </a:r>
            <a:r>
              <a:rPr lang="zh-CN" altLang="en-US"/>
              <a:t>总线（一种系统总线）</a:t>
            </a:r>
          </a:p>
        </p:txBody>
      </p:sp>
      <p:sp>
        <p:nvSpPr>
          <p:cNvPr id="113667" name="内容占位符 2"/>
          <p:cNvSpPr>
            <a:spLocks noGrp="1"/>
          </p:cNvSpPr>
          <p:nvPr>
            <p:ph idx="1"/>
          </p:nvPr>
        </p:nvSpPr>
        <p:spPr>
          <a:xfrm>
            <a:off x="457200" y="2714625"/>
            <a:ext cx="8229600" cy="3411538"/>
          </a:xfrm>
        </p:spPr>
        <p:txBody>
          <a:bodyPr/>
          <a:lstStyle/>
          <a:p>
            <a:pPr eaLnBrk="1" hangingPunct="1"/>
            <a:r>
              <a:rPr lang="en-US" altLang="zh-CN" sz="2400"/>
              <a:t>IBM PC</a:t>
            </a:r>
            <a:r>
              <a:rPr lang="zh-CN" altLang="en-US" sz="2400">
                <a:latin typeface="Times New Roman" panose="02020603050405020304" pitchFamily="18" charset="0"/>
              </a:rPr>
              <a:t>总线是</a:t>
            </a:r>
            <a:r>
              <a:rPr lang="en-US" altLang="zh-CN" sz="2400"/>
              <a:t>IBM PC/XT</a:t>
            </a:r>
            <a:r>
              <a:rPr lang="zh-CN" altLang="en-US" sz="2400">
                <a:latin typeface="Times New Roman" panose="02020603050405020304" pitchFamily="18" charset="0"/>
              </a:rPr>
              <a:t>机上使用的</a:t>
            </a:r>
            <a:r>
              <a:rPr lang="en-US" altLang="zh-CN" sz="2400"/>
              <a:t>8</a:t>
            </a:r>
            <a:r>
              <a:rPr lang="zh-CN" altLang="en-US" sz="2400">
                <a:latin typeface="Times New Roman" panose="02020603050405020304" pitchFamily="18" charset="0"/>
              </a:rPr>
              <a:t>位系统总线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有</a:t>
            </a:r>
            <a:r>
              <a:rPr lang="en-US" altLang="zh-CN" sz="2400"/>
              <a:t>62</a:t>
            </a:r>
            <a:r>
              <a:rPr lang="zh-CN" altLang="en-US" sz="2400">
                <a:latin typeface="Times New Roman" panose="02020603050405020304" pitchFamily="18" charset="0"/>
              </a:rPr>
              <a:t>条信号线，用双列插槽连接，分</a:t>
            </a:r>
            <a:r>
              <a:rPr lang="en-US" altLang="zh-CN" sz="2400"/>
              <a:t>A</a:t>
            </a:r>
            <a:r>
              <a:rPr lang="zh-CN" altLang="en-US" sz="2400">
                <a:latin typeface="Times New Roman" panose="02020603050405020304" pitchFamily="18" charset="0"/>
              </a:rPr>
              <a:t>面（元件面）和</a:t>
            </a:r>
            <a:r>
              <a:rPr lang="en-US" altLang="zh-CN" sz="2400"/>
              <a:t>B</a:t>
            </a:r>
            <a:r>
              <a:rPr lang="zh-CN" altLang="en-US" sz="2400">
                <a:latin typeface="Times New Roman" panose="02020603050405020304" pitchFamily="18" charset="0"/>
              </a:rPr>
              <a:t>面（焊接面）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/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实际上是</a:t>
            </a:r>
            <a:r>
              <a:rPr lang="en-US" altLang="zh-CN" sz="2400"/>
              <a:t>8088 CPU</a:t>
            </a:r>
            <a:r>
              <a:rPr lang="zh-CN" altLang="en-US" sz="2400">
                <a:latin typeface="Times New Roman" panose="02020603050405020304" pitchFamily="18" charset="0"/>
              </a:rPr>
              <a:t>核心电路总线的扩充和重新驱动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与最大组态下的</a:t>
            </a:r>
            <a:r>
              <a:rPr lang="en-US" altLang="zh-CN" sz="2400"/>
              <a:t>8088</a:t>
            </a:r>
            <a:r>
              <a:rPr lang="zh-CN" altLang="en-US" sz="2400">
                <a:latin typeface="Times New Roman" panose="02020603050405020304" pitchFamily="18" charset="0"/>
              </a:rPr>
              <a:t>总线相似</a:t>
            </a:r>
            <a:endParaRPr lang="zh-CN" altLang="en-US" sz="2400"/>
          </a:p>
        </p:txBody>
      </p:sp>
      <p:pic>
        <p:nvPicPr>
          <p:cNvPr id="113668" name="Picture 6" descr="IS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88" y="1833563"/>
            <a:ext cx="4708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69" name="Oval 7"/>
          <p:cNvSpPr>
            <a:spLocks noChangeArrowheads="1"/>
          </p:cNvSpPr>
          <p:nvPr/>
        </p:nvSpPr>
        <p:spPr bwMode="auto">
          <a:xfrm>
            <a:off x="1357313" y="1643063"/>
            <a:ext cx="3200400" cy="685800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 PC </a:t>
            </a:r>
            <a:r>
              <a:rPr lang="zh-CN" altLang="en-US"/>
              <a:t>总线</a:t>
            </a:r>
          </a:p>
        </p:txBody>
      </p:sp>
      <p:sp>
        <p:nvSpPr>
          <p:cNvPr id="1146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D</a:t>
            </a:r>
            <a:r>
              <a:rPr lang="en-US" altLang="zh-CN" sz="2800" baseline="-250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～</a:t>
            </a:r>
            <a:r>
              <a:rPr lang="en-US" altLang="zh-CN" sz="2800"/>
              <a:t>D</a:t>
            </a:r>
            <a:r>
              <a:rPr lang="en-US" altLang="zh-CN" sz="2800" baseline="-25000">
                <a:latin typeface="Times New Roman" panose="02020603050405020304" pitchFamily="18" charset="0"/>
              </a:rPr>
              <a:t>7</a:t>
            </a:r>
            <a:r>
              <a:rPr lang="en-US" altLang="zh-CN" sz="2800">
                <a:latin typeface="Times New Roman" panose="02020603050405020304" pitchFamily="18" charset="0"/>
              </a:rPr>
              <a:t>——</a:t>
            </a:r>
            <a:r>
              <a:rPr lang="en-US" altLang="zh-CN" sz="2800"/>
              <a:t>8</a:t>
            </a:r>
            <a:r>
              <a:rPr lang="zh-CN" altLang="en-US" sz="2800">
                <a:latin typeface="Times New Roman" panose="02020603050405020304" pitchFamily="18" charset="0"/>
              </a:rPr>
              <a:t>位双向数据线</a:t>
            </a:r>
            <a:endParaRPr lang="zh-CN" altLang="en-US" sz="2800"/>
          </a:p>
          <a:p>
            <a:pPr eaLnBrk="1" hangingPunct="1"/>
            <a:r>
              <a:rPr lang="en-US" altLang="zh-CN" sz="2800"/>
              <a:t>A</a:t>
            </a:r>
            <a:r>
              <a:rPr lang="en-US" altLang="zh-CN" sz="2800" baseline="-250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～</a:t>
            </a:r>
            <a:r>
              <a:rPr lang="en-US" altLang="zh-CN" sz="2800"/>
              <a:t>A</a:t>
            </a:r>
            <a:r>
              <a:rPr lang="en-US" altLang="zh-CN" sz="2800" baseline="-25000">
                <a:latin typeface="Times New Roman" panose="02020603050405020304" pitchFamily="18" charset="0"/>
              </a:rPr>
              <a:t>19</a:t>
            </a:r>
            <a:r>
              <a:rPr lang="en-US" altLang="zh-CN" sz="2800">
                <a:latin typeface="Times New Roman" panose="02020603050405020304" pitchFamily="18" charset="0"/>
              </a:rPr>
              <a:t>——</a:t>
            </a:r>
            <a:r>
              <a:rPr lang="en-US" altLang="zh-CN" sz="2800"/>
              <a:t>20</a:t>
            </a:r>
            <a:r>
              <a:rPr lang="zh-CN" altLang="en-US" sz="2800">
                <a:latin typeface="Times New Roman" panose="02020603050405020304" pitchFamily="18" charset="0"/>
              </a:rPr>
              <a:t>位输出地址线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ALE——</a:t>
            </a:r>
            <a:r>
              <a:rPr lang="zh-CN" altLang="en-US" sz="2800">
                <a:latin typeface="Times New Roman" panose="02020603050405020304" pitchFamily="18" charset="0"/>
              </a:rPr>
              <a:t>地址锁存允许，每个</a:t>
            </a:r>
            <a:r>
              <a:rPr lang="en-US" altLang="zh-CN" sz="2800">
                <a:latin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</a:rPr>
              <a:t>总线周期的</a:t>
            </a:r>
            <a:r>
              <a:rPr lang="en-US" altLang="zh-CN" sz="2800">
                <a:latin typeface="Times New Roman" panose="02020603050405020304" pitchFamily="18" charset="0"/>
              </a:rPr>
              <a:t>T1 </a:t>
            </a:r>
            <a:r>
              <a:rPr lang="zh-CN" altLang="en-US" sz="2800">
                <a:latin typeface="Times New Roman" panose="02020603050405020304" pitchFamily="18" charset="0"/>
              </a:rPr>
              <a:t>状态高电平有效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MEMR*——</a:t>
            </a:r>
            <a:r>
              <a:rPr lang="zh-CN" altLang="en-US" sz="2800">
                <a:latin typeface="Times New Roman" panose="02020603050405020304" pitchFamily="18" charset="0"/>
              </a:rPr>
              <a:t>存储器读，输出、低有效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MEMW*——</a:t>
            </a:r>
            <a:r>
              <a:rPr lang="zh-CN" altLang="en-US" sz="2800">
                <a:latin typeface="Times New Roman" panose="02020603050405020304" pitchFamily="18" charset="0"/>
              </a:rPr>
              <a:t>存储器写，输出、低有效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IOR*——I/O</a:t>
            </a:r>
            <a:r>
              <a:rPr lang="zh-CN" altLang="en-US" sz="2800">
                <a:latin typeface="Times New Roman" panose="02020603050405020304" pitchFamily="18" charset="0"/>
              </a:rPr>
              <a:t>读，输出、低有效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IOW*——I/O</a:t>
            </a:r>
            <a:r>
              <a:rPr lang="zh-CN" altLang="en-US" sz="2800">
                <a:latin typeface="Times New Roman" panose="02020603050405020304" pitchFamily="18" charset="0"/>
              </a:rPr>
              <a:t>写，输出、低有效 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I/O CH RDY——I/O</a:t>
            </a:r>
            <a:r>
              <a:rPr lang="zh-CN" altLang="en-US" sz="2800">
                <a:latin typeface="Times New Roman" panose="02020603050405020304" pitchFamily="18" charset="0"/>
              </a:rPr>
              <a:t>通道准备好，输入、 高有效 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PC </a:t>
            </a:r>
            <a:r>
              <a:rPr lang="zh-CN" altLang="en-US"/>
              <a:t>总线</a:t>
            </a:r>
          </a:p>
        </p:txBody>
      </p:sp>
      <p:pic>
        <p:nvPicPr>
          <p:cNvPr id="115715" name="Picture 6" descr="8088rdw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1573213"/>
            <a:ext cx="6553200" cy="4951412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6" name="TextBox 4"/>
          <p:cNvSpPr txBox="1">
            <a:spLocks noChangeArrowheads="1"/>
          </p:cNvSpPr>
          <p:nvPr/>
        </p:nvSpPr>
        <p:spPr bwMode="auto">
          <a:xfrm>
            <a:off x="7215188" y="1643063"/>
            <a:ext cx="17240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最大、最小</a:t>
            </a:r>
            <a:endParaRPr lang="en-US" altLang="zh-CN" sz="2400" b="1"/>
          </a:p>
          <a:p>
            <a:pPr eaLnBrk="1" hangingPunct="1"/>
            <a:r>
              <a:rPr lang="zh-CN" altLang="en-US" sz="2400" b="1"/>
              <a:t>组态兼容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 PC </a:t>
            </a:r>
            <a:r>
              <a:rPr lang="zh-CN" altLang="en-US"/>
              <a:t>总线</a:t>
            </a:r>
          </a:p>
        </p:txBody>
      </p:sp>
      <p:sp>
        <p:nvSpPr>
          <p:cNvPr id="1167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IRQ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～</a:t>
            </a:r>
            <a:r>
              <a:rPr lang="en-US" altLang="zh-CN" sz="2800">
                <a:latin typeface="Times New Roman" panose="02020603050405020304" pitchFamily="18" charset="0"/>
              </a:rPr>
              <a:t>IRQ</a:t>
            </a:r>
            <a:r>
              <a:rPr lang="en-US" altLang="zh-CN" sz="2800" baseline="-25000">
                <a:latin typeface="Times New Roman" panose="02020603050405020304" pitchFamily="18" charset="0"/>
              </a:rPr>
              <a:t>7</a:t>
            </a:r>
            <a:r>
              <a:rPr lang="en-US" altLang="zh-CN" sz="2800">
                <a:latin typeface="Times New Roman" panose="02020603050405020304" pitchFamily="18" charset="0"/>
              </a:rPr>
              <a:t>——</a:t>
            </a:r>
            <a:r>
              <a:rPr lang="zh-CN" altLang="en-US" sz="2800">
                <a:latin typeface="Times New Roman" panose="02020603050405020304" pitchFamily="18" charset="0"/>
              </a:rPr>
              <a:t>中断请求信号，输入、高有效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AEN——</a:t>
            </a:r>
            <a:r>
              <a:rPr lang="zh-CN" altLang="en-US" sz="2800">
                <a:latin typeface="Times New Roman" panose="02020603050405020304" pitchFamily="18" charset="0"/>
              </a:rPr>
              <a:t>地址允许信号，输出、高有效，用于指示</a:t>
            </a:r>
            <a:r>
              <a:rPr lang="en-US" altLang="zh-CN" sz="2800">
                <a:latin typeface="Times New Roman" panose="02020603050405020304" pitchFamily="18" charset="0"/>
              </a:rPr>
              <a:t>DMA</a:t>
            </a:r>
            <a:r>
              <a:rPr lang="zh-CN" altLang="en-US" sz="2800">
                <a:latin typeface="Times New Roman" panose="02020603050405020304" pitchFamily="18" charset="0"/>
              </a:rPr>
              <a:t>总线周期 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DRQ</a:t>
            </a:r>
            <a:r>
              <a:rPr lang="en-US" altLang="zh-CN" sz="2800" baseline="-250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～</a:t>
            </a:r>
            <a:r>
              <a:rPr lang="en-US" altLang="zh-CN" sz="2800">
                <a:latin typeface="Times New Roman" panose="02020603050405020304" pitchFamily="18" charset="0"/>
              </a:rPr>
              <a:t>DRQ</a:t>
            </a:r>
            <a:r>
              <a:rPr lang="en-US" altLang="zh-CN" sz="2800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>
                <a:latin typeface="Times New Roman" panose="02020603050405020304" pitchFamily="18" charset="0"/>
              </a:rPr>
              <a:t>——DMA</a:t>
            </a:r>
            <a:r>
              <a:rPr lang="zh-CN" altLang="en-US" sz="2800">
                <a:latin typeface="Times New Roman" panose="02020603050405020304" pitchFamily="18" charset="0"/>
              </a:rPr>
              <a:t>请求信号，输入、高有效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DACK</a:t>
            </a:r>
            <a:r>
              <a:rPr lang="en-US" altLang="zh-CN" sz="2800" baseline="-25000"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latin typeface="Times New Roman" panose="02020603050405020304" pitchFamily="18" charset="0"/>
              </a:rPr>
              <a:t>*</a:t>
            </a:r>
            <a:r>
              <a:rPr lang="zh-CN" altLang="en-US" sz="2800">
                <a:latin typeface="Times New Roman" panose="02020603050405020304" pitchFamily="18" charset="0"/>
              </a:rPr>
              <a:t>～</a:t>
            </a:r>
            <a:r>
              <a:rPr lang="en-US" altLang="zh-CN" sz="2800">
                <a:latin typeface="Times New Roman" panose="02020603050405020304" pitchFamily="18" charset="0"/>
              </a:rPr>
              <a:t>DACK</a:t>
            </a:r>
            <a:r>
              <a:rPr lang="en-US" altLang="zh-CN" sz="2800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>
                <a:latin typeface="Times New Roman" panose="02020603050405020304" pitchFamily="18" charset="0"/>
              </a:rPr>
              <a:t>*——DMA</a:t>
            </a:r>
            <a:r>
              <a:rPr lang="zh-CN" altLang="en-US" sz="2800">
                <a:latin typeface="Times New Roman" panose="02020603050405020304" pitchFamily="18" charset="0"/>
              </a:rPr>
              <a:t>响应信号，输出、低有效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T/C——</a:t>
            </a:r>
            <a:r>
              <a:rPr lang="zh-CN" altLang="en-US" sz="2800">
                <a:latin typeface="Times New Roman" panose="02020603050405020304" pitchFamily="18" charset="0"/>
              </a:rPr>
              <a:t>计数结束信号，输出、正脉冲有效 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 PC </a:t>
            </a:r>
            <a:r>
              <a:rPr lang="zh-CN" altLang="en-US"/>
              <a:t>总线</a:t>
            </a:r>
          </a:p>
        </p:txBody>
      </p:sp>
      <p:sp>
        <p:nvSpPr>
          <p:cNvPr id="1177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RESET——</a:t>
            </a:r>
            <a:r>
              <a:rPr lang="zh-CN" altLang="en-US" sz="2400" dirty="0">
                <a:latin typeface="Times New Roman" panose="02020603050405020304" pitchFamily="18" charset="0"/>
              </a:rPr>
              <a:t>复位信号，输出、高有效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IOCHCK*——I/O</a:t>
            </a:r>
            <a:r>
              <a:rPr lang="zh-CN" altLang="en-US" sz="2400" dirty="0">
                <a:latin typeface="Times New Roman" panose="02020603050405020304" pitchFamily="18" charset="0"/>
              </a:rPr>
              <a:t>通道校验，输入、低有效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OSC——</a:t>
            </a:r>
            <a:r>
              <a:rPr lang="zh-CN" altLang="en-US" sz="2400" dirty="0">
                <a:latin typeface="Times New Roman" panose="02020603050405020304" pitchFamily="18" charset="0"/>
              </a:rPr>
              <a:t>晶振频率脉冲，输出</a:t>
            </a:r>
            <a:r>
              <a:rPr lang="en-US" altLang="zh-CN" sz="2400" dirty="0">
                <a:latin typeface="Times New Roman" panose="02020603050405020304" pitchFamily="18" charset="0"/>
              </a:rPr>
              <a:t>14.31818MHz</a:t>
            </a:r>
            <a:r>
              <a:rPr lang="zh-CN" altLang="en-US" sz="2400" dirty="0">
                <a:latin typeface="Times New Roman" panose="02020603050405020304" pitchFamily="18" charset="0"/>
              </a:rPr>
              <a:t>的主振频率信号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CLK——</a:t>
            </a:r>
            <a:r>
              <a:rPr lang="zh-CN" altLang="en-US" sz="2400" dirty="0">
                <a:latin typeface="Times New Roman" panose="02020603050405020304" pitchFamily="18" charset="0"/>
              </a:rPr>
              <a:t>系统时钟，输出</a:t>
            </a:r>
            <a:r>
              <a:rPr lang="en-US" altLang="zh-CN" sz="2400" dirty="0">
                <a:latin typeface="Times New Roman" panose="02020603050405020304" pitchFamily="18" charset="0"/>
              </a:rPr>
              <a:t>4.77MHz</a:t>
            </a:r>
            <a:r>
              <a:rPr lang="zh-CN" altLang="en-US" sz="2400" dirty="0">
                <a:latin typeface="Times New Roman" panose="02020603050405020304" pitchFamily="18" charset="0"/>
              </a:rPr>
              <a:t>的系统时钟信号</a:t>
            </a: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</a:rPr>
              <a:t>5V</a:t>
            </a:r>
            <a:r>
              <a:rPr lang="zh-CN" altLang="en-US" sz="2400" dirty="0">
                <a:latin typeface="Times New Roman" panose="02020603050405020304" pitchFamily="18" charset="0"/>
              </a:rPr>
              <a:t>、－</a:t>
            </a:r>
            <a:r>
              <a:rPr lang="en-US" altLang="zh-CN" sz="2400" dirty="0">
                <a:latin typeface="Times New Roman" panose="02020603050405020304" pitchFamily="18" charset="0"/>
              </a:rPr>
              <a:t>5V</a:t>
            </a:r>
            <a:r>
              <a:rPr lang="zh-CN" altLang="en-US" sz="2400" dirty="0">
                <a:latin typeface="Times New Roman" panose="02020603050405020304" pitchFamily="18" charset="0"/>
              </a:rPr>
              <a:t>、＋</a:t>
            </a:r>
            <a:r>
              <a:rPr lang="en-US" altLang="zh-CN" sz="2400" dirty="0">
                <a:latin typeface="Times New Roman" panose="02020603050405020304" pitchFamily="18" charset="0"/>
              </a:rPr>
              <a:t>12V</a:t>
            </a:r>
            <a:r>
              <a:rPr lang="zh-CN" altLang="en-US" sz="2400" dirty="0">
                <a:latin typeface="Times New Roman" panose="02020603050405020304" pitchFamily="18" charset="0"/>
              </a:rPr>
              <a:t>、－</a:t>
            </a:r>
            <a:r>
              <a:rPr lang="en-US" altLang="zh-CN" sz="2400" dirty="0">
                <a:latin typeface="Times New Roman" panose="02020603050405020304" pitchFamily="18" charset="0"/>
              </a:rPr>
              <a:t>12V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</a:rPr>
              <a:t>GND——</a:t>
            </a:r>
            <a:r>
              <a:rPr lang="zh-CN" altLang="en-US" sz="2400" dirty="0">
                <a:latin typeface="Times New Roman" panose="02020603050405020304" pitchFamily="18" charset="0"/>
              </a:rPr>
              <a:t>电源和地线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 PC </a:t>
            </a:r>
            <a:r>
              <a:rPr lang="zh-CN" altLang="en-US"/>
              <a:t>总线</a:t>
            </a:r>
            <a:r>
              <a:rPr lang="en-US" altLang="zh-CN"/>
              <a:t>——</a:t>
            </a:r>
            <a:r>
              <a:rPr lang="zh-CN" altLang="en-US"/>
              <a:t>总线周期</a:t>
            </a:r>
          </a:p>
        </p:txBody>
      </p:sp>
      <p:sp>
        <p:nvSpPr>
          <p:cNvPr id="118787" name="内容占位符 2"/>
          <p:cNvSpPr>
            <a:spLocks noGrp="1"/>
          </p:cNvSpPr>
          <p:nvPr>
            <p:ph idx="1"/>
          </p:nvPr>
        </p:nvSpPr>
        <p:spPr>
          <a:xfrm>
            <a:off x="457200" y="4429125"/>
            <a:ext cx="8229600" cy="2143125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与</a:t>
            </a:r>
            <a:r>
              <a:rPr lang="en-US" altLang="zh-CN" sz="2400" b="1">
                <a:latin typeface="Arial" panose="020B0604020202020204" pitchFamily="34" charset="0"/>
              </a:rPr>
              <a:t>8088CPU</a:t>
            </a:r>
            <a:r>
              <a:rPr lang="zh-CN" altLang="en-US" sz="2400" b="1">
                <a:latin typeface="Arial" panose="020B0604020202020204" pitchFamily="34" charset="0"/>
              </a:rPr>
              <a:t>提供的总线周期一致：</a:t>
            </a:r>
            <a:endParaRPr lang="en-US" altLang="zh-CN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基本总线周期由</a:t>
            </a:r>
            <a:r>
              <a:rPr lang="en-US" altLang="zh-CN" sz="2400" b="1">
                <a:latin typeface="Arial" panose="020B0604020202020204" pitchFamily="34" charset="0"/>
              </a:rPr>
              <a:t>4</a:t>
            </a:r>
            <a:r>
              <a:rPr lang="zh-CN" altLang="en-US" sz="2400" b="1">
                <a:latin typeface="Arial" panose="020B0604020202020204" pitchFamily="34" charset="0"/>
              </a:rPr>
              <a:t>个</a:t>
            </a:r>
            <a:r>
              <a:rPr lang="en-US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b="1">
                <a:latin typeface="Arial" panose="020B0604020202020204" pitchFamily="34" charset="0"/>
              </a:rPr>
              <a:t>状态组成：</a:t>
            </a:r>
            <a:r>
              <a:rPr lang="en-US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en-US" sz="2400" b="1" baseline="-25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>
                <a:latin typeface="Arial" panose="020B0604020202020204" pitchFamily="34" charset="0"/>
              </a:rPr>
              <a:t>、</a:t>
            </a:r>
            <a:r>
              <a:rPr lang="en-US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en-US" sz="2400" b="1" baseline="-25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>
                <a:latin typeface="Arial" panose="020B0604020202020204" pitchFamily="34" charset="0"/>
              </a:rPr>
              <a:t>、</a:t>
            </a:r>
            <a:r>
              <a:rPr lang="en-US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en-US" sz="2400" b="1" baseline="-25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>
                <a:latin typeface="Arial" panose="020B0604020202020204" pitchFamily="34" charset="0"/>
              </a:rPr>
              <a:t>、</a:t>
            </a:r>
            <a:r>
              <a:rPr lang="en-US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en-US" sz="2400" b="1" baseline="-250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endParaRPr lang="en-US" altLang="zh-CN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等待时钟周期</a:t>
            </a:r>
            <a:r>
              <a:rPr lang="en-US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400" b="1">
                <a:latin typeface="Arial" panose="020B0604020202020204" pitchFamily="34" charset="0"/>
              </a:rPr>
              <a:t>w</a:t>
            </a:r>
            <a:r>
              <a:rPr lang="zh-CN" altLang="en-US" sz="2400" b="1">
                <a:latin typeface="Arial" panose="020B0604020202020204" pitchFamily="34" charset="0"/>
              </a:rPr>
              <a:t>，在总线周期的</a:t>
            </a:r>
            <a:r>
              <a:rPr lang="en-US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en-US" sz="2400" b="1" baseline="-25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>
                <a:latin typeface="Arial" panose="020B0604020202020204" pitchFamily="34" charset="0"/>
              </a:rPr>
              <a:t>和</a:t>
            </a:r>
            <a:r>
              <a:rPr lang="en-US" altLang="zh-CN" sz="2400" b="1">
                <a:latin typeface="Arial" panose="020B0604020202020204" pitchFamily="34" charset="0"/>
              </a:rPr>
              <a:t>T</a:t>
            </a:r>
            <a:r>
              <a:rPr lang="en-US" altLang="zh-CN" sz="2400" b="1" baseline="-25000">
                <a:latin typeface="Arial" panose="020B0604020202020204" pitchFamily="34" charset="0"/>
              </a:rPr>
              <a:t>4</a:t>
            </a:r>
            <a:r>
              <a:rPr lang="zh-CN" altLang="en-US" sz="2400" b="1">
                <a:latin typeface="Arial" panose="020B0604020202020204" pitchFamily="34" charset="0"/>
              </a:rPr>
              <a:t>之间插入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空闲时钟周期</a:t>
            </a:r>
            <a:r>
              <a:rPr lang="en-US" altLang="zh-CN" sz="2400" b="1">
                <a:latin typeface="Arial" panose="020B0604020202020204" pitchFamily="34" charset="0"/>
              </a:rPr>
              <a:t>Ti</a:t>
            </a:r>
            <a:r>
              <a:rPr lang="zh-CN" altLang="en-US" sz="2400" b="1">
                <a:latin typeface="Arial" panose="020B0604020202020204" pitchFamily="34" charset="0"/>
              </a:rPr>
              <a:t>，在两个总线周期之间插入</a:t>
            </a:r>
          </a:p>
        </p:txBody>
      </p:sp>
      <p:pic>
        <p:nvPicPr>
          <p:cNvPr id="118788" name="Picture 2" descr="E:\李征的资料\教学资料\2008年教学资料\微机原理与接口技术\自己的课件\总线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220788"/>
            <a:ext cx="8599488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 PC </a:t>
            </a:r>
            <a:r>
              <a:rPr lang="zh-CN" altLang="en-US"/>
              <a:t>总线</a:t>
            </a:r>
            <a:r>
              <a:rPr lang="en-US" altLang="zh-CN"/>
              <a:t>——</a:t>
            </a:r>
            <a:r>
              <a:rPr lang="zh-CN" altLang="en-US"/>
              <a:t>总线周期</a:t>
            </a:r>
          </a:p>
        </p:txBody>
      </p:sp>
      <p:grpSp>
        <p:nvGrpSpPr>
          <p:cNvPr id="119811" name="Group 3"/>
          <p:cNvGrpSpPr>
            <a:grpSpLocks noChangeAspect="1"/>
          </p:cNvGrpSpPr>
          <p:nvPr/>
        </p:nvGrpSpPr>
        <p:grpSpPr bwMode="auto">
          <a:xfrm>
            <a:off x="744538" y="1643063"/>
            <a:ext cx="7456487" cy="4752975"/>
            <a:chOff x="1108" y="2688"/>
            <a:chExt cx="3116" cy="1294"/>
          </a:xfrm>
        </p:grpSpPr>
        <p:sp>
          <p:nvSpPr>
            <p:cNvPr id="119812" name="Line 4"/>
            <p:cNvSpPr>
              <a:spLocks noChangeShapeType="1"/>
            </p:cNvSpPr>
            <p:nvPr/>
          </p:nvSpPr>
          <p:spPr bwMode="auto">
            <a:xfrm>
              <a:off x="1960" y="2938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13" name="Line 5"/>
            <p:cNvSpPr>
              <a:spLocks noChangeShapeType="1"/>
            </p:cNvSpPr>
            <p:nvPr/>
          </p:nvSpPr>
          <p:spPr bwMode="auto">
            <a:xfrm>
              <a:off x="1860" y="3130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14" name="Line 6"/>
            <p:cNvSpPr>
              <a:spLocks noChangeShapeType="1"/>
            </p:cNvSpPr>
            <p:nvPr/>
          </p:nvSpPr>
          <p:spPr bwMode="auto">
            <a:xfrm>
              <a:off x="1960" y="2938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15" name="Line 7"/>
            <p:cNvSpPr>
              <a:spLocks noChangeShapeType="1"/>
            </p:cNvSpPr>
            <p:nvPr/>
          </p:nvSpPr>
          <p:spPr bwMode="auto">
            <a:xfrm>
              <a:off x="1760" y="3130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16" name="Line 8"/>
            <p:cNvSpPr>
              <a:spLocks noChangeShapeType="1"/>
            </p:cNvSpPr>
            <p:nvPr/>
          </p:nvSpPr>
          <p:spPr bwMode="auto">
            <a:xfrm>
              <a:off x="2060" y="2938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17" name="Line 9"/>
            <p:cNvSpPr>
              <a:spLocks noChangeShapeType="1"/>
            </p:cNvSpPr>
            <p:nvPr/>
          </p:nvSpPr>
          <p:spPr bwMode="auto">
            <a:xfrm>
              <a:off x="2260" y="2938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18" name="Line 10"/>
            <p:cNvSpPr>
              <a:spLocks noChangeShapeType="1"/>
            </p:cNvSpPr>
            <p:nvPr/>
          </p:nvSpPr>
          <p:spPr bwMode="auto">
            <a:xfrm>
              <a:off x="2160" y="3130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19" name="Line 11"/>
            <p:cNvSpPr>
              <a:spLocks noChangeShapeType="1"/>
            </p:cNvSpPr>
            <p:nvPr/>
          </p:nvSpPr>
          <p:spPr bwMode="auto">
            <a:xfrm>
              <a:off x="2260" y="2938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20" name="Line 12"/>
            <p:cNvSpPr>
              <a:spLocks noChangeShapeType="1"/>
            </p:cNvSpPr>
            <p:nvPr/>
          </p:nvSpPr>
          <p:spPr bwMode="auto">
            <a:xfrm>
              <a:off x="2060" y="3130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21" name="Line 13"/>
            <p:cNvSpPr>
              <a:spLocks noChangeShapeType="1"/>
            </p:cNvSpPr>
            <p:nvPr/>
          </p:nvSpPr>
          <p:spPr bwMode="auto">
            <a:xfrm>
              <a:off x="2360" y="2938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22" name="Line 14"/>
            <p:cNvSpPr>
              <a:spLocks noChangeShapeType="1"/>
            </p:cNvSpPr>
            <p:nvPr/>
          </p:nvSpPr>
          <p:spPr bwMode="auto">
            <a:xfrm>
              <a:off x="2560" y="2938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23" name="Line 15"/>
            <p:cNvSpPr>
              <a:spLocks noChangeShapeType="1"/>
            </p:cNvSpPr>
            <p:nvPr/>
          </p:nvSpPr>
          <p:spPr bwMode="auto">
            <a:xfrm>
              <a:off x="2460" y="3130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24" name="Line 16"/>
            <p:cNvSpPr>
              <a:spLocks noChangeShapeType="1"/>
            </p:cNvSpPr>
            <p:nvPr/>
          </p:nvSpPr>
          <p:spPr bwMode="auto">
            <a:xfrm>
              <a:off x="2560" y="2938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25" name="Line 17"/>
            <p:cNvSpPr>
              <a:spLocks noChangeShapeType="1"/>
            </p:cNvSpPr>
            <p:nvPr/>
          </p:nvSpPr>
          <p:spPr bwMode="auto">
            <a:xfrm>
              <a:off x="2360" y="3130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26" name="Line 18"/>
            <p:cNvSpPr>
              <a:spLocks noChangeShapeType="1"/>
            </p:cNvSpPr>
            <p:nvPr/>
          </p:nvSpPr>
          <p:spPr bwMode="auto">
            <a:xfrm>
              <a:off x="2660" y="2938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27" name="Line 19"/>
            <p:cNvSpPr>
              <a:spLocks noChangeShapeType="1"/>
            </p:cNvSpPr>
            <p:nvPr/>
          </p:nvSpPr>
          <p:spPr bwMode="auto">
            <a:xfrm>
              <a:off x="2760" y="3130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28" name="Line 20"/>
            <p:cNvSpPr>
              <a:spLocks noChangeShapeType="1"/>
            </p:cNvSpPr>
            <p:nvPr/>
          </p:nvSpPr>
          <p:spPr bwMode="auto">
            <a:xfrm>
              <a:off x="2660" y="3130"/>
              <a:ext cx="1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29" name="Text Box 21"/>
            <p:cNvSpPr txBox="1">
              <a:spLocks noChangeArrowheads="1"/>
            </p:cNvSpPr>
            <p:nvPr/>
          </p:nvSpPr>
          <p:spPr bwMode="auto">
            <a:xfrm>
              <a:off x="1976" y="2738"/>
              <a:ext cx="207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 b="1"/>
                <a:t>  </a:t>
              </a:r>
              <a:r>
                <a:rPr lang="en-US" altLang="zh-CN" sz="2400" b="1"/>
                <a:t>T</a:t>
              </a:r>
              <a:r>
                <a:rPr lang="en-US" altLang="zh-CN" sz="2400" b="1" baseline="-25000"/>
                <a:t>1</a:t>
              </a:r>
              <a:r>
                <a:rPr lang="en-US" altLang="zh-CN" sz="2400" b="1"/>
                <a:t>     T</a:t>
              </a:r>
              <a:r>
                <a:rPr lang="en-US" altLang="zh-CN" sz="2400" b="1" baseline="-25000"/>
                <a:t>2   </a:t>
              </a:r>
              <a:r>
                <a:rPr lang="en-US" altLang="zh-CN" sz="2400" b="1"/>
                <a:t>   T</a:t>
              </a:r>
              <a:r>
                <a:rPr lang="en-US" altLang="zh-CN" sz="2400" b="1" baseline="-25000"/>
                <a:t>3</a:t>
              </a:r>
              <a:r>
                <a:rPr lang="en-US" altLang="zh-CN" sz="2400" b="1"/>
                <a:t>     T</a:t>
              </a:r>
              <a:r>
                <a:rPr lang="en-US" altLang="zh-CN" sz="2400" b="1" baseline="-25000"/>
                <a:t>w </a:t>
              </a:r>
              <a:r>
                <a:rPr lang="en-US" altLang="zh-CN" sz="2400" b="1"/>
                <a:t>   T</a:t>
              </a:r>
              <a:r>
                <a:rPr lang="en-US" altLang="zh-CN" sz="2400" b="1" baseline="-25000"/>
                <a:t>w</a:t>
              </a:r>
              <a:r>
                <a:rPr lang="en-US" altLang="zh-CN" sz="2400" b="1"/>
                <a:t>     T</a:t>
              </a:r>
              <a:r>
                <a:rPr lang="en-US" altLang="zh-CN" sz="2400" b="1" baseline="-25000"/>
                <a:t>w</a:t>
              </a:r>
              <a:r>
                <a:rPr lang="en-US" altLang="zh-CN" sz="2400" b="1"/>
                <a:t>     T</a:t>
              </a:r>
              <a:r>
                <a:rPr lang="en-US" altLang="zh-CN" sz="2400" b="1" baseline="-25000"/>
                <a:t>4</a:t>
              </a:r>
            </a:p>
          </p:txBody>
        </p:sp>
        <p:sp>
          <p:nvSpPr>
            <p:cNvPr id="119830" name="Line 22"/>
            <p:cNvSpPr>
              <a:spLocks noChangeShapeType="1"/>
            </p:cNvSpPr>
            <p:nvPr/>
          </p:nvSpPr>
          <p:spPr bwMode="auto">
            <a:xfrm>
              <a:off x="2672" y="2688"/>
              <a:ext cx="0" cy="1152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31" name="Line 23"/>
            <p:cNvSpPr>
              <a:spLocks noChangeShapeType="1"/>
            </p:cNvSpPr>
            <p:nvPr/>
          </p:nvSpPr>
          <p:spPr bwMode="auto">
            <a:xfrm>
              <a:off x="1760" y="3456"/>
              <a:ext cx="16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32" name="Line 24"/>
            <p:cNvSpPr>
              <a:spLocks noChangeShapeType="1"/>
            </p:cNvSpPr>
            <p:nvPr/>
          </p:nvSpPr>
          <p:spPr bwMode="auto">
            <a:xfrm flipH="1">
              <a:off x="3392" y="3264"/>
              <a:ext cx="48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33" name="Text Box 25"/>
            <p:cNvSpPr txBox="1">
              <a:spLocks noChangeArrowheads="1"/>
            </p:cNvSpPr>
            <p:nvPr/>
          </p:nvSpPr>
          <p:spPr bwMode="auto">
            <a:xfrm>
              <a:off x="1309" y="2930"/>
              <a:ext cx="406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en-US" b="1"/>
                <a:t>CLK</a:t>
              </a:r>
              <a:endParaRPr lang="en-US" altLang="zh-CN" b="1"/>
            </a:p>
          </p:txBody>
        </p:sp>
        <p:sp>
          <p:nvSpPr>
            <p:cNvPr id="119834" name="Text Box 26"/>
            <p:cNvSpPr txBox="1">
              <a:spLocks noChangeArrowheads="1"/>
            </p:cNvSpPr>
            <p:nvPr/>
          </p:nvSpPr>
          <p:spPr bwMode="auto">
            <a:xfrm>
              <a:off x="1108" y="3352"/>
              <a:ext cx="628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en-US" b="1"/>
                <a:t>READY</a:t>
              </a:r>
              <a:endParaRPr lang="en-US" altLang="zh-CN" b="1"/>
            </a:p>
          </p:txBody>
        </p:sp>
        <p:grpSp>
          <p:nvGrpSpPr>
            <p:cNvPr id="119835" name="Group 27"/>
            <p:cNvGrpSpPr/>
            <p:nvPr/>
          </p:nvGrpSpPr>
          <p:grpSpPr bwMode="auto">
            <a:xfrm>
              <a:off x="2860" y="2928"/>
              <a:ext cx="976" cy="202"/>
              <a:chOff x="2588" y="624"/>
              <a:chExt cx="976" cy="202"/>
            </a:xfrm>
          </p:grpSpPr>
          <p:grpSp>
            <p:nvGrpSpPr>
              <p:cNvPr id="119852" name="Group 28"/>
              <p:cNvGrpSpPr/>
              <p:nvPr/>
            </p:nvGrpSpPr>
            <p:grpSpPr bwMode="auto">
              <a:xfrm>
                <a:off x="2688" y="634"/>
                <a:ext cx="300" cy="192"/>
                <a:chOff x="3440" y="634"/>
                <a:chExt cx="300" cy="192"/>
              </a:xfrm>
            </p:grpSpPr>
            <p:sp>
              <p:nvSpPr>
                <p:cNvPr id="119867" name="Line 29"/>
                <p:cNvSpPr>
                  <a:spLocks noChangeShapeType="1"/>
                </p:cNvSpPr>
                <p:nvPr/>
              </p:nvSpPr>
              <p:spPr bwMode="auto">
                <a:xfrm>
                  <a:off x="3440" y="63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68" name="Line 30"/>
                <p:cNvSpPr>
                  <a:spLocks noChangeShapeType="1"/>
                </p:cNvSpPr>
                <p:nvPr/>
              </p:nvSpPr>
              <p:spPr bwMode="auto">
                <a:xfrm>
                  <a:off x="3640" y="63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69" name="Line 31"/>
                <p:cNvSpPr>
                  <a:spLocks noChangeShapeType="1"/>
                </p:cNvSpPr>
                <p:nvPr/>
              </p:nvSpPr>
              <p:spPr bwMode="auto">
                <a:xfrm>
                  <a:off x="3540" y="826"/>
                  <a:ext cx="100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70" name="Line 32"/>
                <p:cNvSpPr>
                  <a:spLocks noChangeShapeType="1"/>
                </p:cNvSpPr>
                <p:nvPr/>
              </p:nvSpPr>
              <p:spPr bwMode="auto">
                <a:xfrm>
                  <a:off x="3640" y="634"/>
                  <a:ext cx="100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71" name="Line 33"/>
                <p:cNvSpPr>
                  <a:spLocks noChangeShapeType="1"/>
                </p:cNvSpPr>
                <p:nvPr/>
              </p:nvSpPr>
              <p:spPr bwMode="auto">
                <a:xfrm>
                  <a:off x="3440" y="826"/>
                  <a:ext cx="100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9853" name="Line 34"/>
              <p:cNvSpPr>
                <a:spLocks noChangeShapeType="1"/>
              </p:cNvSpPr>
              <p:nvPr/>
            </p:nvSpPr>
            <p:spPr bwMode="auto">
              <a:xfrm>
                <a:off x="2588" y="63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54" name="Line 35"/>
              <p:cNvSpPr>
                <a:spLocks noChangeShapeType="1"/>
              </p:cNvSpPr>
              <p:nvPr/>
            </p:nvSpPr>
            <p:spPr bwMode="auto">
              <a:xfrm>
                <a:off x="2588" y="634"/>
                <a:ext cx="100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19855" name="Group 36"/>
              <p:cNvGrpSpPr/>
              <p:nvPr/>
            </p:nvGrpSpPr>
            <p:grpSpPr bwMode="auto">
              <a:xfrm>
                <a:off x="2976" y="624"/>
                <a:ext cx="300" cy="192"/>
                <a:chOff x="3440" y="634"/>
                <a:chExt cx="300" cy="192"/>
              </a:xfrm>
            </p:grpSpPr>
            <p:sp>
              <p:nvSpPr>
                <p:cNvPr id="119862" name="Line 37"/>
                <p:cNvSpPr>
                  <a:spLocks noChangeShapeType="1"/>
                </p:cNvSpPr>
                <p:nvPr/>
              </p:nvSpPr>
              <p:spPr bwMode="auto">
                <a:xfrm>
                  <a:off x="3440" y="63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63" name="Line 38"/>
                <p:cNvSpPr>
                  <a:spLocks noChangeShapeType="1"/>
                </p:cNvSpPr>
                <p:nvPr/>
              </p:nvSpPr>
              <p:spPr bwMode="auto">
                <a:xfrm>
                  <a:off x="3640" y="63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64" name="Line 39"/>
                <p:cNvSpPr>
                  <a:spLocks noChangeShapeType="1"/>
                </p:cNvSpPr>
                <p:nvPr/>
              </p:nvSpPr>
              <p:spPr bwMode="auto">
                <a:xfrm>
                  <a:off x="3540" y="826"/>
                  <a:ext cx="100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65" name="Line 40"/>
                <p:cNvSpPr>
                  <a:spLocks noChangeShapeType="1"/>
                </p:cNvSpPr>
                <p:nvPr/>
              </p:nvSpPr>
              <p:spPr bwMode="auto">
                <a:xfrm>
                  <a:off x="3640" y="634"/>
                  <a:ext cx="100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66" name="Line 41"/>
                <p:cNvSpPr>
                  <a:spLocks noChangeShapeType="1"/>
                </p:cNvSpPr>
                <p:nvPr/>
              </p:nvSpPr>
              <p:spPr bwMode="auto">
                <a:xfrm>
                  <a:off x="3440" y="826"/>
                  <a:ext cx="100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856" name="Group 42"/>
              <p:cNvGrpSpPr/>
              <p:nvPr/>
            </p:nvGrpSpPr>
            <p:grpSpPr bwMode="auto">
              <a:xfrm>
                <a:off x="3264" y="624"/>
                <a:ext cx="300" cy="192"/>
                <a:chOff x="3440" y="634"/>
                <a:chExt cx="300" cy="192"/>
              </a:xfrm>
            </p:grpSpPr>
            <p:sp>
              <p:nvSpPr>
                <p:cNvPr id="119857" name="Line 43"/>
                <p:cNvSpPr>
                  <a:spLocks noChangeShapeType="1"/>
                </p:cNvSpPr>
                <p:nvPr/>
              </p:nvSpPr>
              <p:spPr bwMode="auto">
                <a:xfrm>
                  <a:off x="3440" y="63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58" name="Line 44"/>
                <p:cNvSpPr>
                  <a:spLocks noChangeShapeType="1"/>
                </p:cNvSpPr>
                <p:nvPr/>
              </p:nvSpPr>
              <p:spPr bwMode="auto">
                <a:xfrm>
                  <a:off x="3640" y="63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59" name="Line 45"/>
                <p:cNvSpPr>
                  <a:spLocks noChangeShapeType="1"/>
                </p:cNvSpPr>
                <p:nvPr/>
              </p:nvSpPr>
              <p:spPr bwMode="auto">
                <a:xfrm>
                  <a:off x="3540" y="826"/>
                  <a:ext cx="100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60" name="Line 46"/>
                <p:cNvSpPr>
                  <a:spLocks noChangeShapeType="1"/>
                </p:cNvSpPr>
                <p:nvPr/>
              </p:nvSpPr>
              <p:spPr bwMode="auto">
                <a:xfrm>
                  <a:off x="3640" y="634"/>
                  <a:ext cx="100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61" name="Line 47"/>
                <p:cNvSpPr>
                  <a:spLocks noChangeShapeType="1"/>
                </p:cNvSpPr>
                <p:nvPr/>
              </p:nvSpPr>
              <p:spPr bwMode="auto">
                <a:xfrm>
                  <a:off x="3440" y="826"/>
                  <a:ext cx="100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9836" name="Group 48"/>
            <p:cNvGrpSpPr/>
            <p:nvPr/>
          </p:nvGrpSpPr>
          <p:grpSpPr bwMode="auto">
            <a:xfrm>
              <a:off x="3824" y="2928"/>
              <a:ext cx="400" cy="192"/>
              <a:chOff x="2388" y="1162"/>
              <a:chExt cx="400" cy="192"/>
            </a:xfrm>
          </p:grpSpPr>
          <p:sp>
            <p:nvSpPr>
              <p:cNvPr id="119845" name="Line 49"/>
              <p:cNvSpPr>
                <a:spLocks noChangeShapeType="1"/>
              </p:cNvSpPr>
              <p:nvPr/>
            </p:nvSpPr>
            <p:spPr bwMode="auto">
              <a:xfrm>
                <a:off x="2388" y="1162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46" name="Line 50"/>
              <p:cNvSpPr>
                <a:spLocks noChangeShapeType="1"/>
              </p:cNvSpPr>
              <p:nvPr/>
            </p:nvSpPr>
            <p:spPr bwMode="auto">
              <a:xfrm>
                <a:off x="2588" y="1162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47" name="Line 51"/>
              <p:cNvSpPr>
                <a:spLocks noChangeShapeType="1"/>
              </p:cNvSpPr>
              <p:nvPr/>
            </p:nvSpPr>
            <p:spPr bwMode="auto">
              <a:xfrm>
                <a:off x="2488" y="1354"/>
                <a:ext cx="100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48" name="Line 52"/>
              <p:cNvSpPr>
                <a:spLocks noChangeShapeType="1"/>
              </p:cNvSpPr>
              <p:nvPr/>
            </p:nvSpPr>
            <p:spPr bwMode="auto">
              <a:xfrm>
                <a:off x="2588" y="1162"/>
                <a:ext cx="100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49" name="Line 53"/>
              <p:cNvSpPr>
                <a:spLocks noChangeShapeType="1"/>
              </p:cNvSpPr>
              <p:nvPr/>
            </p:nvSpPr>
            <p:spPr bwMode="auto">
              <a:xfrm>
                <a:off x="2388" y="1354"/>
                <a:ext cx="100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50" name="Line 54"/>
              <p:cNvSpPr>
                <a:spLocks noChangeShapeType="1"/>
              </p:cNvSpPr>
              <p:nvPr/>
            </p:nvSpPr>
            <p:spPr bwMode="auto">
              <a:xfrm>
                <a:off x="2688" y="1162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51" name="Line 55"/>
              <p:cNvSpPr>
                <a:spLocks noChangeShapeType="1"/>
              </p:cNvSpPr>
              <p:nvPr/>
            </p:nvSpPr>
            <p:spPr bwMode="auto">
              <a:xfrm>
                <a:off x="2688" y="1354"/>
                <a:ext cx="100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9837" name="Line 56"/>
            <p:cNvSpPr>
              <a:spLocks noChangeShapeType="1"/>
            </p:cNvSpPr>
            <p:nvPr/>
          </p:nvSpPr>
          <p:spPr bwMode="auto">
            <a:xfrm>
              <a:off x="2960" y="2688"/>
              <a:ext cx="0" cy="1152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38" name="Line 57"/>
            <p:cNvSpPr>
              <a:spLocks noChangeShapeType="1"/>
            </p:cNvSpPr>
            <p:nvPr/>
          </p:nvSpPr>
          <p:spPr bwMode="auto">
            <a:xfrm>
              <a:off x="3248" y="2688"/>
              <a:ext cx="0" cy="1152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39" name="Line 58"/>
            <p:cNvSpPr>
              <a:spLocks noChangeShapeType="1"/>
            </p:cNvSpPr>
            <p:nvPr/>
          </p:nvSpPr>
          <p:spPr bwMode="auto">
            <a:xfrm>
              <a:off x="3536" y="2688"/>
              <a:ext cx="0" cy="1152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40" name="Line 59"/>
            <p:cNvSpPr>
              <a:spLocks noChangeShapeType="1"/>
            </p:cNvSpPr>
            <p:nvPr/>
          </p:nvSpPr>
          <p:spPr bwMode="auto">
            <a:xfrm>
              <a:off x="3440" y="3264"/>
              <a:ext cx="57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41" name="Line 60"/>
            <p:cNvSpPr>
              <a:spLocks noChangeShapeType="1"/>
            </p:cNvSpPr>
            <p:nvPr/>
          </p:nvSpPr>
          <p:spPr bwMode="auto">
            <a:xfrm>
              <a:off x="4016" y="3264"/>
              <a:ext cx="48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42" name="Line 61"/>
            <p:cNvSpPr>
              <a:spLocks noChangeShapeType="1"/>
            </p:cNvSpPr>
            <p:nvPr/>
          </p:nvSpPr>
          <p:spPr bwMode="auto">
            <a:xfrm>
              <a:off x="4064" y="3456"/>
              <a:ext cx="14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43" name="Line 62"/>
            <p:cNvSpPr>
              <a:spLocks noChangeShapeType="1"/>
            </p:cNvSpPr>
            <p:nvPr/>
          </p:nvSpPr>
          <p:spPr bwMode="auto">
            <a:xfrm>
              <a:off x="3840" y="2688"/>
              <a:ext cx="0" cy="1152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844" name="Text Box 63"/>
            <p:cNvSpPr txBox="1">
              <a:spLocks noChangeArrowheads="1"/>
            </p:cNvSpPr>
            <p:nvPr/>
          </p:nvSpPr>
          <p:spPr bwMode="auto">
            <a:xfrm>
              <a:off x="2438" y="3832"/>
              <a:ext cx="701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/>
                <a:t>前沿检测</a:t>
              </a:r>
            </a:p>
          </p:txBody>
        </p:sp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PC</a:t>
            </a:r>
            <a:r>
              <a:rPr lang="zh-CN" altLang="en-US"/>
              <a:t>存储器读总线周期</a:t>
            </a:r>
          </a:p>
        </p:txBody>
      </p:sp>
      <p:pic>
        <p:nvPicPr>
          <p:cNvPr id="120835" name="Picture 2" descr="E:\李征的资料\教学资料\2008年教学资料\微机原理与接口技术\自己的课件\图片\PC存储器读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1500188"/>
            <a:ext cx="8704263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标注 4"/>
          <p:cNvSpPr/>
          <p:nvPr/>
        </p:nvSpPr>
        <p:spPr>
          <a:xfrm>
            <a:off x="4429125" y="1643063"/>
            <a:ext cx="2200275" cy="612775"/>
          </a:xfrm>
          <a:prstGeom prst="wedgeRoundRectCallout">
            <a:avLst>
              <a:gd name="adj1" fmla="val -102549"/>
              <a:gd name="adj2" fmla="val 27712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r>
              <a:rPr lang="zh-CN" altLang="en-US" dirty="0"/>
              <a:t>：送存储器地址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4429125" y="2316163"/>
            <a:ext cx="2200275" cy="612775"/>
          </a:xfrm>
          <a:prstGeom prst="wedgeRoundRectCallout">
            <a:avLst>
              <a:gd name="adj1" fmla="val -55147"/>
              <a:gd name="adj2" fmla="val 3937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2</a:t>
            </a:r>
            <a:r>
              <a:rPr lang="zh-CN" altLang="en-US" dirty="0"/>
              <a:t>：存储器读控制信号有效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4429125" y="3000375"/>
            <a:ext cx="3357563" cy="612775"/>
          </a:xfrm>
          <a:prstGeom prst="wedgeRoundRectCallout">
            <a:avLst>
              <a:gd name="adj1" fmla="val -20892"/>
              <a:gd name="adj2" fmla="val 33543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3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检测</a:t>
            </a:r>
            <a:r>
              <a:rPr lang="en-US" altLang="zh-CN" dirty="0">
                <a:latin typeface="Times New Roman" panose="02020603050405020304" pitchFamily="18" charset="0"/>
              </a:rPr>
              <a:t>I/O CH RDY</a:t>
            </a:r>
            <a:r>
              <a:rPr lang="zh-CN" altLang="en-US" dirty="0">
                <a:latin typeface="Times New Roman" panose="02020603050405020304" pitchFamily="18" charset="0"/>
              </a:rPr>
              <a:t>准备好信号，确定是否插入等待状态</a:t>
            </a:r>
            <a:r>
              <a:rPr lang="en-US" altLang="zh-CN" dirty="0">
                <a:latin typeface="Times New Roman" panose="02020603050405020304" pitchFamily="18" charset="0"/>
              </a:rPr>
              <a:t>Tw</a:t>
            </a:r>
            <a:endParaRPr lang="zh-CN" altLang="en-US" dirty="0"/>
          </a:p>
        </p:txBody>
      </p:sp>
      <p:sp>
        <p:nvSpPr>
          <p:cNvPr id="9" name="圆角矩形标注 8"/>
          <p:cNvSpPr/>
          <p:nvPr/>
        </p:nvSpPr>
        <p:spPr>
          <a:xfrm>
            <a:off x="4429125" y="3673475"/>
            <a:ext cx="2200275" cy="612775"/>
          </a:xfrm>
          <a:prstGeom prst="wedgeRoundRectCallout">
            <a:avLst>
              <a:gd name="adj1" fmla="val 57840"/>
              <a:gd name="adj2" fmla="val 509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4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读取存储器送来的数据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PC</a:t>
            </a:r>
            <a:r>
              <a:rPr lang="zh-CN" altLang="en-US"/>
              <a:t>存储器写总线周期</a:t>
            </a:r>
          </a:p>
        </p:txBody>
      </p:sp>
      <p:pic>
        <p:nvPicPr>
          <p:cNvPr id="121859" name="Picture 2" descr="E:\李征的资料\教学资料\2008年教学资料\微机原理与接口技术\自己的课件\图片\PC存储器写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571625"/>
            <a:ext cx="872172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标注 4"/>
          <p:cNvSpPr/>
          <p:nvPr/>
        </p:nvSpPr>
        <p:spPr>
          <a:xfrm>
            <a:off x="4429125" y="1643063"/>
            <a:ext cx="2357438" cy="612775"/>
          </a:xfrm>
          <a:prstGeom prst="wedgeRoundRectCallout">
            <a:avLst>
              <a:gd name="adj1" fmla="val -98307"/>
              <a:gd name="adj2" fmla="val 2794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送出存储器地址</a:t>
            </a:r>
            <a:endParaRPr lang="zh-CN" altLang="en-US" dirty="0"/>
          </a:p>
        </p:txBody>
      </p:sp>
      <p:sp>
        <p:nvSpPr>
          <p:cNvPr id="6" name="圆角矩形标注 5"/>
          <p:cNvSpPr/>
          <p:nvPr/>
        </p:nvSpPr>
        <p:spPr>
          <a:xfrm>
            <a:off x="4429125" y="2316163"/>
            <a:ext cx="2857500" cy="612775"/>
          </a:xfrm>
          <a:prstGeom prst="wedgeRoundRectCallout">
            <a:avLst>
              <a:gd name="adj1" fmla="val -53147"/>
              <a:gd name="adj2" fmla="val 3937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2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存储器写控制信号有效；同时送出数据</a:t>
            </a:r>
            <a:endParaRPr lang="zh-CN" altLang="en-US" dirty="0"/>
          </a:p>
        </p:txBody>
      </p:sp>
      <p:sp>
        <p:nvSpPr>
          <p:cNvPr id="7" name="圆角矩形标注 6"/>
          <p:cNvSpPr/>
          <p:nvPr/>
        </p:nvSpPr>
        <p:spPr>
          <a:xfrm>
            <a:off x="4429125" y="3000375"/>
            <a:ext cx="3357563" cy="612775"/>
          </a:xfrm>
          <a:prstGeom prst="wedgeRoundRectCallout">
            <a:avLst>
              <a:gd name="adj1" fmla="val -20892"/>
              <a:gd name="adj2" fmla="val 33543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3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检测</a:t>
            </a:r>
            <a:r>
              <a:rPr lang="en-US" altLang="zh-CN" dirty="0">
                <a:latin typeface="Times New Roman" panose="02020603050405020304" pitchFamily="18" charset="0"/>
              </a:rPr>
              <a:t>I/O CH RDY</a:t>
            </a:r>
            <a:r>
              <a:rPr lang="zh-CN" altLang="en-US" dirty="0">
                <a:latin typeface="Times New Roman" panose="02020603050405020304" pitchFamily="18" charset="0"/>
              </a:rPr>
              <a:t>准备好信号，确定是否插入等待状态</a:t>
            </a:r>
            <a:r>
              <a:rPr lang="en-US" altLang="zh-CN" dirty="0">
                <a:latin typeface="Times New Roman" panose="02020603050405020304" pitchFamily="18" charset="0"/>
              </a:rPr>
              <a:t>Tw</a:t>
            </a:r>
            <a:endParaRPr lang="zh-CN" altLang="en-US" dirty="0"/>
          </a:p>
        </p:txBody>
      </p:sp>
      <p:sp>
        <p:nvSpPr>
          <p:cNvPr id="8" name="圆角矩形标注 7"/>
          <p:cNvSpPr/>
          <p:nvPr/>
        </p:nvSpPr>
        <p:spPr>
          <a:xfrm>
            <a:off x="4429125" y="3673475"/>
            <a:ext cx="2200275" cy="612775"/>
          </a:xfrm>
          <a:prstGeom prst="wedgeRoundRectCallout">
            <a:avLst>
              <a:gd name="adj1" fmla="val 57840"/>
              <a:gd name="adj2" fmla="val 509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4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存储器读取数据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PC I/O</a:t>
            </a:r>
            <a:r>
              <a:rPr lang="zh-CN" altLang="en-US"/>
              <a:t>读总线周期</a:t>
            </a:r>
          </a:p>
        </p:txBody>
      </p:sp>
      <p:pic>
        <p:nvPicPr>
          <p:cNvPr id="122883" name="Picture 2" descr="E:\李征的资料\教学资料\2008年教学资料\微机原理与接口技术\自己的课件\图片\PC-IO读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598613"/>
            <a:ext cx="8737600" cy="468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标注 4"/>
          <p:cNvSpPr/>
          <p:nvPr/>
        </p:nvSpPr>
        <p:spPr>
          <a:xfrm>
            <a:off x="4429125" y="1643063"/>
            <a:ext cx="2200275" cy="612775"/>
          </a:xfrm>
          <a:prstGeom prst="wedgeRoundRectCallout">
            <a:avLst>
              <a:gd name="adj1" fmla="val -102549"/>
              <a:gd name="adj2" fmla="val 27712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送出</a:t>
            </a:r>
            <a:r>
              <a:rPr lang="en-US" altLang="zh-CN" dirty="0">
                <a:latin typeface="Times New Roman" panose="02020603050405020304" pitchFamily="18" charset="0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</a:rPr>
              <a:t>地址</a:t>
            </a:r>
            <a:endParaRPr lang="zh-CN" altLang="en-US" dirty="0"/>
          </a:p>
        </p:txBody>
      </p:sp>
      <p:sp>
        <p:nvSpPr>
          <p:cNvPr id="6" name="圆角矩形标注 5"/>
          <p:cNvSpPr/>
          <p:nvPr/>
        </p:nvSpPr>
        <p:spPr>
          <a:xfrm>
            <a:off x="4429125" y="2316163"/>
            <a:ext cx="2200275" cy="612775"/>
          </a:xfrm>
          <a:prstGeom prst="wedgeRoundRectCallout">
            <a:avLst>
              <a:gd name="adj1" fmla="val -73245"/>
              <a:gd name="adj2" fmla="val 3841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2</a:t>
            </a:r>
            <a:r>
              <a:rPr lang="zh-CN" altLang="en-US" dirty="0"/>
              <a:t>：</a:t>
            </a:r>
            <a:r>
              <a:rPr lang="en-US" altLang="zh-CN" dirty="0">
                <a:latin typeface="Times New Roman" panose="02020603050405020304" pitchFamily="18" charset="0"/>
              </a:rPr>
              <a:t> I/O</a:t>
            </a:r>
            <a:r>
              <a:rPr lang="zh-CN" altLang="en-US" dirty="0">
                <a:latin typeface="Times New Roman" panose="02020603050405020304" pitchFamily="18" charset="0"/>
              </a:rPr>
              <a:t>读控制信号有效</a:t>
            </a:r>
            <a:endParaRPr lang="zh-CN" altLang="en-US" dirty="0"/>
          </a:p>
        </p:txBody>
      </p:sp>
      <p:sp>
        <p:nvSpPr>
          <p:cNvPr id="7" name="圆角矩形标注 6"/>
          <p:cNvSpPr/>
          <p:nvPr/>
        </p:nvSpPr>
        <p:spPr>
          <a:xfrm>
            <a:off x="4429125" y="3000375"/>
            <a:ext cx="2214563" cy="612775"/>
          </a:xfrm>
          <a:prstGeom prst="wedgeRoundRectCallout">
            <a:avLst>
              <a:gd name="adj1" fmla="val -28633"/>
              <a:gd name="adj2" fmla="val 33543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3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确定插入一个等待状态</a:t>
            </a:r>
            <a:r>
              <a:rPr lang="en-US" altLang="zh-CN" dirty="0">
                <a:latin typeface="Times New Roman" panose="02020603050405020304" pitchFamily="18" charset="0"/>
              </a:rPr>
              <a:t>Tw</a:t>
            </a:r>
            <a:endParaRPr lang="zh-CN" altLang="en-US" dirty="0"/>
          </a:p>
        </p:txBody>
      </p:sp>
      <p:sp>
        <p:nvSpPr>
          <p:cNvPr id="8" name="圆角矩形标注 7"/>
          <p:cNvSpPr/>
          <p:nvPr/>
        </p:nvSpPr>
        <p:spPr>
          <a:xfrm>
            <a:off x="4429125" y="4429125"/>
            <a:ext cx="2200275" cy="612775"/>
          </a:xfrm>
          <a:prstGeom prst="wedgeRoundRectCallout">
            <a:avLst>
              <a:gd name="adj1" fmla="val 74723"/>
              <a:gd name="adj2" fmla="val -1636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4</a:t>
            </a:r>
            <a:r>
              <a:rPr lang="zh-CN" altLang="en-US" dirty="0"/>
              <a:t>：</a:t>
            </a:r>
            <a:r>
              <a:rPr lang="en-US" altLang="zh-CN" dirty="0">
                <a:latin typeface="Times New Roman" panose="02020603050405020304" pitchFamily="18" charset="0"/>
              </a:rPr>
              <a:t> CPU</a:t>
            </a:r>
            <a:r>
              <a:rPr lang="zh-CN" altLang="en-US" dirty="0">
                <a:latin typeface="Times New Roman" panose="02020603050405020304" pitchFamily="18" charset="0"/>
              </a:rPr>
              <a:t>读取外设送来的数据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4429125" y="3714750"/>
            <a:ext cx="3643313" cy="612775"/>
          </a:xfrm>
          <a:prstGeom prst="wedgeRoundRectCallout">
            <a:avLst>
              <a:gd name="adj1" fmla="val -5093"/>
              <a:gd name="adj2" fmla="val 2164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W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检测</a:t>
            </a:r>
            <a:r>
              <a:rPr lang="en-US" altLang="zh-CN" dirty="0">
                <a:latin typeface="Times New Roman" panose="02020603050405020304" pitchFamily="18" charset="0"/>
              </a:rPr>
              <a:t>I/O CH RDY</a:t>
            </a:r>
            <a:r>
              <a:rPr lang="zh-CN" altLang="en-US" dirty="0">
                <a:latin typeface="Times New Roman" panose="02020603050405020304" pitchFamily="18" charset="0"/>
              </a:rPr>
              <a:t>准备好信号，确定是否再插入等待状态</a:t>
            </a:r>
            <a:r>
              <a:rPr lang="en-US" altLang="zh-CN" dirty="0">
                <a:latin typeface="Times New Roman" panose="02020603050405020304" pitchFamily="18" charset="0"/>
              </a:rPr>
              <a:t>Tw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PC I/O</a:t>
            </a:r>
            <a:r>
              <a:rPr lang="zh-CN" altLang="en-US"/>
              <a:t>写总线周期</a:t>
            </a:r>
          </a:p>
        </p:txBody>
      </p:sp>
      <p:pic>
        <p:nvPicPr>
          <p:cNvPr id="123907" name="Picture 2" descr="E:\李征的资料\教学资料\2008年教学资料\微机原理与接口技术\自己的课件\图片\PC-IO写周期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624013"/>
            <a:ext cx="88661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标注 4"/>
          <p:cNvSpPr/>
          <p:nvPr/>
        </p:nvSpPr>
        <p:spPr>
          <a:xfrm>
            <a:off x="4429125" y="1643063"/>
            <a:ext cx="2200275" cy="612775"/>
          </a:xfrm>
          <a:prstGeom prst="wedgeRoundRectCallout">
            <a:avLst>
              <a:gd name="adj1" fmla="val -102549"/>
              <a:gd name="adj2" fmla="val 27712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送出</a:t>
            </a:r>
            <a:r>
              <a:rPr lang="en-US" altLang="zh-CN" dirty="0">
                <a:latin typeface="Times New Roman" panose="02020603050405020304" pitchFamily="18" charset="0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</a:rPr>
              <a:t>地址</a:t>
            </a:r>
            <a:endParaRPr lang="zh-CN" altLang="en-US" dirty="0"/>
          </a:p>
        </p:txBody>
      </p:sp>
      <p:sp>
        <p:nvSpPr>
          <p:cNvPr id="6" name="圆角矩形标注 5"/>
          <p:cNvSpPr/>
          <p:nvPr/>
        </p:nvSpPr>
        <p:spPr>
          <a:xfrm>
            <a:off x="4429125" y="2316163"/>
            <a:ext cx="2714625" cy="612775"/>
          </a:xfrm>
          <a:prstGeom prst="wedgeRoundRectCallout">
            <a:avLst>
              <a:gd name="adj1" fmla="val -73245"/>
              <a:gd name="adj2" fmla="val 3841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2</a:t>
            </a:r>
            <a:r>
              <a:rPr lang="zh-CN" altLang="en-US" dirty="0"/>
              <a:t>：</a:t>
            </a:r>
            <a:r>
              <a:rPr lang="en-US" altLang="zh-CN" dirty="0">
                <a:latin typeface="Times New Roman" panose="02020603050405020304" pitchFamily="18" charset="0"/>
              </a:rPr>
              <a:t> I/O</a:t>
            </a:r>
            <a:r>
              <a:rPr lang="zh-CN" altLang="en-US" dirty="0">
                <a:latin typeface="Times New Roman" panose="02020603050405020304" pitchFamily="18" charset="0"/>
              </a:rPr>
              <a:t>写控制信号有效；同时在送出数据</a:t>
            </a:r>
            <a:endParaRPr lang="zh-CN" altLang="en-US" dirty="0"/>
          </a:p>
        </p:txBody>
      </p:sp>
      <p:sp>
        <p:nvSpPr>
          <p:cNvPr id="7" name="圆角矩形标注 6"/>
          <p:cNvSpPr/>
          <p:nvPr/>
        </p:nvSpPr>
        <p:spPr>
          <a:xfrm>
            <a:off x="4429125" y="3000375"/>
            <a:ext cx="2214563" cy="612775"/>
          </a:xfrm>
          <a:prstGeom prst="wedgeRoundRectCallout">
            <a:avLst>
              <a:gd name="adj1" fmla="val -28633"/>
              <a:gd name="adj2" fmla="val 33543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3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确定插入一个等待状态</a:t>
            </a:r>
            <a:r>
              <a:rPr lang="en-US" altLang="zh-CN" dirty="0">
                <a:latin typeface="Times New Roman" panose="02020603050405020304" pitchFamily="18" charset="0"/>
              </a:rPr>
              <a:t>Tw</a:t>
            </a:r>
            <a:endParaRPr lang="zh-CN" altLang="en-US" dirty="0"/>
          </a:p>
        </p:txBody>
      </p:sp>
      <p:sp>
        <p:nvSpPr>
          <p:cNvPr id="8" name="圆角矩形标注 7"/>
          <p:cNvSpPr/>
          <p:nvPr/>
        </p:nvSpPr>
        <p:spPr>
          <a:xfrm>
            <a:off x="4429125" y="4429125"/>
            <a:ext cx="2200275" cy="612775"/>
          </a:xfrm>
          <a:prstGeom prst="wedgeRoundRectCallout">
            <a:avLst>
              <a:gd name="adj1" fmla="val 74723"/>
              <a:gd name="adj2" fmla="val -1636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4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外设读取</a:t>
            </a:r>
            <a:r>
              <a:rPr lang="en-US" altLang="zh-CN" dirty="0">
                <a:latin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</a:rPr>
              <a:t>送来的数据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4429125" y="3714750"/>
            <a:ext cx="3643313" cy="612775"/>
          </a:xfrm>
          <a:prstGeom prst="wedgeRoundRectCallout">
            <a:avLst>
              <a:gd name="adj1" fmla="val -5093"/>
              <a:gd name="adj2" fmla="val 2164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T</a:t>
            </a:r>
            <a:r>
              <a:rPr lang="en-US" altLang="zh-CN" baseline="-25000" dirty="0"/>
              <a:t>W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检测</a:t>
            </a:r>
            <a:r>
              <a:rPr lang="en-US" altLang="zh-CN" dirty="0">
                <a:latin typeface="Times New Roman" panose="02020603050405020304" pitchFamily="18" charset="0"/>
              </a:rPr>
              <a:t>I/O CH RDY</a:t>
            </a:r>
            <a:r>
              <a:rPr lang="zh-CN" altLang="en-US" dirty="0">
                <a:latin typeface="Times New Roman" panose="02020603050405020304" pitchFamily="18" charset="0"/>
              </a:rPr>
              <a:t>准备好信号，确定是否再插入等待状态</a:t>
            </a:r>
            <a:r>
              <a:rPr lang="en-US" altLang="zh-CN" dirty="0">
                <a:latin typeface="Times New Roman" panose="02020603050405020304" pitchFamily="18" charset="0"/>
              </a:rPr>
              <a:t>Tw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本章教学目的</a:t>
            </a:r>
          </a:p>
        </p:txBody>
      </p:sp>
      <p:sp>
        <p:nvSpPr>
          <p:cNvPr id="1249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zh-CN">
                <a:solidFill>
                  <a:schemeClr val="tx2"/>
                </a:solidFill>
              </a:rPr>
              <a:t>1.</a:t>
            </a:r>
            <a:r>
              <a:rPr lang="en-US" altLang="zh-CN"/>
              <a:t> </a:t>
            </a:r>
            <a:r>
              <a:rPr lang="zh-CN" altLang="en-US"/>
              <a:t>了解</a:t>
            </a:r>
            <a:r>
              <a:rPr lang="en-US" altLang="zh-CN"/>
              <a:t>8088</a:t>
            </a:r>
            <a:r>
              <a:rPr lang="zh-CN" altLang="en-US"/>
              <a:t>的两种组态形式；</a:t>
            </a:r>
          </a:p>
          <a:p>
            <a:pPr algn="just" eaLnBrk="1" hangingPunct="1"/>
            <a:r>
              <a:rPr lang="en-US" altLang="zh-CN">
                <a:solidFill>
                  <a:schemeClr val="tx2"/>
                </a:solidFill>
              </a:rPr>
              <a:t>2.</a:t>
            </a:r>
            <a:r>
              <a:rPr lang="en-US" altLang="zh-CN"/>
              <a:t> </a:t>
            </a:r>
            <a:r>
              <a:rPr lang="zh-CN" altLang="en-US"/>
              <a:t>掌握最小组态下的引脚定义、总线形成和总线时序；</a:t>
            </a:r>
          </a:p>
          <a:p>
            <a:pPr algn="just" eaLnBrk="1" hangingPunct="1"/>
            <a:r>
              <a:rPr lang="en-US" altLang="zh-CN">
                <a:solidFill>
                  <a:schemeClr val="tx2"/>
                </a:solidFill>
              </a:rPr>
              <a:t>3. </a:t>
            </a:r>
            <a:r>
              <a:rPr lang="zh-CN" altLang="en-US"/>
              <a:t>了解最大组态下的引脚定义、总线形成和总线时序；</a:t>
            </a:r>
            <a:endParaRPr lang="en-US" altLang="zh-CN"/>
          </a:p>
          <a:p>
            <a:pPr algn="just" eaLnBrk="1" hangingPunct="1"/>
            <a:r>
              <a:rPr lang="en-US" altLang="zh-CN"/>
              <a:t>4. </a:t>
            </a:r>
            <a:r>
              <a:rPr lang="zh-CN" altLang="en-US"/>
              <a:t>理解总线及其层次结构</a:t>
            </a:r>
          </a:p>
          <a:p>
            <a:pPr algn="just" eaLnBrk="1" hangingPunct="1"/>
            <a:r>
              <a:rPr lang="en-US" altLang="zh-CN"/>
              <a:t>5. </a:t>
            </a:r>
            <a:r>
              <a:rPr lang="zh-CN" altLang="en-US"/>
              <a:t>掌握</a:t>
            </a:r>
            <a:r>
              <a:rPr lang="en-US" altLang="zh-CN"/>
              <a:t>IBM PC</a:t>
            </a:r>
            <a:r>
              <a:rPr lang="zh-CN" altLang="en-US"/>
              <a:t>总线的引脚及其总线周期。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7419</Words>
  <Application>Microsoft Office PowerPoint</Application>
  <PresentationFormat>全屏显示(4:3)</PresentationFormat>
  <Paragraphs>1182</Paragraphs>
  <Slides>125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125</vt:i4>
      </vt:variant>
    </vt:vector>
  </HeadingPairs>
  <TitlesOfParts>
    <vt:vector size="138" baseType="lpstr">
      <vt:lpstr>仿宋</vt:lpstr>
      <vt:lpstr>隶书</vt:lpstr>
      <vt:lpstr>宋体</vt:lpstr>
      <vt:lpstr>幼圆</vt:lpstr>
      <vt:lpstr>Arial</vt:lpstr>
      <vt:lpstr>Calibri</vt:lpstr>
      <vt:lpstr>Calibri Light</vt:lpstr>
      <vt:lpstr>Tahoma</vt:lpstr>
      <vt:lpstr>Times New Roman</vt:lpstr>
      <vt:lpstr>Wingdings</vt:lpstr>
      <vt:lpstr>Office 主题</vt:lpstr>
      <vt:lpstr>公式</vt:lpstr>
      <vt:lpstr>工作表</vt:lpstr>
      <vt:lpstr>微机原理与接口技术 8088 CPU 外部特性与 IBM PC总线结构</vt:lpstr>
      <vt:lpstr>8088 CPU 外部特性与 IBM PC总线结构</vt:lpstr>
      <vt:lpstr>（1）信号名称惯例</vt:lpstr>
      <vt:lpstr>（2）8086与8088的区别</vt:lpstr>
      <vt:lpstr>（2）8086与8088的区别（续）</vt:lpstr>
      <vt:lpstr>8088的引脚图</vt:lpstr>
      <vt:lpstr>8086的引脚图</vt:lpstr>
      <vt:lpstr>（3） 8088的两种组态模式</vt:lpstr>
      <vt:lpstr>（3） 8088的两种组态模式</vt:lpstr>
      <vt:lpstr>（4）8088最小组态的引脚信号</vt:lpstr>
      <vt:lpstr>1.数据和地址引脚</vt:lpstr>
      <vt:lpstr>1.数据和地址引脚</vt:lpstr>
      <vt:lpstr>1.数据和地址引脚——三态</vt:lpstr>
      <vt:lpstr>1.数据和地址引脚——三态</vt:lpstr>
      <vt:lpstr>1.数据和地址引脚——三态</vt:lpstr>
      <vt:lpstr>1.数据和地址引脚</vt:lpstr>
      <vt:lpstr>1.数据和地址引脚</vt:lpstr>
      <vt:lpstr>1.数据和地址引脚</vt:lpstr>
      <vt:lpstr>1.数据和地址引脚</vt:lpstr>
      <vt:lpstr>1.数据和地址引脚</vt:lpstr>
      <vt:lpstr>2. 读写控制引脚</vt:lpstr>
      <vt:lpstr>2. 读写控制引脚——锁存</vt:lpstr>
      <vt:lpstr>2. 读写控制引脚——锁存</vt:lpstr>
      <vt:lpstr>2. 读写控制引脚——锁存</vt:lpstr>
      <vt:lpstr>2. 读写控制引脚</vt:lpstr>
      <vt:lpstr>2. 读写控制引脚</vt:lpstr>
      <vt:lpstr>2. 读写控制引脚</vt:lpstr>
      <vt:lpstr>2. 读写控制引脚</vt:lpstr>
      <vt:lpstr>2. 读写控制引脚</vt:lpstr>
      <vt:lpstr>2. 读写控制引脚——基本控制信号的组合方法（IBM-PC总线）</vt:lpstr>
      <vt:lpstr>2. 读写控制引脚</vt:lpstr>
      <vt:lpstr>2. 读写控制引脚</vt:lpstr>
      <vt:lpstr>2. 读写控制引脚</vt:lpstr>
      <vt:lpstr>2. 读写控制引脚</vt:lpstr>
      <vt:lpstr>3. 中断请求和响应引脚</vt:lpstr>
      <vt:lpstr>3. 中断请求和响应引脚</vt:lpstr>
      <vt:lpstr>3. 中断请求和响应引脚</vt:lpstr>
      <vt:lpstr>3. 中断请求和响应引脚</vt:lpstr>
      <vt:lpstr>4. 总线请求和响应引脚</vt:lpstr>
      <vt:lpstr>4. 总线请求和响应引脚</vt:lpstr>
      <vt:lpstr>5. 其它引脚</vt:lpstr>
      <vt:lpstr>5. 其它引脚</vt:lpstr>
      <vt:lpstr>5. 其它引脚</vt:lpstr>
      <vt:lpstr>5. 其它引脚</vt:lpstr>
      <vt:lpstr>5. 其它引脚</vt:lpstr>
      <vt:lpstr>（4）8088最小组态的引脚信号——小结</vt:lpstr>
      <vt:lpstr>（4）8088最小组态的引脚信号——小结</vt:lpstr>
      <vt:lpstr>（4）8088最小组态的引脚信号——小结</vt:lpstr>
      <vt:lpstr>（4）8088最小组态的引脚信号——小结</vt:lpstr>
      <vt:lpstr>（5）最小组态的总线形成</vt:lpstr>
      <vt:lpstr>1） 8282芯片外部引脚</vt:lpstr>
      <vt:lpstr>2） 8282芯片内部结构</vt:lpstr>
      <vt:lpstr>3）20位地址总线的形成</vt:lpstr>
      <vt:lpstr>4） 8286芯片外部引脚</vt:lpstr>
      <vt:lpstr>5） 8286芯片内部结构</vt:lpstr>
      <vt:lpstr>6）8位数据总线的形成</vt:lpstr>
      <vt:lpstr>（5）最小组态的总线形成</vt:lpstr>
      <vt:lpstr>最小组态总线形成 (Intel产品手册推荐电路)</vt:lpstr>
      <vt:lpstr>7）系统控制信号的形成</vt:lpstr>
      <vt:lpstr>8）8284时钟发生器</vt:lpstr>
      <vt:lpstr>8）8284外部引脚图</vt:lpstr>
      <vt:lpstr>8）8284外部引脚与内部结构</vt:lpstr>
      <vt:lpstr>PowerPoint 演示文稿</vt:lpstr>
      <vt:lpstr>8284的功能</vt:lpstr>
      <vt:lpstr>时钟信号产生</vt:lpstr>
      <vt:lpstr>时钟信号产生</vt:lpstr>
      <vt:lpstr>时钟信号产生</vt:lpstr>
      <vt:lpstr>时钟信号产生</vt:lpstr>
      <vt:lpstr>8284 工作波形图</vt:lpstr>
      <vt:lpstr>8284的功能</vt:lpstr>
      <vt:lpstr>8284的功能</vt:lpstr>
      <vt:lpstr>准备好控制逻辑</vt:lpstr>
      <vt:lpstr>准备好控制逻辑</vt:lpstr>
      <vt:lpstr>准备好控制逻辑</vt:lpstr>
      <vt:lpstr>8284内部结构图</vt:lpstr>
      <vt:lpstr>准备好控制逻辑</vt:lpstr>
      <vt:lpstr>8284 工作波形图  例：RDY1和READY</vt:lpstr>
      <vt:lpstr>（6）8088的基本总线时序</vt:lpstr>
      <vt:lpstr>（6）8088的基本总线时序</vt:lpstr>
      <vt:lpstr>（6）8088的基本总线时序</vt:lpstr>
      <vt:lpstr>（6）8088的基本总线时序</vt:lpstr>
      <vt:lpstr>（6）8088的基本总线时序</vt:lpstr>
      <vt:lpstr>总线周期的构成</vt:lpstr>
      <vt:lpstr>（6）8088的基本总线时序</vt:lpstr>
      <vt:lpstr>（7）8088最小组态的总线时序</vt:lpstr>
      <vt:lpstr>存储器写总线周期</vt:lpstr>
      <vt:lpstr>I/O写总线周期</vt:lpstr>
      <vt:lpstr>存储器读总线周期</vt:lpstr>
      <vt:lpstr>I/O读总线周期</vt:lpstr>
      <vt:lpstr>等待状态Tw</vt:lpstr>
      <vt:lpstr>（8）8088最大组态中的引脚定义</vt:lpstr>
      <vt:lpstr>8088的引脚图</vt:lpstr>
      <vt:lpstr>（8）8088最大组态中的引脚定义</vt:lpstr>
      <vt:lpstr>（8）8088最大组态的总线形成</vt:lpstr>
      <vt:lpstr>（9）8088最大组态的总线形成</vt:lpstr>
      <vt:lpstr>最大组态控制总线形成</vt:lpstr>
      <vt:lpstr>8288总线控制器内、外部结构</vt:lpstr>
      <vt:lpstr>8288工作方式相关的引脚</vt:lpstr>
      <vt:lpstr>8288工作方式相关的引脚</vt:lpstr>
      <vt:lpstr>8088最大组态的写总线时序（内存）</vt:lpstr>
      <vt:lpstr>8088最大组态的读总线时序（内存）</vt:lpstr>
      <vt:lpstr>8088最大组态下I/O读写时序</vt:lpstr>
      <vt:lpstr>（10）微机系统总线</vt:lpstr>
      <vt:lpstr>（10）微机系统总线</vt:lpstr>
      <vt:lpstr>芯片总线（Chip Bus）</vt:lpstr>
      <vt:lpstr>芯片总线（Chip Bus）</vt:lpstr>
      <vt:lpstr>内总线（Internal Bus）</vt:lpstr>
      <vt:lpstr>内总线（Internal Bus）</vt:lpstr>
      <vt:lpstr>内总线（Internal Bus）</vt:lpstr>
      <vt:lpstr>外总线（External Bus）</vt:lpstr>
      <vt:lpstr>外总线（External Bus）</vt:lpstr>
      <vt:lpstr>常见系统总线</vt:lpstr>
      <vt:lpstr>CPU组态与系统总线的区别与联系</vt:lpstr>
      <vt:lpstr>IBM  PC 总线（一种系统总线）</vt:lpstr>
      <vt:lpstr>IBM  PC 总线</vt:lpstr>
      <vt:lpstr>IBM PC 总线</vt:lpstr>
      <vt:lpstr>IBM  PC 总线</vt:lpstr>
      <vt:lpstr>IBM  PC 总线</vt:lpstr>
      <vt:lpstr>IBM  PC 总线——总线周期</vt:lpstr>
      <vt:lpstr>IBM  PC 总线——总线周期</vt:lpstr>
      <vt:lpstr>IBM PC存储器读总线周期</vt:lpstr>
      <vt:lpstr>IBM PC存储器写总线周期</vt:lpstr>
      <vt:lpstr>IBM PC I/O读总线周期</vt:lpstr>
      <vt:lpstr>IBM PC I/O写总线周期</vt:lpstr>
      <vt:lpstr>本章教学目的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/>
  <cp:lastModifiedBy>光泽 赵</cp:lastModifiedBy>
  <cp:revision>882</cp:revision>
  <dcterms:created xsi:type="dcterms:W3CDTF">2003-02-17T13:51:00Z</dcterms:created>
  <dcterms:modified xsi:type="dcterms:W3CDTF">2025-03-10T06:29:06Z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697B54A8BCA84C538989C1BC077F35F9_12</vt:lpwstr>
  </property>
  <property fmtid="{D5CDD505-2E9C-101B-9397-08002B2CF9AE}" pid="3" name="KSOProductBuildVer">
    <vt:lpwstr>2052-12.1.0.20305</vt:lpwstr>
  </property>
</Properties>
</file>