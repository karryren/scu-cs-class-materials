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6C591-5139-5924-FC73-A08731B98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1E9F37-CF6E-F58C-AAB7-A0365A728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A926B3-889A-0537-D0C1-D89B775F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3977-FC97-4BAB-9CAB-D833FE4C7F07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1CE50-6D35-909C-CFCD-3C14FCAB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A7A457-F620-5B2B-2748-2A715A91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B3211-D969-4E13-8427-5AAB4CA89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203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08C11-DF34-176A-C41B-3CF02FAF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5F2AD5-9138-48D7-CBCD-F278E4B97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6BBD57-20FB-8B62-1AB6-9BAE5AACA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3977-FC97-4BAB-9CAB-D833FE4C7F07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C189E9-D10C-0055-6902-54932E62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88C74-B321-BAB5-7B66-68F070F6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B3211-D969-4E13-8427-5AAB4CA89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78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37E66-C622-A300-613A-C3EB43C1F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A7682E-4B7B-0F58-2F01-0E63F8980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395897-8CFE-25AE-27ED-74C116B7C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3977-FC97-4BAB-9CAB-D833FE4C7F07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8EEBCC-A65C-67E0-CE43-49A847D9B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08519F-D325-3037-E45E-C58BE732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B3211-D969-4E13-8427-5AAB4CA89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98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4080F-582E-466D-1B2E-665BCA23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7386C8-21C3-672D-7985-915DAB5AD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1252D5-4E08-9AB9-14AA-C3B64EEEA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C895F9-CFC9-74AE-326E-B40F32644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3977-FC97-4BAB-9CAB-D833FE4C7F07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9B68D6-2216-9852-4E5F-035C5C36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41F497-655A-5FCE-52E6-7D5BBCD04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B3211-D969-4E13-8427-5AAB4CA89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36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8FAF0-1846-F042-E2C7-040258BF9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0697BD-68A8-471B-CB0A-279E91E4C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549D48-02C2-541E-9C26-F9941CFD0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61049A-46C3-EA71-78B9-0379E5CE3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11A45C-A845-C88E-E48B-3E7630ED9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AFD09A-F670-A621-4075-C75B484C3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3977-FC97-4BAB-9CAB-D833FE4C7F07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8C9788-9474-B139-5739-A6B36751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570D4E-E09F-6292-75BA-AB8D02A4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B3211-D969-4E13-8427-5AAB4CA89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2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FB594-1372-7796-B246-5AE6E873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12A88C-AFBB-0E91-7B48-90A23A23C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3977-FC97-4BAB-9CAB-D833FE4C7F07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FB7A10D-29D1-26AD-D31A-AB2018868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A60576-7B4A-3F19-094F-3026DC7C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B3211-D969-4E13-8427-5AAB4CA89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81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121805-5E4F-C7A4-0C5D-E8C1D7020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3977-FC97-4BAB-9CAB-D833FE4C7F07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FF710F-5581-0ADE-96D0-F27A6E6F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B081F-8291-C517-1196-C8671475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B3211-D969-4E13-8427-5AAB4CA89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2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441A5-F2C2-0DB5-1E7E-84607F3E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E96B99-F24E-F7C7-A808-579CF1248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9AEE2B-1B3E-09F6-D661-B9EE25547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2475D4-2FC5-E7AD-245B-D37F7CFAF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3977-FC97-4BAB-9CAB-D833FE4C7F07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CFE043-1ABB-CBCF-D395-14D253D0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77340F-9625-D127-C257-7565E34D0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B3211-D969-4E13-8427-5AAB4CA89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706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A66A6-324D-DEB2-0837-C409216A3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D9BC2F-0562-04E6-DDB4-1C0B3B775E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BE827B-591C-BDF0-E74A-EF04F5C06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489ADE-FE96-5B7E-DC91-5F4C24DDF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3977-FC97-4BAB-9CAB-D833FE4C7F07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F74A14-4DF9-F20B-9351-02EAE1BE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602567-51BF-3B3B-D2C5-949A75165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B3211-D969-4E13-8427-5AAB4CA89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074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B1A9F2-BE78-65BE-2220-0726CA410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CA0820-D6C2-A940-B0AD-09A5FE1EC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B344EA-310D-66CE-DACD-86C9C28D5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3977-FC97-4BAB-9CAB-D833FE4C7F07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9092BA-A2A6-900A-4A17-343DA0376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B758E1-2236-7494-E70A-5272219F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B3211-D969-4E13-8427-5AAB4CA89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91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0829F5-A08D-A26F-CB71-FD2AFDDEA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94114E-4552-487D-7A48-41B1B03E9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8AE21B-A0F9-C53F-4228-6E10D372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3977-FC97-4BAB-9CAB-D833FE4C7F07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942F22-0796-5526-00C8-02827E3D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68C0DC-CCD1-7158-1E17-50A17D164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B3211-D969-4E13-8427-5AAB4CA89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821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ED2E6EB-C714-A247-2CDF-41D2936CC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F2DB8A-F2F2-6F50-AD95-69BEB126B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66C9C1-DD55-C7BD-F59F-AB5829B4D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63977-FC97-4BAB-9CAB-D833FE4C7F07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EF1D27-7A22-0771-60ED-5557D0582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343BED-4CEE-9BBA-41CF-5CDCED191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B3211-D969-4E13-8427-5AAB4CA89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445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0FA253A-FB18-8D66-91C3-D2D8785DE936}"/>
              </a:ext>
            </a:extLst>
          </p:cNvPr>
          <p:cNvSpPr/>
          <p:nvPr/>
        </p:nvSpPr>
        <p:spPr>
          <a:xfrm>
            <a:off x="1786270" y="1866014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  <a:endParaRPr lang="zh-CN" altLang="en-US" sz="11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216393-A755-EFF1-8333-BD67C82152CB}"/>
              </a:ext>
            </a:extLst>
          </p:cNvPr>
          <p:cNvSpPr/>
          <p:nvPr/>
        </p:nvSpPr>
        <p:spPr>
          <a:xfrm>
            <a:off x="3427228" y="1866014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CourseTypeId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=2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7E0A11-E2AF-318A-1DB1-270259629495}"/>
              </a:ext>
            </a:extLst>
          </p:cNvPr>
          <p:cNvSpPr/>
          <p:nvPr/>
        </p:nvSpPr>
        <p:spPr>
          <a:xfrm>
            <a:off x="5068186" y="1866014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CourseTypeId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=3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93CFB1-C210-7418-6916-40290470A764}"/>
              </a:ext>
            </a:extLst>
          </p:cNvPr>
          <p:cNvSpPr/>
          <p:nvPr/>
        </p:nvSpPr>
        <p:spPr>
          <a:xfrm>
            <a:off x="7832651" y="1866014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CourseTypeId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=n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FFDFE9-147A-08AF-AC95-302B5BFE8D6B}"/>
              </a:ext>
            </a:extLst>
          </p:cNvPr>
          <p:cNvSpPr/>
          <p:nvPr/>
        </p:nvSpPr>
        <p:spPr>
          <a:xfrm>
            <a:off x="9473609" y="1866014"/>
            <a:ext cx="1414131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CourseTypeId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=n+1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4436647-AF53-62FF-7559-DC6F0C5B3179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024963" y="2091956"/>
            <a:ext cx="4022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3D94360-370F-3B51-B5F8-86DC7BB6CFDE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665921" y="2091956"/>
            <a:ext cx="4022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84734B4-79A2-9627-8722-4DE0244667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9071344" y="2091956"/>
            <a:ext cx="4022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F17943A-B0D2-5DD4-4DAA-2FDD1858A2CC}"/>
              </a:ext>
            </a:extLst>
          </p:cNvPr>
          <p:cNvCxnSpPr/>
          <p:nvPr/>
        </p:nvCxnSpPr>
        <p:spPr>
          <a:xfrm>
            <a:off x="1384005" y="2091956"/>
            <a:ext cx="4022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B837B9E-8517-3171-DEEE-624B4C8AF878}"/>
              </a:ext>
            </a:extLst>
          </p:cNvPr>
          <p:cNvCxnSpPr/>
          <p:nvPr/>
        </p:nvCxnSpPr>
        <p:spPr>
          <a:xfrm>
            <a:off x="6306879" y="2092842"/>
            <a:ext cx="4022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45E6797-C865-F3E8-D658-972E7F3E4433}"/>
              </a:ext>
            </a:extLst>
          </p:cNvPr>
          <p:cNvCxnSpPr/>
          <p:nvPr/>
        </p:nvCxnSpPr>
        <p:spPr>
          <a:xfrm>
            <a:off x="7430386" y="2091956"/>
            <a:ext cx="4022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0F1D15A2-BD8F-2DB8-C8AD-709065D9A687}"/>
              </a:ext>
            </a:extLst>
          </p:cNvPr>
          <p:cNvSpPr/>
          <p:nvPr/>
        </p:nvSpPr>
        <p:spPr>
          <a:xfrm>
            <a:off x="1786270" y="2543840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=1</a:t>
            </a:r>
            <a:endParaRPr lang="zh-CN" altLang="en-US" sz="11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14EC73-9143-4423-D162-0B7593254E93}"/>
              </a:ext>
            </a:extLst>
          </p:cNvPr>
          <p:cNvSpPr/>
          <p:nvPr/>
        </p:nvSpPr>
        <p:spPr>
          <a:xfrm>
            <a:off x="1786269" y="3221666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=2</a:t>
            </a:r>
            <a:endParaRPr lang="zh-CN" altLang="en-US" sz="11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89A4EE6-18C4-7C5A-ADB0-5224DFAC9C11}"/>
              </a:ext>
            </a:extLst>
          </p:cNvPr>
          <p:cNvSpPr/>
          <p:nvPr/>
        </p:nvSpPr>
        <p:spPr>
          <a:xfrm>
            <a:off x="1786268" y="3899491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=3</a:t>
            </a:r>
            <a:endParaRPr lang="zh-CN" altLang="en-US" sz="1100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AA54261-1AB5-8B53-225E-9DFE379C71E8}"/>
              </a:ext>
            </a:extLst>
          </p:cNvPr>
          <p:cNvCxnSpPr>
            <a:stCxn id="4" idx="2"/>
            <a:endCxn id="22" idx="0"/>
          </p:cNvCxnSpPr>
          <p:nvPr/>
        </p:nvCxnSpPr>
        <p:spPr>
          <a:xfrm>
            <a:off x="2405617" y="2317898"/>
            <a:ext cx="0" cy="22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CB648AB-2375-1C8C-BFA0-EB00A58F9127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>
            <a:off x="2405616" y="2995724"/>
            <a:ext cx="1" cy="22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4397DAC-5BCC-7465-8C5A-3F5E1AD549D2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 flipH="1">
            <a:off x="2405615" y="3673550"/>
            <a:ext cx="1" cy="225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D1C4E99-244B-C295-ADFC-67AF8C4D4DAA}"/>
              </a:ext>
            </a:extLst>
          </p:cNvPr>
          <p:cNvSpPr/>
          <p:nvPr/>
        </p:nvSpPr>
        <p:spPr>
          <a:xfrm>
            <a:off x="3427230" y="2543840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=2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=1</a:t>
            </a:r>
            <a:endParaRPr lang="zh-CN" altLang="en-US" sz="11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DDB06A4-B05C-0E9D-648B-E385AB48F815}"/>
              </a:ext>
            </a:extLst>
          </p:cNvPr>
          <p:cNvSpPr/>
          <p:nvPr/>
        </p:nvSpPr>
        <p:spPr>
          <a:xfrm>
            <a:off x="3427229" y="3221666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=2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=2</a:t>
            </a:r>
            <a:endParaRPr lang="zh-CN" altLang="en-US" sz="11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2646024-37D0-33E0-77A9-71842738FD8E}"/>
              </a:ext>
            </a:extLst>
          </p:cNvPr>
          <p:cNvSpPr/>
          <p:nvPr/>
        </p:nvSpPr>
        <p:spPr>
          <a:xfrm>
            <a:off x="3427228" y="3899491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=2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=3</a:t>
            </a:r>
            <a:endParaRPr lang="zh-CN" altLang="en-US" sz="11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8A29FA1-60E1-B058-A2E5-8E11BB5B481A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4046577" y="2317898"/>
            <a:ext cx="0" cy="22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E8334C4-1AA1-BE70-181B-E160C66D60AC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 flipH="1">
            <a:off x="4046576" y="2995724"/>
            <a:ext cx="1" cy="22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997F15E-D886-ABED-BA43-7AFF1152E7BE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 flipH="1">
            <a:off x="4046575" y="3673550"/>
            <a:ext cx="1" cy="225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B97A90E1-4F84-C553-4BD7-10AB50668366}"/>
              </a:ext>
            </a:extLst>
          </p:cNvPr>
          <p:cNvSpPr/>
          <p:nvPr/>
        </p:nvSpPr>
        <p:spPr>
          <a:xfrm>
            <a:off x="5068187" y="2543840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=3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=1</a:t>
            </a:r>
            <a:endParaRPr lang="zh-CN" altLang="en-US" sz="11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F83CEC1-D475-E95B-BA79-8BCE61F1A2DD}"/>
              </a:ext>
            </a:extLst>
          </p:cNvPr>
          <p:cNvSpPr/>
          <p:nvPr/>
        </p:nvSpPr>
        <p:spPr>
          <a:xfrm>
            <a:off x="5068186" y="3221666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=3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=2</a:t>
            </a:r>
            <a:endParaRPr lang="zh-CN" altLang="en-US" sz="11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69E6F58-8A35-2C54-62B2-96FCBB4A6EC8}"/>
              </a:ext>
            </a:extLst>
          </p:cNvPr>
          <p:cNvSpPr/>
          <p:nvPr/>
        </p:nvSpPr>
        <p:spPr>
          <a:xfrm>
            <a:off x="5068185" y="3899491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=3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=3</a:t>
            </a:r>
            <a:endParaRPr lang="zh-CN" altLang="en-US" sz="1100" dirty="0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3C2E768-B06F-297A-2142-C55A030C6813}"/>
              </a:ext>
            </a:extLst>
          </p:cNvPr>
          <p:cNvCxnSpPr>
            <a:endCxn id="37" idx="0"/>
          </p:cNvCxnSpPr>
          <p:nvPr/>
        </p:nvCxnSpPr>
        <p:spPr>
          <a:xfrm>
            <a:off x="5687534" y="2317898"/>
            <a:ext cx="0" cy="22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EEAF312-5D0E-C15A-5D67-6697681E5008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 flipH="1">
            <a:off x="5687533" y="2995724"/>
            <a:ext cx="1" cy="22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A2A1D69-6ECD-E5DC-4813-8897B5BEC4E7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 flipH="1">
            <a:off x="5687532" y="3673550"/>
            <a:ext cx="1" cy="225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447AE997-E575-7534-922D-69408FCDB0D8}"/>
              </a:ext>
            </a:extLst>
          </p:cNvPr>
          <p:cNvSpPr/>
          <p:nvPr/>
        </p:nvSpPr>
        <p:spPr>
          <a:xfrm>
            <a:off x="7832651" y="2570422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=n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=1</a:t>
            </a:r>
            <a:endParaRPr lang="zh-CN" altLang="en-US" sz="11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612AC1B-A5E3-FEE4-D600-83B66F5BAEB6}"/>
              </a:ext>
            </a:extLst>
          </p:cNvPr>
          <p:cNvSpPr/>
          <p:nvPr/>
        </p:nvSpPr>
        <p:spPr>
          <a:xfrm>
            <a:off x="7832650" y="3248248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=n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=2</a:t>
            </a:r>
            <a:endParaRPr lang="zh-CN" altLang="en-US" sz="11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86EC815-4EA5-22DA-C5A7-880598E19A1D}"/>
              </a:ext>
            </a:extLst>
          </p:cNvPr>
          <p:cNvSpPr/>
          <p:nvPr/>
        </p:nvSpPr>
        <p:spPr>
          <a:xfrm>
            <a:off x="7832649" y="3926073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=n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=3</a:t>
            </a:r>
            <a:endParaRPr lang="zh-CN" altLang="en-US" sz="1100" dirty="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F80105C-7E0B-01AF-7930-C20257613B4F}"/>
              </a:ext>
            </a:extLst>
          </p:cNvPr>
          <p:cNvCxnSpPr>
            <a:endCxn id="43" idx="0"/>
          </p:cNvCxnSpPr>
          <p:nvPr/>
        </p:nvCxnSpPr>
        <p:spPr>
          <a:xfrm>
            <a:off x="8451998" y="2344480"/>
            <a:ext cx="0" cy="22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CFF1FE13-C3AC-39AC-B0BD-30BB4F0656B9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 flipH="1">
            <a:off x="8451997" y="3022306"/>
            <a:ext cx="1" cy="22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CC94A14-C0C2-40D1-677A-9BB241A85ABE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 flipH="1">
            <a:off x="8451996" y="3700132"/>
            <a:ext cx="1" cy="225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EFC4C04B-FB82-B59F-AB75-E20252AAB7D3}"/>
              </a:ext>
            </a:extLst>
          </p:cNvPr>
          <p:cNvSpPr txBox="1"/>
          <p:nvPr/>
        </p:nvSpPr>
        <p:spPr>
          <a:xfrm>
            <a:off x="6817862" y="194059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183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8A16-2A6E-70B0-0D16-E9D7EDEC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F71B1E7-6BC7-9AC7-5EE0-DA1424410896}"/>
              </a:ext>
            </a:extLst>
          </p:cNvPr>
          <p:cNvSpPr/>
          <p:nvPr/>
        </p:nvSpPr>
        <p:spPr>
          <a:xfrm>
            <a:off x="7014519" y="769338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  <a:endParaRPr lang="zh-CN" altLang="en-US" sz="11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AF43FC-2788-2CE7-7448-B01A40CFDE0F}"/>
              </a:ext>
            </a:extLst>
          </p:cNvPr>
          <p:cNvSpPr/>
          <p:nvPr/>
        </p:nvSpPr>
        <p:spPr>
          <a:xfrm>
            <a:off x="2796045" y="2987998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CourseTypeId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=2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79E71F-C6B6-E459-42B6-1BCDAAD0CB74}"/>
              </a:ext>
            </a:extLst>
          </p:cNvPr>
          <p:cNvSpPr/>
          <p:nvPr/>
        </p:nvSpPr>
        <p:spPr>
          <a:xfrm>
            <a:off x="1364189" y="4800848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CourseTypeId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=3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B54E87C-3244-5A93-04A4-61E46C9B78E0}"/>
              </a:ext>
            </a:extLst>
          </p:cNvPr>
          <p:cNvCxnSpPr>
            <a:cxnSpLocks/>
            <a:stCxn id="4" idx="2"/>
            <a:endCxn id="24" idx="0"/>
          </p:cNvCxnSpPr>
          <p:nvPr/>
        </p:nvCxnSpPr>
        <p:spPr>
          <a:xfrm>
            <a:off x="7633866" y="1221222"/>
            <a:ext cx="1406158" cy="55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298B4F1-6C13-24EC-B887-DC860A48CE6D}"/>
              </a:ext>
            </a:extLst>
          </p:cNvPr>
          <p:cNvCxnSpPr>
            <a:cxnSpLocks/>
            <a:stCxn id="22" idx="2"/>
            <a:endCxn id="5" idx="0"/>
          </p:cNvCxnSpPr>
          <p:nvPr/>
        </p:nvCxnSpPr>
        <p:spPr>
          <a:xfrm flipH="1">
            <a:off x="3415392" y="2224670"/>
            <a:ext cx="2812316" cy="763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8F9D4ADD-10CE-6C31-6B7F-DF1A892C1E8D}"/>
              </a:ext>
            </a:extLst>
          </p:cNvPr>
          <p:cNvSpPr/>
          <p:nvPr/>
        </p:nvSpPr>
        <p:spPr>
          <a:xfrm>
            <a:off x="5608361" y="1772786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=1</a:t>
            </a:r>
            <a:endParaRPr lang="zh-CN" altLang="en-US" sz="11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D1CF56-C79A-C93E-6F40-5BEC9F8B4200}"/>
              </a:ext>
            </a:extLst>
          </p:cNvPr>
          <p:cNvSpPr/>
          <p:nvPr/>
        </p:nvSpPr>
        <p:spPr>
          <a:xfrm>
            <a:off x="7014519" y="1772785"/>
            <a:ext cx="1238693" cy="451884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=2</a:t>
            </a:r>
            <a:endParaRPr lang="zh-CN" altLang="en-US" sz="11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F4726FD-BA9B-E2F5-A6DB-2B58CBE9A0E9}"/>
              </a:ext>
            </a:extLst>
          </p:cNvPr>
          <p:cNvSpPr/>
          <p:nvPr/>
        </p:nvSpPr>
        <p:spPr>
          <a:xfrm>
            <a:off x="8420677" y="1772785"/>
            <a:ext cx="1238693" cy="451884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=3</a:t>
            </a:r>
            <a:endParaRPr lang="zh-CN" altLang="en-US" sz="1100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7709B73-BADB-E110-E546-66BEABF33422}"/>
              </a:ext>
            </a:extLst>
          </p:cNvPr>
          <p:cNvCxnSpPr>
            <a:stCxn id="4" idx="2"/>
            <a:endCxn id="22" idx="0"/>
          </p:cNvCxnSpPr>
          <p:nvPr/>
        </p:nvCxnSpPr>
        <p:spPr>
          <a:xfrm flipH="1">
            <a:off x="6227708" y="1221222"/>
            <a:ext cx="1406158" cy="551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B631E78-DE8F-A77F-5959-82C8FF6990D0}"/>
              </a:ext>
            </a:extLst>
          </p:cNvPr>
          <p:cNvCxnSpPr>
            <a:cxnSpLocks/>
            <a:stCxn id="4" idx="2"/>
            <a:endCxn id="23" idx="0"/>
          </p:cNvCxnSpPr>
          <p:nvPr/>
        </p:nvCxnSpPr>
        <p:spPr>
          <a:xfrm>
            <a:off x="7633866" y="1221222"/>
            <a:ext cx="0" cy="55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743F6423-22F9-5FC3-0571-2FB546FAD63E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3415392" y="3413300"/>
            <a:ext cx="1406158" cy="55156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C58C469F-64DC-F007-9EB9-89B3748D586B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2009234" y="4416748"/>
            <a:ext cx="0" cy="410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A14BE72D-FD86-0A6C-D88D-BE04A2109D0C}"/>
              </a:ext>
            </a:extLst>
          </p:cNvPr>
          <p:cNvSpPr/>
          <p:nvPr/>
        </p:nvSpPr>
        <p:spPr>
          <a:xfrm>
            <a:off x="1389887" y="3964864"/>
            <a:ext cx="1238693" cy="451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=1</a:t>
            </a:r>
            <a:endParaRPr lang="zh-CN" altLang="en-US" sz="1100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E5A0320-34AB-4FB9-EF10-9F7C7D0DBC22}"/>
              </a:ext>
            </a:extLst>
          </p:cNvPr>
          <p:cNvSpPr/>
          <p:nvPr/>
        </p:nvSpPr>
        <p:spPr>
          <a:xfrm>
            <a:off x="2796045" y="3964863"/>
            <a:ext cx="1238693" cy="451884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=2</a:t>
            </a:r>
            <a:endParaRPr lang="zh-CN" altLang="en-US" sz="1100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03CDB92-BF57-D3DE-DA6C-892B578A9576}"/>
              </a:ext>
            </a:extLst>
          </p:cNvPr>
          <p:cNvSpPr/>
          <p:nvPr/>
        </p:nvSpPr>
        <p:spPr>
          <a:xfrm>
            <a:off x="4202203" y="3964863"/>
            <a:ext cx="1238693" cy="451884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=3</a:t>
            </a:r>
            <a:endParaRPr lang="zh-CN" altLang="en-US" sz="1100" dirty="0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91E36130-99BE-3780-5FF7-1953462F60E4}"/>
              </a:ext>
            </a:extLst>
          </p:cNvPr>
          <p:cNvCxnSpPr>
            <a:endCxn id="62" idx="0"/>
          </p:cNvCxnSpPr>
          <p:nvPr/>
        </p:nvCxnSpPr>
        <p:spPr>
          <a:xfrm flipH="1">
            <a:off x="2009234" y="3413300"/>
            <a:ext cx="1406158" cy="551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6E96170D-DD7B-DEC5-1E90-5BBB1C63B559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3415392" y="3413300"/>
            <a:ext cx="0" cy="55156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C4494DED-E2F0-E99D-1B5D-6503584B91FB}"/>
              </a:ext>
            </a:extLst>
          </p:cNvPr>
          <p:cNvSpPr/>
          <p:nvPr/>
        </p:nvSpPr>
        <p:spPr>
          <a:xfrm>
            <a:off x="7014519" y="2987998"/>
            <a:ext cx="1238693" cy="451884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CourseTypeId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=2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F294DA87-2CD3-F20B-7523-F2BF6979D815}"/>
              </a:ext>
            </a:extLst>
          </p:cNvPr>
          <p:cNvCxnSpPr>
            <a:cxnSpLocks/>
            <a:stCxn id="23" idx="2"/>
            <a:endCxn id="68" idx="0"/>
          </p:cNvCxnSpPr>
          <p:nvPr/>
        </p:nvCxnSpPr>
        <p:spPr>
          <a:xfrm>
            <a:off x="7633866" y="2224669"/>
            <a:ext cx="0" cy="76332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1523B81F-BAD0-4E0F-3CB0-BA5883A10D86}"/>
              </a:ext>
            </a:extLst>
          </p:cNvPr>
          <p:cNvCxnSpPr>
            <a:cxnSpLocks/>
            <a:endCxn id="74" idx="0"/>
          </p:cNvCxnSpPr>
          <p:nvPr/>
        </p:nvCxnSpPr>
        <p:spPr>
          <a:xfrm>
            <a:off x="7633866" y="3413300"/>
            <a:ext cx="1406158" cy="55156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7F7F4085-6358-ACE3-5CBA-FBE48A0DC699}"/>
              </a:ext>
            </a:extLst>
          </p:cNvPr>
          <p:cNvSpPr/>
          <p:nvPr/>
        </p:nvSpPr>
        <p:spPr>
          <a:xfrm>
            <a:off x="5608361" y="3964864"/>
            <a:ext cx="1238693" cy="451884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=1</a:t>
            </a:r>
            <a:endParaRPr lang="zh-CN" altLang="en-US" sz="1100" dirty="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626F510-BC7C-42B9-0865-1F4FC33BD3EB}"/>
              </a:ext>
            </a:extLst>
          </p:cNvPr>
          <p:cNvSpPr/>
          <p:nvPr/>
        </p:nvSpPr>
        <p:spPr>
          <a:xfrm>
            <a:off x="7014519" y="3964863"/>
            <a:ext cx="1238693" cy="451884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=2</a:t>
            </a:r>
            <a:endParaRPr lang="zh-CN" altLang="en-US" sz="11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04F539F-14D0-7AF6-ADCC-CEEA608464DE}"/>
              </a:ext>
            </a:extLst>
          </p:cNvPr>
          <p:cNvSpPr/>
          <p:nvPr/>
        </p:nvSpPr>
        <p:spPr>
          <a:xfrm>
            <a:off x="8420677" y="3964863"/>
            <a:ext cx="1238693" cy="451884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err="1"/>
              <a:t>CourseTypeId</a:t>
            </a:r>
            <a:r>
              <a:rPr lang="en-US" altLang="zh-CN" sz="1100" dirty="0"/>
              <a:t>=1</a:t>
            </a:r>
          </a:p>
          <a:p>
            <a:pPr algn="ctr"/>
            <a:r>
              <a:rPr lang="en-US" altLang="zh-CN" sz="1100" dirty="0" err="1"/>
              <a:t>CoureId</a:t>
            </a:r>
            <a:r>
              <a:rPr lang="en-US" altLang="zh-CN" sz="1100" dirty="0"/>
              <a:t>=3</a:t>
            </a:r>
            <a:endParaRPr lang="zh-CN" altLang="en-US" sz="1100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8E615DE7-C2D8-F530-7582-03762E0D9C5C}"/>
              </a:ext>
            </a:extLst>
          </p:cNvPr>
          <p:cNvCxnSpPr>
            <a:endCxn id="72" idx="0"/>
          </p:cNvCxnSpPr>
          <p:nvPr/>
        </p:nvCxnSpPr>
        <p:spPr>
          <a:xfrm flipH="1">
            <a:off x="6227708" y="3413300"/>
            <a:ext cx="1406158" cy="55156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39274E9C-3221-BA52-75B1-718362049901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7633866" y="3413300"/>
            <a:ext cx="0" cy="55156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66262709-7626-4AB2-992A-0B9EB22CD9F6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 flipV="1">
            <a:off x="6847054" y="1998727"/>
            <a:ext cx="1674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A869EF2B-BD8F-E2F0-0CD0-62AEBB56B29F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8253212" y="1998727"/>
            <a:ext cx="16746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05C44B9A-8B48-69F8-F241-6D4DD3AE2422}"/>
              </a:ext>
            </a:extLst>
          </p:cNvPr>
          <p:cNvCxnSpPr>
            <a:stCxn id="62" idx="3"/>
            <a:endCxn id="63" idx="1"/>
          </p:cNvCxnSpPr>
          <p:nvPr/>
        </p:nvCxnSpPr>
        <p:spPr>
          <a:xfrm flipV="1">
            <a:off x="2628580" y="4190805"/>
            <a:ext cx="1674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F1CE6746-7BA3-E279-86D9-865D6E21B5C0}"/>
              </a:ext>
            </a:extLst>
          </p:cNvPr>
          <p:cNvCxnSpPr>
            <a:stCxn id="63" idx="3"/>
            <a:endCxn id="64" idx="1"/>
          </p:cNvCxnSpPr>
          <p:nvPr/>
        </p:nvCxnSpPr>
        <p:spPr>
          <a:xfrm>
            <a:off x="4034738" y="4190805"/>
            <a:ext cx="16746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C4F0ECC-3D72-F137-F682-3B79C41BBB20}"/>
              </a:ext>
            </a:extLst>
          </p:cNvPr>
          <p:cNvCxnSpPr>
            <a:stCxn id="72" idx="3"/>
            <a:endCxn id="73" idx="1"/>
          </p:cNvCxnSpPr>
          <p:nvPr/>
        </p:nvCxnSpPr>
        <p:spPr>
          <a:xfrm flipV="1">
            <a:off x="6847054" y="4190805"/>
            <a:ext cx="167465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4EC4ACA5-3B19-F269-C00D-2E2E1E627E1B}"/>
              </a:ext>
            </a:extLst>
          </p:cNvPr>
          <p:cNvCxnSpPr>
            <a:stCxn id="73" idx="3"/>
            <a:endCxn id="74" idx="1"/>
          </p:cNvCxnSpPr>
          <p:nvPr/>
        </p:nvCxnSpPr>
        <p:spPr>
          <a:xfrm>
            <a:off x="8253212" y="4190805"/>
            <a:ext cx="16746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E1E11BAE-D379-B1A9-B75D-E26804727436}"/>
              </a:ext>
            </a:extLst>
          </p:cNvPr>
          <p:cNvSpPr txBox="1"/>
          <p:nvPr/>
        </p:nvSpPr>
        <p:spPr>
          <a:xfrm>
            <a:off x="1245018" y="5281466"/>
            <a:ext cx="98553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这里采用的排课思路很类似于一个树状结构。在程序中并不真实存在这样一棵树（太占空间），而是用栈和链表（每个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courseTypeId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下属课程可以看为链表）来构建出了这样一棵“虚拟树”。如果一切顺利的话我们希望这棵树能够沿着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sym typeface="Wingdings 2" panose="05020102010507070707" pitchFamily="18" charset="2"/>
              </a:rPr>
              <a:t>直接走下去。但是大概率是不可能的。假如在处无法完成排课，我们就需要往的方向去尝试。如果到头了仍不行，则需要在重新安排后重新开始安排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CourseTypeId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=2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，也就是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sym typeface="Wingdings 2" panose="05020102010507070707" pitchFamily="18" charset="2"/>
              </a:rPr>
              <a:t>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 2" panose="05020102010507070707" pitchFamily="18" charset="2"/>
              </a:rPr>
              <a:t>处。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14E32E1D-8FF4-5622-3C32-01ED1EDB4893}"/>
              </a:ext>
            </a:extLst>
          </p:cNvPr>
          <p:cNvSpPr txBox="1"/>
          <p:nvPr/>
        </p:nvSpPr>
        <p:spPr>
          <a:xfrm>
            <a:off x="5912083" y="1537064"/>
            <a:ext cx="367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Wingdings 2" panose="05020102010507070707" pitchFamily="18" charset="2"/>
              </a:rPr>
              <a:t></a:t>
            </a:r>
            <a:endParaRPr lang="zh-CN" alt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F8AA2353-EBC0-6F14-8C0A-9BD33360D776}"/>
              </a:ext>
            </a:extLst>
          </p:cNvPr>
          <p:cNvSpPr txBox="1"/>
          <p:nvPr/>
        </p:nvSpPr>
        <p:spPr>
          <a:xfrm>
            <a:off x="1680129" y="3708503"/>
            <a:ext cx="36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Wingdings 2" panose="05020102010507070707" pitchFamily="18" charset="2"/>
              </a:rPr>
              <a:t></a:t>
            </a:r>
            <a:endParaRPr lang="zh-CN" altLang="en-US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64BE9CB-2B69-634F-51B6-DB948022C824}"/>
              </a:ext>
            </a:extLst>
          </p:cNvPr>
          <p:cNvSpPr txBox="1"/>
          <p:nvPr/>
        </p:nvSpPr>
        <p:spPr>
          <a:xfrm>
            <a:off x="4627346" y="3706008"/>
            <a:ext cx="322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Wingdings 2" panose="05020102010507070707" pitchFamily="18" charset="2"/>
              </a:rPr>
              <a:t></a:t>
            </a:r>
            <a:endParaRPr lang="zh-CN" altLang="en-US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0ACBF32-3DCF-9892-2C9B-D862CACA8672}"/>
              </a:ext>
            </a:extLst>
          </p:cNvPr>
          <p:cNvSpPr txBox="1"/>
          <p:nvPr/>
        </p:nvSpPr>
        <p:spPr>
          <a:xfrm>
            <a:off x="7633865" y="1537064"/>
            <a:ext cx="367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Wingdings 2" panose="05020102010507070707" pitchFamily="18" charset="2"/>
              </a:rPr>
              <a:t></a:t>
            </a:r>
            <a:endParaRPr lang="zh-CN" altLang="en-US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EFCE4C18-B5A6-38AA-112F-FDE91A3131DA}"/>
              </a:ext>
            </a:extLst>
          </p:cNvPr>
          <p:cNvSpPr txBox="1"/>
          <p:nvPr/>
        </p:nvSpPr>
        <p:spPr>
          <a:xfrm>
            <a:off x="5849586" y="3706008"/>
            <a:ext cx="367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Wingdings 2" panose="05020102010507070707" pitchFamily="18" charset="2"/>
              </a:rPr>
              <a:t>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9220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279</Words>
  <Application>Microsoft Office PowerPoint</Application>
  <PresentationFormat>宽屏</PresentationFormat>
  <Paragraphs>58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光泽 赵</dc:creator>
  <cp:lastModifiedBy>光泽 赵</cp:lastModifiedBy>
  <cp:revision>1</cp:revision>
  <dcterms:created xsi:type="dcterms:W3CDTF">2024-12-05T14:31:39Z</dcterms:created>
  <dcterms:modified xsi:type="dcterms:W3CDTF">2024-12-05T14:46:35Z</dcterms:modified>
</cp:coreProperties>
</file>